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6bfec3ef0f4f14" /><Relationship Type="http://schemas.openxmlformats.org/officeDocument/2006/relationships/extended-properties" Target="/docProps/app.xml" Id="Rf798cb7260694d70" /><Relationship Type="http://schemas.openxmlformats.org/officeDocument/2006/relationships/officeDocument" Target="/ppt/presentation.xml" Id="Rc8d2a68a87ce43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91a485af05475d"/>
  </p:sldMasterIdLst>
  <p:notesMasterIdLst>
    <p:notesMasterId xmlns:r="http://schemas.openxmlformats.org/officeDocument/2006/relationships" r:id="Re3f6268cfcec410a"/>
  </p:notesMasterIdLst>
  <p:sldIdLst>
    <p:sldId xmlns:r="http://schemas.openxmlformats.org/officeDocument/2006/relationships" id="256" r:id="R90c85c66cfc34d28"/>
  </p:sldIdLst>
  <p:sldSz cx="14287500" cy="63150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f3ddd2969241db" /><Relationship Type="http://schemas.openxmlformats.org/officeDocument/2006/relationships/slideMaster" Target="/ppt/slideMasters/slideMaster1.xml" Id="Red91a485af05475d" /><Relationship Type="http://schemas.openxmlformats.org/officeDocument/2006/relationships/notesMaster" Target="/ppt/notesMasters/notesMaster1.xml" Id="Re3f6268cfcec410a" /><Relationship Type="http://schemas.openxmlformats.org/officeDocument/2006/relationships/presProps" Target="/ppt/presProps.xml" Id="R91460425b93544e0" /><Relationship Type="http://schemas.openxmlformats.org/officeDocument/2006/relationships/tableStyles" Target="/ppt/tableStyles.xml" Id="R964e7decf2264de3" /><Relationship Type="http://schemas.openxmlformats.org/officeDocument/2006/relationships/slide" Target="/ppt/slides/slide1.xml" Id="R90c85c66cfc34d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474ce2755b4c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00afadde134b84" /><Relationship Type="http://schemas.openxmlformats.org/officeDocument/2006/relationships/notesMaster" Target="/ppt/notesMasters/notesMaster1.xml" Id="Re8f0c8e014fe4751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素材ID：AI-081</ns1:t>
            </ns1:r>
          </ns1:p>
          <ns1:p>
            <ns1:r>
              <ns1:t>论文：DivShift: Exploring Domain-Specific Distribution Shift in Large-Scale, Volunteer-Collected Biodiversity Datasets</ns1:t>
            </ns1:r>
          </ns1:p>
          <ns1:p>
            <ns1:r>
              <ns1:t>会议：AAAI 2025</ns1:t>
            </ns1:r>
          </ns1:p>
          <ns1:p>
            <ns1:r>
              <ns1:t>奖项：Outstanding Paper – AI for Social Alignment Track</ns1:t>
            </ns1:r>
          </ns1:p>
          <ns1:p>
            <ns1:r>
              <ns1:t>图号：Figure 4，PDF第5页</ns1:t>
            </ns1:r>
          </ns1:p>
          <ns1:p>
            <ns1:r>
              <ns1:t>类型：实验图表</ns1:t>
            </ns1:r>
          </ns1:p>
          <ns1:p>
            <ns1:r>
              <ns1:t>借鉴点：四区组合直方、双分布、时间曲线、关系散点和局部地图，把偏差来源与分布变化配对。</ns1:t>
            </ns1:r>
          </ns1:p>
          <ns1:p>
            <ns1:r>
              <ns1:t>论文URL：https://ojs.aaai.org/index.php/AAAI/article/view/35060</ns1:t>
            </ns1:r>
          </ns1:p>
          <ns1:p>
            <ns1:r>
              <ns1:t>官方获奖URL：https://aaai.org/about-aaai/aaai-awards/aaai-conference-paper-awards-and-recognition/</ns1:t>
            </ns1:r>
          </ns1:p>
          <ns1:p>
            <ns1:r>
              <ns1:t>原始论文与绘图来源：见本页论文链接及仓库 catalog/papers.md。</ns1:t>
            </ns1:r>
          </ns1:p>
          <ns1:p>
            <ns1:r>
              <ns1:t>编辑与保真说明：坐标轴、文字、分布色区、可见散点轮廓和时间曲线均为原生。统计几何按已发表像素边界转写，24色近似及0.35像素边界简化，不恢复或生成原始观测数据；接触点可能合成一个轮廓。旧标注覆盖下的底色按邻近同类区域补齐后以原生文字替换。仅地理局部图及其地图专用标注保留为独立原图资产。</ns1:t>
            </ns1:r>
          </ns1:p>
          <ns1:p>
            <ns1:r>
              <ns1:t>复刻方式：Native chart geometry reconstructed from the published display, with explicit data-recovery limits and one independent geographic inset.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660bf8fbca4e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ebb28956fa4ece" /><Relationship Type="http://schemas.openxmlformats.org/officeDocument/2006/relationships/slideLayout" Target="/ppt/slideLayouts/slideLayout1.xml" Id="Rc9a61cb792ed48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a61cb792ed48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f152af1a84122" /><Relationship Type="http://schemas.openxmlformats.org/officeDocument/2006/relationships/image" Target="/ppt/media/image.png" Id="Redebaf66b6654875" /><Relationship Type="http://schemas.openxmlformats.org/officeDocument/2006/relationships/notesSlide" Target="/ppt/notesSlides/notesSlide1.xml" Id="Reb997c8e453d44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63" name="AI081-1">
            <a:extLst xmlns:a="http://schemas.openxmlformats.org/drawingml/2006/main">
              <a:ext uri="{FF2B5EF4-FFF2-40B4-BE49-F238E27FC236}">
                <a16:creationId xmlns:a16="http://schemas.microsoft.com/office/drawing/2014/main" id="{5485DB70-A692-4D89-9D8D-9537812C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04825"/>
            <a:ext cx="2800350" cy="2066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7F1"/>
          </a:solidFill>
          <a:ln xmlns:a="http://schemas.openxmlformats.org/drawingml/2006/main" w="0">
            <a:noFill/>
          </a:ln>
        </p:spPr>
      </p:sp>
      <p:sp>
        <p:nvSpPr>
          <p:cNvPr id="2" name="AI081-2">
            <a:extLst xmlns:a="http://schemas.openxmlformats.org/drawingml/2006/main">
              <a:ext uri="{FF2B5EF4-FFF2-40B4-BE49-F238E27FC236}">
                <a16:creationId xmlns:a16="http://schemas.microsoft.com/office/drawing/2014/main" id="{1E64B681-3DDA-43CD-B63E-72102AB5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67125"/>
            <a:ext cx="282892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BCB7"/>
          </a:solidFill>
          <a:ln xmlns:a="http://schemas.openxmlformats.org/drawingml/2006/main" w="0">
            <a:noFill/>
          </a:ln>
        </p:spPr>
      </p:sp>
      <p:sp>
        <p:nvSpPr>
          <p:cNvPr id="3" name="AI081-3">
            <a:extLst xmlns:a="http://schemas.openxmlformats.org/drawingml/2006/main">
              <a:ext uri="{FF2B5EF4-FFF2-40B4-BE49-F238E27FC236}">
                <a16:creationId xmlns:a16="http://schemas.microsoft.com/office/drawing/2014/main" id="{5B7947F6-DE64-4018-BB6F-3B686C34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67125"/>
            <a:ext cx="20002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D6"/>
          </a:solidFill>
          <a:ln xmlns:a="http://schemas.openxmlformats.org/drawingml/2006/main" w="0">
            <a:noFill/>
          </a:ln>
        </p:spPr>
      </p:sp>
      <p:sp>
        <p:nvSpPr>
          <p:cNvPr id="4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FB244B95-09AB-4FB3-8DB6-E872B510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464" y="519589"/>
            <a:ext cx="2294573" cy="1961197"/>
          </a:xfrm>
          <a:custGeom xmlns:a="http://schemas.openxmlformats.org/drawingml/2006/main">
            <a:pathLst>
              <a:path w="2294573" h="1961197">
                <a:moveTo>
                  <a:pt x="9525" y="189548"/>
                </a:moveTo>
                <a:lnTo>
                  <a:pt x="9525" y="219075"/>
                </a:lnTo>
                <a:lnTo>
                  <a:pt x="0" y="219075"/>
                </a:lnTo>
                <a:lnTo>
                  <a:pt x="0" y="275273"/>
                </a:lnTo>
                <a:lnTo>
                  <a:pt x="9525" y="275273"/>
                </a:lnTo>
                <a:lnTo>
                  <a:pt x="9525" y="295275"/>
                </a:lnTo>
                <a:lnTo>
                  <a:pt x="0" y="295275"/>
                </a:lnTo>
                <a:lnTo>
                  <a:pt x="0" y="322898"/>
                </a:lnTo>
                <a:lnTo>
                  <a:pt x="9525" y="322898"/>
                </a:lnTo>
                <a:lnTo>
                  <a:pt x="9525" y="380048"/>
                </a:lnTo>
                <a:lnTo>
                  <a:pt x="19050" y="380048"/>
                </a:lnTo>
                <a:lnTo>
                  <a:pt x="19050" y="400050"/>
                </a:lnTo>
                <a:lnTo>
                  <a:pt x="9525" y="400050"/>
                </a:lnTo>
                <a:lnTo>
                  <a:pt x="9525" y="419100"/>
                </a:lnTo>
                <a:lnTo>
                  <a:pt x="0" y="419100"/>
                </a:lnTo>
                <a:lnTo>
                  <a:pt x="0" y="465773"/>
                </a:lnTo>
                <a:lnTo>
                  <a:pt x="9525" y="465773"/>
                </a:lnTo>
                <a:lnTo>
                  <a:pt x="9525" y="495300"/>
                </a:lnTo>
                <a:lnTo>
                  <a:pt x="0" y="495300"/>
                </a:lnTo>
                <a:lnTo>
                  <a:pt x="0" y="561023"/>
                </a:lnTo>
                <a:lnTo>
                  <a:pt x="9525" y="561023"/>
                </a:lnTo>
                <a:lnTo>
                  <a:pt x="9525" y="581025"/>
                </a:lnTo>
                <a:lnTo>
                  <a:pt x="0" y="581025"/>
                </a:lnTo>
                <a:lnTo>
                  <a:pt x="0" y="599123"/>
                </a:lnTo>
                <a:lnTo>
                  <a:pt x="9525" y="599123"/>
                </a:lnTo>
                <a:lnTo>
                  <a:pt x="9525" y="638175"/>
                </a:lnTo>
                <a:lnTo>
                  <a:pt x="0" y="638175"/>
                </a:lnTo>
                <a:lnTo>
                  <a:pt x="0" y="656273"/>
                </a:lnTo>
                <a:lnTo>
                  <a:pt x="9525" y="656273"/>
                </a:lnTo>
                <a:lnTo>
                  <a:pt x="9525" y="675323"/>
                </a:lnTo>
                <a:lnTo>
                  <a:pt x="19050" y="675323"/>
                </a:lnTo>
                <a:lnTo>
                  <a:pt x="19050" y="704850"/>
                </a:lnTo>
                <a:lnTo>
                  <a:pt x="9525" y="704850"/>
                </a:lnTo>
                <a:lnTo>
                  <a:pt x="9525" y="714375"/>
                </a:lnTo>
                <a:lnTo>
                  <a:pt x="0" y="714375"/>
                </a:lnTo>
                <a:lnTo>
                  <a:pt x="0" y="751522"/>
                </a:lnTo>
                <a:lnTo>
                  <a:pt x="9525" y="751522"/>
                </a:lnTo>
                <a:lnTo>
                  <a:pt x="9525" y="781050"/>
                </a:lnTo>
                <a:lnTo>
                  <a:pt x="0" y="781050"/>
                </a:lnTo>
                <a:lnTo>
                  <a:pt x="0" y="884872"/>
                </a:lnTo>
                <a:lnTo>
                  <a:pt x="9525" y="884872"/>
                </a:lnTo>
                <a:lnTo>
                  <a:pt x="9525" y="904875"/>
                </a:lnTo>
                <a:lnTo>
                  <a:pt x="0" y="904875"/>
                </a:lnTo>
                <a:lnTo>
                  <a:pt x="0" y="922972"/>
                </a:lnTo>
                <a:lnTo>
                  <a:pt x="9525" y="922972"/>
                </a:lnTo>
                <a:lnTo>
                  <a:pt x="9525" y="952500"/>
                </a:lnTo>
                <a:lnTo>
                  <a:pt x="0" y="952500"/>
                </a:lnTo>
                <a:lnTo>
                  <a:pt x="0" y="980122"/>
                </a:lnTo>
                <a:lnTo>
                  <a:pt x="9525" y="980122"/>
                </a:lnTo>
                <a:lnTo>
                  <a:pt x="9525" y="999172"/>
                </a:lnTo>
                <a:lnTo>
                  <a:pt x="19050" y="999172"/>
                </a:lnTo>
                <a:lnTo>
                  <a:pt x="19050" y="1019175"/>
                </a:lnTo>
                <a:lnTo>
                  <a:pt x="9525" y="1019175"/>
                </a:lnTo>
                <a:lnTo>
                  <a:pt x="9525" y="1038225"/>
                </a:lnTo>
                <a:lnTo>
                  <a:pt x="0" y="1038225"/>
                </a:lnTo>
                <a:lnTo>
                  <a:pt x="0" y="1065848"/>
                </a:lnTo>
                <a:lnTo>
                  <a:pt x="9525" y="1065848"/>
                </a:lnTo>
                <a:lnTo>
                  <a:pt x="9525" y="1104900"/>
                </a:lnTo>
                <a:lnTo>
                  <a:pt x="0" y="1104900"/>
                </a:lnTo>
                <a:lnTo>
                  <a:pt x="0" y="1170623"/>
                </a:lnTo>
                <a:lnTo>
                  <a:pt x="9525" y="1170623"/>
                </a:lnTo>
                <a:lnTo>
                  <a:pt x="9525" y="1189673"/>
                </a:lnTo>
                <a:lnTo>
                  <a:pt x="19050" y="1189673"/>
                </a:lnTo>
                <a:lnTo>
                  <a:pt x="19050" y="1219200"/>
                </a:lnTo>
                <a:lnTo>
                  <a:pt x="9525" y="1219200"/>
                </a:lnTo>
                <a:lnTo>
                  <a:pt x="9525" y="1238250"/>
                </a:lnTo>
                <a:lnTo>
                  <a:pt x="0" y="1238250"/>
                </a:lnTo>
                <a:lnTo>
                  <a:pt x="0" y="1313497"/>
                </a:lnTo>
                <a:lnTo>
                  <a:pt x="18097" y="1313497"/>
                </a:lnTo>
                <a:lnTo>
                  <a:pt x="18097" y="1284922"/>
                </a:lnTo>
                <a:lnTo>
                  <a:pt x="27622" y="1284922"/>
                </a:lnTo>
                <a:lnTo>
                  <a:pt x="27622" y="1275397"/>
                </a:lnTo>
                <a:lnTo>
                  <a:pt x="161925" y="1275397"/>
                </a:lnTo>
                <a:lnTo>
                  <a:pt x="161925" y="1427797"/>
                </a:lnTo>
                <a:lnTo>
                  <a:pt x="285750" y="1427797"/>
                </a:lnTo>
                <a:lnTo>
                  <a:pt x="285750" y="1437322"/>
                </a:lnTo>
                <a:lnTo>
                  <a:pt x="295275" y="1437322"/>
                </a:lnTo>
                <a:lnTo>
                  <a:pt x="295275" y="1732597"/>
                </a:lnTo>
                <a:lnTo>
                  <a:pt x="428625" y="1732597"/>
                </a:lnTo>
                <a:lnTo>
                  <a:pt x="428625" y="1751647"/>
                </a:lnTo>
                <a:lnTo>
                  <a:pt x="551497" y="1751647"/>
                </a:lnTo>
                <a:lnTo>
                  <a:pt x="551497" y="1742122"/>
                </a:lnTo>
                <a:lnTo>
                  <a:pt x="685800" y="1742122"/>
                </a:lnTo>
                <a:lnTo>
                  <a:pt x="685800" y="1799272"/>
                </a:lnTo>
                <a:lnTo>
                  <a:pt x="819150" y="1799272"/>
                </a:lnTo>
                <a:lnTo>
                  <a:pt x="819150" y="1818322"/>
                </a:lnTo>
                <a:lnTo>
                  <a:pt x="952500" y="1818322"/>
                </a:lnTo>
                <a:lnTo>
                  <a:pt x="952500" y="1865947"/>
                </a:lnTo>
                <a:lnTo>
                  <a:pt x="1085850" y="1865947"/>
                </a:lnTo>
                <a:lnTo>
                  <a:pt x="1085850" y="1875472"/>
                </a:lnTo>
                <a:lnTo>
                  <a:pt x="1352550" y="1875472"/>
                </a:lnTo>
                <a:lnTo>
                  <a:pt x="1352550" y="1884997"/>
                </a:lnTo>
                <a:lnTo>
                  <a:pt x="1362075" y="1884997"/>
                </a:lnTo>
                <a:lnTo>
                  <a:pt x="1362075" y="1913572"/>
                </a:lnTo>
                <a:lnTo>
                  <a:pt x="1484947" y="1913572"/>
                </a:lnTo>
                <a:lnTo>
                  <a:pt x="1484947" y="1818322"/>
                </a:lnTo>
                <a:lnTo>
                  <a:pt x="1608772" y="1818322"/>
                </a:lnTo>
                <a:lnTo>
                  <a:pt x="1608772" y="1484947"/>
                </a:lnTo>
                <a:lnTo>
                  <a:pt x="1618297" y="1484947"/>
                </a:lnTo>
                <a:lnTo>
                  <a:pt x="1618297" y="1475422"/>
                </a:lnTo>
                <a:lnTo>
                  <a:pt x="1752600" y="1475422"/>
                </a:lnTo>
                <a:lnTo>
                  <a:pt x="1752600" y="1846897"/>
                </a:lnTo>
                <a:lnTo>
                  <a:pt x="1885950" y="1846897"/>
                </a:lnTo>
                <a:lnTo>
                  <a:pt x="1885950" y="1961197"/>
                </a:lnTo>
                <a:lnTo>
                  <a:pt x="2008822" y="1961197"/>
                </a:lnTo>
                <a:lnTo>
                  <a:pt x="2008822" y="1837372"/>
                </a:lnTo>
                <a:lnTo>
                  <a:pt x="2152650" y="1837372"/>
                </a:lnTo>
                <a:lnTo>
                  <a:pt x="2152650" y="1894522"/>
                </a:lnTo>
                <a:lnTo>
                  <a:pt x="2276475" y="1894522"/>
                </a:lnTo>
                <a:lnTo>
                  <a:pt x="2276475" y="1904047"/>
                </a:lnTo>
                <a:lnTo>
                  <a:pt x="2294573" y="1904047"/>
                </a:lnTo>
                <a:lnTo>
                  <a:pt x="2294573" y="0"/>
                </a:lnTo>
                <a:lnTo>
                  <a:pt x="9525" y="0"/>
                </a:lnTo>
                <a:lnTo>
                  <a:pt x="9525" y="37148"/>
                </a:lnTo>
                <a:lnTo>
                  <a:pt x="19050" y="37148"/>
                </a:lnTo>
                <a:lnTo>
                  <a:pt x="19050" y="57150"/>
                </a:lnTo>
                <a:lnTo>
                  <a:pt x="9525" y="57150"/>
                </a:lnTo>
                <a:lnTo>
                  <a:pt x="9525" y="76200"/>
                </a:lnTo>
                <a:lnTo>
                  <a:pt x="0" y="76200"/>
                </a:lnTo>
                <a:lnTo>
                  <a:pt x="0" y="113348"/>
                </a:lnTo>
                <a:lnTo>
                  <a:pt x="9525" y="113348"/>
                </a:lnTo>
                <a:lnTo>
                  <a:pt x="9525" y="142875"/>
                </a:lnTo>
                <a:lnTo>
                  <a:pt x="0" y="142875"/>
                </a:lnTo>
                <a:lnTo>
                  <a:pt x="0" y="189548"/>
                </a:lnTo>
                <a:lnTo>
                  <a:pt x="9525" y="189548"/>
                </a:lnTo>
                <a:close/>
              </a:path>
            </a:pathLst>
          </a:custGeom>
          <a:solidFill xmlns:a="http://schemas.openxmlformats.org/drawingml/2006/main">
            <a:srgbClr val="D9E8F3"/>
          </a:solidFill>
          <a:ln xmlns:a="http://schemas.openxmlformats.org/drawingml/2006/main" w="0">
            <a:noFill/>
          </a:ln>
        </p:spPr>
      </p:sp>
      <p:sp>
        <p:nvSpPr>
          <p:cNvPr id="5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0BF13A2C-E42F-44BF-A01B-E6205E92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464" y="1862614"/>
            <a:ext cx="18097" cy="370522"/>
          </a:xfrm>
          <a:custGeom xmlns:a="http://schemas.openxmlformats.org/drawingml/2006/main">
            <a:pathLst>
              <a:path w="18097" h="370522">
                <a:moveTo>
                  <a:pt x="18097" y="0"/>
                </a:moveTo>
                <a:lnTo>
                  <a:pt x="0" y="0"/>
                </a:lnTo>
                <a:lnTo>
                  <a:pt x="0" y="370522"/>
                </a:lnTo>
                <a:lnTo>
                  <a:pt x="18097" y="370522"/>
                </a:lnTo>
                <a:lnTo>
                  <a:pt x="18097" y="0"/>
                </a:lnTo>
                <a:close/>
              </a:path>
            </a:pathLst>
          </a:custGeom>
          <a:solidFill xmlns:a="http://schemas.openxmlformats.org/drawingml/2006/main">
            <a:srgbClr val="D9E8F3"/>
          </a:solidFill>
          <a:ln xmlns:a="http://schemas.openxmlformats.org/drawingml/2006/main" w="0">
            <a:noFill/>
          </a:ln>
        </p:spPr>
      </p:sp>
      <p:sp>
        <p:nvSpPr>
          <p:cNvPr id="6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C4D5C4DF-5253-45F3-BA62-1B9D6B2F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164" y="510064"/>
            <a:ext cx="170498" cy="2056447"/>
          </a:xfrm>
          <a:custGeom xmlns:a="http://schemas.openxmlformats.org/drawingml/2006/main">
            <a:pathLst>
              <a:path w="170498" h="2056447">
                <a:moveTo>
                  <a:pt x="0" y="0"/>
                </a:moveTo>
                <a:lnTo>
                  <a:pt x="0" y="2056447"/>
                </a:lnTo>
                <a:lnTo>
                  <a:pt x="122873" y="2056447"/>
                </a:lnTo>
                <a:lnTo>
                  <a:pt x="122873" y="1675447"/>
                </a:lnTo>
                <a:lnTo>
                  <a:pt x="170498" y="1675447"/>
                </a:lnTo>
                <a:lnTo>
                  <a:pt x="1704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CD8AF"/>
          </a:solidFill>
          <a:ln xmlns:a="http://schemas.openxmlformats.org/drawingml/2006/main" w="0">
            <a:noFill/>
          </a:ln>
        </p:spPr>
      </p:sp>
      <p:sp>
        <p:nvSpPr>
          <p:cNvPr id="7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84F4D7E7-BC67-42C1-98D7-452A96BA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964" y="1910239"/>
            <a:ext cx="27622" cy="275272"/>
          </a:xfrm>
          <a:custGeom xmlns:a="http://schemas.openxmlformats.org/drawingml/2006/main">
            <a:pathLst>
              <a:path w="27622" h="275272">
                <a:moveTo>
                  <a:pt x="0" y="0"/>
                </a:moveTo>
                <a:lnTo>
                  <a:pt x="0" y="275272"/>
                </a:lnTo>
                <a:lnTo>
                  <a:pt x="27622" y="275272"/>
                </a:lnTo>
                <a:lnTo>
                  <a:pt x="27622" y="9525"/>
                </a:lnTo>
                <a:lnTo>
                  <a:pt x="18097" y="9525"/>
                </a:lnTo>
                <a:lnTo>
                  <a:pt x="180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CD8AF"/>
          </a:solidFill>
          <a:ln xmlns:a="http://schemas.openxmlformats.org/drawingml/2006/main" w="0">
            <a:noFill/>
          </a:ln>
        </p:spPr>
      </p:sp>
      <p:sp>
        <p:nvSpPr>
          <p:cNvPr id="8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73B125A0-FFBD-4684-A5EF-1674DF0C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589" y="2415064"/>
            <a:ext cx="141922" cy="151447"/>
          </a:xfrm>
          <a:custGeom xmlns:a="http://schemas.openxmlformats.org/drawingml/2006/main">
            <a:pathLst>
              <a:path w="141922" h="151447">
                <a:moveTo>
                  <a:pt x="0" y="0"/>
                </a:moveTo>
                <a:lnTo>
                  <a:pt x="0" y="151447"/>
                </a:lnTo>
                <a:lnTo>
                  <a:pt x="141922" y="151447"/>
                </a:lnTo>
                <a:lnTo>
                  <a:pt x="141922" y="133350"/>
                </a:lnTo>
                <a:lnTo>
                  <a:pt x="132397" y="133350"/>
                </a:lnTo>
                <a:lnTo>
                  <a:pt x="132397" y="132397"/>
                </a:lnTo>
                <a:lnTo>
                  <a:pt x="141922" y="132397"/>
                </a:lnTo>
                <a:lnTo>
                  <a:pt x="1419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CD8AF"/>
          </a:solidFill>
          <a:ln xmlns:a="http://schemas.openxmlformats.org/drawingml/2006/main" w="0">
            <a:noFill/>
          </a:ln>
        </p:spPr>
      </p:sp>
      <p:sp>
        <p:nvSpPr>
          <p:cNvPr id="9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3AA2A935-6101-4BCC-B84D-0F923B69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139" y="510064"/>
            <a:ext cx="122872" cy="1846897"/>
          </a:xfrm>
          <a:custGeom xmlns:a="http://schemas.openxmlformats.org/drawingml/2006/main">
            <a:pathLst>
              <a:path w="122872" h="1846897">
                <a:moveTo>
                  <a:pt x="0" y="0"/>
                </a:moveTo>
                <a:lnTo>
                  <a:pt x="0" y="1675447"/>
                </a:lnTo>
                <a:lnTo>
                  <a:pt x="66675" y="1675447"/>
                </a:lnTo>
                <a:lnTo>
                  <a:pt x="66675" y="1684972"/>
                </a:lnTo>
                <a:lnTo>
                  <a:pt x="76200" y="1684972"/>
                </a:lnTo>
                <a:lnTo>
                  <a:pt x="76200" y="1846897"/>
                </a:lnTo>
                <a:lnTo>
                  <a:pt x="122872" y="1846897"/>
                </a:lnTo>
                <a:lnTo>
                  <a:pt x="12287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4440"/>
          </a:solidFill>
          <a:ln xmlns:a="http://schemas.openxmlformats.org/drawingml/2006/main" w="0">
            <a:noFill/>
          </a:ln>
        </p:spPr>
      </p:sp>
      <p:sp>
        <p:nvSpPr>
          <p:cNvPr id="10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F326B6BA-6D5A-4854-916F-87644553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364" y="2557939"/>
            <a:ext cx="922972" cy="18097"/>
          </a:xfrm>
          <a:custGeom xmlns:a="http://schemas.openxmlformats.org/drawingml/2006/main">
            <a:pathLst>
              <a:path w="922972" h="18097">
                <a:moveTo>
                  <a:pt x="922972" y="0"/>
                </a:moveTo>
                <a:lnTo>
                  <a:pt x="0" y="0"/>
                </a:lnTo>
                <a:lnTo>
                  <a:pt x="0" y="18097"/>
                </a:lnTo>
                <a:lnTo>
                  <a:pt x="922972" y="18097"/>
                </a:lnTo>
                <a:lnTo>
                  <a:pt x="922972" y="0"/>
                </a:lnTo>
                <a:close/>
              </a:path>
            </a:pathLst>
          </a:custGeom>
          <a:solidFill xmlns:a="http://schemas.openxmlformats.org/drawingml/2006/main">
            <a:srgbClr val="4A4440"/>
          </a:solidFill>
          <a:ln xmlns:a="http://schemas.openxmlformats.org/drawingml/2006/main" w="0">
            <a:noFill/>
          </a:ln>
        </p:spPr>
      </p:sp>
      <p:sp>
        <p:nvSpPr>
          <p:cNvPr id="11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6501E1B2-A51F-4C14-B424-CCBD2B7E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364" y="1995964"/>
            <a:ext cx="532447" cy="570547"/>
          </a:xfrm>
          <a:custGeom xmlns:a="http://schemas.openxmlformats.org/drawingml/2006/main">
            <a:pathLst>
              <a:path w="532447" h="570547">
                <a:moveTo>
                  <a:pt x="133350" y="0"/>
                </a:moveTo>
                <a:lnTo>
                  <a:pt x="133350" y="333375"/>
                </a:lnTo>
                <a:lnTo>
                  <a:pt x="123825" y="333375"/>
                </a:lnTo>
                <a:lnTo>
                  <a:pt x="123825" y="342900"/>
                </a:lnTo>
                <a:lnTo>
                  <a:pt x="0" y="342900"/>
                </a:lnTo>
                <a:lnTo>
                  <a:pt x="0" y="570547"/>
                </a:lnTo>
                <a:lnTo>
                  <a:pt x="532447" y="570547"/>
                </a:lnTo>
                <a:lnTo>
                  <a:pt x="532447" y="495300"/>
                </a:lnTo>
                <a:lnTo>
                  <a:pt x="399097" y="495300"/>
                </a:lnTo>
                <a:lnTo>
                  <a:pt x="399097" y="381000"/>
                </a:lnTo>
                <a:lnTo>
                  <a:pt x="265747" y="381000"/>
                </a:lnTo>
                <a:lnTo>
                  <a:pt x="265747" y="9525"/>
                </a:lnTo>
                <a:lnTo>
                  <a:pt x="256222" y="9525"/>
                </a:lnTo>
                <a:lnTo>
                  <a:pt x="256222" y="0"/>
                </a:lnTo>
                <a:lnTo>
                  <a:pt x="133350" y="0"/>
                </a:lnTo>
                <a:close/>
              </a:path>
            </a:pathLst>
          </a:custGeom>
          <a:solidFill xmlns:a="http://schemas.openxmlformats.org/drawingml/2006/main">
            <a:srgbClr val="E5A666"/>
          </a:solidFill>
          <a:ln xmlns:a="http://schemas.openxmlformats.org/drawingml/2006/main" w="0">
            <a:noFill/>
          </a:ln>
        </p:spPr>
      </p:sp>
      <p:sp>
        <p:nvSpPr>
          <p:cNvPr id="12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4ABD2786-5AD0-4F99-81D7-9A278B4E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989" y="2176939"/>
            <a:ext cx="46673" cy="18097"/>
          </a:xfrm>
          <a:custGeom xmlns:a="http://schemas.openxmlformats.org/drawingml/2006/main">
            <a:pathLst>
              <a:path w="46673" h="18097">
                <a:moveTo>
                  <a:pt x="0" y="18097"/>
                </a:moveTo>
                <a:lnTo>
                  <a:pt x="46673" y="18097"/>
                </a:lnTo>
                <a:lnTo>
                  <a:pt x="46673" y="0"/>
                </a:lnTo>
                <a:lnTo>
                  <a:pt x="0" y="0"/>
                </a:lnTo>
                <a:lnTo>
                  <a:pt x="0" y="18097"/>
                </a:lnTo>
                <a:close/>
              </a:path>
            </a:pathLst>
          </a:custGeom>
          <a:solidFill xmlns:a="http://schemas.openxmlformats.org/drawingml/2006/main">
            <a:srgbClr val="B67A98"/>
          </a:solidFill>
          <a:ln xmlns:a="http://schemas.openxmlformats.org/drawingml/2006/main" w="0">
            <a:noFill/>
          </a:ln>
        </p:spPr>
      </p:sp>
      <p:sp>
        <p:nvSpPr>
          <p:cNvPr id="13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83D8F57D-7AFB-4564-9777-5F143E2E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064" y="2176939"/>
            <a:ext cx="94297" cy="18097"/>
          </a:xfrm>
          <a:custGeom xmlns:a="http://schemas.openxmlformats.org/drawingml/2006/main">
            <a:pathLst>
              <a:path w="94297" h="18097">
                <a:moveTo>
                  <a:pt x="0" y="18097"/>
                </a:moveTo>
                <a:lnTo>
                  <a:pt x="94297" y="18097"/>
                </a:lnTo>
                <a:lnTo>
                  <a:pt x="94297" y="0"/>
                </a:lnTo>
                <a:lnTo>
                  <a:pt x="0" y="0"/>
                </a:lnTo>
                <a:lnTo>
                  <a:pt x="0" y="18097"/>
                </a:lnTo>
                <a:close/>
              </a:path>
            </a:pathLst>
          </a:custGeom>
          <a:solidFill xmlns:a="http://schemas.openxmlformats.org/drawingml/2006/main">
            <a:srgbClr val="B67A98"/>
          </a:solidFill>
          <a:ln xmlns:a="http://schemas.openxmlformats.org/drawingml/2006/main" w="0">
            <a:noFill/>
          </a:ln>
        </p:spPr>
      </p:sp>
      <p:sp>
        <p:nvSpPr>
          <p:cNvPr id="14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6A606F3F-B19A-4F39-A9EF-822766DA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39" y="1795939"/>
            <a:ext cx="132397" cy="18097"/>
          </a:xfrm>
          <a:custGeom xmlns:a="http://schemas.openxmlformats.org/drawingml/2006/main">
            <a:pathLst>
              <a:path w="132397" h="18097">
                <a:moveTo>
                  <a:pt x="0" y="18097"/>
                </a:moveTo>
                <a:lnTo>
                  <a:pt x="132397" y="18097"/>
                </a:lnTo>
                <a:lnTo>
                  <a:pt x="132397" y="0"/>
                </a:lnTo>
                <a:lnTo>
                  <a:pt x="0" y="0"/>
                </a:lnTo>
                <a:lnTo>
                  <a:pt x="0" y="18097"/>
                </a:lnTo>
                <a:close/>
              </a:path>
            </a:pathLst>
          </a:custGeom>
          <a:solidFill xmlns:a="http://schemas.openxmlformats.org/drawingml/2006/main">
            <a:srgbClr val="B67A98"/>
          </a:solidFill>
          <a:ln xmlns:a="http://schemas.openxmlformats.org/drawingml/2006/main" w="0">
            <a:noFill/>
          </a:ln>
        </p:spPr>
      </p:sp>
      <p:sp>
        <p:nvSpPr>
          <p:cNvPr id="15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C8CD50E3-61B1-4AF7-A7B4-3FC563BF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914" y="2262664"/>
            <a:ext cx="541972" cy="303847"/>
          </a:xfrm>
          <a:custGeom xmlns:a="http://schemas.openxmlformats.org/drawingml/2006/main">
            <a:pathLst>
              <a:path w="541972" h="303847">
                <a:moveTo>
                  <a:pt x="0" y="0"/>
                </a:moveTo>
                <a:lnTo>
                  <a:pt x="0" y="256222"/>
                </a:lnTo>
                <a:lnTo>
                  <a:pt x="38100" y="256222"/>
                </a:lnTo>
                <a:lnTo>
                  <a:pt x="38100" y="275272"/>
                </a:lnTo>
                <a:lnTo>
                  <a:pt x="133350" y="275272"/>
                </a:lnTo>
                <a:lnTo>
                  <a:pt x="133350" y="284797"/>
                </a:lnTo>
                <a:lnTo>
                  <a:pt x="161925" y="284797"/>
                </a:lnTo>
                <a:lnTo>
                  <a:pt x="161925" y="294322"/>
                </a:lnTo>
                <a:lnTo>
                  <a:pt x="285750" y="294322"/>
                </a:lnTo>
                <a:lnTo>
                  <a:pt x="285750" y="303847"/>
                </a:lnTo>
                <a:lnTo>
                  <a:pt x="541972" y="303847"/>
                </a:lnTo>
                <a:lnTo>
                  <a:pt x="541972" y="133350"/>
                </a:lnTo>
                <a:lnTo>
                  <a:pt x="532447" y="133350"/>
                </a:lnTo>
                <a:lnTo>
                  <a:pt x="532447" y="123825"/>
                </a:lnTo>
                <a:lnTo>
                  <a:pt x="399097" y="123825"/>
                </a:lnTo>
                <a:lnTo>
                  <a:pt x="399097" y="76200"/>
                </a:lnTo>
                <a:lnTo>
                  <a:pt x="275272" y="76200"/>
                </a:lnTo>
                <a:lnTo>
                  <a:pt x="275272" y="57150"/>
                </a:lnTo>
                <a:lnTo>
                  <a:pt x="141922" y="57150"/>
                </a:lnTo>
                <a:lnTo>
                  <a:pt x="141922" y="9525"/>
                </a:lnTo>
                <a:lnTo>
                  <a:pt x="132397" y="9525"/>
                </a:lnTo>
                <a:lnTo>
                  <a:pt x="1323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67A98"/>
          </a:solidFill>
          <a:ln xmlns:a="http://schemas.openxmlformats.org/drawingml/2006/main" w="0">
            <a:noFill/>
          </a:ln>
        </p:spPr>
      </p:sp>
      <p:sp>
        <p:nvSpPr>
          <p:cNvPr id="16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A095CE08-2159-4781-9D6E-B774FB4F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1805464"/>
            <a:ext cx="18097" cy="427672"/>
          </a:xfrm>
          <a:custGeom xmlns:a="http://schemas.openxmlformats.org/drawingml/2006/main">
            <a:pathLst>
              <a:path w="18097" h="427672">
                <a:moveTo>
                  <a:pt x="0" y="0"/>
                </a:moveTo>
                <a:lnTo>
                  <a:pt x="0" y="427672"/>
                </a:lnTo>
                <a:lnTo>
                  <a:pt x="18097" y="427672"/>
                </a:lnTo>
                <a:lnTo>
                  <a:pt x="180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76F98"/>
          </a:solidFill>
          <a:ln xmlns:a="http://schemas.openxmlformats.org/drawingml/2006/main" w="0">
            <a:noFill/>
          </a:ln>
        </p:spPr>
      </p:sp>
      <p:sp>
        <p:nvSpPr>
          <p:cNvPr id="17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224D2079-11B5-4154-A0CB-6587469A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339" y="1805464"/>
            <a:ext cx="18097" cy="151447"/>
          </a:xfrm>
          <a:custGeom xmlns:a="http://schemas.openxmlformats.org/drawingml/2006/main">
            <a:pathLst>
              <a:path w="18097" h="151447">
                <a:moveTo>
                  <a:pt x="0" y="0"/>
                </a:moveTo>
                <a:lnTo>
                  <a:pt x="0" y="151447"/>
                </a:lnTo>
                <a:lnTo>
                  <a:pt x="18097" y="151447"/>
                </a:lnTo>
                <a:lnTo>
                  <a:pt x="180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76F98"/>
          </a:solidFill>
          <a:ln xmlns:a="http://schemas.openxmlformats.org/drawingml/2006/main" w="0">
            <a:noFill/>
          </a:ln>
        </p:spPr>
      </p:sp>
      <p:sp>
        <p:nvSpPr>
          <p:cNvPr id="18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5D9C7D28-0F23-4932-B439-8DBABEF2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864" y="1957864"/>
            <a:ext cx="437197" cy="570547"/>
          </a:xfrm>
          <a:custGeom xmlns:a="http://schemas.openxmlformats.org/drawingml/2006/main">
            <a:pathLst>
              <a:path w="437197" h="570547">
                <a:moveTo>
                  <a:pt x="141922" y="304800"/>
                </a:moveTo>
                <a:lnTo>
                  <a:pt x="141922" y="0"/>
                </a:lnTo>
                <a:lnTo>
                  <a:pt x="0" y="0"/>
                </a:lnTo>
                <a:lnTo>
                  <a:pt x="0" y="218122"/>
                </a:lnTo>
                <a:lnTo>
                  <a:pt x="47625" y="218122"/>
                </a:lnTo>
                <a:lnTo>
                  <a:pt x="47625" y="437197"/>
                </a:lnTo>
                <a:lnTo>
                  <a:pt x="171450" y="437197"/>
                </a:lnTo>
                <a:lnTo>
                  <a:pt x="171450" y="541972"/>
                </a:lnTo>
                <a:lnTo>
                  <a:pt x="180975" y="541972"/>
                </a:lnTo>
                <a:lnTo>
                  <a:pt x="180975" y="551497"/>
                </a:lnTo>
                <a:lnTo>
                  <a:pt x="304800" y="551497"/>
                </a:lnTo>
                <a:lnTo>
                  <a:pt x="304800" y="570547"/>
                </a:lnTo>
                <a:lnTo>
                  <a:pt x="437197" y="570547"/>
                </a:lnTo>
                <a:lnTo>
                  <a:pt x="437197" y="552450"/>
                </a:lnTo>
                <a:lnTo>
                  <a:pt x="408622" y="552450"/>
                </a:lnTo>
                <a:lnTo>
                  <a:pt x="408622" y="323850"/>
                </a:lnTo>
                <a:lnTo>
                  <a:pt x="275272" y="323850"/>
                </a:lnTo>
                <a:lnTo>
                  <a:pt x="275272" y="304800"/>
                </a:lnTo>
                <a:lnTo>
                  <a:pt x="141922" y="304800"/>
                </a:lnTo>
                <a:close/>
              </a:path>
            </a:pathLst>
          </a:custGeom>
          <a:solidFill xmlns:a="http://schemas.openxmlformats.org/drawingml/2006/main">
            <a:srgbClr val="876F98"/>
          </a:solidFill>
          <a:ln xmlns:a="http://schemas.openxmlformats.org/drawingml/2006/main" w="0">
            <a:noFill/>
          </a:ln>
        </p:spPr>
      </p:sp>
      <p:sp>
        <p:nvSpPr>
          <p:cNvPr id="19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59F96839-6FB1-4459-B14E-EB89E5DA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489" y="2519839"/>
            <a:ext cx="18097" cy="27622"/>
          </a:xfrm>
          <a:custGeom xmlns:a="http://schemas.openxmlformats.org/drawingml/2006/main">
            <a:pathLst>
              <a:path w="18097" h="27622">
                <a:moveTo>
                  <a:pt x="18097" y="0"/>
                </a:moveTo>
                <a:lnTo>
                  <a:pt x="0" y="0"/>
                </a:lnTo>
                <a:lnTo>
                  <a:pt x="0" y="27622"/>
                </a:lnTo>
                <a:lnTo>
                  <a:pt x="18097" y="27622"/>
                </a:lnTo>
                <a:lnTo>
                  <a:pt x="18097" y="0"/>
                </a:lnTo>
                <a:close/>
              </a:path>
            </a:pathLst>
          </a:custGeom>
          <a:solidFill xmlns:a="http://schemas.openxmlformats.org/drawingml/2006/main">
            <a:srgbClr val="876F98"/>
          </a:solidFill>
          <a:ln xmlns:a="http://schemas.openxmlformats.org/drawingml/2006/main" w="0">
            <a:noFill/>
          </a:ln>
        </p:spPr>
      </p:sp>
      <p:sp>
        <p:nvSpPr>
          <p:cNvPr id="20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4E6B1C54-1E70-4E98-817B-E24ADE69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014" y="2538889"/>
            <a:ext cx="237172" cy="27622"/>
          </a:xfrm>
          <a:custGeom xmlns:a="http://schemas.openxmlformats.org/drawingml/2006/main">
            <a:pathLst>
              <a:path w="237172" h="27622">
                <a:moveTo>
                  <a:pt x="237172" y="9525"/>
                </a:moveTo>
                <a:lnTo>
                  <a:pt x="132397" y="9525"/>
                </a:lnTo>
                <a:lnTo>
                  <a:pt x="132397" y="0"/>
                </a:lnTo>
                <a:lnTo>
                  <a:pt x="0" y="0"/>
                </a:lnTo>
                <a:lnTo>
                  <a:pt x="0" y="18097"/>
                </a:lnTo>
                <a:lnTo>
                  <a:pt x="95250" y="18097"/>
                </a:lnTo>
                <a:lnTo>
                  <a:pt x="95250" y="27622"/>
                </a:lnTo>
                <a:lnTo>
                  <a:pt x="237172" y="27622"/>
                </a:lnTo>
                <a:lnTo>
                  <a:pt x="237172" y="9525"/>
                </a:lnTo>
                <a:close/>
              </a:path>
            </a:pathLst>
          </a:custGeom>
          <a:solidFill xmlns:a="http://schemas.openxmlformats.org/drawingml/2006/main">
            <a:srgbClr val="876F98"/>
          </a:solidFill>
          <a:ln xmlns:a="http://schemas.openxmlformats.org/drawingml/2006/main" w="0">
            <a:noFill/>
          </a:ln>
        </p:spPr>
      </p:sp>
      <p:sp>
        <p:nvSpPr>
          <p:cNvPr id="21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40D11597-772E-4CF9-933A-EC467435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989" y="2176939"/>
            <a:ext cx="1484947" cy="399097"/>
          </a:xfrm>
          <a:custGeom xmlns:a="http://schemas.openxmlformats.org/drawingml/2006/main">
            <a:pathLst>
              <a:path w="1484947" h="399097">
                <a:moveTo>
                  <a:pt x="47625" y="0"/>
                </a:moveTo>
                <a:lnTo>
                  <a:pt x="47625" y="381000"/>
                </a:lnTo>
                <a:lnTo>
                  <a:pt x="0" y="381000"/>
                </a:lnTo>
                <a:lnTo>
                  <a:pt x="0" y="399097"/>
                </a:lnTo>
                <a:lnTo>
                  <a:pt x="1484947" y="399097"/>
                </a:lnTo>
                <a:lnTo>
                  <a:pt x="1484947" y="381000"/>
                </a:lnTo>
                <a:lnTo>
                  <a:pt x="399097" y="381000"/>
                </a:lnTo>
                <a:lnTo>
                  <a:pt x="399097" y="380047"/>
                </a:lnTo>
                <a:lnTo>
                  <a:pt x="408622" y="380047"/>
                </a:lnTo>
                <a:lnTo>
                  <a:pt x="408622" y="133350"/>
                </a:lnTo>
                <a:lnTo>
                  <a:pt x="399097" y="133350"/>
                </a:lnTo>
                <a:lnTo>
                  <a:pt x="399097" y="123825"/>
                </a:lnTo>
                <a:lnTo>
                  <a:pt x="381000" y="123825"/>
                </a:lnTo>
                <a:lnTo>
                  <a:pt x="381000" y="133350"/>
                </a:lnTo>
                <a:lnTo>
                  <a:pt x="257175" y="133350"/>
                </a:lnTo>
                <a:lnTo>
                  <a:pt x="257175" y="171450"/>
                </a:lnTo>
                <a:lnTo>
                  <a:pt x="141923" y="171450"/>
                </a:lnTo>
                <a:lnTo>
                  <a:pt x="141923" y="9525"/>
                </a:lnTo>
                <a:lnTo>
                  <a:pt x="132398" y="9525"/>
                </a:lnTo>
                <a:lnTo>
                  <a:pt x="132398" y="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302842"/>
          </a:solidFill>
          <a:ln xmlns:a="http://schemas.openxmlformats.org/drawingml/2006/main" w="0">
            <a:noFill/>
          </a:ln>
        </p:spPr>
      </p:sp>
      <p:sp>
        <p:nvSpPr>
          <p:cNvPr id="22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D18580F2-54E4-49BF-AE44-06D0A36F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9" y="500539"/>
            <a:ext cx="18098" cy="2065972"/>
          </a:xfrm>
          <a:custGeom xmlns:a="http://schemas.openxmlformats.org/drawingml/2006/main">
            <a:pathLst>
              <a:path w="18098" h="2065972">
                <a:moveTo>
                  <a:pt x="0" y="0"/>
                </a:moveTo>
                <a:lnTo>
                  <a:pt x="0" y="2065972"/>
                </a:lnTo>
                <a:lnTo>
                  <a:pt x="18098" y="206597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64F4C"/>
          </a:solidFill>
          <a:ln xmlns:a="http://schemas.openxmlformats.org/drawingml/2006/main" w="0">
            <a:noFill/>
          </a:ln>
        </p:spPr>
      </p:sp>
      <p:sp>
        <p:nvSpPr>
          <p:cNvPr id="23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A581A7AD-5B9F-40C3-85E6-24D3B030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989" y="2186464"/>
            <a:ext cx="56198" cy="380047"/>
          </a:xfrm>
          <a:custGeom xmlns:a="http://schemas.openxmlformats.org/drawingml/2006/main">
            <a:pathLst>
              <a:path w="56198" h="380047">
                <a:moveTo>
                  <a:pt x="0" y="0"/>
                </a:moveTo>
                <a:lnTo>
                  <a:pt x="0" y="380047"/>
                </a:lnTo>
                <a:lnTo>
                  <a:pt x="56198" y="380047"/>
                </a:lnTo>
                <a:lnTo>
                  <a:pt x="561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64F4C"/>
          </a:solidFill>
          <a:ln xmlns:a="http://schemas.openxmlformats.org/drawingml/2006/main" w="0">
            <a:noFill/>
          </a:ln>
        </p:spPr>
      </p:sp>
      <p:sp>
        <p:nvSpPr>
          <p:cNvPr id="24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74CA909B-DC01-4C14-8EE4-72178023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164" y="2557939"/>
            <a:ext cx="122873" cy="18097"/>
          </a:xfrm>
          <a:custGeom xmlns:a="http://schemas.openxmlformats.org/drawingml/2006/main">
            <a:pathLst>
              <a:path w="122873" h="18097">
                <a:moveTo>
                  <a:pt x="0" y="0"/>
                </a:moveTo>
                <a:lnTo>
                  <a:pt x="0" y="18097"/>
                </a:lnTo>
                <a:lnTo>
                  <a:pt x="122873" y="18097"/>
                </a:lnTo>
                <a:lnTo>
                  <a:pt x="1228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64F4C"/>
          </a:solidFill>
          <a:ln xmlns:a="http://schemas.openxmlformats.org/drawingml/2006/main" w="0">
            <a:noFill/>
          </a:ln>
        </p:spPr>
      </p:sp>
      <p:sp>
        <p:nvSpPr>
          <p:cNvPr id="25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D659C5A3-BA3F-4621-AD48-5BF93C03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014" y="2186464"/>
            <a:ext cx="113347" cy="170497"/>
          </a:xfrm>
          <a:custGeom xmlns:a="http://schemas.openxmlformats.org/drawingml/2006/main">
            <a:pathLst>
              <a:path w="113347" h="170497">
                <a:moveTo>
                  <a:pt x="113347" y="122872"/>
                </a:moveTo>
                <a:lnTo>
                  <a:pt x="113347" y="0"/>
                </a:lnTo>
                <a:lnTo>
                  <a:pt x="0" y="0"/>
                </a:lnTo>
                <a:lnTo>
                  <a:pt x="0" y="160972"/>
                </a:lnTo>
                <a:lnTo>
                  <a:pt x="9525" y="160972"/>
                </a:lnTo>
                <a:lnTo>
                  <a:pt x="9525" y="170497"/>
                </a:lnTo>
                <a:lnTo>
                  <a:pt x="65722" y="170497"/>
                </a:lnTo>
                <a:lnTo>
                  <a:pt x="65722" y="122872"/>
                </a:lnTo>
                <a:lnTo>
                  <a:pt x="113347" y="122872"/>
                </a:lnTo>
                <a:close/>
              </a:path>
            </a:pathLst>
          </a:custGeom>
          <a:solidFill xmlns:a="http://schemas.openxmlformats.org/drawingml/2006/main">
            <a:srgbClr val="564F4C"/>
          </a:solidFill>
          <a:ln xmlns:a="http://schemas.openxmlformats.org/drawingml/2006/main" w="0">
            <a:noFill/>
          </a:ln>
        </p:spPr>
      </p:sp>
      <p:sp>
        <p:nvSpPr>
          <p:cNvPr id="26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55BF97B7-B1EF-4903-8391-9D42856A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589" y="2557939"/>
            <a:ext cx="160972" cy="18097"/>
          </a:xfrm>
          <a:custGeom xmlns:a="http://schemas.openxmlformats.org/drawingml/2006/main">
            <a:pathLst>
              <a:path w="160972" h="18097">
                <a:moveTo>
                  <a:pt x="0" y="0"/>
                </a:moveTo>
                <a:lnTo>
                  <a:pt x="0" y="18097"/>
                </a:lnTo>
                <a:lnTo>
                  <a:pt x="160972" y="18097"/>
                </a:lnTo>
                <a:lnTo>
                  <a:pt x="16097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64F4C"/>
          </a:solidFill>
          <a:ln xmlns:a="http://schemas.openxmlformats.org/drawingml/2006/main" w="0">
            <a:noFill/>
          </a:ln>
        </p:spPr>
      </p:sp>
      <p:sp>
        <p:nvSpPr>
          <p:cNvPr id="27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3AE4B705-CADB-4F13-958E-16CBAF25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089" y="500539"/>
            <a:ext cx="18098" cy="1684972"/>
          </a:xfrm>
          <a:custGeom xmlns:a="http://schemas.openxmlformats.org/drawingml/2006/main">
            <a:pathLst>
              <a:path w="18098" h="1684972">
                <a:moveTo>
                  <a:pt x="0" y="0"/>
                </a:moveTo>
                <a:lnTo>
                  <a:pt x="0" y="1684972"/>
                </a:lnTo>
                <a:lnTo>
                  <a:pt x="18098" y="168497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FC49C"/>
          </a:solidFill>
          <a:ln xmlns:a="http://schemas.openxmlformats.org/drawingml/2006/main" w="0">
            <a:noFill/>
          </a:ln>
        </p:spPr>
      </p:sp>
      <p:sp>
        <p:nvSpPr>
          <p:cNvPr id="28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06AECA84-6D7C-4D6E-AE5C-71E2A41B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189" y="1995964"/>
            <a:ext cx="18097" cy="341947"/>
          </a:xfrm>
          <a:custGeom xmlns:a="http://schemas.openxmlformats.org/drawingml/2006/main">
            <a:pathLst>
              <a:path w="18097" h="341947">
                <a:moveTo>
                  <a:pt x="0" y="0"/>
                </a:moveTo>
                <a:lnTo>
                  <a:pt x="0" y="341947"/>
                </a:lnTo>
                <a:lnTo>
                  <a:pt x="18097" y="341947"/>
                </a:lnTo>
                <a:lnTo>
                  <a:pt x="180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FC49C"/>
          </a:solidFill>
          <a:ln xmlns:a="http://schemas.openxmlformats.org/drawingml/2006/main" w="0">
            <a:noFill/>
          </a:ln>
        </p:spPr>
      </p:sp>
      <p:sp>
        <p:nvSpPr>
          <p:cNvPr id="29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7099B921-1CC0-447B-A19E-5E604F8E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14" y="2224564"/>
            <a:ext cx="65722" cy="18097"/>
          </a:xfrm>
          <a:custGeom xmlns:a="http://schemas.openxmlformats.org/drawingml/2006/main">
            <a:pathLst>
              <a:path w="65722" h="18097">
                <a:moveTo>
                  <a:pt x="0" y="18097"/>
                </a:moveTo>
                <a:lnTo>
                  <a:pt x="65722" y="18097"/>
                </a:lnTo>
                <a:lnTo>
                  <a:pt x="65722" y="0"/>
                </a:lnTo>
                <a:lnTo>
                  <a:pt x="0" y="0"/>
                </a:lnTo>
                <a:lnTo>
                  <a:pt x="0" y="18097"/>
                </a:lnTo>
                <a:close/>
              </a:path>
            </a:pathLst>
          </a:custGeom>
          <a:solidFill xmlns:a="http://schemas.openxmlformats.org/drawingml/2006/main">
            <a:srgbClr val="DFC49C"/>
          </a:solidFill>
          <a:ln xmlns:a="http://schemas.openxmlformats.org/drawingml/2006/main" w="0">
            <a:noFill/>
          </a:ln>
        </p:spPr>
      </p:sp>
      <p:sp>
        <p:nvSpPr>
          <p:cNvPr id="30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D1B08278-B00D-42B2-B5F4-202AB4E9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7439" y="2338864"/>
            <a:ext cx="18097" cy="56197"/>
          </a:xfrm>
          <a:custGeom xmlns:a="http://schemas.openxmlformats.org/drawingml/2006/main">
            <a:pathLst>
              <a:path w="18097" h="56197">
                <a:moveTo>
                  <a:pt x="0" y="56197"/>
                </a:moveTo>
                <a:lnTo>
                  <a:pt x="18097" y="56197"/>
                </a:lnTo>
                <a:lnTo>
                  <a:pt x="18097" y="0"/>
                </a:lnTo>
                <a:lnTo>
                  <a:pt x="0" y="0"/>
                </a:lnTo>
                <a:lnTo>
                  <a:pt x="0" y="56197"/>
                </a:lnTo>
                <a:close/>
              </a:path>
            </a:pathLst>
          </a:custGeom>
          <a:solidFill xmlns:a="http://schemas.openxmlformats.org/drawingml/2006/main">
            <a:srgbClr val="DFC49C"/>
          </a:solidFill>
          <a:ln xmlns:a="http://schemas.openxmlformats.org/drawingml/2006/main" w="0">
            <a:noFill/>
          </a:ln>
        </p:spPr>
      </p:sp>
      <p:sp>
        <p:nvSpPr>
          <p:cNvPr id="31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853ECA62-6DB3-4449-AC0D-0D07698C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839" y="2338864"/>
            <a:ext cx="18097" cy="94297"/>
          </a:xfrm>
          <a:custGeom xmlns:a="http://schemas.openxmlformats.org/drawingml/2006/main">
            <a:pathLst>
              <a:path w="18097" h="94297">
                <a:moveTo>
                  <a:pt x="0" y="0"/>
                </a:moveTo>
                <a:lnTo>
                  <a:pt x="0" y="94297"/>
                </a:lnTo>
                <a:lnTo>
                  <a:pt x="18097" y="94297"/>
                </a:lnTo>
                <a:lnTo>
                  <a:pt x="180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FC49C"/>
          </a:solidFill>
          <a:ln xmlns:a="http://schemas.openxmlformats.org/drawingml/2006/main" w="0">
            <a:noFill/>
          </a:ln>
        </p:spPr>
      </p:sp>
      <p:sp>
        <p:nvSpPr>
          <p:cNvPr id="32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FF6088BB-71D3-4DEE-A3A2-DFFB15E5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664" y="2396014"/>
            <a:ext cx="132397" cy="18097"/>
          </a:xfrm>
          <a:custGeom xmlns:a="http://schemas.openxmlformats.org/drawingml/2006/main">
            <a:pathLst>
              <a:path w="132397" h="18097">
                <a:moveTo>
                  <a:pt x="0" y="0"/>
                </a:moveTo>
                <a:lnTo>
                  <a:pt x="0" y="18097"/>
                </a:lnTo>
                <a:lnTo>
                  <a:pt x="132397" y="18097"/>
                </a:lnTo>
                <a:lnTo>
                  <a:pt x="1323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FC49C"/>
          </a:solidFill>
          <a:ln xmlns:a="http://schemas.openxmlformats.org/drawingml/2006/main" w="0">
            <a:noFill/>
          </a:ln>
        </p:spPr>
      </p:sp>
      <p:sp>
        <p:nvSpPr>
          <p:cNvPr id="33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17C544E1-C0F6-46AE-8D5E-15F15D9C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539" y="2367439"/>
            <a:ext cx="141922" cy="18097"/>
          </a:xfrm>
          <a:custGeom xmlns:a="http://schemas.openxmlformats.org/drawingml/2006/main">
            <a:pathLst>
              <a:path w="141922" h="18097">
                <a:moveTo>
                  <a:pt x="0" y="0"/>
                </a:moveTo>
                <a:lnTo>
                  <a:pt x="0" y="18097"/>
                </a:lnTo>
                <a:lnTo>
                  <a:pt x="141922" y="18097"/>
                </a:lnTo>
                <a:lnTo>
                  <a:pt x="1419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FC49C"/>
          </a:solidFill>
          <a:ln xmlns:a="http://schemas.openxmlformats.org/drawingml/2006/main" w="0">
            <a:noFill/>
          </a:ln>
        </p:spPr>
      </p:sp>
      <p:sp>
        <p:nvSpPr>
          <p:cNvPr id="34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08F364D7-47BE-4894-A166-CAC454F1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889" y="2357914"/>
            <a:ext cx="275272" cy="208597"/>
          </a:xfrm>
          <a:custGeom xmlns:a="http://schemas.openxmlformats.org/drawingml/2006/main">
            <a:pathLst>
              <a:path w="275272" h="208597">
                <a:moveTo>
                  <a:pt x="133350" y="0"/>
                </a:moveTo>
                <a:lnTo>
                  <a:pt x="133350" y="123825"/>
                </a:lnTo>
                <a:lnTo>
                  <a:pt x="0" y="123825"/>
                </a:lnTo>
                <a:lnTo>
                  <a:pt x="0" y="141922"/>
                </a:lnTo>
                <a:lnTo>
                  <a:pt x="133350" y="141922"/>
                </a:lnTo>
                <a:lnTo>
                  <a:pt x="133350" y="208597"/>
                </a:lnTo>
                <a:lnTo>
                  <a:pt x="275272" y="208597"/>
                </a:lnTo>
                <a:lnTo>
                  <a:pt x="275272" y="0"/>
                </a:lnTo>
                <a:lnTo>
                  <a:pt x="133350" y="0"/>
                </a:lnTo>
                <a:close/>
              </a:path>
            </a:pathLst>
          </a:custGeom>
          <a:solidFill xmlns:a="http://schemas.openxmlformats.org/drawingml/2006/main">
            <a:srgbClr val="DFC49C"/>
          </a:solidFill>
          <a:ln xmlns:a="http://schemas.openxmlformats.org/drawingml/2006/main" w="0">
            <a:noFill/>
          </a:ln>
        </p:spPr>
      </p:sp>
      <p:sp>
        <p:nvSpPr>
          <p:cNvPr id="35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C1E81045-016F-41F0-9F07-5B488935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14" y="2234089"/>
            <a:ext cx="65722" cy="75247"/>
          </a:xfrm>
          <a:custGeom xmlns:a="http://schemas.openxmlformats.org/drawingml/2006/main">
            <a:pathLst>
              <a:path w="65722" h="75247">
                <a:moveTo>
                  <a:pt x="0" y="0"/>
                </a:moveTo>
                <a:lnTo>
                  <a:pt x="0" y="75247"/>
                </a:lnTo>
                <a:lnTo>
                  <a:pt x="65722" y="75247"/>
                </a:lnTo>
                <a:lnTo>
                  <a:pt x="657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76476"/>
          </a:solidFill>
          <a:ln xmlns:a="http://schemas.openxmlformats.org/drawingml/2006/main" w="0">
            <a:noFill/>
          </a:ln>
        </p:spPr>
      </p:sp>
      <p:sp>
        <p:nvSpPr>
          <p:cNvPr id="36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3B38E14F-60B7-4358-AED4-D5C706A3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39" y="1805464"/>
            <a:ext cx="132397" cy="427672"/>
          </a:xfrm>
          <a:custGeom xmlns:a="http://schemas.openxmlformats.org/drawingml/2006/main">
            <a:pathLst>
              <a:path w="132397" h="427672">
                <a:moveTo>
                  <a:pt x="0" y="0"/>
                </a:moveTo>
                <a:lnTo>
                  <a:pt x="0" y="427672"/>
                </a:lnTo>
                <a:lnTo>
                  <a:pt x="46672" y="427672"/>
                </a:lnTo>
                <a:lnTo>
                  <a:pt x="46672" y="370522"/>
                </a:lnTo>
                <a:lnTo>
                  <a:pt x="132397" y="370522"/>
                </a:lnTo>
                <a:lnTo>
                  <a:pt x="132397" y="142875"/>
                </a:lnTo>
                <a:lnTo>
                  <a:pt x="122872" y="142875"/>
                </a:lnTo>
                <a:lnTo>
                  <a:pt x="12287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76476"/>
          </a:solidFill>
          <a:ln xmlns:a="http://schemas.openxmlformats.org/drawingml/2006/main" w="0">
            <a:noFill/>
          </a:ln>
        </p:spPr>
      </p:sp>
      <p:sp>
        <p:nvSpPr>
          <p:cNvPr id="37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F8F232C3-0110-48FD-AE69-FDEA509D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964" y="2167414"/>
            <a:ext cx="18097" cy="227647"/>
          </a:xfrm>
          <a:custGeom xmlns:a="http://schemas.openxmlformats.org/drawingml/2006/main">
            <a:pathLst>
              <a:path w="18097" h="227647">
                <a:moveTo>
                  <a:pt x="0" y="0"/>
                </a:moveTo>
                <a:lnTo>
                  <a:pt x="0" y="227647"/>
                </a:lnTo>
                <a:lnTo>
                  <a:pt x="18097" y="227647"/>
                </a:lnTo>
                <a:lnTo>
                  <a:pt x="180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76476"/>
          </a:solidFill>
          <a:ln xmlns:a="http://schemas.openxmlformats.org/drawingml/2006/main" w="0">
            <a:noFill/>
          </a:ln>
        </p:spPr>
      </p:sp>
      <p:sp>
        <p:nvSpPr>
          <p:cNvPr id="38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0682B2D6-FCD7-4B5A-9A52-B6263046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789" y="2186464"/>
            <a:ext cx="18097" cy="46672"/>
          </a:xfrm>
          <a:custGeom xmlns:a="http://schemas.openxmlformats.org/drawingml/2006/main">
            <a:pathLst>
              <a:path w="18097" h="46672">
                <a:moveTo>
                  <a:pt x="18097" y="46672"/>
                </a:moveTo>
                <a:lnTo>
                  <a:pt x="18097" y="0"/>
                </a:lnTo>
                <a:lnTo>
                  <a:pt x="0" y="0"/>
                </a:lnTo>
                <a:lnTo>
                  <a:pt x="0" y="46672"/>
                </a:lnTo>
                <a:lnTo>
                  <a:pt x="18097" y="46672"/>
                </a:lnTo>
                <a:close/>
              </a:path>
            </a:pathLst>
          </a:custGeom>
          <a:solidFill xmlns:a="http://schemas.openxmlformats.org/drawingml/2006/main">
            <a:srgbClr val="DCE0D0"/>
          </a:solidFill>
          <a:ln xmlns:a="http://schemas.openxmlformats.org/drawingml/2006/main" w="0">
            <a:noFill/>
          </a:ln>
        </p:spPr>
      </p:sp>
      <p:sp>
        <p:nvSpPr>
          <p:cNvPr id="39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AAE8F476-D60D-49DD-9A6D-B35BBAF6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539" y="1995964"/>
            <a:ext cx="18097" cy="380047"/>
          </a:xfrm>
          <a:custGeom xmlns:a="http://schemas.openxmlformats.org/drawingml/2006/main">
            <a:pathLst>
              <a:path w="18097" h="380047">
                <a:moveTo>
                  <a:pt x="0" y="0"/>
                </a:moveTo>
                <a:lnTo>
                  <a:pt x="0" y="380047"/>
                </a:lnTo>
                <a:lnTo>
                  <a:pt x="18097" y="380047"/>
                </a:lnTo>
                <a:lnTo>
                  <a:pt x="180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E0D0"/>
          </a:solidFill>
          <a:ln xmlns:a="http://schemas.openxmlformats.org/drawingml/2006/main" w="0">
            <a:noFill/>
          </a:ln>
        </p:spPr>
      </p:sp>
      <p:sp>
        <p:nvSpPr>
          <p:cNvPr id="40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0D97F63E-2DFF-4370-8C4B-1B85473E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839" y="2329339"/>
            <a:ext cx="141922" cy="18097"/>
          </a:xfrm>
          <a:custGeom xmlns:a="http://schemas.openxmlformats.org/drawingml/2006/main">
            <a:pathLst>
              <a:path w="141922" h="18097">
                <a:moveTo>
                  <a:pt x="0" y="0"/>
                </a:moveTo>
                <a:lnTo>
                  <a:pt x="0" y="18097"/>
                </a:lnTo>
                <a:lnTo>
                  <a:pt x="141922" y="18097"/>
                </a:lnTo>
                <a:lnTo>
                  <a:pt x="1419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E0D0"/>
          </a:solidFill>
          <a:ln xmlns:a="http://schemas.openxmlformats.org/drawingml/2006/main" w="0">
            <a:noFill/>
          </a:ln>
        </p:spPr>
      </p:sp>
      <p:sp>
        <p:nvSpPr>
          <p:cNvPr id="41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18EA75E4-3583-4252-BBE5-C51C65C2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489" y="2396014"/>
            <a:ext cx="18097" cy="37147"/>
          </a:xfrm>
          <a:custGeom xmlns:a="http://schemas.openxmlformats.org/drawingml/2006/main">
            <a:pathLst>
              <a:path w="18097" h="37147">
                <a:moveTo>
                  <a:pt x="18097" y="37147"/>
                </a:moveTo>
                <a:lnTo>
                  <a:pt x="18097" y="0"/>
                </a:lnTo>
                <a:lnTo>
                  <a:pt x="0" y="0"/>
                </a:lnTo>
                <a:lnTo>
                  <a:pt x="0" y="37147"/>
                </a:lnTo>
                <a:lnTo>
                  <a:pt x="18097" y="37147"/>
                </a:lnTo>
                <a:close/>
              </a:path>
            </a:pathLst>
          </a:custGeom>
          <a:solidFill xmlns:a="http://schemas.openxmlformats.org/drawingml/2006/main">
            <a:srgbClr val="DCE0D0"/>
          </a:solidFill>
          <a:ln xmlns:a="http://schemas.openxmlformats.org/drawingml/2006/main" w="0">
            <a:noFill/>
          </a:ln>
        </p:spPr>
      </p:sp>
      <p:sp>
        <p:nvSpPr>
          <p:cNvPr id="42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26F03106-017F-41E4-85DC-A348F082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014" y="2424589"/>
            <a:ext cx="132397" cy="18097"/>
          </a:xfrm>
          <a:custGeom xmlns:a="http://schemas.openxmlformats.org/drawingml/2006/main">
            <a:pathLst>
              <a:path w="132397" h="18097">
                <a:moveTo>
                  <a:pt x="0" y="18097"/>
                </a:moveTo>
                <a:lnTo>
                  <a:pt x="132397" y="18097"/>
                </a:lnTo>
                <a:lnTo>
                  <a:pt x="132397" y="0"/>
                </a:lnTo>
                <a:lnTo>
                  <a:pt x="0" y="0"/>
                </a:lnTo>
                <a:lnTo>
                  <a:pt x="0" y="18097"/>
                </a:lnTo>
                <a:close/>
              </a:path>
            </a:pathLst>
          </a:custGeom>
          <a:solidFill xmlns:a="http://schemas.openxmlformats.org/drawingml/2006/main">
            <a:srgbClr val="DCE0D0"/>
          </a:solidFill>
          <a:ln xmlns:a="http://schemas.openxmlformats.org/drawingml/2006/main" w="0">
            <a:noFill/>
          </a:ln>
        </p:spPr>
      </p:sp>
      <p:sp>
        <p:nvSpPr>
          <p:cNvPr id="43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67FC6820-47AC-47C9-9236-3654E80A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889" y="2376964"/>
            <a:ext cx="18097" cy="113347"/>
          </a:xfrm>
          <a:custGeom xmlns:a="http://schemas.openxmlformats.org/drawingml/2006/main">
            <a:pathLst>
              <a:path w="18097" h="113347">
                <a:moveTo>
                  <a:pt x="0" y="0"/>
                </a:moveTo>
                <a:lnTo>
                  <a:pt x="0" y="113347"/>
                </a:lnTo>
                <a:lnTo>
                  <a:pt x="18097" y="113347"/>
                </a:lnTo>
                <a:lnTo>
                  <a:pt x="180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E0D0"/>
          </a:solidFill>
          <a:ln xmlns:a="http://schemas.openxmlformats.org/drawingml/2006/main" w="0">
            <a:noFill/>
          </a:ln>
        </p:spPr>
      </p:sp>
      <p:sp>
        <p:nvSpPr>
          <p:cNvPr id="44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D048C75E-A9DA-40DA-9B6F-1589037C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589" y="2405539"/>
            <a:ext cx="132397" cy="18097"/>
          </a:xfrm>
          <a:custGeom xmlns:a="http://schemas.openxmlformats.org/drawingml/2006/main">
            <a:pathLst>
              <a:path w="132397" h="18097">
                <a:moveTo>
                  <a:pt x="0" y="0"/>
                </a:moveTo>
                <a:lnTo>
                  <a:pt x="0" y="18097"/>
                </a:lnTo>
                <a:lnTo>
                  <a:pt x="132397" y="18097"/>
                </a:lnTo>
                <a:lnTo>
                  <a:pt x="1323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E0D0"/>
          </a:solidFill>
          <a:ln xmlns:a="http://schemas.openxmlformats.org/drawingml/2006/main" w="0">
            <a:noFill/>
          </a:ln>
        </p:spPr>
      </p:sp>
      <p:sp>
        <p:nvSpPr>
          <p:cNvPr id="45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B66CE002-91A3-4393-9577-04827CD9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989" y="2167414"/>
            <a:ext cx="199072" cy="399097"/>
          </a:xfrm>
          <a:custGeom xmlns:a="http://schemas.openxmlformats.org/drawingml/2006/main">
            <a:pathLst>
              <a:path w="199072" h="399097">
                <a:moveTo>
                  <a:pt x="9525" y="66675"/>
                </a:moveTo>
                <a:lnTo>
                  <a:pt x="9525" y="123825"/>
                </a:lnTo>
                <a:lnTo>
                  <a:pt x="0" y="123825"/>
                </a:lnTo>
                <a:lnTo>
                  <a:pt x="0" y="141922"/>
                </a:lnTo>
                <a:lnTo>
                  <a:pt x="9525" y="141922"/>
                </a:lnTo>
                <a:lnTo>
                  <a:pt x="9525" y="151447"/>
                </a:lnTo>
                <a:lnTo>
                  <a:pt x="19050" y="151447"/>
                </a:lnTo>
                <a:lnTo>
                  <a:pt x="19050" y="381000"/>
                </a:lnTo>
                <a:lnTo>
                  <a:pt x="9525" y="381000"/>
                </a:lnTo>
                <a:lnTo>
                  <a:pt x="9525" y="399097"/>
                </a:lnTo>
                <a:lnTo>
                  <a:pt x="189547" y="399097"/>
                </a:lnTo>
                <a:lnTo>
                  <a:pt x="189547" y="389572"/>
                </a:lnTo>
                <a:lnTo>
                  <a:pt x="199072" y="389572"/>
                </a:lnTo>
                <a:lnTo>
                  <a:pt x="199072" y="219075"/>
                </a:lnTo>
                <a:lnTo>
                  <a:pt x="189547" y="219075"/>
                </a:lnTo>
                <a:lnTo>
                  <a:pt x="189547" y="9525"/>
                </a:lnTo>
                <a:lnTo>
                  <a:pt x="160972" y="9525"/>
                </a:lnTo>
                <a:lnTo>
                  <a:pt x="160972" y="0"/>
                </a:lnTo>
                <a:lnTo>
                  <a:pt x="57150" y="0"/>
                </a:lnTo>
                <a:lnTo>
                  <a:pt x="57150" y="57150"/>
                </a:lnTo>
                <a:lnTo>
                  <a:pt x="47625" y="57150"/>
                </a:lnTo>
                <a:lnTo>
                  <a:pt x="47625" y="66675"/>
                </a:lnTo>
                <a:lnTo>
                  <a:pt x="9525" y="66675"/>
                </a:lnTo>
                <a:close/>
              </a:path>
            </a:pathLst>
          </a:custGeom>
          <a:solidFill xmlns:a="http://schemas.openxmlformats.org/drawingml/2006/main">
            <a:srgbClr val="4A356D"/>
          </a:solidFill>
          <a:ln xmlns:a="http://schemas.openxmlformats.org/drawingml/2006/main" w="0">
            <a:noFill/>
          </a:ln>
        </p:spPr>
      </p:sp>
      <p:sp>
        <p:nvSpPr>
          <p:cNvPr id="46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84E34DEC-24C4-4840-8099-38F721B8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789" y="2300764"/>
            <a:ext cx="84772" cy="18097"/>
          </a:xfrm>
          <a:custGeom xmlns:a="http://schemas.openxmlformats.org/drawingml/2006/main">
            <a:pathLst>
              <a:path w="84772" h="18097">
                <a:moveTo>
                  <a:pt x="0" y="0"/>
                </a:moveTo>
                <a:lnTo>
                  <a:pt x="0" y="18097"/>
                </a:lnTo>
                <a:lnTo>
                  <a:pt x="84772" y="18097"/>
                </a:lnTo>
                <a:lnTo>
                  <a:pt x="8477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356D"/>
          </a:solidFill>
          <a:ln xmlns:a="http://schemas.openxmlformats.org/drawingml/2006/main" w="0">
            <a:noFill/>
          </a:ln>
        </p:spPr>
      </p:sp>
      <p:sp>
        <p:nvSpPr>
          <p:cNvPr id="47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E326E685-D8E2-48D3-BAC8-56E2D6D2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989" y="1795939"/>
            <a:ext cx="18097" cy="437197"/>
          </a:xfrm>
          <a:custGeom xmlns:a="http://schemas.openxmlformats.org/drawingml/2006/main">
            <a:pathLst>
              <a:path w="18097" h="437197">
                <a:moveTo>
                  <a:pt x="0" y="0"/>
                </a:moveTo>
                <a:lnTo>
                  <a:pt x="0" y="437197"/>
                </a:lnTo>
                <a:lnTo>
                  <a:pt x="18097" y="437197"/>
                </a:lnTo>
                <a:lnTo>
                  <a:pt x="180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8E8F2"/>
          </a:solidFill>
          <a:ln xmlns:a="http://schemas.openxmlformats.org/drawingml/2006/main" w="0">
            <a:noFill/>
          </a:ln>
        </p:spPr>
      </p:sp>
      <p:sp>
        <p:nvSpPr>
          <p:cNvPr id="48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CF896D0F-BE61-4A6F-A9EC-0D533568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1786414"/>
            <a:ext cx="141922" cy="18097"/>
          </a:xfrm>
          <a:custGeom xmlns:a="http://schemas.openxmlformats.org/drawingml/2006/main">
            <a:pathLst>
              <a:path w="141922" h="18097">
                <a:moveTo>
                  <a:pt x="0" y="0"/>
                </a:moveTo>
                <a:lnTo>
                  <a:pt x="0" y="18097"/>
                </a:lnTo>
                <a:lnTo>
                  <a:pt x="141922" y="18097"/>
                </a:lnTo>
                <a:lnTo>
                  <a:pt x="1419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8E8F2"/>
          </a:solidFill>
          <a:ln xmlns:a="http://schemas.openxmlformats.org/drawingml/2006/main" w="0">
            <a:noFill/>
          </a:ln>
        </p:spPr>
      </p:sp>
      <p:sp>
        <p:nvSpPr>
          <p:cNvPr id="49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CC5419C6-BC31-4DFF-9A18-5B8A1989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864" y="1795939"/>
            <a:ext cx="141922" cy="160972"/>
          </a:xfrm>
          <a:custGeom xmlns:a="http://schemas.openxmlformats.org/drawingml/2006/main">
            <a:pathLst>
              <a:path w="141922" h="160972">
                <a:moveTo>
                  <a:pt x="0" y="0"/>
                </a:moveTo>
                <a:lnTo>
                  <a:pt x="0" y="160972"/>
                </a:lnTo>
                <a:lnTo>
                  <a:pt x="141922" y="160972"/>
                </a:lnTo>
                <a:lnTo>
                  <a:pt x="141922" y="142875"/>
                </a:lnTo>
                <a:lnTo>
                  <a:pt x="18097" y="142875"/>
                </a:lnTo>
                <a:lnTo>
                  <a:pt x="180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8E8F2"/>
          </a:solidFill>
          <a:ln xmlns:a="http://schemas.openxmlformats.org/drawingml/2006/main" w="0">
            <a:noFill/>
          </a:ln>
        </p:spPr>
      </p:sp>
      <p:sp>
        <p:nvSpPr>
          <p:cNvPr id="50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843B36C6-D05C-4214-8742-EF5ACAC6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214" y="1948339"/>
            <a:ext cx="265747" cy="332422"/>
          </a:xfrm>
          <a:custGeom xmlns:a="http://schemas.openxmlformats.org/drawingml/2006/main">
            <a:pathLst>
              <a:path w="265747" h="332422">
                <a:moveTo>
                  <a:pt x="0" y="0"/>
                </a:moveTo>
                <a:lnTo>
                  <a:pt x="0" y="313372"/>
                </a:lnTo>
                <a:lnTo>
                  <a:pt x="133350" y="313372"/>
                </a:lnTo>
                <a:lnTo>
                  <a:pt x="133350" y="332422"/>
                </a:lnTo>
                <a:lnTo>
                  <a:pt x="265747" y="332422"/>
                </a:lnTo>
                <a:lnTo>
                  <a:pt x="265747" y="314325"/>
                </a:lnTo>
                <a:lnTo>
                  <a:pt x="151447" y="314325"/>
                </a:lnTo>
                <a:lnTo>
                  <a:pt x="151447" y="295275"/>
                </a:lnTo>
                <a:lnTo>
                  <a:pt x="18097" y="295275"/>
                </a:lnTo>
                <a:lnTo>
                  <a:pt x="180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8E8F2"/>
          </a:solidFill>
          <a:ln xmlns:a="http://schemas.openxmlformats.org/drawingml/2006/main" w="0">
            <a:noFill/>
          </a:ln>
        </p:spPr>
      </p:sp>
      <p:sp>
        <p:nvSpPr>
          <p:cNvPr id="51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E0BB3D54-05D2-4459-AD01-D938A504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164" y="681514"/>
            <a:ext cx="18097" cy="27623"/>
          </a:xfrm>
          <a:custGeom xmlns:a="http://schemas.openxmlformats.org/drawingml/2006/main">
            <a:pathLst>
              <a:path w="18097" h="27623">
                <a:moveTo>
                  <a:pt x="0" y="0"/>
                </a:moveTo>
                <a:lnTo>
                  <a:pt x="0" y="27623"/>
                </a:lnTo>
                <a:lnTo>
                  <a:pt x="18097" y="27623"/>
                </a:lnTo>
                <a:lnTo>
                  <a:pt x="180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8E8F2"/>
          </a:solidFill>
          <a:ln xmlns:a="http://schemas.openxmlformats.org/drawingml/2006/main" w="0">
            <a:noFill/>
          </a:ln>
        </p:spPr>
      </p:sp>
      <p:sp>
        <p:nvSpPr>
          <p:cNvPr id="52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6D135D2F-A590-4B62-B897-551DCD0A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164" y="1881664"/>
            <a:ext cx="18097" cy="27622"/>
          </a:xfrm>
          <a:custGeom xmlns:a="http://schemas.openxmlformats.org/drawingml/2006/main">
            <a:pathLst>
              <a:path w="18097" h="27622">
                <a:moveTo>
                  <a:pt x="0" y="0"/>
                </a:moveTo>
                <a:lnTo>
                  <a:pt x="0" y="27622"/>
                </a:lnTo>
                <a:lnTo>
                  <a:pt x="18097" y="27622"/>
                </a:lnTo>
                <a:lnTo>
                  <a:pt x="180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8E8F2"/>
          </a:solidFill>
          <a:ln xmlns:a="http://schemas.openxmlformats.org/drawingml/2006/main" w="0">
            <a:noFill/>
          </a:ln>
        </p:spPr>
      </p:sp>
      <p:sp>
        <p:nvSpPr>
          <p:cNvPr id="53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C1CC85D3-0BEE-4D13-A9F9-5B957620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189" y="1986439"/>
            <a:ext cx="141922" cy="18097"/>
          </a:xfrm>
          <a:custGeom xmlns:a="http://schemas.openxmlformats.org/drawingml/2006/main">
            <a:pathLst>
              <a:path w="141922" h="18097">
                <a:moveTo>
                  <a:pt x="0" y="18097"/>
                </a:moveTo>
                <a:lnTo>
                  <a:pt x="141922" y="18097"/>
                </a:lnTo>
                <a:lnTo>
                  <a:pt x="141922" y="0"/>
                </a:lnTo>
                <a:lnTo>
                  <a:pt x="0" y="0"/>
                </a:lnTo>
                <a:lnTo>
                  <a:pt x="0" y="18097"/>
                </a:lnTo>
                <a:close/>
              </a:path>
            </a:pathLst>
          </a:custGeom>
          <a:solidFill xmlns:a="http://schemas.openxmlformats.org/drawingml/2006/main">
            <a:srgbClr val="D8E8F2"/>
          </a:solidFill>
          <a:ln xmlns:a="http://schemas.openxmlformats.org/drawingml/2006/main" w="0">
            <a:noFill/>
          </a:ln>
        </p:spPr>
      </p:sp>
      <p:sp>
        <p:nvSpPr>
          <p:cNvPr id="54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735318F7-5065-4156-8B48-6544A261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4664" y="1995964"/>
            <a:ext cx="18097" cy="341947"/>
          </a:xfrm>
          <a:custGeom xmlns:a="http://schemas.openxmlformats.org/drawingml/2006/main">
            <a:pathLst>
              <a:path w="18097" h="341947">
                <a:moveTo>
                  <a:pt x="0" y="0"/>
                </a:moveTo>
                <a:lnTo>
                  <a:pt x="0" y="341947"/>
                </a:lnTo>
                <a:lnTo>
                  <a:pt x="18097" y="341947"/>
                </a:lnTo>
                <a:lnTo>
                  <a:pt x="180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8E8F2"/>
          </a:solidFill>
          <a:ln xmlns:a="http://schemas.openxmlformats.org/drawingml/2006/main" w="0">
            <a:noFill/>
          </a:ln>
        </p:spPr>
      </p:sp>
      <p:sp>
        <p:nvSpPr>
          <p:cNvPr id="55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C9A76BCF-3E0A-4EBB-84D0-4EB9107F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7389" y="2253139"/>
            <a:ext cx="151447" cy="18097"/>
          </a:xfrm>
          <a:custGeom xmlns:a="http://schemas.openxmlformats.org/drawingml/2006/main">
            <a:pathLst>
              <a:path w="151447" h="18097">
                <a:moveTo>
                  <a:pt x="0" y="0"/>
                </a:moveTo>
                <a:lnTo>
                  <a:pt x="0" y="18097"/>
                </a:lnTo>
                <a:lnTo>
                  <a:pt x="151447" y="18097"/>
                </a:lnTo>
                <a:lnTo>
                  <a:pt x="15144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8E8F2"/>
          </a:solidFill>
          <a:ln xmlns:a="http://schemas.openxmlformats.org/drawingml/2006/main" w="0">
            <a:noFill/>
          </a:ln>
        </p:spPr>
      </p:sp>
      <p:sp>
        <p:nvSpPr>
          <p:cNvPr id="56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5AD3A727-DCCE-4CE9-889A-170E238B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264" y="2310289"/>
            <a:ext cx="141922" cy="18097"/>
          </a:xfrm>
          <a:custGeom xmlns:a="http://schemas.openxmlformats.org/drawingml/2006/main">
            <a:pathLst>
              <a:path w="141922" h="18097">
                <a:moveTo>
                  <a:pt x="0" y="0"/>
                </a:moveTo>
                <a:lnTo>
                  <a:pt x="0" y="18097"/>
                </a:lnTo>
                <a:lnTo>
                  <a:pt x="141922" y="18097"/>
                </a:lnTo>
                <a:lnTo>
                  <a:pt x="1419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8E8F2"/>
          </a:solidFill>
          <a:ln xmlns:a="http://schemas.openxmlformats.org/drawingml/2006/main" w="0">
            <a:noFill/>
          </a:ln>
        </p:spPr>
      </p:sp>
      <p:sp>
        <p:nvSpPr>
          <p:cNvPr id="57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4CA5388E-A973-4F33-9B9E-F5CBCB13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614" y="2329339"/>
            <a:ext cx="141922" cy="18097"/>
          </a:xfrm>
          <a:custGeom xmlns:a="http://schemas.openxmlformats.org/drawingml/2006/main">
            <a:pathLst>
              <a:path w="141922" h="18097">
                <a:moveTo>
                  <a:pt x="0" y="0"/>
                </a:moveTo>
                <a:lnTo>
                  <a:pt x="0" y="18097"/>
                </a:lnTo>
                <a:lnTo>
                  <a:pt x="141922" y="18097"/>
                </a:lnTo>
                <a:lnTo>
                  <a:pt x="1419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8E8F2"/>
          </a:solidFill>
          <a:ln xmlns:a="http://schemas.openxmlformats.org/drawingml/2006/main" w="0">
            <a:noFill/>
          </a:ln>
        </p:spPr>
      </p:sp>
      <p:sp>
        <p:nvSpPr>
          <p:cNvPr id="58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77F28EC3-FDA3-4E9F-945A-F6F7185B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964" y="2376964"/>
            <a:ext cx="141922" cy="18097"/>
          </a:xfrm>
          <a:custGeom xmlns:a="http://schemas.openxmlformats.org/drawingml/2006/main">
            <a:pathLst>
              <a:path w="141922" h="18097">
                <a:moveTo>
                  <a:pt x="141922" y="0"/>
                </a:moveTo>
                <a:lnTo>
                  <a:pt x="0" y="0"/>
                </a:lnTo>
                <a:lnTo>
                  <a:pt x="0" y="18097"/>
                </a:lnTo>
                <a:lnTo>
                  <a:pt x="141922" y="18097"/>
                </a:lnTo>
                <a:lnTo>
                  <a:pt x="141922" y="0"/>
                </a:lnTo>
                <a:close/>
              </a:path>
            </a:pathLst>
          </a:custGeom>
          <a:solidFill xmlns:a="http://schemas.openxmlformats.org/drawingml/2006/main">
            <a:srgbClr val="D8E8F2"/>
          </a:solidFill>
          <a:ln xmlns:a="http://schemas.openxmlformats.org/drawingml/2006/main" w="0">
            <a:noFill/>
          </a:ln>
        </p:spPr>
      </p:sp>
      <p:sp>
        <p:nvSpPr>
          <p:cNvPr id="59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5DA08A8F-E1E1-4635-92C0-97658EFA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314" y="2386489"/>
            <a:ext cx="141922" cy="18097"/>
          </a:xfrm>
          <a:custGeom xmlns:a="http://schemas.openxmlformats.org/drawingml/2006/main">
            <a:pathLst>
              <a:path w="141922" h="18097">
                <a:moveTo>
                  <a:pt x="0" y="18097"/>
                </a:moveTo>
                <a:lnTo>
                  <a:pt x="141922" y="18097"/>
                </a:lnTo>
                <a:lnTo>
                  <a:pt x="141922" y="0"/>
                </a:lnTo>
                <a:lnTo>
                  <a:pt x="0" y="0"/>
                </a:lnTo>
                <a:lnTo>
                  <a:pt x="0" y="18097"/>
                </a:lnTo>
                <a:close/>
              </a:path>
            </a:pathLst>
          </a:custGeom>
          <a:solidFill xmlns:a="http://schemas.openxmlformats.org/drawingml/2006/main">
            <a:srgbClr val="D8E8F2"/>
          </a:solidFill>
          <a:ln xmlns:a="http://schemas.openxmlformats.org/drawingml/2006/main" w="0">
            <a:noFill/>
          </a:ln>
        </p:spPr>
      </p:sp>
      <p:sp>
        <p:nvSpPr>
          <p:cNvPr id="60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FD13BCBF-564C-4B1D-8FF5-08206A42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064" y="2357914"/>
            <a:ext cx="132397" cy="18097"/>
          </a:xfrm>
          <a:custGeom xmlns:a="http://schemas.openxmlformats.org/drawingml/2006/main">
            <a:pathLst>
              <a:path w="132397" h="18097">
                <a:moveTo>
                  <a:pt x="0" y="0"/>
                </a:moveTo>
                <a:lnTo>
                  <a:pt x="0" y="18097"/>
                </a:lnTo>
                <a:lnTo>
                  <a:pt x="132397" y="18097"/>
                </a:lnTo>
                <a:lnTo>
                  <a:pt x="1323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8E8F2"/>
          </a:solidFill>
          <a:ln xmlns:a="http://schemas.openxmlformats.org/drawingml/2006/main" w="0">
            <a:noFill/>
          </a:ln>
        </p:spPr>
      </p:sp>
      <p:sp>
        <p:nvSpPr>
          <p:cNvPr id="61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DB0F6616-ED2E-46B2-BFA6-D2ED42A1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714" y="2348389"/>
            <a:ext cx="151447" cy="141922"/>
          </a:xfrm>
          <a:custGeom xmlns:a="http://schemas.openxmlformats.org/drawingml/2006/main">
            <a:pathLst>
              <a:path w="151447" h="141922">
                <a:moveTo>
                  <a:pt x="0" y="0"/>
                </a:moveTo>
                <a:lnTo>
                  <a:pt x="0" y="141922"/>
                </a:lnTo>
                <a:lnTo>
                  <a:pt x="18097" y="141922"/>
                </a:lnTo>
                <a:lnTo>
                  <a:pt x="18097" y="18097"/>
                </a:lnTo>
                <a:lnTo>
                  <a:pt x="151447" y="18097"/>
                </a:lnTo>
                <a:lnTo>
                  <a:pt x="15144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8E8F2"/>
          </a:solidFill>
          <a:ln xmlns:a="http://schemas.openxmlformats.org/drawingml/2006/main" w="0">
            <a:noFill/>
          </a:ln>
        </p:spPr>
      </p:sp>
      <p:sp>
        <p:nvSpPr>
          <p:cNvPr id="62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B793FD7C-3F5F-4B04-9649-216AA7DF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314" y="2396014"/>
            <a:ext cx="408622" cy="170497"/>
          </a:xfrm>
          <a:custGeom xmlns:a="http://schemas.openxmlformats.org/drawingml/2006/main">
            <a:pathLst>
              <a:path w="408622" h="170497">
                <a:moveTo>
                  <a:pt x="0" y="0"/>
                </a:moveTo>
                <a:lnTo>
                  <a:pt x="0" y="170497"/>
                </a:lnTo>
                <a:lnTo>
                  <a:pt x="408622" y="170497"/>
                </a:lnTo>
                <a:lnTo>
                  <a:pt x="408622" y="28575"/>
                </a:lnTo>
                <a:lnTo>
                  <a:pt x="390525" y="28575"/>
                </a:lnTo>
                <a:lnTo>
                  <a:pt x="390525" y="38100"/>
                </a:lnTo>
                <a:lnTo>
                  <a:pt x="265747" y="38100"/>
                </a:lnTo>
                <a:lnTo>
                  <a:pt x="265747" y="9525"/>
                </a:lnTo>
                <a:lnTo>
                  <a:pt x="141922" y="9525"/>
                </a:lnTo>
                <a:lnTo>
                  <a:pt x="1419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0936E"/>
          </a:solidFill>
          <a:ln xmlns:a="http://schemas.openxmlformats.org/drawingml/2006/main" w="0">
            <a:noFill/>
          </a:ln>
        </p:spPr>
      </p:sp>
      <p:sp>
        <p:nvSpPr>
          <p:cNvPr id="63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63892842-6F1C-42AE-8690-E29E0CDA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389" y="2167414"/>
            <a:ext cx="37147" cy="18097"/>
          </a:xfrm>
          <a:custGeom xmlns:a="http://schemas.openxmlformats.org/drawingml/2006/main">
            <a:pathLst>
              <a:path w="37147" h="18097">
                <a:moveTo>
                  <a:pt x="0" y="0"/>
                </a:moveTo>
                <a:lnTo>
                  <a:pt x="0" y="18097"/>
                </a:lnTo>
                <a:lnTo>
                  <a:pt x="37147" y="18097"/>
                </a:lnTo>
                <a:lnTo>
                  <a:pt x="3714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D3B6D"/>
          </a:solidFill>
          <a:ln xmlns:a="http://schemas.openxmlformats.org/drawingml/2006/main" w="0">
            <a:noFill/>
          </a:ln>
        </p:spPr>
      </p:sp>
      <p:sp>
        <p:nvSpPr>
          <p:cNvPr id="64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1E88B4E2-DC2F-4BB9-8F70-C9E04951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39" y="2224564"/>
            <a:ext cx="37147" cy="18097"/>
          </a:xfrm>
          <a:custGeom xmlns:a="http://schemas.openxmlformats.org/drawingml/2006/main">
            <a:pathLst>
              <a:path w="37147" h="18097">
                <a:moveTo>
                  <a:pt x="0" y="0"/>
                </a:moveTo>
                <a:lnTo>
                  <a:pt x="0" y="18097"/>
                </a:lnTo>
                <a:lnTo>
                  <a:pt x="37147" y="18097"/>
                </a:lnTo>
                <a:lnTo>
                  <a:pt x="3714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D3B6D"/>
          </a:solidFill>
          <a:ln xmlns:a="http://schemas.openxmlformats.org/drawingml/2006/main" w="0">
            <a:noFill/>
          </a:ln>
        </p:spPr>
      </p:sp>
      <p:sp>
        <p:nvSpPr>
          <p:cNvPr id="65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D035B651-6BAF-49DF-B435-7D4008BA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789" y="2234089"/>
            <a:ext cx="18097" cy="75247"/>
          </a:xfrm>
          <a:custGeom xmlns:a="http://schemas.openxmlformats.org/drawingml/2006/main">
            <a:pathLst>
              <a:path w="18097" h="75247">
                <a:moveTo>
                  <a:pt x="0" y="0"/>
                </a:moveTo>
                <a:lnTo>
                  <a:pt x="0" y="75247"/>
                </a:lnTo>
                <a:lnTo>
                  <a:pt x="18097" y="75247"/>
                </a:lnTo>
                <a:lnTo>
                  <a:pt x="180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D3B6D"/>
          </a:solidFill>
          <a:ln xmlns:a="http://schemas.openxmlformats.org/drawingml/2006/main" w="0">
            <a:noFill/>
          </a:ln>
        </p:spPr>
      </p:sp>
      <p:sp>
        <p:nvSpPr>
          <p:cNvPr id="66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5AE4732A-C5EB-4A9E-B4AD-7A452D9C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464" y="2234089"/>
            <a:ext cx="27622" cy="75247"/>
          </a:xfrm>
          <a:custGeom xmlns:a="http://schemas.openxmlformats.org/drawingml/2006/main">
            <a:pathLst>
              <a:path w="27622" h="75247">
                <a:moveTo>
                  <a:pt x="0" y="0"/>
                </a:moveTo>
                <a:lnTo>
                  <a:pt x="0" y="75247"/>
                </a:lnTo>
                <a:lnTo>
                  <a:pt x="18097" y="75247"/>
                </a:lnTo>
                <a:lnTo>
                  <a:pt x="18097" y="65722"/>
                </a:lnTo>
                <a:lnTo>
                  <a:pt x="27622" y="65722"/>
                </a:lnTo>
                <a:lnTo>
                  <a:pt x="276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D3B6D"/>
          </a:solidFill>
          <a:ln xmlns:a="http://schemas.openxmlformats.org/drawingml/2006/main" w="0">
            <a:noFill/>
          </a:ln>
        </p:spPr>
      </p:sp>
      <p:sp>
        <p:nvSpPr>
          <p:cNvPr id="67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7CB487A8-55B2-4C03-9399-54D8FD43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964" y="2386489"/>
            <a:ext cx="503872" cy="180022"/>
          </a:xfrm>
          <a:custGeom xmlns:a="http://schemas.openxmlformats.org/drawingml/2006/main">
            <a:pathLst>
              <a:path w="503872" h="180022">
                <a:moveTo>
                  <a:pt x="9525" y="0"/>
                </a:moveTo>
                <a:lnTo>
                  <a:pt x="9525" y="161925"/>
                </a:lnTo>
                <a:lnTo>
                  <a:pt x="0" y="161925"/>
                </a:lnTo>
                <a:lnTo>
                  <a:pt x="0" y="180022"/>
                </a:lnTo>
                <a:lnTo>
                  <a:pt x="503872" y="180022"/>
                </a:lnTo>
                <a:lnTo>
                  <a:pt x="503872" y="161925"/>
                </a:lnTo>
                <a:lnTo>
                  <a:pt x="408622" y="161925"/>
                </a:lnTo>
                <a:lnTo>
                  <a:pt x="408622" y="152400"/>
                </a:lnTo>
                <a:lnTo>
                  <a:pt x="399097" y="152400"/>
                </a:lnTo>
                <a:lnTo>
                  <a:pt x="399097" y="133350"/>
                </a:lnTo>
                <a:lnTo>
                  <a:pt x="275272" y="133350"/>
                </a:lnTo>
                <a:lnTo>
                  <a:pt x="275272" y="123825"/>
                </a:lnTo>
                <a:lnTo>
                  <a:pt x="265747" y="123825"/>
                </a:lnTo>
                <a:lnTo>
                  <a:pt x="265747" y="114300"/>
                </a:lnTo>
                <a:lnTo>
                  <a:pt x="141922" y="114300"/>
                </a:lnTo>
                <a:lnTo>
                  <a:pt x="141922" y="0"/>
                </a:lnTo>
                <a:lnTo>
                  <a:pt x="9525" y="0"/>
                </a:lnTo>
                <a:close/>
              </a:path>
            </a:pathLst>
          </a:custGeom>
          <a:solidFill xmlns:a="http://schemas.openxmlformats.org/drawingml/2006/main">
            <a:srgbClr val="5D3B6D"/>
          </a:solidFill>
          <a:ln xmlns:a="http://schemas.openxmlformats.org/drawingml/2006/main" w="0">
            <a:noFill/>
          </a:ln>
        </p:spPr>
      </p:sp>
      <p:sp>
        <p:nvSpPr>
          <p:cNvPr id="68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DD97208A-8AE0-4323-84D5-71BFAFD7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439" y="500539"/>
            <a:ext cx="18097" cy="1684972"/>
          </a:xfrm>
          <a:custGeom xmlns:a="http://schemas.openxmlformats.org/drawingml/2006/main">
            <a:pathLst>
              <a:path w="18097" h="1684972">
                <a:moveTo>
                  <a:pt x="0" y="0"/>
                </a:moveTo>
                <a:lnTo>
                  <a:pt x="0" y="1684972"/>
                </a:lnTo>
                <a:lnTo>
                  <a:pt x="18097" y="1684972"/>
                </a:lnTo>
                <a:lnTo>
                  <a:pt x="180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07A8E"/>
          </a:solidFill>
          <a:ln xmlns:a="http://schemas.openxmlformats.org/drawingml/2006/main" w="0">
            <a:noFill/>
          </a:ln>
        </p:spPr>
      </p:sp>
      <p:sp>
        <p:nvSpPr>
          <p:cNvPr id="69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B084DB72-B188-42FF-B70B-C930C445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464" y="2186464"/>
            <a:ext cx="18098" cy="380047"/>
          </a:xfrm>
          <a:custGeom xmlns:a="http://schemas.openxmlformats.org/drawingml/2006/main">
            <a:pathLst>
              <a:path w="18098" h="380047">
                <a:moveTo>
                  <a:pt x="0" y="0"/>
                </a:moveTo>
                <a:lnTo>
                  <a:pt x="0" y="380047"/>
                </a:lnTo>
                <a:lnTo>
                  <a:pt x="18098" y="380047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07A8E"/>
          </a:solidFill>
          <a:ln xmlns:a="http://schemas.openxmlformats.org/drawingml/2006/main" w="0">
            <a:noFill/>
          </a:ln>
        </p:spPr>
      </p:sp>
      <p:sp>
        <p:nvSpPr>
          <p:cNvPr id="70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2566C036-32FC-42DB-AC20-13F279C0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964" y="2176939"/>
            <a:ext cx="46672" cy="18097"/>
          </a:xfrm>
          <a:custGeom xmlns:a="http://schemas.openxmlformats.org/drawingml/2006/main">
            <a:pathLst>
              <a:path w="46672" h="18097">
                <a:moveTo>
                  <a:pt x="46672" y="0"/>
                </a:moveTo>
                <a:lnTo>
                  <a:pt x="0" y="0"/>
                </a:lnTo>
                <a:lnTo>
                  <a:pt x="0" y="18097"/>
                </a:lnTo>
                <a:lnTo>
                  <a:pt x="46672" y="18097"/>
                </a:lnTo>
                <a:lnTo>
                  <a:pt x="46672" y="0"/>
                </a:lnTo>
                <a:close/>
              </a:path>
            </a:pathLst>
          </a:custGeom>
          <a:solidFill xmlns:a="http://schemas.openxmlformats.org/drawingml/2006/main">
            <a:srgbClr val="907A8E"/>
          </a:solidFill>
          <a:ln xmlns:a="http://schemas.openxmlformats.org/drawingml/2006/main" w="0">
            <a:noFill/>
          </a:ln>
        </p:spPr>
      </p:sp>
      <p:sp>
        <p:nvSpPr>
          <p:cNvPr id="71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B9FC9B0D-B1F2-4133-8E9E-54EB06B6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864" y="1948339"/>
            <a:ext cx="141922" cy="18097"/>
          </a:xfrm>
          <a:custGeom xmlns:a="http://schemas.openxmlformats.org/drawingml/2006/main">
            <a:pathLst>
              <a:path w="141922" h="18097">
                <a:moveTo>
                  <a:pt x="0" y="0"/>
                </a:moveTo>
                <a:lnTo>
                  <a:pt x="0" y="18097"/>
                </a:lnTo>
                <a:lnTo>
                  <a:pt x="141922" y="18097"/>
                </a:lnTo>
                <a:lnTo>
                  <a:pt x="1419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07A8E"/>
          </a:solidFill>
          <a:ln xmlns:a="http://schemas.openxmlformats.org/drawingml/2006/main" w="0">
            <a:noFill/>
          </a:ln>
        </p:spPr>
      </p:sp>
      <p:sp>
        <p:nvSpPr>
          <p:cNvPr id="72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96D9B899-114E-42BA-BCFC-99943DBD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464" y="2224564"/>
            <a:ext cx="27622" cy="18097"/>
          </a:xfrm>
          <a:custGeom xmlns:a="http://schemas.openxmlformats.org/drawingml/2006/main">
            <a:pathLst>
              <a:path w="27622" h="18097">
                <a:moveTo>
                  <a:pt x="27622" y="0"/>
                </a:moveTo>
                <a:lnTo>
                  <a:pt x="0" y="0"/>
                </a:lnTo>
                <a:lnTo>
                  <a:pt x="0" y="18097"/>
                </a:lnTo>
                <a:lnTo>
                  <a:pt x="27622" y="18097"/>
                </a:lnTo>
                <a:lnTo>
                  <a:pt x="27622" y="0"/>
                </a:lnTo>
                <a:close/>
              </a:path>
            </a:pathLst>
          </a:custGeom>
          <a:solidFill xmlns:a="http://schemas.openxmlformats.org/drawingml/2006/main">
            <a:srgbClr val="907A8E"/>
          </a:solidFill>
          <a:ln xmlns:a="http://schemas.openxmlformats.org/drawingml/2006/main" w="0">
            <a:noFill/>
          </a:ln>
        </p:spPr>
      </p:sp>
      <p:sp>
        <p:nvSpPr>
          <p:cNvPr id="73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A6B6A690-45B0-4BEB-B17C-347CFD8B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214" y="2253139"/>
            <a:ext cx="132397" cy="18097"/>
          </a:xfrm>
          <a:custGeom xmlns:a="http://schemas.openxmlformats.org/drawingml/2006/main">
            <a:pathLst>
              <a:path w="132397" h="18097">
                <a:moveTo>
                  <a:pt x="0" y="0"/>
                </a:moveTo>
                <a:lnTo>
                  <a:pt x="0" y="18097"/>
                </a:lnTo>
                <a:lnTo>
                  <a:pt x="132397" y="18097"/>
                </a:lnTo>
                <a:lnTo>
                  <a:pt x="1323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07A8E"/>
          </a:solidFill>
          <a:ln xmlns:a="http://schemas.openxmlformats.org/drawingml/2006/main" w="0">
            <a:noFill/>
          </a:ln>
        </p:spPr>
      </p:sp>
      <p:sp>
        <p:nvSpPr>
          <p:cNvPr id="74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A3D8CFAD-099B-475E-9840-135779E6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564" y="2272189"/>
            <a:ext cx="141922" cy="18097"/>
          </a:xfrm>
          <a:custGeom xmlns:a="http://schemas.openxmlformats.org/drawingml/2006/main">
            <a:pathLst>
              <a:path w="141922" h="18097">
                <a:moveTo>
                  <a:pt x="0" y="0"/>
                </a:moveTo>
                <a:lnTo>
                  <a:pt x="0" y="18097"/>
                </a:lnTo>
                <a:lnTo>
                  <a:pt x="141922" y="18097"/>
                </a:lnTo>
                <a:lnTo>
                  <a:pt x="1419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07A8E"/>
          </a:solidFill>
          <a:ln xmlns:a="http://schemas.openxmlformats.org/drawingml/2006/main" w="0">
            <a:noFill/>
          </a:ln>
        </p:spPr>
      </p:sp>
      <p:sp>
        <p:nvSpPr>
          <p:cNvPr id="75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B3F1F097-45C8-4C83-9F48-CFC9CAD7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014" y="2529364"/>
            <a:ext cx="103822" cy="18097"/>
          </a:xfrm>
          <a:custGeom xmlns:a="http://schemas.openxmlformats.org/drawingml/2006/main">
            <a:pathLst>
              <a:path w="103822" h="18097">
                <a:moveTo>
                  <a:pt x="0" y="0"/>
                </a:moveTo>
                <a:lnTo>
                  <a:pt x="0" y="18097"/>
                </a:lnTo>
                <a:lnTo>
                  <a:pt x="103822" y="18097"/>
                </a:lnTo>
                <a:lnTo>
                  <a:pt x="1038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07A8E"/>
          </a:solidFill>
          <a:ln xmlns:a="http://schemas.openxmlformats.org/drawingml/2006/main" w="0">
            <a:noFill/>
          </a:ln>
        </p:spPr>
      </p:sp>
      <p:sp>
        <p:nvSpPr>
          <p:cNvPr id="76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9FEDAEE5-8329-4FAA-889E-4F16F93B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614" y="2548414"/>
            <a:ext cx="27622" cy="18097"/>
          </a:xfrm>
          <a:custGeom xmlns:a="http://schemas.openxmlformats.org/drawingml/2006/main">
            <a:pathLst>
              <a:path w="27622" h="18097">
                <a:moveTo>
                  <a:pt x="0" y="0"/>
                </a:moveTo>
                <a:lnTo>
                  <a:pt x="0" y="18097"/>
                </a:lnTo>
                <a:lnTo>
                  <a:pt x="27622" y="18097"/>
                </a:lnTo>
                <a:lnTo>
                  <a:pt x="276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07A8E"/>
          </a:solidFill>
          <a:ln xmlns:a="http://schemas.openxmlformats.org/drawingml/2006/main" w="0">
            <a:noFill/>
          </a:ln>
        </p:spPr>
      </p:sp>
      <p:sp>
        <p:nvSpPr>
          <p:cNvPr id="77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678B9747-C683-4DD6-B065-0EDAB492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614" y="500539"/>
            <a:ext cx="132397" cy="1684972"/>
          </a:xfrm>
          <a:custGeom xmlns:a="http://schemas.openxmlformats.org/drawingml/2006/main">
            <a:pathLst>
              <a:path w="132397" h="1684972">
                <a:moveTo>
                  <a:pt x="0" y="0"/>
                </a:moveTo>
                <a:lnTo>
                  <a:pt x="0" y="1684972"/>
                </a:lnTo>
                <a:lnTo>
                  <a:pt x="18098" y="1684972"/>
                </a:lnTo>
                <a:lnTo>
                  <a:pt x="18098" y="18098"/>
                </a:lnTo>
                <a:lnTo>
                  <a:pt x="132397" y="18098"/>
                </a:lnTo>
                <a:lnTo>
                  <a:pt x="1323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4541"/>
          </a:solidFill>
          <a:ln xmlns:a="http://schemas.openxmlformats.org/drawingml/2006/main" w="0">
            <a:noFill/>
          </a:ln>
        </p:spPr>
      </p:sp>
      <p:sp>
        <p:nvSpPr>
          <p:cNvPr id="78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F8855404-107B-42B0-8157-CB22F353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439" y="2186464"/>
            <a:ext cx="46672" cy="170497"/>
          </a:xfrm>
          <a:custGeom xmlns:a="http://schemas.openxmlformats.org/drawingml/2006/main">
            <a:pathLst>
              <a:path w="46672" h="170497">
                <a:moveTo>
                  <a:pt x="0" y="0"/>
                </a:moveTo>
                <a:lnTo>
                  <a:pt x="0" y="170497"/>
                </a:lnTo>
                <a:lnTo>
                  <a:pt x="46672" y="170497"/>
                </a:lnTo>
                <a:lnTo>
                  <a:pt x="46672" y="152400"/>
                </a:lnTo>
                <a:lnTo>
                  <a:pt x="37147" y="152400"/>
                </a:lnTo>
                <a:lnTo>
                  <a:pt x="3714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4541"/>
          </a:solidFill>
          <a:ln xmlns:a="http://schemas.openxmlformats.org/drawingml/2006/main" w="0">
            <a:noFill/>
          </a:ln>
        </p:spPr>
      </p:sp>
      <p:sp>
        <p:nvSpPr>
          <p:cNvPr id="79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B368E12C-0628-4C77-9C37-461EBC5B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164" y="2300764"/>
            <a:ext cx="56197" cy="18097"/>
          </a:xfrm>
          <a:custGeom xmlns:a="http://schemas.openxmlformats.org/drawingml/2006/main">
            <a:pathLst>
              <a:path w="56197" h="18097">
                <a:moveTo>
                  <a:pt x="56197" y="0"/>
                </a:moveTo>
                <a:lnTo>
                  <a:pt x="0" y="0"/>
                </a:lnTo>
                <a:lnTo>
                  <a:pt x="0" y="18097"/>
                </a:lnTo>
                <a:lnTo>
                  <a:pt x="56197" y="18097"/>
                </a:lnTo>
                <a:lnTo>
                  <a:pt x="56197" y="0"/>
                </a:lnTo>
                <a:close/>
              </a:path>
            </a:pathLst>
          </a:custGeom>
          <a:solidFill xmlns:a="http://schemas.openxmlformats.org/drawingml/2006/main">
            <a:srgbClr val="4A4541"/>
          </a:solidFill>
          <a:ln xmlns:a="http://schemas.openxmlformats.org/drawingml/2006/main" w="0">
            <a:noFill/>
          </a:ln>
        </p:spPr>
      </p:sp>
      <p:sp>
        <p:nvSpPr>
          <p:cNvPr id="80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ED52965F-446D-4130-ABC2-E9701F1E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764" y="2557939"/>
            <a:ext cx="132397" cy="18097"/>
          </a:xfrm>
          <a:custGeom xmlns:a="http://schemas.openxmlformats.org/drawingml/2006/main">
            <a:pathLst>
              <a:path w="132397" h="18097">
                <a:moveTo>
                  <a:pt x="132397" y="0"/>
                </a:moveTo>
                <a:lnTo>
                  <a:pt x="0" y="0"/>
                </a:lnTo>
                <a:lnTo>
                  <a:pt x="0" y="18097"/>
                </a:lnTo>
                <a:lnTo>
                  <a:pt x="132397" y="18097"/>
                </a:lnTo>
                <a:lnTo>
                  <a:pt x="132397" y="0"/>
                </a:lnTo>
                <a:close/>
              </a:path>
            </a:pathLst>
          </a:custGeom>
          <a:solidFill xmlns:a="http://schemas.openxmlformats.org/drawingml/2006/main">
            <a:srgbClr val="4A4541"/>
          </a:solidFill>
          <a:ln xmlns:a="http://schemas.openxmlformats.org/drawingml/2006/main" w="0">
            <a:noFill/>
          </a:ln>
        </p:spPr>
      </p:sp>
      <p:sp>
        <p:nvSpPr>
          <p:cNvPr id="81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BF8DDE5C-48A8-4ADB-A9CF-90049B19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539" y="1910239"/>
            <a:ext cx="18097" cy="275272"/>
          </a:xfrm>
          <a:custGeom xmlns:a="http://schemas.openxmlformats.org/drawingml/2006/main">
            <a:pathLst>
              <a:path w="18097" h="275272">
                <a:moveTo>
                  <a:pt x="18097" y="0"/>
                </a:moveTo>
                <a:lnTo>
                  <a:pt x="0" y="0"/>
                </a:lnTo>
                <a:lnTo>
                  <a:pt x="0" y="275272"/>
                </a:lnTo>
                <a:lnTo>
                  <a:pt x="18097" y="275272"/>
                </a:lnTo>
                <a:lnTo>
                  <a:pt x="18097" y="0"/>
                </a:lnTo>
                <a:close/>
              </a:path>
            </a:pathLst>
          </a:custGeom>
          <a:solidFill xmlns:a="http://schemas.openxmlformats.org/drawingml/2006/main">
            <a:srgbClr val="F0F3E7"/>
          </a:solidFill>
          <a:ln xmlns:a="http://schemas.openxmlformats.org/drawingml/2006/main" w="0">
            <a:noFill/>
          </a:ln>
        </p:spPr>
      </p:sp>
      <p:sp>
        <p:nvSpPr>
          <p:cNvPr id="82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88708F46-96E4-4FF0-91CC-4B741C65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664" y="2386489"/>
            <a:ext cx="141922" cy="18097"/>
          </a:xfrm>
          <a:custGeom xmlns:a="http://schemas.openxmlformats.org/drawingml/2006/main">
            <a:pathLst>
              <a:path w="141922" h="18097">
                <a:moveTo>
                  <a:pt x="0" y="18097"/>
                </a:moveTo>
                <a:lnTo>
                  <a:pt x="141922" y="18097"/>
                </a:lnTo>
                <a:lnTo>
                  <a:pt x="141922" y="0"/>
                </a:lnTo>
                <a:lnTo>
                  <a:pt x="0" y="0"/>
                </a:lnTo>
                <a:lnTo>
                  <a:pt x="0" y="18097"/>
                </a:lnTo>
                <a:close/>
              </a:path>
            </a:pathLst>
          </a:custGeom>
          <a:solidFill xmlns:a="http://schemas.openxmlformats.org/drawingml/2006/main">
            <a:srgbClr val="D9E8F2"/>
          </a:solidFill>
          <a:ln xmlns:a="http://schemas.openxmlformats.org/drawingml/2006/main" w="0">
            <a:noFill/>
          </a:ln>
        </p:spPr>
      </p:sp>
      <p:sp>
        <p:nvSpPr>
          <p:cNvPr id="83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830A314E-2754-4045-9E74-3FFD0117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014" y="2396014"/>
            <a:ext cx="18097" cy="37147"/>
          </a:xfrm>
          <a:custGeom xmlns:a="http://schemas.openxmlformats.org/drawingml/2006/main">
            <a:pathLst>
              <a:path w="18097" h="37147">
                <a:moveTo>
                  <a:pt x="18097" y="37147"/>
                </a:moveTo>
                <a:lnTo>
                  <a:pt x="18097" y="0"/>
                </a:lnTo>
                <a:lnTo>
                  <a:pt x="0" y="0"/>
                </a:lnTo>
                <a:lnTo>
                  <a:pt x="0" y="37147"/>
                </a:lnTo>
                <a:lnTo>
                  <a:pt x="18097" y="37147"/>
                </a:lnTo>
                <a:close/>
              </a:path>
            </a:pathLst>
          </a:custGeom>
          <a:solidFill xmlns:a="http://schemas.openxmlformats.org/drawingml/2006/main">
            <a:srgbClr val="D9E8F2"/>
          </a:solidFill>
          <a:ln xmlns:a="http://schemas.openxmlformats.org/drawingml/2006/main" w="0">
            <a:noFill/>
          </a:ln>
        </p:spPr>
      </p:sp>
      <p:sp>
        <p:nvSpPr>
          <p:cNvPr id="84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3AC84016-F5CC-4706-8677-E1EC9623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414" y="2472214"/>
            <a:ext cx="122872" cy="18097"/>
          </a:xfrm>
          <a:custGeom xmlns:a="http://schemas.openxmlformats.org/drawingml/2006/main">
            <a:pathLst>
              <a:path w="122872" h="18097">
                <a:moveTo>
                  <a:pt x="122872" y="18097"/>
                </a:moveTo>
                <a:lnTo>
                  <a:pt x="122872" y="0"/>
                </a:lnTo>
                <a:lnTo>
                  <a:pt x="0" y="0"/>
                </a:lnTo>
                <a:lnTo>
                  <a:pt x="0" y="18097"/>
                </a:lnTo>
                <a:lnTo>
                  <a:pt x="122872" y="18097"/>
                </a:lnTo>
                <a:close/>
              </a:path>
            </a:pathLst>
          </a:custGeom>
          <a:solidFill xmlns:a="http://schemas.openxmlformats.org/drawingml/2006/main">
            <a:srgbClr val="D9E8F2"/>
          </a:solidFill>
          <a:ln xmlns:a="http://schemas.openxmlformats.org/drawingml/2006/main" w="0">
            <a:noFill/>
          </a:ln>
        </p:spPr>
      </p:sp>
      <p:sp>
        <p:nvSpPr>
          <p:cNvPr id="85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06BBCCF4-5595-4448-9A8E-E357AA48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589" y="2348389"/>
            <a:ext cx="18097" cy="65722"/>
          </a:xfrm>
          <a:custGeom xmlns:a="http://schemas.openxmlformats.org/drawingml/2006/main">
            <a:pathLst>
              <a:path w="18097" h="65722">
                <a:moveTo>
                  <a:pt x="0" y="0"/>
                </a:moveTo>
                <a:lnTo>
                  <a:pt x="0" y="65722"/>
                </a:lnTo>
                <a:lnTo>
                  <a:pt x="18097" y="65722"/>
                </a:lnTo>
                <a:lnTo>
                  <a:pt x="180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E8F2"/>
          </a:solidFill>
          <a:ln xmlns:a="http://schemas.openxmlformats.org/drawingml/2006/main" w="0">
            <a:noFill/>
          </a:ln>
        </p:spPr>
      </p:sp>
      <p:sp>
        <p:nvSpPr>
          <p:cNvPr id="86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A95A9FAC-D20E-4E87-8698-C994FC8E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0939" y="2415064"/>
            <a:ext cx="18097" cy="132397"/>
          </a:xfrm>
          <a:custGeom xmlns:a="http://schemas.openxmlformats.org/drawingml/2006/main">
            <a:pathLst>
              <a:path w="18097" h="132397">
                <a:moveTo>
                  <a:pt x="0" y="0"/>
                </a:moveTo>
                <a:lnTo>
                  <a:pt x="0" y="132397"/>
                </a:lnTo>
                <a:lnTo>
                  <a:pt x="18097" y="132397"/>
                </a:lnTo>
                <a:lnTo>
                  <a:pt x="180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E8F2"/>
          </a:solidFill>
          <a:ln xmlns:a="http://schemas.openxmlformats.org/drawingml/2006/main" w="0">
            <a:noFill/>
          </a:ln>
        </p:spPr>
      </p:sp>
      <p:sp>
        <p:nvSpPr>
          <p:cNvPr id="87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DFD96A0A-294B-438C-A28C-51C73ABF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164" y="500539"/>
            <a:ext cx="170498" cy="18098"/>
          </a:xfrm>
          <a:custGeom xmlns:a="http://schemas.openxmlformats.org/drawingml/2006/main">
            <a:pathLst>
              <a:path w="170498" h="18098">
                <a:moveTo>
                  <a:pt x="170498" y="18098"/>
                </a:moveTo>
                <a:lnTo>
                  <a:pt x="170498" y="0"/>
                </a:lnTo>
                <a:lnTo>
                  <a:pt x="0" y="0"/>
                </a:lnTo>
                <a:lnTo>
                  <a:pt x="0" y="18098"/>
                </a:lnTo>
                <a:lnTo>
                  <a:pt x="170498" y="18098"/>
                </a:lnTo>
                <a:close/>
              </a:path>
            </a:pathLst>
          </a:custGeom>
          <a:solidFill xmlns:a="http://schemas.openxmlformats.org/drawingml/2006/main">
            <a:srgbClr val="FDDAB2"/>
          </a:solidFill>
          <a:ln xmlns:a="http://schemas.openxmlformats.org/drawingml/2006/main" w="0">
            <a:noFill/>
          </a:ln>
        </p:spPr>
      </p:sp>
      <p:sp>
        <p:nvSpPr>
          <p:cNvPr id="88" name="Source-visible spatial histogram">
            <a:extLst xmlns:a="http://schemas.openxmlformats.org/drawingml/2006/main">
              <a:ext uri="{FF2B5EF4-FFF2-40B4-BE49-F238E27FC236}">
                <a16:creationId xmlns:a16="http://schemas.microsoft.com/office/drawing/2014/main" id="{F8013369-0C69-44F9-AD07-42E7CF6D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014" y="1919764"/>
            <a:ext cx="18097" cy="265747"/>
          </a:xfrm>
          <a:custGeom xmlns:a="http://schemas.openxmlformats.org/drawingml/2006/main">
            <a:pathLst>
              <a:path w="18097" h="265747">
                <a:moveTo>
                  <a:pt x="18097" y="265747"/>
                </a:moveTo>
                <a:lnTo>
                  <a:pt x="18097" y="0"/>
                </a:lnTo>
                <a:lnTo>
                  <a:pt x="0" y="0"/>
                </a:lnTo>
                <a:lnTo>
                  <a:pt x="0" y="265747"/>
                </a:lnTo>
                <a:lnTo>
                  <a:pt x="18097" y="265747"/>
                </a:lnTo>
                <a:close/>
              </a:path>
            </a:pathLst>
          </a:custGeom>
          <a:solidFill xmlns:a="http://schemas.openxmlformats.org/drawingml/2006/main">
            <a:srgbClr val="FDDAB2"/>
          </a:solidFill>
          <a:ln xmlns:a="http://schemas.openxmlformats.org/drawingml/2006/main" w="0">
            <a:noFill/>
          </a:ln>
        </p:spPr>
      </p:sp>
      <p:sp>
        <p:nvSpPr>
          <p:cNvPr id="89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A82704ED-5BFF-4FFE-849D-F834863E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964" y="976789"/>
            <a:ext cx="18097" cy="132398"/>
          </a:xfrm>
          <a:custGeom xmlns:a="http://schemas.openxmlformats.org/drawingml/2006/main">
            <a:pathLst>
              <a:path w="18097" h="132398">
                <a:moveTo>
                  <a:pt x="0" y="0"/>
                </a:moveTo>
                <a:lnTo>
                  <a:pt x="0" y="132398"/>
                </a:lnTo>
                <a:lnTo>
                  <a:pt x="18097" y="132398"/>
                </a:lnTo>
                <a:lnTo>
                  <a:pt x="180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DC4DE"/>
          </a:solidFill>
          <a:ln xmlns:a="http://schemas.openxmlformats.org/drawingml/2006/main" w="0">
            <a:noFill/>
          </a:ln>
        </p:spPr>
      </p:sp>
      <p:sp>
        <p:nvSpPr>
          <p:cNvPr id="90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1128D6DA-3EB8-4677-AD0D-781A167B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489" y="1129189"/>
            <a:ext cx="1875473" cy="1732597"/>
          </a:xfrm>
          <a:custGeom xmlns:a="http://schemas.openxmlformats.org/drawingml/2006/main">
            <a:pathLst>
              <a:path w="1875473" h="1732597">
                <a:moveTo>
                  <a:pt x="0" y="0"/>
                </a:moveTo>
                <a:lnTo>
                  <a:pt x="0" y="1723072"/>
                </a:lnTo>
                <a:lnTo>
                  <a:pt x="1495425" y="1723072"/>
                </a:lnTo>
                <a:lnTo>
                  <a:pt x="1495425" y="1732597"/>
                </a:lnTo>
                <a:lnTo>
                  <a:pt x="1599248" y="1732597"/>
                </a:lnTo>
                <a:lnTo>
                  <a:pt x="1599248" y="1599247"/>
                </a:lnTo>
                <a:lnTo>
                  <a:pt x="1608773" y="1599247"/>
                </a:lnTo>
                <a:lnTo>
                  <a:pt x="1608773" y="1580197"/>
                </a:lnTo>
                <a:lnTo>
                  <a:pt x="1628775" y="1580197"/>
                </a:lnTo>
                <a:lnTo>
                  <a:pt x="1628775" y="1599247"/>
                </a:lnTo>
                <a:lnTo>
                  <a:pt x="1646873" y="1599247"/>
                </a:lnTo>
                <a:lnTo>
                  <a:pt x="1646873" y="1589722"/>
                </a:lnTo>
                <a:lnTo>
                  <a:pt x="1665923" y="1589722"/>
                </a:lnTo>
                <a:lnTo>
                  <a:pt x="1665923" y="1580197"/>
                </a:lnTo>
                <a:lnTo>
                  <a:pt x="1675448" y="1580197"/>
                </a:lnTo>
                <a:lnTo>
                  <a:pt x="1675448" y="1570672"/>
                </a:lnTo>
                <a:lnTo>
                  <a:pt x="1684973" y="1570672"/>
                </a:lnTo>
                <a:lnTo>
                  <a:pt x="1684973" y="1543050"/>
                </a:lnTo>
                <a:lnTo>
                  <a:pt x="1675448" y="1543050"/>
                </a:lnTo>
                <a:lnTo>
                  <a:pt x="1675448" y="1524000"/>
                </a:lnTo>
                <a:lnTo>
                  <a:pt x="1665923" y="1524000"/>
                </a:lnTo>
                <a:lnTo>
                  <a:pt x="1665923" y="1523047"/>
                </a:lnTo>
                <a:lnTo>
                  <a:pt x="1675448" y="1523047"/>
                </a:lnTo>
                <a:lnTo>
                  <a:pt x="1675448" y="1503997"/>
                </a:lnTo>
                <a:lnTo>
                  <a:pt x="1684973" y="1503997"/>
                </a:lnTo>
                <a:lnTo>
                  <a:pt x="1684973" y="1494472"/>
                </a:lnTo>
                <a:lnTo>
                  <a:pt x="1694498" y="1494472"/>
                </a:lnTo>
                <a:lnTo>
                  <a:pt x="1694498" y="1484947"/>
                </a:lnTo>
                <a:lnTo>
                  <a:pt x="1704975" y="1484947"/>
                </a:lnTo>
                <a:lnTo>
                  <a:pt x="1704975" y="1494472"/>
                </a:lnTo>
                <a:lnTo>
                  <a:pt x="1742123" y="1494472"/>
                </a:lnTo>
                <a:lnTo>
                  <a:pt x="1742123" y="1484947"/>
                </a:lnTo>
                <a:lnTo>
                  <a:pt x="1751648" y="1484947"/>
                </a:lnTo>
                <a:lnTo>
                  <a:pt x="1751648" y="1427797"/>
                </a:lnTo>
                <a:lnTo>
                  <a:pt x="1761173" y="1427797"/>
                </a:lnTo>
                <a:lnTo>
                  <a:pt x="1761173" y="1418272"/>
                </a:lnTo>
                <a:lnTo>
                  <a:pt x="1799273" y="1418272"/>
                </a:lnTo>
                <a:lnTo>
                  <a:pt x="1799273" y="1408747"/>
                </a:lnTo>
                <a:lnTo>
                  <a:pt x="1808798" y="1408747"/>
                </a:lnTo>
                <a:lnTo>
                  <a:pt x="1808798" y="1371600"/>
                </a:lnTo>
                <a:lnTo>
                  <a:pt x="1799273" y="1371600"/>
                </a:lnTo>
                <a:lnTo>
                  <a:pt x="1799273" y="1361122"/>
                </a:lnTo>
                <a:lnTo>
                  <a:pt x="1837373" y="1361122"/>
                </a:lnTo>
                <a:lnTo>
                  <a:pt x="1837373" y="1323022"/>
                </a:lnTo>
                <a:lnTo>
                  <a:pt x="1856423" y="1323022"/>
                </a:lnTo>
                <a:lnTo>
                  <a:pt x="1856423" y="1313497"/>
                </a:lnTo>
                <a:lnTo>
                  <a:pt x="1875473" y="1313497"/>
                </a:lnTo>
                <a:lnTo>
                  <a:pt x="1875473" y="1285875"/>
                </a:lnTo>
                <a:lnTo>
                  <a:pt x="1865948" y="1285875"/>
                </a:lnTo>
                <a:lnTo>
                  <a:pt x="1865948" y="1257300"/>
                </a:lnTo>
                <a:lnTo>
                  <a:pt x="1808798" y="1257300"/>
                </a:lnTo>
                <a:lnTo>
                  <a:pt x="1808798" y="1238250"/>
                </a:lnTo>
                <a:lnTo>
                  <a:pt x="1799273" y="1238250"/>
                </a:lnTo>
                <a:lnTo>
                  <a:pt x="1799273" y="1228725"/>
                </a:lnTo>
                <a:lnTo>
                  <a:pt x="1751648" y="1228725"/>
                </a:lnTo>
                <a:lnTo>
                  <a:pt x="1751648" y="1209675"/>
                </a:lnTo>
                <a:lnTo>
                  <a:pt x="1704023" y="1209675"/>
                </a:lnTo>
                <a:lnTo>
                  <a:pt x="1704023" y="1200150"/>
                </a:lnTo>
                <a:lnTo>
                  <a:pt x="1694498" y="1200150"/>
                </a:lnTo>
                <a:lnTo>
                  <a:pt x="1694498" y="1181100"/>
                </a:lnTo>
                <a:lnTo>
                  <a:pt x="1646873" y="1181100"/>
                </a:lnTo>
                <a:lnTo>
                  <a:pt x="1646873" y="1162050"/>
                </a:lnTo>
                <a:lnTo>
                  <a:pt x="1608773" y="1162050"/>
                </a:lnTo>
                <a:lnTo>
                  <a:pt x="1608773" y="1152525"/>
                </a:lnTo>
                <a:lnTo>
                  <a:pt x="1589723" y="1152525"/>
                </a:lnTo>
                <a:lnTo>
                  <a:pt x="1589723" y="1143000"/>
                </a:lnTo>
                <a:lnTo>
                  <a:pt x="1561148" y="1143000"/>
                </a:lnTo>
                <a:lnTo>
                  <a:pt x="1561148" y="1133475"/>
                </a:lnTo>
                <a:lnTo>
                  <a:pt x="1532573" y="1133475"/>
                </a:lnTo>
                <a:lnTo>
                  <a:pt x="1532573" y="1123950"/>
                </a:lnTo>
                <a:lnTo>
                  <a:pt x="1513523" y="1123950"/>
                </a:lnTo>
                <a:lnTo>
                  <a:pt x="1513523" y="1114425"/>
                </a:lnTo>
                <a:lnTo>
                  <a:pt x="1494473" y="1114425"/>
                </a:lnTo>
                <a:lnTo>
                  <a:pt x="1494473" y="1104900"/>
                </a:lnTo>
                <a:lnTo>
                  <a:pt x="1484948" y="1104900"/>
                </a:lnTo>
                <a:lnTo>
                  <a:pt x="1484948" y="1095375"/>
                </a:lnTo>
                <a:lnTo>
                  <a:pt x="1465898" y="1095375"/>
                </a:lnTo>
                <a:lnTo>
                  <a:pt x="1465898" y="1085850"/>
                </a:lnTo>
                <a:lnTo>
                  <a:pt x="1437323" y="1085850"/>
                </a:lnTo>
                <a:lnTo>
                  <a:pt x="1437323" y="1076325"/>
                </a:lnTo>
                <a:lnTo>
                  <a:pt x="1408748" y="1076325"/>
                </a:lnTo>
                <a:lnTo>
                  <a:pt x="1408748" y="1066800"/>
                </a:lnTo>
                <a:lnTo>
                  <a:pt x="1390650" y="1066800"/>
                </a:lnTo>
                <a:lnTo>
                  <a:pt x="1390650" y="1076325"/>
                </a:lnTo>
                <a:lnTo>
                  <a:pt x="1380173" y="1076325"/>
                </a:lnTo>
                <a:lnTo>
                  <a:pt x="1380173" y="1057275"/>
                </a:lnTo>
                <a:lnTo>
                  <a:pt x="1361123" y="1057275"/>
                </a:lnTo>
                <a:lnTo>
                  <a:pt x="1361123" y="1047750"/>
                </a:lnTo>
                <a:lnTo>
                  <a:pt x="1343025" y="1047750"/>
                </a:lnTo>
                <a:lnTo>
                  <a:pt x="1343025" y="1057275"/>
                </a:lnTo>
                <a:lnTo>
                  <a:pt x="1265873" y="1057275"/>
                </a:lnTo>
                <a:lnTo>
                  <a:pt x="1265873" y="1056323"/>
                </a:lnTo>
                <a:lnTo>
                  <a:pt x="1275398" y="1056323"/>
                </a:lnTo>
                <a:lnTo>
                  <a:pt x="1275398" y="1046797"/>
                </a:lnTo>
                <a:lnTo>
                  <a:pt x="1284923" y="1046797"/>
                </a:lnTo>
                <a:lnTo>
                  <a:pt x="1284923" y="1009650"/>
                </a:lnTo>
                <a:lnTo>
                  <a:pt x="1275398" y="1009650"/>
                </a:lnTo>
                <a:lnTo>
                  <a:pt x="1275398" y="1000125"/>
                </a:lnTo>
                <a:lnTo>
                  <a:pt x="1237298" y="1000125"/>
                </a:lnTo>
                <a:lnTo>
                  <a:pt x="1237298" y="990600"/>
                </a:lnTo>
                <a:lnTo>
                  <a:pt x="1218248" y="990600"/>
                </a:lnTo>
                <a:lnTo>
                  <a:pt x="1218248" y="981075"/>
                </a:lnTo>
                <a:lnTo>
                  <a:pt x="1170623" y="981075"/>
                </a:lnTo>
                <a:lnTo>
                  <a:pt x="1170623" y="971550"/>
                </a:lnTo>
                <a:lnTo>
                  <a:pt x="1161098" y="971550"/>
                </a:lnTo>
                <a:lnTo>
                  <a:pt x="1161098" y="962025"/>
                </a:lnTo>
                <a:lnTo>
                  <a:pt x="1103948" y="962025"/>
                </a:lnTo>
                <a:lnTo>
                  <a:pt x="1103948" y="952500"/>
                </a:lnTo>
                <a:lnTo>
                  <a:pt x="1094423" y="952500"/>
                </a:lnTo>
                <a:lnTo>
                  <a:pt x="1094423" y="933450"/>
                </a:lnTo>
                <a:lnTo>
                  <a:pt x="1084898" y="933450"/>
                </a:lnTo>
                <a:lnTo>
                  <a:pt x="1084898" y="923925"/>
                </a:lnTo>
                <a:lnTo>
                  <a:pt x="1065848" y="923925"/>
                </a:lnTo>
                <a:lnTo>
                  <a:pt x="1065848" y="914400"/>
                </a:lnTo>
                <a:lnTo>
                  <a:pt x="1037273" y="914400"/>
                </a:lnTo>
                <a:lnTo>
                  <a:pt x="1037273" y="904875"/>
                </a:lnTo>
                <a:lnTo>
                  <a:pt x="1018223" y="904875"/>
                </a:lnTo>
                <a:lnTo>
                  <a:pt x="1018223" y="895350"/>
                </a:lnTo>
                <a:lnTo>
                  <a:pt x="999173" y="895350"/>
                </a:lnTo>
                <a:lnTo>
                  <a:pt x="999173" y="885825"/>
                </a:lnTo>
                <a:lnTo>
                  <a:pt x="980123" y="885825"/>
                </a:lnTo>
                <a:lnTo>
                  <a:pt x="980123" y="876300"/>
                </a:lnTo>
                <a:lnTo>
                  <a:pt x="961073" y="876300"/>
                </a:lnTo>
                <a:lnTo>
                  <a:pt x="961073" y="866775"/>
                </a:lnTo>
                <a:lnTo>
                  <a:pt x="942023" y="866775"/>
                </a:lnTo>
                <a:lnTo>
                  <a:pt x="942023" y="857250"/>
                </a:lnTo>
                <a:lnTo>
                  <a:pt x="922973" y="857250"/>
                </a:lnTo>
                <a:lnTo>
                  <a:pt x="922973" y="847725"/>
                </a:lnTo>
                <a:lnTo>
                  <a:pt x="903923" y="847725"/>
                </a:lnTo>
                <a:lnTo>
                  <a:pt x="903923" y="838200"/>
                </a:lnTo>
                <a:lnTo>
                  <a:pt x="884873" y="838200"/>
                </a:lnTo>
                <a:lnTo>
                  <a:pt x="884873" y="828675"/>
                </a:lnTo>
                <a:lnTo>
                  <a:pt x="865823" y="828675"/>
                </a:lnTo>
                <a:lnTo>
                  <a:pt x="865823" y="819150"/>
                </a:lnTo>
                <a:lnTo>
                  <a:pt x="846773" y="819150"/>
                </a:lnTo>
                <a:lnTo>
                  <a:pt x="846773" y="809625"/>
                </a:lnTo>
                <a:lnTo>
                  <a:pt x="827723" y="809625"/>
                </a:lnTo>
                <a:lnTo>
                  <a:pt x="827723" y="800100"/>
                </a:lnTo>
                <a:lnTo>
                  <a:pt x="808673" y="800100"/>
                </a:lnTo>
                <a:lnTo>
                  <a:pt x="808673" y="790575"/>
                </a:lnTo>
                <a:lnTo>
                  <a:pt x="789623" y="790575"/>
                </a:lnTo>
                <a:lnTo>
                  <a:pt x="789623" y="781050"/>
                </a:lnTo>
                <a:lnTo>
                  <a:pt x="770573" y="781050"/>
                </a:lnTo>
                <a:lnTo>
                  <a:pt x="770573" y="771525"/>
                </a:lnTo>
                <a:lnTo>
                  <a:pt x="761048" y="771525"/>
                </a:lnTo>
                <a:lnTo>
                  <a:pt x="761048" y="762000"/>
                </a:lnTo>
                <a:lnTo>
                  <a:pt x="741998" y="762000"/>
                </a:lnTo>
                <a:lnTo>
                  <a:pt x="741998" y="752475"/>
                </a:lnTo>
                <a:lnTo>
                  <a:pt x="732473" y="752475"/>
                </a:lnTo>
                <a:lnTo>
                  <a:pt x="732473" y="742950"/>
                </a:lnTo>
                <a:lnTo>
                  <a:pt x="713423" y="742950"/>
                </a:lnTo>
                <a:lnTo>
                  <a:pt x="713423" y="733425"/>
                </a:lnTo>
                <a:lnTo>
                  <a:pt x="694373" y="733425"/>
                </a:lnTo>
                <a:lnTo>
                  <a:pt x="694373" y="723900"/>
                </a:lnTo>
                <a:lnTo>
                  <a:pt x="684848" y="723900"/>
                </a:lnTo>
                <a:lnTo>
                  <a:pt x="684848" y="714375"/>
                </a:lnTo>
                <a:lnTo>
                  <a:pt x="665798" y="714375"/>
                </a:lnTo>
                <a:lnTo>
                  <a:pt x="665798" y="704850"/>
                </a:lnTo>
                <a:lnTo>
                  <a:pt x="646748" y="704850"/>
                </a:lnTo>
                <a:lnTo>
                  <a:pt x="646748" y="695325"/>
                </a:lnTo>
                <a:lnTo>
                  <a:pt x="627698" y="695325"/>
                </a:lnTo>
                <a:lnTo>
                  <a:pt x="627698" y="685800"/>
                </a:lnTo>
                <a:lnTo>
                  <a:pt x="608648" y="685800"/>
                </a:lnTo>
                <a:lnTo>
                  <a:pt x="608648" y="676275"/>
                </a:lnTo>
                <a:lnTo>
                  <a:pt x="599123" y="676275"/>
                </a:lnTo>
                <a:lnTo>
                  <a:pt x="599123" y="666750"/>
                </a:lnTo>
                <a:lnTo>
                  <a:pt x="580073" y="666750"/>
                </a:lnTo>
                <a:lnTo>
                  <a:pt x="580073" y="657225"/>
                </a:lnTo>
                <a:lnTo>
                  <a:pt x="570548" y="657225"/>
                </a:lnTo>
                <a:lnTo>
                  <a:pt x="570548" y="647700"/>
                </a:lnTo>
                <a:lnTo>
                  <a:pt x="551498" y="647700"/>
                </a:lnTo>
                <a:lnTo>
                  <a:pt x="551498" y="638175"/>
                </a:lnTo>
                <a:lnTo>
                  <a:pt x="532448" y="638175"/>
                </a:lnTo>
                <a:lnTo>
                  <a:pt x="532448" y="628650"/>
                </a:lnTo>
                <a:lnTo>
                  <a:pt x="522923" y="628650"/>
                </a:lnTo>
                <a:lnTo>
                  <a:pt x="522923" y="619125"/>
                </a:lnTo>
                <a:lnTo>
                  <a:pt x="503873" y="619125"/>
                </a:lnTo>
                <a:lnTo>
                  <a:pt x="503873" y="609600"/>
                </a:lnTo>
                <a:lnTo>
                  <a:pt x="494348" y="609600"/>
                </a:lnTo>
                <a:lnTo>
                  <a:pt x="494348" y="600075"/>
                </a:lnTo>
                <a:lnTo>
                  <a:pt x="475298" y="600075"/>
                </a:lnTo>
                <a:lnTo>
                  <a:pt x="475298" y="590550"/>
                </a:lnTo>
                <a:lnTo>
                  <a:pt x="465773" y="590550"/>
                </a:lnTo>
                <a:lnTo>
                  <a:pt x="465773" y="581025"/>
                </a:lnTo>
                <a:lnTo>
                  <a:pt x="446723" y="581025"/>
                </a:lnTo>
                <a:lnTo>
                  <a:pt x="446723" y="571500"/>
                </a:lnTo>
                <a:lnTo>
                  <a:pt x="437198" y="571500"/>
                </a:lnTo>
                <a:lnTo>
                  <a:pt x="437198" y="561975"/>
                </a:lnTo>
                <a:lnTo>
                  <a:pt x="418148" y="561975"/>
                </a:lnTo>
                <a:lnTo>
                  <a:pt x="418148" y="552450"/>
                </a:lnTo>
                <a:lnTo>
                  <a:pt x="408623" y="552450"/>
                </a:lnTo>
                <a:lnTo>
                  <a:pt x="408623" y="542925"/>
                </a:lnTo>
                <a:lnTo>
                  <a:pt x="399098" y="542925"/>
                </a:lnTo>
                <a:lnTo>
                  <a:pt x="399098" y="533400"/>
                </a:lnTo>
                <a:lnTo>
                  <a:pt x="380048" y="533400"/>
                </a:lnTo>
                <a:lnTo>
                  <a:pt x="380048" y="523875"/>
                </a:lnTo>
                <a:lnTo>
                  <a:pt x="370523" y="523875"/>
                </a:lnTo>
                <a:lnTo>
                  <a:pt x="370523" y="514350"/>
                </a:lnTo>
                <a:lnTo>
                  <a:pt x="351473" y="514350"/>
                </a:lnTo>
                <a:lnTo>
                  <a:pt x="351473" y="504825"/>
                </a:lnTo>
                <a:lnTo>
                  <a:pt x="341948" y="504825"/>
                </a:lnTo>
                <a:lnTo>
                  <a:pt x="341948" y="495300"/>
                </a:lnTo>
                <a:lnTo>
                  <a:pt x="332423" y="495300"/>
                </a:lnTo>
                <a:lnTo>
                  <a:pt x="332423" y="485775"/>
                </a:lnTo>
                <a:lnTo>
                  <a:pt x="322898" y="485775"/>
                </a:lnTo>
                <a:lnTo>
                  <a:pt x="322898" y="476250"/>
                </a:lnTo>
                <a:lnTo>
                  <a:pt x="313373" y="476250"/>
                </a:lnTo>
                <a:lnTo>
                  <a:pt x="313373" y="466725"/>
                </a:lnTo>
                <a:lnTo>
                  <a:pt x="294323" y="466725"/>
                </a:lnTo>
                <a:lnTo>
                  <a:pt x="294323" y="457200"/>
                </a:lnTo>
                <a:lnTo>
                  <a:pt x="284798" y="457200"/>
                </a:lnTo>
                <a:lnTo>
                  <a:pt x="284798" y="447675"/>
                </a:lnTo>
                <a:lnTo>
                  <a:pt x="275273" y="447675"/>
                </a:lnTo>
                <a:lnTo>
                  <a:pt x="275273" y="438150"/>
                </a:lnTo>
                <a:lnTo>
                  <a:pt x="265748" y="438150"/>
                </a:lnTo>
                <a:lnTo>
                  <a:pt x="265748" y="428625"/>
                </a:lnTo>
                <a:lnTo>
                  <a:pt x="256223" y="428625"/>
                </a:lnTo>
                <a:lnTo>
                  <a:pt x="256223" y="419100"/>
                </a:lnTo>
                <a:lnTo>
                  <a:pt x="246698" y="419100"/>
                </a:lnTo>
                <a:lnTo>
                  <a:pt x="246698" y="409575"/>
                </a:lnTo>
                <a:lnTo>
                  <a:pt x="237173" y="409575"/>
                </a:lnTo>
                <a:lnTo>
                  <a:pt x="237173" y="400050"/>
                </a:lnTo>
                <a:lnTo>
                  <a:pt x="227648" y="400050"/>
                </a:lnTo>
                <a:lnTo>
                  <a:pt x="227648" y="390525"/>
                </a:lnTo>
                <a:lnTo>
                  <a:pt x="218123" y="390525"/>
                </a:lnTo>
                <a:lnTo>
                  <a:pt x="218123" y="381000"/>
                </a:lnTo>
                <a:lnTo>
                  <a:pt x="208598" y="381000"/>
                </a:lnTo>
                <a:lnTo>
                  <a:pt x="208598" y="361950"/>
                </a:lnTo>
                <a:lnTo>
                  <a:pt x="199072" y="361950"/>
                </a:lnTo>
                <a:lnTo>
                  <a:pt x="199072" y="352425"/>
                </a:lnTo>
                <a:lnTo>
                  <a:pt x="189547" y="352425"/>
                </a:lnTo>
                <a:lnTo>
                  <a:pt x="189547" y="342900"/>
                </a:lnTo>
                <a:lnTo>
                  <a:pt x="180022" y="342900"/>
                </a:lnTo>
                <a:lnTo>
                  <a:pt x="180022" y="333375"/>
                </a:lnTo>
                <a:lnTo>
                  <a:pt x="170497" y="333375"/>
                </a:lnTo>
                <a:lnTo>
                  <a:pt x="170497" y="323850"/>
                </a:lnTo>
                <a:lnTo>
                  <a:pt x="160972" y="323850"/>
                </a:lnTo>
                <a:lnTo>
                  <a:pt x="160972" y="314325"/>
                </a:lnTo>
                <a:lnTo>
                  <a:pt x="151447" y="314325"/>
                </a:lnTo>
                <a:lnTo>
                  <a:pt x="151447" y="304800"/>
                </a:lnTo>
                <a:lnTo>
                  <a:pt x="141922" y="304800"/>
                </a:lnTo>
                <a:lnTo>
                  <a:pt x="141922" y="295275"/>
                </a:lnTo>
                <a:lnTo>
                  <a:pt x="132397" y="295275"/>
                </a:lnTo>
                <a:lnTo>
                  <a:pt x="132397" y="285750"/>
                </a:lnTo>
                <a:lnTo>
                  <a:pt x="122872" y="285750"/>
                </a:lnTo>
                <a:lnTo>
                  <a:pt x="122872" y="266700"/>
                </a:lnTo>
                <a:lnTo>
                  <a:pt x="113347" y="266700"/>
                </a:lnTo>
                <a:lnTo>
                  <a:pt x="113347" y="257175"/>
                </a:lnTo>
                <a:lnTo>
                  <a:pt x="103822" y="257175"/>
                </a:lnTo>
                <a:lnTo>
                  <a:pt x="103822" y="238125"/>
                </a:lnTo>
                <a:lnTo>
                  <a:pt x="94297" y="238125"/>
                </a:lnTo>
                <a:lnTo>
                  <a:pt x="94297" y="219075"/>
                </a:lnTo>
                <a:lnTo>
                  <a:pt x="84772" y="219075"/>
                </a:lnTo>
                <a:lnTo>
                  <a:pt x="84772" y="209550"/>
                </a:lnTo>
                <a:lnTo>
                  <a:pt x="75247" y="209550"/>
                </a:lnTo>
                <a:lnTo>
                  <a:pt x="75247" y="180975"/>
                </a:lnTo>
                <a:lnTo>
                  <a:pt x="65722" y="180975"/>
                </a:lnTo>
                <a:lnTo>
                  <a:pt x="65722" y="161925"/>
                </a:lnTo>
                <a:lnTo>
                  <a:pt x="56197" y="161925"/>
                </a:lnTo>
                <a:lnTo>
                  <a:pt x="56197" y="133350"/>
                </a:lnTo>
                <a:lnTo>
                  <a:pt x="46672" y="133350"/>
                </a:lnTo>
                <a:lnTo>
                  <a:pt x="46672" y="104775"/>
                </a:lnTo>
                <a:lnTo>
                  <a:pt x="37147" y="104775"/>
                </a:lnTo>
                <a:lnTo>
                  <a:pt x="37147" y="76200"/>
                </a:lnTo>
                <a:lnTo>
                  <a:pt x="27622" y="76200"/>
                </a:lnTo>
                <a:lnTo>
                  <a:pt x="27622" y="47625"/>
                </a:lnTo>
                <a:lnTo>
                  <a:pt x="18097" y="47625"/>
                </a:lnTo>
                <a:lnTo>
                  <a:pt x="180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DC4DE"/>
          </a:solidFill>
          <a:ln xmlns:a="http://schemas.openxmlformats.org/drawingml/2006/main" w="0">
            <a:noFill/>
          </a:ln>
        </p:spPr>
      </p:sp>
      <p:sp>
        <p:nvSpPr>
          <p:cNvPr id="91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945E09C4-11C8-41E5-9169-274FE413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964" y="719614"/>
            <a:ext cx="18097" cy="37148"/>
          </a:xfrm>
          <a:custGeom xmlns:a="http://schemas.openxmlformats.org/drawingml/2006/main">
            <a:pathLst>
              <a:path w="18097" h="37148">
                <a:moveTo>
                  <a:pt x="18097" y="37148"/>
                </a:moveTo>
                <a:lnTo>
                  <a:pt x="18097" y="0"/>
                </a:lnTo>
                <a:lnTo>
                  <a:pt x="0" y="0"/>
                </a:lnTo>
                <a:lnTo>
                  <a:pt x="0" y="37148"/>
                </a:lnTo>
                <a:lnTo>
                  <a:pt x="18097" y="37148"/>
                </a:lnTo>
                <a:close/>
              </a:path>
            </a:pathLst>
          </a:custGeom>
          <a:solidFill xmlns:a="http://schemas.openxmlformats.org/drawingml/2006/main">
            <a:srgbClr val="BDD7E9"/>
          </a:solidFill>
          <a:ln xmlns:a="http://schemas.openxmlformats.org/drawingml/2006/main" w="0">
            <a:noFill/>
          </a:ln>
        </p:spPr>
      </p:sp>
      <p:sp>
        <p:nvSpPr>
          <p:cNvPr id="92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2EADFBE7-0ADF-49FE-B568-7858DB30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489" y="824389"/>
            <a:ext cx="2075498" cy="1589722"/>
          </a:xfrm>
          <a:custGeom xmlns:a="http://schemas.openxmlformats.org/drawingml/2006/main">
            <a:pathLst>
              <a:path w="2075498" h="1589722">
                <a:moveTo>
                  <a:pt x="0" y="0"/>
                </a:moveTo>
                <a:lnTo>
                  <a:pt x="0" y="160973"/>
                </a:lnTo>
                <a:lnTo>
                  <a:pt x="9525" y="160973"/>
                </a:lnTo>
                <a:lnTo>
                  <a:pt x="9525" y="303848"/>
                </a:lnTo>
                <a:lnTo>
                  <a:pt x="19050" y="303848"/>
                </a:lnTo>
                <a:lnTo>
                  <a:pt x="19050" y="360998"/>
                </a:lnTo>
                <a:lnTo>
                  <a:pt x="28575" y="360998"/>
                </a:lnTo>
                <a:lnTo>
                  <a:pt x="28575" y="389573"/>
                </a:lnTo>
                <a:lnTo>
                  <a:pt x="38100" y="389573"/>
                </a:lnTo>
                <a:lnTo>
                  <a:pt x="38100" y="418147"/>
                </a:lnTo>
                <a:lnTo>
                  <a:pt x="47625" y="418147"/>
                </a:lnTo>
                <a:lnTo>
                  <a:pt x="47625" y="446722"/>
                </a:lnTo>
                <a:lnTo>
                  <a:pt x="57150" y="446722"/>
                </a:lnTo>
                <a:lnTo>
                  <a:pt x="57150" y="475297"/>
                </a:lnTo>
                <a:lnTo>
                  <a:pt x="66675" y="475297"/>
                </a:lnTo>
                <a:lnTo>
                  <a:pt x="66675" y="494347"/>
                </a:lnTo>
                <a:lnTo>
                  <a:pt x="76200" y="494347"/>
                </a:lnTo>
                <a:lnTo>
                  <a:pt x="76200" y="513397"/>
                </a:lnTo>
                <a:lnTo>
                  <a:pt x="85725" y="513397"/>
                </a:lnTo>
                <a:lnTo>
                  <a:pt x="85725" y="532447"/>
                </a:lnTo>
                <a:lnTo>
                  <a:pt x="95250" y="532447"/>
                </a:lnTo>
                <a:lnTo>
                  <a:pt x="95250" y="551497"/>
                </a:lnTo>
                <a:lnTo>
                  <a:pt x="104775" y="551497"/>
                </a:lnTo>
                <a:lnTo>
                  <a:pt x="104775" y="570547"/>
                </a:lnTo>
                <a:lnTo>
                  <a:pt x="114300" y="570547"/>
                </a:lnTo>
                <a:lnTo>
                  <a:pt x="114300" y="580072"/>
                </a:lnTo>
                <a:lnTo>
                  <a:pt x="123825" y="580072"/>
                </a:lnTo>
                <a:lnTo>
                  <a:pt x="123825" y="589597"/>
                </a:lnTo>
                <a:lnTo>
                  <a:pt x="133350" y="589597"/>
                </a:lnTo>
                <a:lnTo>
                  <a:pt x="133350" y="599122"/>
                </a:lnTo>
                <a:lnTo>
                  <a:pt x="142875" y="599122"/>
                </a:lnTo>
                <a:lnTo>
                  <a:pt x="142875" y="618172"/>
                </a:lnTo>
                <a:lnTo>
                  <a:pt x="152400" y="618172"/>
                </a:lnTo>
                <a:lnTo>
                  <a:pt x="152400" y="627697"/>
                </a:lnTo>
                <a:lnTo>
                  <a:pt x="161925" y="627697"/>
                </a:lnTo>
                <a:lnTo>
                  <a:pt x="161925" y="637222"/>
                </a:lnTo>
                <a:lnTo>
                  <a:pt x="171450" y="637222"/>
                </a:lnTo>
                <a:lnTo>
                  <a:pt x="171450" y="646747"/>
                </a:lnTo>
                <a:lnTo>
                  <a:pt x="180975" y="646747"/>
                </a:lnTo>
                <a:lnTo>
                  <a:pt x="180975" y="656272"/>
                </a:lnTo>
                <a:lnTo>
                  <a:pt x="190500" y="656272"/>
                </a:lnTo>
                <a:lnTo>
                  <a:pt x="190500" y="665797"/>
                </a:lnTo>
                <a:lnTo>
                  <a:pt x="200025" y="665797"/>
                </a:lnTo>
                <a:lnTo>
                  <a:pt x="200025" y="675322"/>
                </a:lnTo>
                <a:lnTo>
                  <a:pt x="209550" y="675322"/>
                </a:lnTo>
                <a:lnTo>
                  <a:pt x="209550" y="684847"/>
                </a:lnTo>
                <a:lnTo>
                  <a:pt x="219075" y="684847"/>
                </a:lnTo>
                <a:lnTo>
                  <a:pt x="219075" y="694372"/>
                </a:lnTo>
                <a:lnTo>
                  <a:pt x="228600" y="694372"/>
                </a:lnTo>
                <a:lnTo>
                  <a:pt x="228600" y="703897"/>
                </a:lnTo>
                <a:lnTo>
                  <a:pt x="238125" y="703897"/>
                </a:lnTo>
                <a:lnTo>
                  <a:pt x="238125" y="713422"/>
                </a:lnTo>
                <a:lnTo>
                  <a:pt x="247650" y="713422"/>
                </a:lnTo>
                <a:lnTo>
                  <a:pt x="247650" y="722947"/>
                </a:lnTo>
                <a:lnTo>
                  <a:pt x="257175" y="722947"/>
                </a:lnTo>
                <a:lnTo>
                  <a:pt x="257175" y="732472"/>
                </a:lnTo>
                <a:lnTo>
                  <a:pt x="266700" y="732472"/>
                </a:lnTo>
                <a:lnTo>
                  <a:pt x="266700" y="741997"/>
                </a:lnTo>
                <a:lnTo>
                  <a:pt x="276225" y="741997"/>
                </a:lnTo>
                <a:lnTo>
                  <a:pt x="276225" y="751522"/>
                </a:lnTo>
                <a:lnTo>
                  <a:pt x="285750" y="751522"/>
                </a:lnTo>
                <a:lnTo>
                  <a:pt x="285750" y="761047"/>
                </a:lnTo>
                <a:lnTo>
                  <a:pt x="295275" y="761047"/>
                </a:lnTo>
                <a:lnTo>
                  <a:pt x="295275" y="770572"/>
                </a:lnTo>
                <a:lnTo>
                  <a:pt x="304800" y="770572"/>
                </a:lnTo>
                <a:lnTo>
                  <a:pt x="304800" y="780097"/>
                </a:lnTo>
                <a:lnTo>
                  <a:pt x="314325" y="780097"/>
                </a:lnTo>
                <a:lnTo>
                  <a:pt x="314325" y="789622"/>
                </a:lnTo>
                <a:lnTo>
                  <a:pt x="323850" y="789622"/>
                </a:lnTo>
                <a:lnTo>
                  <a:pt x="323850" y="799147"/>
                </a:lnTo>
                <a:lnTo>
                  <a:pt x="342900" y="799147"/>
                </a:lnTo>
                <a:lnTo>
                  <a:pt x="342900" y="808672"/>
                </a:lnTo>
                <a:lnTo>
                  <a:pt x="352425" y="808672"/>
                </a:lnTo>
                <a:lnTo>
                  <a:pt x="352425" y="818197"/>
                </a:lnTo>
                <a:lnTo>
                  <a:pt x="361950" y="818197"/>
                </a:lnTo>
                <a:lnTo>
                  <a:pt x="361950" y="827722"/>
                </a:lnTo>
                <a:lnTo>
                  <a:pt x="381000" y="827722"/>
                </a:lnTo>
                <a:lnTo>
                  <a:pt x="381000" y="837247"/>
                </a:lnTo>
                <a:lnTo>
                  <a:pt x="390525" y="837247"/>
                </a:lnTo>
                <a:lnTo>
                  <a:pt x="390525" y="846772"/>
                </a:lnTo>
                <a:lnTo>
                  <a:pt x="400050" y="846772"/>
                </a:lnTo>
                <a:lnTo>
                  <a:pt x="400050" y="856297"/>
                </a:lnTo>
                <a:lnTo>
                  <a:pt x="419100" y="856297"/>
                </a:lnTo>
                <a:lnTo>
                  <a:pt x="419100" y="865822"/>
                </a:lnTo>
                <a:lnTo>
                  <a:pt x="428625" y="865822"/>
                </a:lnTo>
                <a:lnTo>
                  <a:pt x="428625" y="875347"/>
                </a:lnTo>
                <a:lnTo>
                  <a:pt x="447675" y="875347"/>
                </a:lnTo>
                <a:lnTo>
                  <a:pt x="447675" y="884872"/>
                </a:lnTo>
                <a:lnTo>
                  <a:pt x="457200" y="884872"/>
                </a:lnTo>
                <a:lnTo>
                  <a:pt x="457200" y="894397"/>
                </a:lnTo>
                <a:lnTo>
                  <a:pt x="476250" y="894397"/>
                </a:lnTo>
                <a:lnTo>
                  <a:pt x="476250" y="903922"/>
                </a:lnTo>
                <a:lnTo>
                  <a:pt x="485775" y="903922"/>
                </a:lnTo>
                <a:lnTo>
                  <a:pt x="485775" y="913447"/>
                </a:lnTo>
                <a:lnTo>
                  <a:pt x="495300" y="913447"/>
                </a:lnTo>
                <a:lnTo>
                  <a:pt x="495300" y="922972"/>
                </a:lnTo>
                <a:lnTo>
                  <a:pt x="514350" y="922972"/>
                </a:lnTo>
                <a:lnTo>
                  <a:pt x="514350" y="932497"/>
                </a:lnTo>
                <a:lnTo>
                  <a:pt x="523875" y="932497"/>
                </a:lnTo>
                <a:lnTo>
                  <a:pt x="523875" y="942022"/>
                </a:lnTo>
                <a:lnTo>
                  <a:pt x="542925" y="942022"/>
                </a:lnTo>
                <a:lnTo>
                  <a:pt x="542925" y="951547"/>
                </a:lnTo>
                <a:lnTo>
                  <a:pt x="561975" y="951547"/>
                </a:lnTo>
                <a:lnTo>
                  <a:pt x="561975" y="961072"/>
                </a:lnTo>
                <a:lnTo>
                  <a:pt x="571500" y="961072"/>
                </a:lnTo>
                <a:lnTo>
                  <a:pt x="571500" y="970597"/>
                </a:lnTo>
                <a:lnTo>
                  <a:pt x="590550" y="970597"/>
                </a:lnTo>
                <a:lnTo>
                  <a:pt x="590550" y="980122"/>
                </a:lnTo>
                <a:lnTo>
                  <a:pt x="609600" y="980122"/>
                </a:lnTo>
                <a:lnTo>
                  <a:pt x="609600" y="989647"/>
                </a:lnTo>
                <a:lnTo>
                  <a:pt x="619125" y="989647"/>
                </a:lnTo>
                <a:lnTo>
                  <a:pt x="619125" y="999172"/>
                </a:lnTo>
                <a:lnTo>
                  <a:pt x="638175" y="999172"/>
                </a:lnTo>
                <a:lnTo>
                  <a:pt x="638175" y="1008697"/>
                </a:lnTo>
                <a:lnTo>
                  <a:pt x="657225" y="1008697"/>
                </a:lnTo>
                <a:lnTo>
                  <a:pt x="657225" y="1018222"/>
                </a:lnTo>
                <a:lnTo>
                  <a:pt x="676275" y="1018222"/>
                </a:lnTo>
                <a:lnTo>
                  <a:pt x="676275" y="1027747"/>
                </a:lnTo>
                <a:lnTo>
                  <a:pt x="685800" y="1027747"/>
                </a:lnTo>
                <a:lnTo>
                  <a:pt x="685800" y="1037272"/>
                </a:lnTo>
                <a:lnTo>
                  <a:pt x="704850" y="1037272"/>
                </a:lnTo>
                <a:lnTo>
                  <a:pt x="704850" y="1046797"/>
                </a:lnTo>
                <a:lnTo>
                  <a:pt x="723900" y="1046797"/>
                </a:lnTo>
                <a:lnTo>
                  <a:pt x="723900" y="1056323"/>
                </a:lnTo>
                <a:lnTo>
                  <a:pt x="733425" y="1056323"/>
                </a:lnTo>
                <a:lnTo>
                  <a:pt x="733425" y="1065848"/>
                </a:lnTo>
                <a:lnTo>
                  <a:pt x="752475" y="1065848"/>
                </a:lnTo>
                <a:lnTo>
                  <a:pt x="752475" y="1075373"/>
                </a:lnTo>
                <a:lnTo>
                  <a:pt x="771525" y="1075373"/>
                </a:lnTo>
                <a:lnTo>
                  <a:pt x="771525" y="1084898"/>
                </a:lnTo>
                <a:lnTo>
                  <a:pt x="790575" y="1084898"/>
                </a:lnTo>
                <a:lnTo>
                  <a:pt x="790575" y="1094423"/>
                </a:lnTo>
                <a:lnTo>
                  <a:pt x="800100" y="1094423"/>
                </a:lnTo>
                <a:lnTo>
                  <a:pt x="800100" y="1103948"/>
                </a:lnTo>
                <a:lnTo>
                  <a:pt x="819150" y="1103948"/>
                </a:lnTo>
                <a:lnTo>
                  <a:pt x="819150" y="1113473"/>
                </a:lnTo>
                <a:lnTo>
                  <a:pt x="838200" y="1113473"/>
                </a:lnTo>
                <a:lnTo>
                  <a:pt x="838200" y="1122998"/>
                </a:lnTo>
                <a:lnTo>
                  <a:pt x="857250" y="1122998"/>
                </a:lnTo>
                <a:lnTo>
                  <a:pt x="857250" y="1132523"/>
                </a:lnTo>
                <a:lnTo>
                  <a:pt x="876300" y="1132523"/>
                </a:lnTo>
                <a:lnTo>
                  <a:pt x="876300" y="1142048"/>
                </a:lnTo>
                <a:lnTo>
                  <a:pt x="904875" y="1142048"/>
                </a:lnTo>
                <a:lnTo>
                  <a:pt x="904875" y="1161098"/>
                </a:lnTo>
                <a:lnTo>
                  <a:pt x="914400" y="1161098"/>
                </a:lnTo>
                <a:lnTo>
                  <a:pt x="914400" y="1170623"/>
                </a:lnTo>
                <a:lnTo>
                  <a:pt x="933450" y="1170623"/>
                </a:lnTo>
                <a:lnTo>
                  <a:pt x="933450" y="1180148"/>
                </a:lnTo>
                <a:lnTo>
                  <a:pt x="952500" y="1180148"/>
                </a:lnTo>
                <a:lnTo>
                  <a:pt x="952500" y="1189673"/>
                </a:lnTo>
                <a:lnTo>
                  <a:pt x="971550" y="1189673"/>
                </a:lnTo>
                <a:lnTo>
                  <a:pt x="971550" y="1199198"/>
                </a:lnTo>
                <a:lnTo>
                  <a:pt x="990600" y="1199198"/>
                </a:lnTo>
                <a:lnTo>
                  <a:pt x="990600" y="1208723"/>
                </a:lnTo>
                <a:lnTo>
                  <a:pt x="1009650" y="1208723"/>
                </a:lnTo>
                <a:lnTo>
                  <a:pt x="1009650" y="1218248"/>
                </a:lnTo>
                <a:lnTo>
                  <a:pt x="1037273" y="1218248"/>
                </a:lnTo>
                <a:lnTo>
                  <a:pt x="1037273" y="1208723"/>
                </a:lnTo>
                <a:lnTo>
                  <a:pt x="1038225" y="1208723"/>
                </a:lnTo>
                <a:lnTo>
                  <a:pt x="1038225" y="1227772"/>
                </a:lnTo>
                <a:lnTo>
                  <a:pt x="1057275" y="1227772"/>
                </a:lnTo>
                <a:lnTo>
                  <a:pt x="1057275" y="1237297"/>
                </a:lnTo>
                <a:lnTo>
                  <a:pt x="1076325" y="1237297"/>
                </a:lnTo>
                <a:lnTo>
                  <a:pt x="1076325" y="1246822"/>
                </a:lnTo>
                <a:lnTo>
                  <a:pt x="1085850" y="1246822"/>
                </a:lnTo>
                <a:lnTo>
                  <a:pt x="1085850" y="1265872"/>
                </a:lnTo>
                <a:lnTo>
                  <a:pt x="1095375" y="1265872"/>
                </a:lnTo>
                <a:lnTo>
                  <a:pt x="1095375" y="1275397"/>
                </a:lnTo>
                <a:lnTo>
                  <a:pt x="1152525" y="1275397"/>
                </a:lnTo>
                <a:lnTo>
                  <a:pt x="1152525" y="1284922"/>
                </a:lnTo>
                <a:lnTo>
                  <a:pt x="1162050" y="1284922"/>
                </a:lnTo>
                <a:lnTo>
                  <a:pt x="1162050" y="1294447"/>
                </a:lnTo>
                <a:lnTo>
                  <a:pt x="1209675" y="1294447"/>
                </a:lnTo>
                <a:lnTo>
                  <a:pt x="1209675" y="1303972"/>
                </a:lnTo>
                <a:lnTo>
                  <a:pt x="1228725" y="1303972"/>
                </a:lnTo>
                <a:lnTo>
                  <a:pt x="1228725" y="1313497"/>
                </a:lnTo>
                <a:lnTo>
                  <a:pt x="1266825" y="1313497"/>
                </a:lnTo>
                <a:lnTo>
                  <a:pt x="1266825" y="1323022"/>
                </a:lnTo>
                <a:lnTo>
                  <a:pt x="1276350" y="1323022"/>
                </a:lnTo>
                <a:lnTo>
                  <a:pt x="1276350" y="1332547"/>
                </a:lnTo>
                <a:lnTo>
                  <a:pt x="1295400" y="1332547"/>
                </a:lnTo>
                <a:lnTo>
                  <a:pt x="1295400" y="1342072"/>
                </a:lnTo>
                <a:lnTo>
                  <a:pt x="1304925" y="1342072"/>
                </a:lnTo>
                <a:lnTo>
                  <a:pt x="1304925" y="1351597"/>
                </a:lnTo>
                <a:lnTo>
                  <a:pt x="1314450" y="1351597"/>
                </a:lnTo>
                <a:lnTo>
                  <a:pt x="1314450" y="1361122"/>
                </a:lnTo>
                <a:lnTo>
                  <a:pt x="1323975" y="1361122"/>
                </a:lnTo>
                <a:lnTo>
                  <a:pt x="1323975" y="1370647"/>
                </a:lnTo>
                <a:lnTo>
                  <a:pt x="1351598" y="1370647"/>
                </a:lnTo>
                <a:lnTo>
                  <a:pt x="1351598" y="1361122"/>
                </a:lnTo>
                <a:lnTo>
                  <a:pt x="1361123" y="1361122"/>
                </a:lnTo>
                <a:lnTo>
                  <a:pt x="1361123" y="1351597"/>
                </a:lnTo>
                <a:lnTo>
                  <a:pt x="1362075" y="1351597"/>
                </a:lnTo>
                <a:lnTo>
                  <a:pt x="1362075" y="1370647"/>
                </a:lnTo>
                <a:lnTo>
                  <a:pt x="1371600" y="1370647"/>
                </a:lnTo>
                <a:lnTo>
                  <a:pt x="1371600" y="1389697"/>
                </a:lnTo>
                <a:lnTo>
                  <a:pt x="1399223" y="1389697"/>
                </a:lnTo>
                <a:lnTo>
                  <a:pt x="1399223" y="1380172"/>
                </a:lnTo>
                <a:lnTo>
                  <a:pt x="1400175" y="1380172"/>
                </a:lnTo>
                <a:lnTo>
                  <a:pt x="1400175" y="1389697"/>
                </a:lnTo>
                <a:lnTo>
                  <a:pt x="1428750" y="1389697"/>
                </a:lnTo>
                <a:lnTo>
                  <a:pt x="1428750" y="1399222"/>
                </a:lnTo>
                <a:lnTo>
                  <a:pt x="1457325" y="1399222"/>
                </a:lnTo>
                <a:lnTo>
                  <a:pt x="1457325" y="1408747"/>
                </a:lnTo>
                <a:lnTo>
                  <a:pt x="1476375" y="1408747"/>
                </a:lnTo>
                <a:lnTo>
                  <a:pt x="1476375" y="1418272"/>
                </a:lnTo>
                <a:lnTo>
                  <a:pt x="1485900" y="1418272"/>
                </a:lnTo>
                <a:lnTo>
                  <a:pt x="1485900" y="1427797"/>
                </a:lnTo>
                <a:lnTo>
                  <a:pt x="1504950" y="1427797"/>
                </a:lnTo>
                <a:lnTo>
                  <a:pt x="1504950" y="1437322"/>
                </a:lnTo>
                <a:lnTo>
                  <a:pt x="1524000" y="1437322"/>
                </a:lnTo>
                <a:lnTo>
                  <a:pt x="1524000" y="1446847"/>
                </a:lnTo>
                <a:lnTo>
                  <a:pt x="1561148" y="1446847"/>
                </a:lnTo>
                <a:lnTo>
                  <a:pt x="1561148" y="1437322"/>
                </a:lnTo>
                <a:lnTo>
                  <a:pt x="1562100" y="1437322"/>
                </a:lnTo>
                <a:lnTo>
                  <a:pt x="1562100" y="1456372"/>
                </a:lnTo>
                <a:lnTo>
                  <a:pt x="1589723" y="1456372"/>
                </a:lnTo>
                <a:lnTo>
                  <a:pt x="1589723" y="1446847"/>
                </a:lnTo>
                <a:lnTo>
                  <a:pt x="1590675" y="1446847"/>
                </a:lnTo>
                <a:lnTo>
                  <a:pt x="1590675" y="1465897"/>
                </a:lnTo>
                <a:lnTo>
                  <a:pt x="1600200" y="1465897"/>
                </a:lnTo>
                <a:lnTo>
                  <a:pt x="1600200" y="1475422"/>
                </a:lnTo>
                <a:lnTo>
                  <a:pt x="1638300" y="1475422"/>
                </a:lnTo>
                <a:lnTo>
                  <a:pt x="1638300" y="1484947"/>
                </a:lnTo>
                <a:lnTo>
                  <a:pt x="1647825" y="1484947"/>
                </a:lnTo>
                <a:lnTo>
                  <a:pt x="1647825" y="1494472"/>
                </a:lnTo>
                <a:lnTo>
                  <a:pt x="1695450" y="1494472"/>
                </a:lnTo>
                <a:lnTo>
                  <a:pt x="1695450" y="1513522"/>
                </a:lnTo>
                <a:lnTo>
                  <a:pt x="1743075" y="1513522"/>
                </a:lnTo>
                <a:lnTo>
                  <a:pt x="1743075" y="1523047"/>
                </a:lnTo>
                <a:lnTo>
                  <a:pt x="1752600" y="1523047"/>
                </a:lnTo>
                <a:lnTo>
                  <a:pt x="1752600" y="1532572"/>
                </a:lnTo>
                <a:lnTo>
                  <a:pt x="1800225" y="1532572"/>
                </a:lnTo>
                <a:lnTo>
                  <a:pt x="1800225" y="1561147"/>
                </a:lnTo>
                <a:lnTo>
                  <a:pt x="1857375" y="1561147"/>
                </a:lnTo>
                <a:lnTo>
                  <a:pt x="1857375" y="1570672"/>
                </a:lnTo>
                <a:lnTo>
                  <a:pt x="1866900" y="1570672"/>
                </a:lnTo>
                <a:lnTo>
                  <a:pt x="1866900" y="1589722"/>
                </a:lnTo>
                <a:lnTo>
                  <a:pt x="1904048" y="1589722"/>
                </a:lnTo>
                <a:lnTo>
                  <a:pt x="1904048" y="1570672"/>
                </a:lnTo>
                <a:lnTo>
                  <a:pt x="1913573" y="1570672"/>
                </a:lnTo>
                <a:lnTo>
                  <a:pt x="1913573" y="1561147"/>
                </a:lnTo>
                <a:lnTo>
                  <a:pt x="1932623" y="1561147"/>
                </a:lnTo>
                <a:lnTo>
                  <a:pt x="1932623" y="1532572"/>
                </a:lnTo>
                <a:lnTo>
                  <a:pt x="1961198" y="1532572"/>
                </a:lnTo>
                <a:lnTo>
                  <a:pt x="1961198" y="1513522"/>
                </a:lnTo>
                <a:lnTo>
                  <a:pt x="1980248" y="1513522"/>
                </a:lnTo>
                <a:lnTo>
                  <a:pt x="1980248" y="1494472"/>
                </a:lnTo>
                <a:lnTo>
                  <a:pt x="1989773" y="1494472"/>
                </a:lnTo>
                <a:lnTo>
                  <a:pt x="1989773" y="1484947"/>
                </a:lnTo>
                <a:lnTo>
                  <a:pt x="1999298" y="1484947"/>
                </a:lnTo>
                <a:lnTo>
                  <a:pt x="1999298" y="1465897"/>
                </a:lnTo>
                <a:lnTo>
                  <a:pt x="2018348" y="1465897"/>
                </a:lnTo>
                <a:lnTo>
                  <a:pt x="2018348" y="1437322"/>
                </a:lnTo>
                <a:lnTo>
                  <a:pt x="2027873" y="1437322"/>
                </a:lnTo>
                <a:lnTo>
                  <a:pt x="2027873" y="1427797"/>
                </a:lnTo>
                <a:lnTo>
                  <a:pt x="2037398" y="1427797"/>
                </a:lnTo>
                <a:lnTo>
                  <a:pt x="2037398" y="1418272"/>
                </a:lnTo>
                <a:lnTo>
                  <a:pt x="2046923" y="1418272"/>
                </a:lnTo>
                <a:lnTo>
                  <a:pt x="2046923" y="1399222"/>
                </a:lnTo>
                <a:lnTo>
                  <a:pt x="2056448" y="1399222"/>
                </a:lnTo>
                <a:lnTo>
                  <a:pt x="2056448" y="1389697"/>
                </a:lnTo>
                <a:lnTo>
                  <a:pt x="2065973" y="1389697"/>
                </a:lnTo>
                <a:lnTo>
                  <a:pt x="2065973" y="1380172"/>
                </a:lnTo>
                <a:lnTo>
                  <a:pt x="2075498" y="1380172"/>
                </a:lnTo>
                <a:lnTo>
                  <a:pt x="2075498" y="1352550"/>
                </a:lnTo>
                <a:lnTo>
                  <a:pt x="2046923" y="1352550"/>
                </a:lnTo>
                <a:lnTo>
                  <a:pt x="2046923" y="1343025"/>
                </a:lnTo>
                <a:lnTo>
                  <a:pt x="2027873" y="1343025"/>
                </a:lnTo>
                <a:lnTo>
                  <a:pt x="2027873" y="1333500"/>
                </a:lnTo>
                <a:lnTo>
                  <a:pt x="2008823" y="1333500"/>
                </a:lnTo>
                <a:lnTo>
                  <a:pt x="2008823" y="1323975"/>
                </a:lnTo>
                <a:lnTo>
                  <a:pt x="1989773" y="1323975"/>
                </a:lnTo>
                <a:lnTo>
                  <a:pt x="1989773" y="1314450"/>
                </a:lnTo>
                <a:lnTo>
                  <a:pt x="1970723" y="1314450"/>
                </a:lnTo>
                <a:lnTo>
                  <a:pt x="1970723" y="1304925"/>
                </a:lnTo>
                <a:lnTo>
                  <a:pt x="1951673" y="1304925"/>
                </a:lnTo>
                <a:lnTo>
                  <a:pt x="1951673" y="1295400"/>
                </a:lnTo>
                <a:lnTo>
                  <a:pt x="1932623" y="1295400"/>
                </a:lnTo>
                <a:lnTo>
                  <a:pt x="1932623" y="1285875"/>
                </a:lnTo>
                <a:lnTo>
                  <a:pt x="1895475" y="1285875"/>
                </a:lnTo>
                <a:lnTo>
                  <a:pt x="1895475" y="1295400"/>
                </a:lnTo>
                <a:lnTo>
                  <a:pt x="1875473" y="1295400"/>
                </a:lnTo>
                <a:lnTo>
                  <a:pt x="1875473" y="1285875"/>
                </a:lnTo>
                <a:lnTo>
                  <a:pt x="1865948" y="1285875"/>
                </a:lnTo>
                <a:lnTo>
                  <a:pt x="1865948" y="1276350"/>
                </a:lnTo>
                <a:lnTo>
                  <a:pt x="1856423" y="1276350"/>
                </a:lnTo>
                <a:lnTo>
                  <a:pt x="1856423" y="1266825"/>
                </a:lnTo>
                <a:lnTo>
                  <a:pt x="1837373" y="1266825"/>
                </a:lnTo>
                <a:lnTo>
                  <a:pt x="1837373" y="1257300"/>
                </a:lnTo>
                <a:lnTo>
                  <a:pt x="1819275" y="1257300"/>
                </a:lnTo>
                <a:lnTo>
                  <a:pt x="1819275" y="1266825"/>
                </a:lnTo>
                <a:lnTo>
                  <a:pt x="1818323" y="1266825"/>
                </a:lnTo>
                <a:lnTo>
                  <a:pt x="1818323" y="1238250"/>
                </a:lnTo>
                <a:lnTo>
                  <a:pt x="1799273" y="1238250"/>
                </a:lnTo>
                <a:lnTo>
                  <a:pt x="1799273" y="1228725"/>
                </a:lnTo>
                <a:lnTo>
                  <a:pt x="1780223" y="1228725"/>
                </a:lnTo>
                <a:lnTo>
                  <a:pt x="1780223" y="1219200"/>
                </a:lnTo>
                <a:lnTo>
                  <a:pt x="1761173" y="1219200"/>
                </a:lnTo>
                <a:lnTo>
                  <a:pt x="1761173" y="1209675"/>
                </a:lnTo>
                <a:lnTo>
                  <a:pt x="1732598" y="1209675"/>
                </a:lnTo>
                <a:lnTo>
                  <a:pt x="1732598" y="1200150"/>
                </a:lnTo>
                <a:lnTo>
                  <a:pt x="1713548" y="1200150"/>
                </a:lnTo>
                <a:lnTo>
                  <a:pt x="1713548" y="1190625"/>
                </a:lnTo>
                <a:lnTo>
                  <a:pt x="1694498" y="1190625"/>
                </a:lnTo>
                <a:lnTo>
                  <a:pt x="1694498" y="1181100"/>
                </a:lnTo>
                <a:lnTo>
                  <a:pt x="1675448" y="1181100"/>
                </a:lnTo>
                <a:lnTo>
                  <a:pt x="1675448" y="1171575"/>
                </a:lnTo>
                <a:lnTo>
                  <a:pt x="1656398" y="1171575"/>
                </a:lnTo>
                <a:lnTo>
                  <a:pt x="1656398" y="1162050"/>
                </a:lnTo>
                <a:lnTo>
                  <a:pt x="1627823" y="1162050"/>
                </a:lnTo>
                <a:lnTo>
                  <a:pt x="1627823" y="1152525"/>
                </a:lnTo>
                <a:lnTo>
                  <a:pt x="1599248" y="1152525"/>
                </a:lnTo>
                <a:lnTo>
                  <a:pt x="1599248" y="1143000"/>
                </a:lnTo>
                <a:lnTo>
                  <a:pt x="1580198" y="1143000"/>
                </a:lnTo>
                <a:lnTo>
                  <a:pt x="1580198" y="1133475"/>
                </a:lnTo>
                <a:lnTo>
                  <a:pt x="1551623" y="1133475"/>
                </a:lnTo>
                <a:lnTo>
                  <a:pt x="1551623" y="1123950"/>
                </a:lnTo>
                <a:lnTo>
                  <a:pt x="1532573" y="1123950"/>
                </a:lnTo>
                <a:lnTo>
                  <a:pt x="1532573" y="1114425"/>
                </a:lnTo>
                <a:lnTo>
                  <a:pt x="1503998" y="1114425"/>
                </a:lnTo>
                <a:lnTo>
                  <a:pt x="1503998" y="1104900"/>
                </a:lnTo>
                <a:lnTo>
                  <a:pt x="1484948" y="1104900"/>
                </a:lnTo>
                <a:lnTo>
                  <a:pt x="1484948" y="1095375"/>
                </a:lnTo>
                <a:lnTo>
                  <a:pt x="1456373" y="1095375"/>
                </a:lnTo>
                <a:lnTo>
                  <a:pt x="1456373" y="1085850"/>
                </a:lnTo>
                <a:lnTo>
                  <a:pt x="1437323" y="1085850"/>
                </a:lnTo>
                <a:lnTo>
                  <a:pt x="1437323" y="1076325"/>
                </a:lnTo>
                <a:lnTo>
                  <a:pt x="1408748" y="1076325"/>
                </a:lnTo>
                <a:lnTo>
                  <a:pt x="1408748" y="1066800"/>
                </a:lnTo>
                <a:lnTo>
                  <a:pt x="1389698" y="1066800"/>
                </a:lnTo>
                <a:lnTo>
                  <a:pt x="1389698" y="1057275"/>
                </a:lnTo>
                <a:lnTo>
                  <a:pt x="1370648" y="1057275"/>
                </a:lnTo>
                <a:lnTo>
                  <a:pt x="1370648" y="1047750"/>
                </a:lnTo>
                <a:lnTo>
                  <a:pt x="1351598" y="1047750"/>
                </a:lnTo>
                <a:lnTo>
                  <a:pt x="1351598" y="1038225"/>
                </a:lnTo>
                <a:lnTo>
                  <a:pt x="1323023" y="1038225"/>
                </a:lnTo>
                <a:lnTo>
                  <a:pt x="1323023" y="1028700"/>
                </a:lnTo>
                <a:lnTo>
                  <a:pt x="1303973" y="1028700"/>
                </a:lnTo>
                <a:lnTo>
                  <a:pt x="1303973" y="1019175"/>
                </a:lnTo>
                <a:lnTo>
                  <a:pt x="1275398" y="1019175"/>
                </a:lnTo>
                <a:lnTo>
                  <a:pt x="1275398" y="1009650"/>
                </a:lnTo>
                <a:lnTo>
                  <a:pt x="1256348" y="1009650"/>
                </a:lnTo>
                <a:lnTo>
                  <a:pt x="1256348" y="1000125"/>
                </a:lnTo>
                <a:lnTo>
                  <a:pt x="1237298" y="1000125"/>
                </a:lnTo>
                <a:lnTo>
                  <a:pt x="1237298" y="990600"/>
                </a:lnTo>
                <a:lnTo>
                  <a:pt x="1218248" y="990600"/>
                </a:lnTo>
                <a:lnTo>
                  <a:pt x="1218248" y="981075"/>
                </a:lnTo>
                <a:lnTo>
                  <a:pt x="1189673" y="981075"/>
                </a:lnTo>
                <a:lnTo>
                  <a:pt x="1189673" y="971550"/>
                </a:lnTo>
                <a:lnTo>
                  <a:pt x="1180148" y="971550"/>
                </a:lnTo>
                <a:lnTo>
                  <a:pt x="1180148" y="962025"/>
                </a:lnTo>
                <a:lnTo>
                  <a:pt x="1151573" y="962025"/>
                </a:lnTo>
                <a:lnTo>
                  <a:pt x="1151573" y="952500"/>
                </a:lnTo>
                <a:lnTo>
                  <a:pt x="1132523" y="952500"/>
                </a:lnTo>
                <a:lnTo>
                  <a:pt x="1132523" y="942975"/>
                </a:lnTo>
                <a:lnTo>
                  <a:pt x="1113473" y="942975"/>
                </a:lnTo>
                <a:lnTo>
                  <a:pt x="1113473" y="933450"/>
                </a:lnTo>
                <a:lnTo>
                  <a:pt x="1084898" y="933450"/>
                </a:lnTo>
                <a:lnTo>
                  <a:pt x="1084898" y="923925"/>
                </a:lnTo>
                <a:lnTo>
                  <a:pt x="1065848" y="923925"/>
                </a:lnTo>
                <a:lnTo>
                  <a:pt x="1065848" y="914400"/>
                </a:lnTo>
                <a:lnTo>
                  <a:pt x="1046798" y="914400"/>
                </a:lnTo>
                <a:lnTo>
                  <a:pt x="1046798" y="904875"/>
                </a:lnTo>
                <a:lnTo>
                  <a:pt x="1018223" y="904875"/>
                </a:lnTo>
                <a:lnTo>
                  <a:pt x="1018223" y="895350"/>
                </a:lnTo>
                <a:lnTo>
                  <a:pt x="1008698" y="895350"/>
                </a:lnTo>
                <a:lnTo>
                  <a:pt x="1008698" y="885825"/>
                </a:lnTo>
                <a:lnTo>
                  <a:pt x="989648" y="885825"/>
                </a:lnTo>
                <a:lnTo>
                  <a:pt x="989648" y="876300"/>
                </a:lnTo>
                <a:lnTo>
                  <a:pt x="970598" y="876300"/>
                </a:lnTo>
                <a:lnTo>
                  <a:pt x="970598" y="866775"/>
                </a:lnTo>
                <a:lnTo>
                  <a:pt x="951548" y="866775"/>
                </a:lnTo>
                <a:lnTo>
                  <a:pt x="951548" y="857250"/>
                </a:lnTo>
                <a:lnTo>
                  <a:pt x="922973" y="857250"/>
                </a:lnTo>
                <a:lnTo>
                  <a:pt x="922973" y="847725"/>
                </a:lnTo>
                <a:lnTo>
                  <a:pt x="913448" y="847725"/>
                </a:lnTo>
                <a:lnTo>
                  <a:pt x="913448" y="838200"/>
                </a:lnTo>
                <a:lnTo>
                  <a:pt x="894398" y="838200"/>
                </a:lnTo>
                <a:lnTo>
                  <a:pt x="894398" y="828675"/>
                </a:lnTo>
                <a:lnTo>
                  <a:pt x="865823" y="828675"/>
                </a:lnTo>
                <a:lnTo>
                  <a:pt x="865823" y="819150"/>
                </a:lnTo>
                <a:lnTo>
                  <a:pt x="856298" y="819150"/>
                </a:lnTo>
                <a:lnTo>
                  <a:pt x="856298" y="809625"/>
                </a:lnTo>
                <a:lnTo>
                  <a:pt x="837248" y="809625"/>
                </a:lnTo>
                <a:lnTo>
                  <a:pt x="837248" y="800100"/>
                </a:lnTo>
                <a:lnTo>
                  <a:pt x="818198" y="800100"/>
                </a:lnTo>
                <a:lnTo>
                  <a:pt x="818198" y="790575"/>
                </a:lnTo>
                <a:lnTo>
                  <a:pt x="799148" y="790575"/>
                </a:lnTo>
                <a:lnTo>
                  <a:pt x="799148" y="781050"/>
                </a:lnTo>
                <a:lnTo>
                  <a:pt x="780098" y="781050"/>
                </a:lnTo>
                <a:lnTo>
                  <a:pt x="780098" y="771525"/>
                </a:lnTo>
                <a:lnTo>
                  <a:pt x="761048" y="771525"/>
                </a:lnTo>
                <a:lnTo>
                  <a:pt x="761048" y="762000"/>
                </a:lnTo>
                <a:lnTo>
                  <a:pt x="741998" y="762000"/>
                </a:lnTo>
                <a:lnTo>
                  <a:pt x="741998" y="752475"/>
                </a:lnTo>
                <a:lnTo>
                  <a:pt x="732473" y="752475"/>
                </a:lnTo>
                <a:lnTo>
                  <a:pt x="732473" y="742950"/>
                </a:lnTo>
                <a:lnTo>
                  <a:pt x="713423" y="742950"/>
                </a:lnTo>
                <a:lnTo>
                  <a:pt x="713423" y="733425"/>
                </a:lnTo>
                <a:lnTo>
                  <a:pt x="703898" y="733425"/>
                </a:lnTo>
                <a:lnTo>
                  <a:pt x="703898" y="723900"/>
                </a:lnTo>
                <a:lnTo>
                  <a:pt x="684848" y="723900"/>
                </a:lnTo>
                <a:lnTo>
                  <a:pt x="684848" y="714375"/>
                </a:lnTo>
                <a:lnTo>
                  <a:pt x="675323" y="714375"/>
                </a:lnTo>
                <a:lnTo>
                  <a:pt x="675323" y="704850"/>
                </a:lnTo>
                <a:lnTo>
                  <a:pt x="656273" y="704850"/>
                </a:lnTo>
                <a:lnTo>
                  <a:pt x="656273" y="695325"/>
                </a:lnTo>
                <a:lnTo>
                  <a:pt x="637223" y="695325"/>
                </a:lnTo>
                <a:lnTo>
                  <a:pt x="637223" y="685800"/>
                </a:lnTo>
                <a:lnTo>
                  <a:pt x="618173" y="685800"/>
                </a:lnTo>
                <a:lnTo>
                  <a:pt x="618173" y="676275"/>
                </a:lnTo>
                <a:lnTo>
                  <a:pt x="599123" y="676275"/>
                </a:lnTo>
                <a:lnTo>
                  <a:pt x="599123" y="666750"/>
                </a:lnTo>
                <a:lnTo>
                  <a:pt x="589598" y="666750"/>
                </a:lnTo>
                <a:lnTo>
                  <a:pt x="589598" y="657225"/>
                </a:lnTo>
                <a:lnTo>
                  <a:pt x="570548" y="657225"/>
                </a:lnTo>
                <a:lnTo>
                  <a:pt x="570548" y="647700"/>
                </a:lnTo>
                <a:lnTo>
                  <a:pt x="551498" y="647700"/>
                </a:lnTo>
                <a:lnTo>
                  <a:pt x="551498" y="638175"/>
                </a:lnTo>
                <a:lnTo>
                  <a:pt x="541973" y="638175"/>
                </a:lnTo>
                <a:lnTo>
                  <a:pt x="541973" y="628650"/>
                </a:lnTo>
                <a:lnTo>
                  <a:pt x="532448" y="628650"/>
                </a:lnTo>
                <a:lnTo>
                  <a:pt x="532448" y="619125"/>
                </a:lnTo>
                <a:lnTo>
                  <a:pt x="513398" y="619125"/>
                </a:lnTo>
                <a:lnTo>
                  <a:pt x="513398" y="609600"/>
                </a:lnTo>
                <a:lnTo>
                  <a:pt x="503873" y="609600"/>
                </a:lnTo>
                <a:lnTo>
                  <a:pt x="503873" y="600075"/>
                </a:lnTo>
                <a:lnTo>
                  <a:pt x="484823" y="600075"/>
                </a:lnTo>
                <a:lnTo>
                  <a:pt x="484823" y="590550"/>
                </a:lnTo>
                <a:lnTo>
                  <a:pt x="475298" y="590550"/>
                </a:lnTo>
                <a:lnTo>
                  <a:pt x="475298" y="581025"/>
                </a:lnTo>
                <a:lnTo>
                  <a:pt x="456248" y="581025"/>
                </a:lnTo>
                <a:lnTo>
                  <a:pt x="456248" y="571500"/>
                </a:lnTo>
                <a:lnTo>
                  <a:pt x="446723" y="571500"/>
                </a:lnTo>
                <a:lnTo>
                  <a:pt x="446723" y="561975"/>
                </a:lnTo>
                <a:lnTo>
                  <a:pt x="427673" y="561975"/>
                </a:lnTo>
                <a:lnTo>
                  <a:pt x="427673" y="552450"/>
                </a:lnTo>
                <a:lnTo>
                  <a:pt x="418148" y="552450"/>
                </a:lnTo>
                <a:lnTo>
                  <a:pt x="418148" y="542925"/>
                </a:lnTo>
                <a:lnTo>
                  <a:pt x="399098" y="542925"/>
                </a:lnTo>
                <a:lnTo>
                  <a:pt x="399098" y="533400"/>
                </a:lnTo>
                <a:lnTo>
                  <a:pt x="389573" y="533400"/>
                </a:lnTo>
                <a:lnTo>
                  <a:pt x="389573" y="523875"/>
                </a:lnTo>
                <a:lnTo>
                  <a:pt x="380048" y="523875"/>
                </a:lnTo>
                <a:lnTo>
                  <a:pt x="380048" y="514350"/>
                </a:lnTo>
                <a:lnTo>
                  <a:pt x="360998" y="514350"/>
                </a:lnTo>
                <a:lnTo>
                  <a:pt x="360998" y="504825"/>
                </a:lnTo>
                <a:lnTo>
                  <a:pt x="351473" y="504825"/>
                </a:lnTo>
                <a:lnTo>
                  <a:pt x="351473" y="495300"/>
                </a:lnTo>
                <a:lnTo>
                  <a:pt x="341948" y="495300"/>
                </a:lnTo>
                <a:lnTo>
                  <a:pt x="341948" y="485775"/>
                </a:lnTo>
                <a:lnTo>
                  <a:pt x="332423" y="485775"/>
                </a:lnTo>
                <a:lnTo>
                  <a:pt x="332423" y="476250"/>
                </a:lnTo>
                <a:lnTo>
                  <a:pt x="313373" y="476250"/>
                </a:lnTo>
                <a:lnTo>
                  <a:pt x="313373" y="466725"/>
                </a:lnTo>
                <a:lnTo>
                  <a:pt x="303848" y="466725"/>
                </a:lnTo>
                <a:lnTo>
                  <a:pt x="303848" y="457200"/>
                </a:lnTo>
                <a:lnTo>
                  <a:pt x="294323" y="457200"/>
                </a:lnTo>
                <a:lnTo>
                  <a:pt x="294323" y="447675"/>
                </a:lnTo>
                <a:lnTo>
                  <a:pt x="284798" y="447675"/>
                </a:lnTo>
                <a:lnTo>
                  <a:pt x="284798" y="438150"/>
                </a:lnTo>
                <a:lnTo>
                  <a:pt x="275273" y="438150"/>
                </a:lnTo>
                <a:lnTo>
                  <a:pt x="275273" y="428625"/>
                </a:lnTo>
                <a:lnTo>
                  <a:pt x="265748" y="428625"/>
                </a:lnTo>
                <a:lnTo>
                  <a:pt x="265748" y="419100"/>
                </a:lnTo>
                <a:lnTo>
                  <a:pt x="256223" y="419100"/>
                </a:lnTo>
                <a:lnTo>
                  <a:pt x="256223" y="409575"/>
                </a:lnTo>
                <a:lnTo>
                  <a:pt x="246698" y="409575"/>
                </a:lnTo>
                <a:lnTo>
                  <a:pt x="246698" y="400050"/>
                </a:lnTo>
                <a:lnTo>
                  <a:pt x="237173" y="400050"/>
                </a:lnTo>
                <a:lnTo>
                  <a:pt x="237173" y="390525"/>
                </a:lnTo>
                <a:lnTo>
                  <a:pt x="227648" y="390525"/>
                </a:lnTo>
                <a:lnTo>
                  <a:pt x="227648" y="381000"/>
                </a:lnTo>
                <a:lnTo>
                  <a:pt x="218123" y="381000"/>
                </a:lnTo>
                <a:lnTo>
                  <a:pt x="218123" y="371475"/>
                </a:lnTo>
                <a:lnTo>
                  <a:pt x="208598" y="371475"/>
                </a:lnTo>
                <a:lnTo>
                  <a:pt x="208598" y="361950"/>
                </a:lnTo>
                <a:lnTo>
                  <a:pt x="199072" y="361950"/>
                </a:lnTo>
                <a:lnTo>
                  <a:pt x="199072" y="352425"/>
                </a:lnTo>
                <a:lnTo>
                  <a:pt x="189547" y="352425"/>
                </a:lnTo>
                <a:lnTo>
                  <a:pt x="189547" y="342900"/>
                </a:lnTo>
                <a:lnTo>
                  <a:pt x="180022" y="342900"/>
                </a:lnTo>
                <a:lnTo>
                  <a:pt x="180022" y="333375"/>
                </a:lnTo>
                <a:lnTo>
                  <a:pt x="170497" y="333375"/>
                </a:lnTo>
                <a:lnTo>
                  <a:pt x="170497" y="323850"/>
                </a:lnTo>
                <a:lnTo>
                  <a:pt x="160972" y="323850"/>
                </a:lnTo>
                <a:lnTo>
                  <a:pt x="160972" y="304800"/>
                </a:lnTo>
                <a:lnTo>
                  <a:pt x="151447" y="304800"/>
                </a:lnTo>
                <a:lnTo>
                  <a:pt x="151447" y="295275"/>
                </a:lnTo>
                <a:lnTo>
                  <a:pt x="141922" y="295275"/>
                </a:lnTo>
                <a:lnTo>
                  <a:pt x="141922" y="285750"/>
                </a:lnTo>
                <a:lnTo>
                  <a:pt x="132397" y="285750"/>
                </a:lnTo>
                <a:lnTo>
                  <a:pt x="132397" y="276225"/>
                </a:lnTo>
                <a:lnTo>
                  <a:pt x="122872" y="276225"/>
                </a:lnTo>
                <a:lnTo>
                  <a:pt x="122872" y="266700"/>
                </a:lnTo>
                <a:lnTo>
                  <a:pt x="113347" y="266700"/>
                </a:lnTo>
                <a:lnTo>
                  <a:pt x="113347" y="247650"/>
                </a:lnTo>
                <a:lnTo>
                  <a:pt x="103822" y="247650"/>
                </a:lnTo>
                <a:lnTo>
                  <a:pt x="103822" y="238125"/>
                </a:lnTo>
                <a:lnTo>
                  <a:pt x="94297" y="238125"/>
                </a:lnTo>
                <a:lnTo>
                  <a:pt x="94297" y="219075"/>
                </a:lnTo>
                <a:lnTo>
                  <a:pt x="84772" y="219075"/>
                </a:lnTo>
                <a:lnTo>
                  <a:pt x="84772" y="200025"/>
                </a:lnTo>
                <a:lnTo>
                  <a:pt x="75247" y="200025"/>
                </a:lnTo>
                <a:lnTo>
                  <a:pt x="75247" y="180975"/>
                </a:lnTo>
                <a:lnTo>
                  <a:pt x="65722" y="180975"/>
                </a:lnTo>
                <a:lnTo>
                  <a:pt x="65722" y="152400"/>
                </a:lnTo>
                <a:lnTo>
                  <a:pt x="56197" y="152400"/>
                </a:lnTo>
                <a:lnTo>
                  <a:pt x="56197" y="133350"/>
                </a:lnTo>
                <a:lnTo>
                  <a:pt x="46672" y="133350"/>
                </a:lnTo>
                <a:lnTo>
                  <a:pt x="46672" y="95250"/>
                </a:lnTo>
                <a:lnTo>
                  <a:pt x="37147" y="95250"/>
                </a:lnTo>
                <a:lnTo>
                  <a:pt x="37147" y="76200"/>
                </a:lnTo>
                <a:lnTo>
                  <a:pt x="27622" y="76200"/>
                </a:lnTo>
                <a:lnTo>
                  <a:pt x="27622" y="47625"/>
                </a:lnTo>
                <a:lnTo>
                  <a:pt x="18097" y="47625"/>
                </a:lnTo>
                <a:lnTo>
                  <a:pt x="180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DD7E9"/>
          </a:solidFill>
          <a:ln xmlns:a="http://schemas.openxmlformats.org/drawingml/2006/main" w="0">
            <a:noFill/>
          </a:ln>
        </p:spPr>
      </p:sp>
      <p:sp>
        <p:nvSpPr>
          <p:cNvPr id="93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B65F61C0-0756-4FDE-A3ED-CFAE8915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939" y="1500664"/>
            <a:ext cx="294323" cy="1361122"/>
          </a:xfrm>
          <a:custGeom xmlns:a="http://schemas.openxmlformats.org/drawingml/2006/main">
            <a:pathLst>
              <a:path w="294323" h="1361122">
                <a:moveTo>
                  <a:pt x="114300" y="828675"/>
                </a:moveTo>
                <a:lnTo>
                  <a:pt x="104775" y="828675"/>
                </a:lnTo>
                <a:lnTo>
                  <a:pt x="104775" y="847725"/>
                </a:lnTo>
                <a:lnTo>
                  <a:pt x="95250" y="847725"/>
                </a:lnTo>
                <a:lnTo>
                  <a:pt x="95250" y="857250"/>
                </a:lnTo>
                <a:lnTo>
                  <a:pt x="85725" y="857250"/>
                </a:lnTo>
                <a:lnTo>
                  <a:pt x="85725" y="885825"/>
                </a:lnTo>
                <a:lnTo>
                  <a:pt x="66675" y="885825"/>
                </a:lnTo>
                <a:lnTo>
                  <a:pt x="66675" y="914400"/>
                </a:lnTo>
                <a:lnTo>
                  <a:pt x="47625" y="914400"/>
                </a:lnTo>
                <a:lnTo>
                  <a:pt x="47625" y="942975"/>
                </a:lnTo>
                <a:lnTo>
                  <a:pt x="38100" y="942975"/>
                </a:lnTo>
                <a:lnTo>
                  <a:pt x="38100" y="952500"/>
                </a:lnTo>
                <a:lnTo>
                  <a:pt x="19050" y="952500"/>
                </a:lnTo>
                <a:lnTo>
                  <a:pt x="19050" y="990600"/>
                </a:lnTo>
                <a:lnTo>
                  <a:pt x="0" y="990600"/>
                </a:lnTo>
                <a:lnTo>
                  <a:pt x="0" y="1008697"/>
                </a:lnTo>
                <a:lnTo>
                  <a:pt x="9525" y="1008697"/>
                </a:lnTo>
                <a:lnTo>
                  <a:pt x="9525" y="1046797"/>
                </a:lnTo>
                <a:lnTo>
                  <a:pt x="85725" y="1046797"/>
                </a:lnTo>
                <a:lnTo>
                  <a:pt x="85725" y="1056322"/>
                </a:lnTo>
                <a:lnTo>
                  <a:pt x="95250" y="1056322"/>
                </a:lnTo>
                <a:lnTo>
                  <a:pt x="95250" y="1113472"/>
                </a:lnTo>
                <a:lnTo>
                  <a:pt x="133350" y="1113472"/>
                </a:lnTo>
                <a:lnTo>
                  <a:pt x="133350" y="1151572"/>
                </a:lnTo>
                <a:lnTo>
                  <a:pt x="152400" y="1151572"/>
                </a:lnTo>
                <a:lnTo>
                  <a:pt x="152400" y="1161097"/>
                </a:lnTo>
                <a:lnTo>
                  <a:pt x="161925" y="1161097"/>
                </a:lnTo>
                <a:lnTo>
                  <a:pt x="161925" y="1208722"/>
                </a:lnTo>
                <a:lnTo>
                  <a:pt x="228600" y="1208722"/>
                </a:lnTo>
                <a:lnTo>
                  <a:pt x="228600" y="1218247"/>
                </a:lnTo>
                <a:lnTo>
                  <a:pt x="238125" y="1218247"/>
                </a:lnTo>
                <a:lnTo>
                  <a:pt x="238125" y="1361122"/>
                </a:lnTo>
                <a:lnTo>
                  <a:pt x="294323" y="1361122"/>
                </a:lnTo>
                <a:lnTo>
                  <a:pt x="294323" y="0"/>
                </a:lnTo>
                <a:lnTo>
                  <a:pt x="276225" y="0"/>
                </a:lnTo>
                <a:lnTo>
                  <a:pt x="276225" y="285750"/>
                </a:lnTo>
                <a:lnTo>
                  <a:pt x="266700" y="285750"/>
                </a:lnTo>
                <a:lnTo>
                  <a:pt x="266700" y="400050"/>
                </a:lnTo>
                <a:lnTo>
                  <a:pt x="257175" y="400050"/>
                </a:lnTo>
                <a:lnTo>
                  <a:pt x="257175" y="447675"/>
                </a:lnTo>
                <a:lnTo>
                  <a:pt x="247650" y="447675"/>
                </a:lnTo>
                <a:lnTo>
                  <a:pt x="247650" y="495300"/>
                </a:lnTo>
                <a:lnTo>
                  <a:pt x="238125" y="495300"/>
                </a:lnTo>
                <a:lnTo>
                  <a:pt x="238125" y="542925"/>
                </a:lnTo>
                <a:lnTo>
                  <a:pt x="228600" y="542925"/>
                </a:lnTo>
                <a:lnTo>
                  <a:pt x="228600" y="581025"/>
                </a:lnTo>
                <a:lnTo>
                  <a:pt x="219075" y="581025"/>
                </a:lnTo>
                <a:lnTo>
                  <a:pt x="219075" y="609600"/>
                </a:lnTo>
                <a:lnTo>
                  <a:pt x="209550" y="609600"/>
                </a:lnTo>
                <a:lnTo>
                  <a:pt x="209550" y="638175"/>
                </a:lnTo>
                <a:lnTo>
                  <a:pt x="200025" y="638175"/>
                </a:lnTo>
                <a:lnTo>
                  <a:pt x="200025" y="657225"/>
                </a:lnTo>
                <a:lnTo>
                  <a:pt x="190500" y="657225"/>
                </a:lnTo>
                <a:lnTo>
                  <a:pt x="190500" y="676275"/>
                </a:lnTo>
                <a:lnTo>
                  <a:pt x="180975" y="676275"/>
                </a:lnTo>
                <a:lnTo>
                  <a:pt x="180975" y="704850"/>
                </a:lnTo>
                <a:lnTo>
                  <a:pt x="171450" y="704850"/>
                </a:lnTo>
                <a:lnTo>
                  <a:pt x="171450" y="714375"/>
                </a:lnTo>
                <a:lnTo>
                  <a:pt x="161925" y="714375"/>
                </a:lnTo>
                <a:lnTo>
                  <a:pt x="161925" y="733425"/>
                </a:lnTo>
                <a:lnTo>
                  <a:pt x="152400" y="733425"/>
                </a:lnTo>
                <a:lnTo>
                  <a:pt x="152400" y="752475"/>
                </a:lnTo>
                <a:lnTo>
                  <a:pt x="142875" y="752475"/>
                </a:lnTo>
                <a:lnTo>
                  <a:pt x="142875" y="771525"/>
                </a:lnTo>
                <a:lnTo>
                  <a:pt x="133350" y="771525"/>
                </a:lnTo>
                <a:lnTo>
                  <a:pt x="133350" y="790575"/>
                </a:lnTo>
                <a:lnTo>
                  <a:pt x="123825" y="790575"/>
                </a:lnTo>
                <a:lnTo>
                  <a:pt x="123825" y="809625"/>
                </a:lnTo>
                <a:lnTo>
                  <a:pt x="114300" y="809625"/>
                </a:lnTo>
                <a:lnTo>
                  <a:pt x="114300" y="828675"/>
                </a:lnTo>
                <a:close/>
              </a:path>
            </a:pathLst>
          </a:custGeom>
          <a:solidFill xmlns:a="http://schemas.openxmlformats.org/drawingml/2006/main">
            <a:srgbClr val="EDBD85"/>
          </a:solidFill>
          <a:ln xmlns:a="http://schemas.openxmlformats.org/drawingml/2006/main" w="0">
            <a:noFill/>
          </a:ln>
        </p:spPr>
      </p:sp>
      <p:sp>
        <p:nvSpPr>
          <p:cNvPr id="94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E9150402-F7F4-4802-BFCF-B86ACF09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9389" y="2491264"/>
            <a:ext cx="456248" cy="370522"/>
          </a:xfrm>
          <a:custGeom xmlns:a="http://schemas.openxmlformats.org/drawingml/2006/main">
            <a:pathLst>
              <a:path w="456248" h="370522">
                <a:moveTo>
                  <a:pt x="200025" y="0"/>
                </a:moveTo>
                <a:lnTo>
                  <a:pt x="200025" y="38100"/>
                </a:lnTo>
                <a:lnTo>
                  <a:pt x="190500" y="38100"/>
                </a:lnTo>
                <a:lnTo>
                  <a:pt x="190500" y="47625"/>
                </a:lnTo>
                <a:lnTo>
                  <a:pt x="161925" y="47625"/>
                </a:lnTo>
                <a:lnTo>
                  <a:pt x="161925" y="57150"/>
                </a:lnTo>
                <a:lnTo>
                  <a:pt x="152400" y="57150"/>
                </a:lnTo>
                <a:lnTo>
                  <a:pt x="152400" y="104775"/>
                </a:lnTo>
                <a:lnTo>
                  <a:pt x="142875" y="104775"/>
                </a:lnTo>
                <a:lnTo>
                  <a:pt x="142875" y="114300"/>
                </a:lnTo>
                <a:lnTo>
                  <a:pt x="141923" y="114300"/>
                </a:lnTo>
                <a:lnTo>
                  <a:pt x="141923" y="104775"/>
                </a:lnTo>
                <a:lnTo>
                  <a:pt x="95250" y="104775"/>
                </a:lnTo>
                <a:lnTo>
                  <a:pt x="95250" y="114300"/>
                </a:lnTo>
                <a:lnTo>
                  <a:pt x="85725" y="114300"/>
                </a:lnTo>
                <a:lnTo>
                  <a:pt x="85725" y="123825"/>
                </a:lnTo>
                <a:lnTo>
                  <a:pt x="76200" y="123825"/>
                </a:lnTo>
                <a:lnTo>
                  <a:pt x="76200" y="200025"/>
                </a:lnTo>
                <a:lnTo>
                  <a:pt x="47625" y="200025"/>
                </a:lnTo>
                <a:lnTo>
                  <a:pt x="47625" y="209550"/>
                </a:lnTo>
                <a:lnTo>
                  <a:pt x="19050" y="209550"/>
                </a:lnTo>
                <a:lnTo>
                  <a:pt x="19050" y="228600"/>
                </a:lnTo>
                <a:lnTo>
                  <a:pt x="9525" y="228600"/>
                </a:lnTo>
                <a:lnTo>
                  <a:pt x="9525" y="247650"/>
                </a:lnTo>
                <a:lnTo>
                  <a:pt x="0" y="247650"/>
                </a:lnTo>
                <a:lnTo>
                  <a:pt x="0" y="370522"/>
                </a:lnTo>
                <a:lnTo>
                  <a:pt x="456248" y="370522"/>
                </a:lnTo>
                <a:lnTo>
                  <a:pt x="456248" y="266700"/>
                </a:lnTo>
                <a:lnTo>
                  <a:pt x="437198" y="266700"/>
                </a:lnTo>
                <a:lnTo>
                  <a:pt x="437198" y="238125"/>
                </a:lnTo>
                <a:lnTo>
                  <a:pt x="418148" y="238125"/>
                </a:lnTo>
                <a:lnTo>
                  <a:pt x="418148" y="237172"/>
                </a:lnTo>
                <a:lnTo>
                  <a:pt x="456248" y="237172"/>
                </a:lnTo>
                <a:lnTo>
                  <a:pt x="456248" y="219075"/>
                </a:lnTo>
                <a:lnTo>
                  <a:pt x="446723" y="219075"/>
                </a:lnTo>
                <a:lnTo>
                  <a:pt x="446723" y="209550"/>
                </a:lnTo>
                <a:lnTo>
                  <a:pt x="371475" y="209550"/>
                </a:lnTo>
                <a:lnTo>
                  <a:pt x="371475" y="228600"/>
                </a:lnTo>
                <a:lnTo>
                  <a:pt x="370523" y="228600"/>
                </a:lnTo>
                <a:lnTo>
                  <a:pt x="370523" y="208597"/>
                </a:lnTo>
                <a:lnTo>
                  <a:pt x="380048" y="208597"/>
                </a:lnTo>
                <a:lnTo>
                  <a:pt x="380048" y="161925"/>
                </a:lnTo>
                <a:lnTo>
                  <a:pt x="370523" y="161925"/>
                </a:lnTo>
                <a:lnTo>
                  <a:pt x="370523" y="152400"/>
                </a:lnTo>
                <a:lnTo>
                  <a:pt x="351473" y="152400"/>
                </a:lnTo>
                <a:lnTo>
                  <a:pt x="351473" y="133350"/>
                </a:lnTo>
                <a:lnTo>
                  <a:pt x="322898" y="133350"/>
                </a:lnTo>
                <a:lnTo>
                  <a:pt x="322898" y="123825"/>
                </a:lnTo>
                <a:lnTo>
                  <a:pt x="303848" y="123825"/>
                </a:lnTo>
                <a:lnTo>
                  <a:pt x="303848" y="122872"/>
                </a:lnTo>
                <a:lnTo>
                  <a:pt x="313373" y="122872"/>
                </a:lnTo>
                <a:lnTo>
                  <a:pt x="313373" y="57150"/>
                </a:lnTo>
                <a:lnTo>
                  <a:pt x="303848" y="57150"/>
                </a:lnTo>
                <a:lnTo>
                  <a:pt x="303848" y="47625"/>
                </a:lnTo>
                <a:lnTo>
                  <a:pt x="228600" y="47625"/>
                </a:lnTo>
                <a:lnTo>
                  <a:pt x="228600" y="57150"/>
                </a:lnTo>
                <a:lnTo>
                  <a:pt x="218123" y="57150"/>
                </a:lnTo>
                <a:lnTo>
                  <a:pt x="218123" y="56197"/>
                </a:lnTo>
                <a:lnTo>
                  <a:pt x="227648" y="56197"/>
                </a:lnTo>
                <a:lnTo>
                  <a:pt x="227648" y="9525"/>
                </a:lnTo>
                <a:lnTo>
                  <a:pt x="218123" y="9525"/>
                </a:lnTo>
                <a:lnTo>
                  <a:pt x="218123" y="0"/>
                </a:lnTo>
                <a:lnTo>
                  <a:pt x="200025" y="0"/>
                </a:lnTo>
                <a:close/>
              </a:path>
            </a:pathLst>
          </a:custGeom>
          <a:solidFill xmlns:a="http://schemas.openxmlformats.org/drawingml/2006/main">
            <a:srgbClr val="E5B782"/>
          </a:solidFill>
          <a:ln xmlns:a="http://schemas.openxmlformats.org/drawingml/2006/main" w="0">
            <a:noFill/>
          </a:ln>
        </p:spPr>
      </p:sp>
      <p:sp>
        <p:nvSpPr>
          <p:cNvPr id="95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0C89F70B-2489-4637-99D8-376CEA17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164" y="2415064"/>
            <a:ext cx="484823" cy="446722"/>
          </a:xfrm>
          <a:custGeom xmlns:a="http://schemas.openxmlformats.org/drawingml/2006/main">
            <a:pathLst>
              <a:path w="484823" h="446722">
                <a:moveTo>
                  <a:pt x="85725" y="209550"/>
                </a:moveTo>
                <a:lnTo>
                  <a:pt x="76200" y="209550"/>
                </a:lnTo>
                <a:lnTo>
                  <a:pt x="76200" y="228600"/>
                </a:lnTo>
                <a:lnTo>
                  <a:pt x="66675" y="228600"/>
                </a:lnTo>
                <a:lnTo>
                  <a:pt x="66675" y="246697"/>
                </a:lnTo>
                <a:lnTo>
                  <a:pt x="76200" y="246697"/>
                </a:lnTo>
                <a:lnTo>
                  <a:pt x="76200" y="265747"/>
                </a:lnTo>
                <a:lnTo>
                  <a:pt x="85725" y="265747"/>
                </a:lnTo>
                <a:lnTo>
                  <a:pt x="85725" y="276225"/>
                </a:lnTo>
                <a:lnTo>
                  <a:pt x="76200" y="276225"/>
                </a:lnTo>
                <a:lnTo>
                  <a:pt x="76200" y="285750"/>
                </a:lnTo>
                <a:lnTo>
                  <a:pt x="66675" y="285750"/>
                </a:lnTo>
                <a:lnTo>
                  <a:pt x="66675" y="303847"/>
                </a:lnTo>
                <a:lnTo>
                  <a:pt x="85725" y="303847"/>
                </a:lnTo>
                <a:lnTo>
                  <a:pt x="85725" y="304800"/>
                </a:lnTo>
                <a:lnTo>
                  <a:pt x="66675" y="304800"/>
                </a:lnTo>
                <a:lnTo>
                  <a:pt x="66675" y="323850"/>
                </a:lnTo>
                <a:lnTo>
                  <a:pt x="56198" y="323850"/>
                </a:lnTo>
                <a:lnTo>
                  <a:pt x="56198" y="304800"/>
                </a:lnTo>
                <a:lnTo>
                  <a:pt x="46673" y="304800"/>
                </a:lnTo>
                <a:lnTo>
                  <a:pt x="46673" y="285750"/>
                </a:lnTo>
                <a:lnTo>
                  <a:pt x="9525" y="285750"/>
                </a:lnTo>
                <a:lnTo>
                  <a:pt x="9525" y="419100"/>
                </a:lnTo>
                <a:lnTo>
                  <a:pt x="0" y="419100"/>
                </a:lnTo>
                <a:lnTo>
                  <a:pt x="0" y="446722"/>
                </a:lnTo>
                <a:lnTo>
                  <a:pt x="284798" y="446722"/>
                </a:lnTo>
                <a:lnTo>
                  <a:pt x="284798" y="332422"/>
                </a:lnTo>
                <a:lnTo>
                  <a:pt x="294323" y="332422"/>
                </a:lnTo>
                <a:lnTo>
                  <a:pt x="294323" y="313372"/>
                </a:lnTo>
                <a:lnTo>
                  <a:pt x="303848" y="313372"/>
                </a:lnTo>
                <a:lnTo>
                  <a:pt x="303848" y="294322"/>
                </a:lnTo>
                <a:lnTo>
                  <a:pt x="332423" y="294322"/>
                </a:lnTo>
                <a:lnTo>
                  <a:pt x="332423" y="284797"/>
                </a:lnTo>
                <a:lnTo>
                  <a:pt x="360998" y="284797"/>
                </a:lnTo>
                <a:lnTo>
                  <a:pt x="360998" y="208597"/>
                </a:lnTo>
                <a:lnTo>
                  <a:pt x="370523" y="208597"/>
                </a:lnTo>
                <a:lnTo>
                  <a:pt x="370523" y="199072"/>
                </a:lnTo>
                <a:lnTo>
                  <a:pt x="380048" y="199072"/>
                </a:lnTo>
                <a:lnTo>
                  <a:pt x="380048" y="189547"/>
                </a:lnTo>
                <a:lnTo>
                  <a:pt x="409575" y="189547"/>
                </a:lnTo>
                <a:lnTo>
                  <a:pt x="409575" y="199072"/>
                </a:lnTo>
                <a:lnTo>
                  <a:pt x="427673" y="199072"/>
                </a:lnTo>
                <a:lnTo>
                  <a:pt x="427673" y="189547"/>
                </a:lnTo>
                <a:lnTo>
                  <a:pt x="437198" y="189547"/>
                </a:lnTo>
                <a:lnTo>
                  <a:pt x="437198" y="122872"/>
                </a:lnTo>
                <a:lnTo>
                  <a:pt x="438150" y="122872"/>
                </a:lnTo>
                <a:lnTo>
                  <a:pt x="438150" y="132397"/>
                </a:lnTo>
                <a:lnTo>
                  <a:pt x="475298" y="132397"/>
                </a:lnTo>
                <a:lnTo>
                  <a:pt x="475298" y="122872"/>
                </a:lnTo>
                <a:lnTo>
                  <a:pt x="484823" y="122872"/>
                </a:lnTo>
                <a:lnTo>
                  <a:pt x="484823" y="85725"/>
                </a:lnTo>
                <a:lnTo>
                  <a:pt x="427673" y="85725"/>
                </a:lnTo>
                <a:lnTo>
                  <a:pt x="427673" y="76200"/>
                </a:lnTo>
                <a:lnTo>
                  <a:pt x="418148" y="76200"/>
                </a:lnTo>
                <a:lnTo>
                  <a:pt x="418148" y="38100"/>
                </a:lnTo>
                <a:lnTo>
                  <a:pt x="341948" y="38100"/>
                </a:lnTo>
                <a:lnTo>
                  <a:pt x="341948" y="0"/>
                </a:lnTo>
                <a:lnTo>
                  <a:pt x="323850" y="0"/>
                </a:lnTo>
                <a:lnTo>
                  <a:pt x="323850" y="9525"/>
                </a:lnTo>
                <a:lnTo>
                  <a:pt x="285750" y="9525"/>
                </a:lnTo>
                <a:lnTo>
                  <a:pt x="285750" y="38100"/>
                </a:lnTo>
                <a:lnTo>
                  <a:pt x="257175" y="38100"/>
                </a:lnTo>
                <a:lnTo>
                  <a:pt x="257175" y="76200"/>
                </a:lnTo>
                <a:lnTo>
                  <a:pt x="209550" y="76200"/>
                </a:lnTo>
                <a:lnTo>
                  <a:pt x="209550" y="114300"/>
                </a:lnTo>
                <a:lnTo>
                  <a:pt x="200025" y="114300"/>
                </a:lnTo>
                <a:lnTo>
                  <a:pt x="200025" y="123825"/>
                </a:lnTo>
                <a:lnTo>
                  <a:pt x="161925" y="123825"/>
                </a:lnTo>
                <a:lnTo>
                  <a:pt x="161925" y="133350"/>
                </a:lnTo>
                <a:lnTo>
                  <a:pt x="152400" y="133350"/>
                </a:lnTo>
                <a:lnTo>
                  <a:pt x="152400" y="189547"/>
                </a:lnTo>
                <a:lnTo>
                  <a:pt x="171450" y="189547"/>
                </a:lnTo>
                <a:lnTo>
                  <a:pt x="171450" y="209550"/>
                </a:lnTo>
                <a:lnTo>
                  <a:pt x="141923" y="209550"/>
                </a:lnTo>
                <a:lnTo>
                  <a:pt x="141923" y="200025"/>
                </a:lnTo>
                <a:lnTo>
                  <a:pt x="122873" y="200025"/>
                </a:lnTo>
                <a:lnTo>
                  <a:pt x="122873" y="190500"/>
                </a:lnTo>
                <a:lnTo>
                  <a:pt x="95250" y="190500"/>
                </a:lnTo>
                <a:lnTo>
                  <a:pt x="95250" y="200025"/>
                </a:lnTo>
                <a:lnTo>
                  <a:pt x="85725" y="200025"/>
                </a:lnTo>
                <a:lnTo>
                  <a:pt x="85725" y="209550"/>
                </a:lnTo>
                <a:close/>
              </a:path>
            </a:pathLst>
          </a:custGeom>
          <a:solidFill xmlns:a="http://schemas.openxmlformats.org/drawingml/2006/main">
            <a:srgbClr val="D1BCA2"/>
          </a:solidFill>
          <a:ln xmlns:a="http://schemas.openxmlformats.org/drawingml/2006/main" w="0">
            <a:noFill/>
          </a:ln>
        </p:spPr>
      </p:sp>
      <p:sp>
        <p:nvSpPr>
          <p:cNvPr id="96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C16BDC0F-B363-4614-AD71-8D51F42A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8464" y="1576864"/>
            <a:ext cx="265748" cy="684847"/>
          </a:xfrm>
          <a:custGeom xmlns:a="http://schemas.openxmlformats.org/drawingml/2006/main">
            <a:pathLst>
              <a:path w="265748" h="684847">
                <a:moveTo>
                  <a:pt x="104775" y="438150"/>
                </a:moveTo>
                <a:lnTo>
                  <a:pt x="95250" y="438150"/>
                </a:lnTo>
                <a:lnTo>
                  <a:pt x="95250" y="457200"/>
                </a:lnTo>
                <a:lnTo>
                  <a:pt x="85725" y="457200"/>
                </a:lnTo>
                <a:lnTo>
                  <a:pt x="85725" y="476250"/>
                </a:lnTo>
                <a:lnTo>
                  <a:pt x="76200" y="476250"/>
                </a:lnTo>
                <a:lnTo>
                  <a:pt x="76200" y="495300"/>
                </a:lnTo>
                <a:lnTo>
                  <a:pt x="66675" y="495300"/>
                </a:lnTo>
                <a:lnTo>
                  <a:pt x="66675" y="514350"/>
                </a:lnTo>
                <a:lnTo>
                  <a:pt x="57150" y="514350"/>
                </a:lnTo>
                <a:lnTo>
                  <a:pt x="57150" y="523875"/>
                </a:lnTo>
                <a:lnTo>
                  <a:pt x="47625" y="523875"/>
                </a:lnTo>
                <a:lnTo>
                  <a:pt x="47625" y="533400"/>
                </a:lnTo>
                <a:lnTo>
                  <a:pt x="38100" y="533400"/>
                </a:lnTo>
                <a:lnTo>
                  <a:pt x="38100" y="552450"/>
                </a:lnTo>
                <a:lnTo>
                  <a:pt x="28575" y="552450"/>
                </a:lnTo>
                <a:lnTo>
                  <a:pt x="28575" y="561975"/>
                </a:lnTo>
                <a:lnTo>
                  <a:pt x="19050" y="561975"/>
                </a:lnTo>
                <a:lnTo>
                  <a:pt x="19050" y="581025"/>
                </a:lnTo>
                <a:lnTo>
                  <a:pt x="9525" y="581025"/>
                </a:lnTo>
                <a:lnTo>
                  <a:pt x="9525" y="590550"/>
                </a:lnTo>
                <a:lnTo>
                  <a:pt x="0" y="590550"/>
                </a:lnTo>
                <a:lnTo>
                  <a:pt x="0" y="618172"/>
                </a:lnTo>
                <a:lnTo>
                  <a:pt x="9525" y="618172"/>
                </a:lnTo>
                <a:lnTo>
                  <a:pt x="9525" y="627697"/>
                </a:lnTo>
                <a:lnTo>
                  <a:pt x="28575" y="627697"/>
                </a:lnTo>
                <a:lnTo>
                  <a:pt x="28575" y="637222"/>
                </a:lnTo>
                <a:lnTo>
                  <a:pt x="47625" y="637222"/>
                </a:lnTo>
                <a:lnTo>
                  <a:pt x="47625" y="646747"/>
                </a:lnTo>
                <a:lnTo>
                  <a:pt x="66675" y="646747"/>
                </a:lnTo>
                <a:lnTo>
                  <a:pt x="66675" y="656272"/>
                </a:lnTo>
                <a:lnTo>
                  <a:pt x="85725" y="656272"/>
                </a:lnTo>
                <a:lnTo>
                  <a:pt x="85725" y="665797"/>
                </a:lnTo>
                <a:lnTo>
                  <a:pt x="95250" y="665797"/>
                </a:lnTo>
                <a:lnTo>
                  <a:pt x="95250" y="675322"/>
                </a:lnTo>
                <a:lnTo>
                  <a:pt x="114300" y="675322"/>
                </a:lnTo>
                <a:lnTo>
                  <a:pt x="114300" y="684847"/>
                </a:lnTo>
                <a:lnTo>
                  <a:pt x="141923" y="684847"/>
                </a:lnTo>
                <a:lnTo>
                  <a:pt x="141923" y="675322"/>
                </a:lnTo>
                <a:lnTo>
                  <a:pt x="151448" y="675322"/>
                </a:lnTo>
                <a:lnTo>
                  <a:pt x="151448" y="656272"/>
                </a:lnTo>
                <a:lnTo>
                  <a:pt x="160973" y="656272"/>
                </a:lnTo>
                <a:lnTo>
                  <a:pt x="160973" y="637222"/>
                </a:lnTo>
                <a:lnTo>
                  <a:pt x="170498" y="637222"/>
                </a:lnTo>
                <a:lnTo>
                  <a:pt x="170498" y="608647"/>
                </a:lnTo>
                <a:lnTo>
                  <a:pt x="180023" y="608647"/>
                </a:lnTo>
                <a:lnTo>
                  <a:pt x="180023" y="589597"/>
                </a:lnTo>
                <a:lnTo>
                  <a:pt x="189548" y="589597"/>
                </a:lnTo>
                <a:lnTo>
                  <a:pt x="189548" y="570547"/>
                </a:lnTo>
                <a:lnTo>
                  <a:pt x="199073" y="570547"/>
                </a:lnTo>
                <a:lnTo>
                  <a:pt x="199073" y="541972"/>
                </a:lnTo>
                <a:lnTo>
                  <a:pt x="208598" y="541972"/>
                </a:lnTo>
                <a:lnTo>
                  <a:pt x="208598" y="513397"/>
                </a:lnTo>
                <a:lnTo>
                  <a:pt x="218123" y="513397"/>
                </a:lnTo>
                <a:lnTo>
                  <a:pt x="218123" y="484822"/>
                </a:lnTo>
                <a:lnTo>
                  <a:pt x="227648" y="484822"/>
                </a:lnTo>
                <a:lnTo>
                  <a:pt x="227648" y="437197"/>
                </a:lnTo>
                <a:lnTo>
                  <a:pt x="237173" y="437197"/>
                </a:lnTo>
                <a:lnTo>
                  <a:pt x="237173" y="389572"/>
                </a:lnTo>
                <a:lnTo>
                  <a:pt x="246698" y="389572"/>
                </a:lnTo>
                <a:lnTo>
                  <a:pt x="246698" y="341947"/>
                </a:lnTo>
                <a:lnTo>
                  <a:pt x="256223" y="341947"/>
                </a:lnTo>
                <a:lnTo>
                  <a:pt x="256223" y="246697"/>
                </a:lnTo>
                <a:lnTo>
                  <a:pt x="265748" y="246697"/>
                </a:lnTo>
                <a:lnTo>
                  <a:pt x="265748" y="0"/>
                </a:lnTo>
                <a:lnTo>
                  <a:pt x="247650" y="0"/>
                </a:lnTo>
                <a:lnTo>
                  <a:pt x="247650" y="47625"/>
                </a:lnTo>
                <a:lnTo>
                  <a:pt x="238125" y="47625"/>
                </a:lnTo>
                <a:lnTo>
                  <a:pt x="238125" y="95250"/>
                </a:lnTo>
                <a:lnTo>
                  <a:pt x="228600" y="95250"/>
                </a:lnTo>
                <a:lnTo>
                  <a:pt x="228600" y="142875"/>
                </a:lnTo>
                <a:lnTo>
                  <a:pt x="219075" y="142875"/>
                </a:lnTo>
                <a:lnTo>
                  <a:pt x="219075" y="171450"/>
                </a:lnTo>
                <a:lnTo>
                  <a:pt x="209550" y="171450"/>
                </a:lnTo>
                <a:lnTo>
                  <a:pt x="209550" y="209550"/>
                </a:lnTo>
                <a:lnTo>
                  <a:pt x="200025" y="209550"/>
                </a:lnTo>
                <a:lnTo>
                  <a:pt x="200025" y="238125"/>
                </a:lnTo>
                <a:lnTo>
                  <a:pt x="190500" y="238125"/>
                </a:lnTo>
                <a:lnTo>
                  <a:pt x="190500" y="266700"/>
                </a:lnTo>
                <a:lnTo>
                  <a:pt x="180975" y="266700"/>
                </a:lnTo>
                <a:lnTo>
                  <a:pt x="180975" y="285750"/>
                </a:lnTo>
                <a:lnTo>
                  <a:pt x="171450" y="285750"/>
                </a:lnTo>
                <a:lnTo>
                  <a:pt x="171450" y="314325"/>
                </a:lnTo>
                <a:lnTo>
                  <a:pt x="161925" y="314325"/>
                </a:lnTo>
                <a:lnTo>
                  <a:pt x="161925" y="333375"/>
                </a:lnTo>
                <a:lnTo>
                  <a:pt x="152400" y="333375"/>
                </a:lnTo>
                <a:lnTo>
                  <a:pt x="152400" y="352425"/>
                </a:lnTo>
                <a:lnTo>
                  <a:pt x="142875" y="352425"/>
                </a:lnTo>
                <a:lnTo>
                  <a:pt x="142875" y="371475"/>
                </a:lnTo>
                <a:lnTo>
                  <a:pt x="133350" y="371475"/>
                </a:lnTo>
                <a:lnTo>
                  <a:pt x="133350" y="390525"/>
                </a:lnTo>
                <a:lnTo>
                  <a:pt x="123825" y="390525"/>
                </a:lnTo>
                <a:lnTo>
                  <a:pt x="123825" y="409575"/>
                </a:lnTo>
                <a:lnTo>
                  <a:pt x="114300" y="409575"/>
                </a:lnTo>
                <a:lnTo>
                  <a:pt x="114300" y="428625"/>
                </a:lnTo>
                <a:lnTo>
                  <a:pt x="104775" y="428625"/>
                </a:lnTo>
                <a:lnTo>
                  <a:pt x="104775" y="438150"/>
                </a:lnTo>
                <a:close/>
              </a:path>
            </a:pathLst>
          </a:custGeom>
          <a:solidFill xmlns:a="http://schemas.openxmlformats.org/drawingml/2006/main">
            <a:srgbClr val="FCD8AF"/>
          </a:solidFill>
          <a:ln xmlns:a="http://schemas.openxmlformats.org/drawingml/2006/main" w="0">
            <a:noFill/>
          </a:ln>
        </p:spPr>
      </p:sp>
      <p:sp>
        <p:nvSpPr>
          <p:cNvPr id="97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02B26EAD-86B3-4F77-9A36-A6C33146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5639" y="1176814"/>
            <a:ext cx="27623" cy="332422"/>
          </a:xfrm>
          <a:custGeom xmlns:a="http://schemas.openxmlformats.org/drawingml/2006/main">
            <a:pathLst>
              <a:path w="27623" h="332422">
                <a:moveTo>
                  <a:pt x="9525" y="0"/>
                </a:moveTo>
                <a:lnTo>
                  <a:pt x="9525" y="285750"/>
                </a:lnTo>
                <a:lnTo>
                  <a:pt x="0" y="285750"/>
                </a:lnTo>
                <a:lnTo>
                  <a:pt x="0" y="332422"/>
                </a:lnTo>
                <a:lnTo>
                  <a:pt x="18098" y="332422"/>
                </a:lnTo>
                <a:lnTo>
                  <a:pt x="18098" y="322897"/>
                </a:lnTo>
                <a:lnTo>
                  <a:pt x="27623" y="322897"/>
                </a:lnTo>
                <a:lnTo>
                  <a:pt x="27623" y="0"/>
                </a:lnTo>
                <a:lnTo>
                  <a:pt x="9525" y="0"/>
                </a:lnTo>
                <a:close/>
              </a:path>
            </a:pathLst>
          </a:custGeom>
          <a:solidFill xmlns:a="http://schemas.openxmlformats.org/drawingml/2006/main">
            <a:srgbClr val="FCD8AF"/>
          </a:solidFill>
          <a:ln xmlns:a="http://schemas.openxmlformats.org/drawingml/2006/main" w="0">
            <a:noFill/>
          </a:ln>
        </p:spPr>
      </p:sp>
      <p:sp>
        <p:nvSpPr>
          <p:cNvPr id="98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B1E3B92B-A0E5-4596-AD57-C1C41909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489" y="2186464"/>
            <a:ext cx="313373" cy="313372"/>
          </a:xfrm>
          <a:custGeom xmlns:a="http://schemas.openxmlformats.org/drawingml/2006/main">
            <a:pathLst>
              <a:path w="313373" h="313372">
                <a:moveTo>
                  <a:pt x="28575" y="171450"/>
                </a:moveTo>
                <a:lnTo>
                  <a:pt x="28575" y="200025"/>
                </a:lnTo>
                <a:lnTo>
                  <a:pt x="9525" y="200025"/>
                </a:lnTo>
                <a:lnTo>
                  <a:pt x="9525" y="209550"/>
                </a:lnTo>
                <a:lnTo>
                  <a:pt x="0" y="209550"/>
                </a:lnTo>
                <a:lnTo>
                  <a:pt x="0" y="237172"/>
                </a:lnTo>
                <a:lnTo>
                  <a:pt x="28575" y="237172"/>
                </a:lnTo>
                <a:lnTo>
                  <a:pt x="28575" y="275272"/>
                </a:lnTo>
                <a:lnTo>
                  <a:pt x="95250" y="275272"/>
                </a:lnTo>
                <a:lnTo>
                  <a:pt x="95250" y="303847"/>
                </a:lnTo>
                <a:lnTo>
                  <a:pt x="104775" y="303847"/>
                </a:lnTo>
                <a:lnTo>
                  <a:pt x="104775" y="313372"/>
                </a:lnTo>
                <a:lnTo>
                  <a:pt x="189548" y="313372"/>
                </a:lnTo>
                <a:lnTo>
                  <a:pt x="189548" y="275272"/>
                </a:lnTo>
                <a:lnTo>
                  <a:pt x="199073" y="275272"/>
                </a:lnTo>
                <a:lnTo>
                  <a:pt x="199073" y="265747"/>
                </a:lnTo>
                <a:lnTo>
                  <a:pt x="218123" y="265747"/>
                </a:lnTo>
                <a:lnTo>
                  <a:pt x="218123" y="237172"/>
                </a:lnTo>
                <a:lnTo>
                  <a:pt x="237173" y="237172"/>
                </a:lnTo>
                <a:lnTo>
                  <a:pt x="237173" y="218122"/>
                </a:lnTo>
                <a:lnTo>
                  <a:pt x="246698" y="218122"/>
                </a:lnTo>
                <a:lnTo>
                  <a:pt x="246698" y="208597"/>
                </a:lnTo>
                <a:lnTo>
                  <a:pt x="256223" y="208597"/>
                </a:lnTo>
                <a:lnTo>
                  <a:pt x="256223" y="199072"/>
                </a:lnTo>
                <a:lnTo>
                  <a:pt x="265748" y="199072"/>
                </a:lnTo>
                <a:lnTo>
                  <a:pt x="265748" y="180022"/>
                </a:lnTo>
                <a:lnTo>
                  <a:pt x="275273" y="180022"/>
                </a:lnTo>
                <a:lnTo>
                  <a:pt x="275273" y="160972"/>
                </a:lnTo>
                <a:lnTo>
                  <a:pt x="284798" y="160972"/>
                </a:lnTo>
                <a:lnTo>
                  <a:pt x="284798" y="141922"/>
                </a:lnTo>
                <a:lnTo>
                  <a:pt x="294323" y="141922"/>
                </a:lnTo>
                <a:lnTo>
                  <a:pt x="294323" y="132397"/>
                </a:lnTo>
                <a:lnTo>
                  <a:pt x="303848" y="132397"/>
                </a:lnTo>
                <a:lnTo>
                  <a:pt x="303848" y="103822"/>
                </a:lnTo>
                <a:lnTo>
                  <a:pt x="313373" y="103822"/>
                </a:lnTo>
                <a:lnTo>
                  <a:pt x="313373" y="76200"/>
                </a:lnTo>
                <a:lnTo>
                  <a:pt x="303848" y="76200"/>
                </a:lnTo>
                <a:lnTo>
                  <a:pt x="303848" y="57150"/>
                </a:lnTo>
                <a:lnTo>
                  <a:pt x="284798" y="57150"/>
                </a:lnTo>
                <a:lnTo>
                  <a:pt x="284798" y="47625"/>
                </a:lnTo>
                <a:lnTo>
                  <a:pt x="265748" y="47625"/>
                </a:lnTo>
                <a:lnTo>
                  <a:pt x="265748" y="38100"/>
                </a:lnTo>
                <a:lnTo>
                  <a:pt x="256223" y="38100"/>
                </a:lnTo>
                <a:lnTo>
                  <a:pt x="256223" y="28575"/>
                </a:lnTo>
                <a:lnTo>
                  <a:pt x="227648" y="28575"/>
                </a:lnTo>
                <a:lnTo>
                  <a:pt x="227648" y="19050"/>
                </a:lnTo>
                <a:lnTo>
                  <a:pt x="208598" y="19050"/>
                </a:lnTo>
                <a:lnTo>
                  <a:pt x="208598" y="9525"/>
                </a:lnTo>
                <a:lnTo>
                  <a:pt x="189548" y="9525"/>
                </a:lnTo>
                <a:lnTo>
                  <a:pt x="189548" y="0"/>
                </a:lnTo>
                <a:lnTo>
                  <a:pt x="171450" y="0"/>
                </a:lnTo>
                <a:lnTo>
                  <a:pt x="171450" y="9525"/>
                </a:lnTo>
                <a:lnTo>
                  <a:pt x="161925" y="9525"/>
                </a:lnTo>
                <a:lnTo>
                  <a:pt x="161925" y="28575"/>
                </a:lnTo>
                <a:lnTo>
                  <a:pt x="152400" y="28575"/>
                </a:lnTo>
                <a:lnTo>
                  <a:pt x="152400" y="38100"/>
                </a:lnTo>
                <a:lnTo>
                  <a:pt x="142875" y="38100"/>
                </a:lnTo>
                <a:lnTo>
                  <a:pt x="142875" y="57150"/>
                </a:lnTo>
                <a:lnTo>
                  <a:pt x="133350" y="57150"/>
                </a:lnTo>
                <a:lnTo>
                  <a:pt x="133350" y="66675"/>
                </a:lnTo>
                <a:lnTo>
                  <a:pt x="123825" y="66675"/>
                </a:lnTo>
                <a:lnTo>
                  <a:pt x="123825" y="76200"/>
                </a:lnTo>
                <a:lnTo>
                  <a:pt x="114300" y="76200"/>
                </a:lnTo>
                <a:lnTo>
                  <a:pt x="114300" y="95250"/>
                </a:lnTo>
                <a:lnTo>
                  <a:pt x="104775" y="95250"/>
                </a:lnTo>
                <a:lnTo>
                  <a:pt x="104775" y="104775"/>
                </a:lnTo>
                <a:lnTo>
                  <a:pt x="95250" y="104775"/>
                </a:lnTo>
                <a:lnTo>
                  <a:pt x="95250" y="123825"/>
                </a:lnTo>
                <a:lnTo>
                  <a:pt x="85725" y="123825"/>
                </a:lnTo>
                <a:lnTo>
                  <a:pt x="85725" y="133350"/>
                </a:lnTo>
                <a:lnTo>
                  <a:pt x="76200" y="133350"/>
                </a:lnTo>
                <a:lnTo>
                  <a:pt x="76200" y="152400"/>
                </a:lnTo>
                <a:lnTo>
                  <a:pt x="57150" y="152400"/>
                </a:lnTo>
                <a:lnTo>
                  <a:pt x="57150" y="171450"/>
                </a:lnTo>
                <a:lnTo>
                  <a:pt x="28575" y="171450"/>
                </a:lnTo>
                <a:close/>
              </a:path>
            </a:pathLst>
          </a:custGeom>
          <a:solidFill xmlns:a="http://schemas.openxmlformats.org/drawingml/2006/main">
            <a:srgbClr val="DBC1A2"/>
          </a:solidFill>
          <a:ln xmlns:a="http://schemas.openxmlformats.org/drawingml/2006/main" w="0">
            <a:noFill/>
          </a:ln>
        </p:spPr>
      </p:sp>
      <p:sp>
        <p:nvSpPr>
          <p:cNvPr id="99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90B7849B-2060-4D3A-9B81-1BF34FB0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964" y="1100614"/>
            <a:ext cx="18097" cy="1751647"/>
          </a:xfrm>
          <a:custGeom xmlns:a="http://schemas.openxmlformats.org/drawingml/2006/main">
            <a:pathLst>
              <a:path w="18097" h="1751647">
                <a:moveTo>
                  <a:pt x="18097" y="0"/>
                </a:moveTo>
                <a:lnTo>
                  <a:pt x="0" y="0"/>
                </a:lnTo>
                <a:lnTo>
                  <a:pt x="0" y="1751647"/>
                </a:lnTo>
                <a:lnTo>
                  <a:pt x="18097" y="1751647"/>
                </a:lnTo>
                <a:lnTo>
                  <a:pt x="18097" y="0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00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EABE3661-74EA-4B3E-9DA8-95C9D27F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289" y="207216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01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A0382D9F-91F3-431D-9507-7A09FD85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4964" y="2072164"/>
            <a:ext cx="18098" cy="37147"/>
          </a:xfrm>
          <a:custGeom xmlns:a="http://schemas.openxmlformats.org/drawingml/2006/main">
            <a:pathLst>
              <a:path w="18098" h="37147">
                <a:moveTo>
                  <a:pt x="18098" y="37147"/>
                </a:moveTo>
                <a:lnTo>
                  <a:pt x="18098" y="0"/>
                </a:lnTo>
                <a:lnTo>
                  <a:pt x="0" y="0"/>
                </a:lnTo>
                <a:lnTo>
                  <a:pt x="0" y="37147"/>
                </a:lnTo>
                <a:lnTo>
                  <a:pt x="18098" y="37147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02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BD04A6B0-AC59-459B-8571-56AA30EA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664" y="2072164"/>
            <a:ext cx="65723" cy="46672"/>
          </a:xfrm>
          <a:custGeom xmlns:a="http://schemas.openxmlformats.org/drawingml/2006/main">
            <a:pathLst>
              <a:path w="65723" h="46672">
                <a:moveTo>
                  <a:pt x="27623" y="28575"/>
                </a:moveTo>
                <a:lnTo>
                  <a:pt x="27623" y="19050"/>
                </a:lnTo>
                <a:lnTo>
                  <a:pt x="0" y="19050"/>
                </a:lnTo>
                <a:lnTo>
                  <a:pt x="0" y="46672"/>
                </a:lnTo>
                <a:lnTo>
                  <a:pt x="65723" y="46672"/>
                </a:lnTo>
                <a:lnTo>
                  <a:pt x="65723" y="19050"/>
                </a:lnTo>
                <a:lnTo>
                  <a:pt x="46673" y="19050"/>
                </a:lnTo>
                <a:lnTo>
                  <a:pt x="46673" y="0"/>
                </a:lnTo>
                <a:lnTo>
                  <a:pt x="28575" y="0"/>
                </a:lnTo>
                <a:lnTo>
                  <a:pt x="28575" y="28575"/>
                </a:lnTo>
                <a:lnTo>
                  <a:pt x="27623" y="28575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03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76F9048A-3AC7-48FF-B967-6D7114D3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3989" y="2081689"/>
            <a:ext cx="37148" cy="46672"/>
          </a:xfrm>
          <a:custGeom xmlns:a="http://schemas.openxmlformats.org/drawingml/2006/main">
            <a:pathLst>
              <a:path w="37148" h="46672">
                <a:moveTo>
                  <a:pt x="0" y="19050"/>
                </a:moveTo>
                <a:lnTo>
                  <a:pt x="0" y="46672"/>
                </a:lnTo>
                <a:lnTo>
                  <a:pt x="27623" y="46672"/>
                </a:lnTo>
                <a:lnTo>
                  <a:pt x="27623" y="37147"/>
                </a:lnTo>
                <a:lnTo>
                  <a:pt x="37148" y="37147"/>
                </a:lnTo>
                <a:lnTo>
                  <a:pt x="37148" y="19050"/>
                </a:lnTo>
                <a:lnTo>
                  <a:pt x="27623" y="19050"/>
                </a:lnTo>
                <a:lnTo>
                  <a:pt x="27623" y="0"/>
                </a:lnTo>
                <a:lnTo>
                  <a:pt x="9525" y="0"/>
                </a:lnTo>
                <a:lnTo>
                  <a:pt x="9525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04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8833346B-F643-4609-838A-4125F3E2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489" y="2091214"/>
            <a:ext cx="37148" cy="37147"/>
          </a:xfrm>
          <a:custGeom xmlns:a="http://schemas.openxmlformats.org/drawingml/2006/main">
            <a:pathLst>
              <a:path w="37148" h="37147">
                <a:moveTo>
                  <a:pt x="9525" y="19050"/>
                </a:moveTo>
                <a:lnTo>
                  <a:pt x="0" y="19050"/>
                </a:lnTo>
                <a:lnTo>
                  <a:pt x="0" y="37147"/>
                </a:lnTo>
                <a:lnTo>
                  <a:pt x="37148" y="37147"/>
                </a:lnTo>
                <a:lnTo>
                  <a:pt x="37148" y="0"/>
                </a:lnTo>
                <a:lnTo>
                  <a:pt x="19050" y="0"/>
                </a:lnTo>
                <a:lnTo>
                  <a:pt x="19050" y="9525"/>
                </a:lnTo>
                <a:lnTo>
                  <a:pt x="9525" y="9525"/>
                </a:lnTo>
                <a:lnTo>
                  <a:pt x="9525" y="19050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05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74595C53-2EA6-4DAA-9569-58FAD555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514" y="2091214"/>
            <a:ext cx="37148" cy="37147"/>
          </a:xfrm>
          <a:custGeom xmlns:a="http://schemas.openxmlformats.org/drawingml/2006/main">
            <a:pathLst>
              <a:path w="37148" h="37147">
                <a:moveTo>
                  <a:pt x="9525" y="19050"/>
                </a:moveTo>
                <a:lnTo>
                  <a:pt x="0" y="19050"/>
                </a:lnTo>
                <a:lnTo>
                  <a:pt x="0" y="37147"/>
                </a:lnTo>
                <a:lnTo>
                  <a:pt x="37148" y="37147"/>
                </a:lnTo>
                <a:lnTo>
                  <a:pt x="37148" y="0"/>
                </a:lnTo>
                <a:lnTo>
                  <a:pt x="19050" y="0"/>
                </a:lnTo>
                <a:lnTo>
                  <a:pt x="19050" y="9525"/>
                </a:lnTo>
                <a:lnTo>
                  <a:pt x="9525" y="9525"/>
                </a:lnTo>
                <a:lnTo>
                  <a:pt x="9525" y="19050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06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3E5DB1C2-CFFC-4A06-85B6-085A2F66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914" y="2119789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0"/>
                </a:move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07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CEEB1596-C589-4663-B987-DAEDD0D5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564" y="2129314"/>
            <a:ext cx="18098" cy="37147"/>
          </a:xfrm>
          <a:custGeom xmlns:a="http://schemas.openxmlformats.org/drawingml/2006/main">
            <a:pathLst>
              <a:path w="18098" h="37147">
                <a:moveTo>
                  <a:pt x="18098" y="0"/>
                </a:moveTo>
                <a:lnTo>
                  <a:pt x="0" y="0"/>
                </a:lnTo>
                <a:lnTo>
                  <a:pt x="0" y="37147"/>
                </a:lnTo>
                <a:lnTo>
                  <a:pt x="18098" y="37147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08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E0957BBA-8446-4297-AC7F-870FB1D1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514" y="2138839"/>
            <a:ext cx="18098" cy="37147"/>
          </a:xfrm>
          <a:custGeom xmlns:a="http://schemas.openxmlformats.org/drawingml/2006/main">
            <a:pathLst>
              <a:path w="18098" h="37147">
                <a:moveTo>
                  <a:pt x="18098" y="37147"/>
                </a:moveTo>
                <a:lnTo>
                  <a:pt x="18098" y="0"/>
                </a:lnTo>
                <a:lnTo>
                  <a:pt x="0" y="0"/>
                </a:lnTo>
                <a:lnTo>
                  <a:pt x="0" y="37147"/>
                </a:lnTo>
                <a:lnTo>
                  <a:pt x="18098" y="37147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09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EFFD8D1B-4692-480B-A422-C4392A1F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664" y="2148364"/>
            <a:ext cx="46673" cy="27622"/>
          </a:xfrm>
          <a:custGeom xmlns:a="http://schemas.openxmlformats.org/drawingml/2006/main">
            <a:pathLst>
              <a:path w="46673" h="27622">
                <a:moveTo>
                  <a:pt x="46673" y="27622"/>
                </a:moveTo>
                <a:lnTo>
                  <a:pt x="46673" y="9525"/>
                </a:lnTo>
                <a:lnTo>
                  <a:pt x="37148" y="9525"/>
                </a:lnTo>
                <a:lnTo>
                  <a:pt x="37148" y="0"/>
                </a:lnTo>
                <a:lnTo>
                  <a:pt x="0" y="0"/>
                </a:lnTo>
                <a:lnTo>
                  <a:pt x="0" y="27622"/>
                </a:lnTo>
                <a:lnTo>
                  <a:pt x="46673" y="27622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10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4B1004F7-2D06-48F6-8C4D-DF1B9500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889" y="215788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11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38EF1944-0D22-4930-B268-18BEDDC9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1139" y="2176939"/>
            <a:ext cx="65723" cy="65722"/>
          </a:xfrm>
          <a:custGeom xmlns:a="http://schemas.openxmlformats.org/drawingml/2006/main">
            <a:pathLst>
              <a:path w="65723" h="65722">
                <a:moveTo>
                  <a:pt x="0" y="38100"/>
                </a:moveTo>
                <a:lnTo>
                  <a:pt x="0" y="65722"/>
                </a:lnTo>
                <a:lnTo>
                  <a:pt x="27623" y="65722"/>
                </a:lnTo>
                <a:lnTo>
                  <a:pt x="27623" y="56197"/>
                </a:lnTo>
                <a:lnTo>
                  <a:pt x="38100" y="56197"/>
                </a:lnTo>
                <a:lnTo>
                  <a:pt x="38100" y="65722"/>
                </a:lnTo>
                <a:lnTo>
                  <a:pt x="65723" y="65722"/>
                </a:lnTo>
                <a:lnTo>
                  <a:pt x="65723" y="38100"/>
                </a:lnTo>
                <a:lnTo>
                  <a:pt x="56198" y="38100"/>
                </a:lnTo>
                <a:lnTo>
                  <a:pt x="56198" y="0"/>
                </a:lnTo>
                <a:lnTo>
                  <a:pt x="19050" y="0"/>
                </a:lnTo>
                <a:lnTo>
                  <a:pt x="19050" y="9525"/>
                </a:lnTo>
                <a:lnTo>
                  <a:pt x="9525" y="9525"/>
                </a:lnTo>
                <a:lnTo>
                  <a:pt x="9525" y="38100"/>
                </a:lnTo>
                <a:lnTo>
                  <a:pt x="0" y="38100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12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230844DB-2D4B-4EFA-A21E-C686B0E0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039" y="2205514"/>
            <a:ext cx="27623" cy="37147"/>
          </a:xfrm>
          <a:custGeom xmlns:a="http://schemas.openxmlformats.org/drawingml/2006/main">
            <a:pathLst>
              <a:path w="27623" h="37147">
                <a:moveTo>
                  <a:pt x="0" y="0"/>
                </a:moveTo>
                <a:lnTo>
                  <a:pt x="0" y="37147"/>
                </a:lnTo>
                <a:lnTo>
                  <a:pt x="27623" y="37147"/>
                </a:lnTo>
                <a:lnTo>
                  <a:pt x="27623" y="9525"/>
                </a:lnTo>
                <a:lnTo>
                  <a:pt x="18098" y="9525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13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779F5EFC-BDFE-496B-9183-B1CF4785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0239" y="2567464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0"/>
                </a:move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14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43DE2298-DE84-4B49-8565-2AA5F5AA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8814" y="2586514"/>
            <a:ext cx="37148" cy="27622"/>
          </a:xfrm>
          <a:custGeom xmlns:a="http://schemas.openxmlformats.org/drawingml/2006/main">
            <a:pathLst>
              <a:path w="37148" h="27622">
                <a:moveTo>
                  <a:pt x="0" y="0"/>
                </a:moveTo>
                <a:lnTo>
                  <a:pt x="0" y="27622"/>
                </a:lnTo>
                <a:lnTo>
                  <a:pt x="37148" y="27622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15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70725E55-3059-4F7E-AE7F-48B021A2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8339" y="2624614"/>
            <a:ext cx="37148" cy="27622"/>
          </a:xfrm>
          <a:custGeom xmlns:a="http://schemas.openxmlformats.org/drawingml/2006/main">
            <a:pathLst>
              <a:path w="37148" h="27622">
                <a:moveTo>
                  <a:pt x="0" y="0"/>
                </a:moveTo>
                <a:lnTo>
                  <a:pt x="0" y="27622"/>
                </a:lnTo>
                <a:lnTo>
                  <a:pt x="37148" y="27622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16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DF6E2968-30D4-43E2-8D62-9DBBA083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964" y="2653189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0"/>
                </a:move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17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EF4DA348-9500-4AF3-BB37-B4392D87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914" y="2681764"/>
            <a:ext cx="46673" cy="18097"/>
          </a:xfrm>
          <a:custGeom xmlns:a="http://schemas.openxmlformats.org/drawingml/2006/main">
            <a:pathLst>
              <a:path w="46673" h="18097">
                <a:moveTo>
                  <a:pt x="46673" y="0"/>
                </a:moveTo>
                <a:lnTo>
                  <a:pt x="0" y="0"/>
                </a:lnTo>
                <a:lnTo>
                  <a:pt x="0" y="18097"/>
                </a:lnTo>
                <a:lnTo>
                  <a:pt x="46673" y="18097"/>
                </a:lnTo>
                <a:lnTo>
                  <a:pt x="46673" y="0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18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E43A589E-8F9E-4831-9872-C79B81FC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489" y="2119789"/>
            <a:ext cx="56198" cy="56197"/>
          </a:xfrm>
          <a:custGeom xmlns:a="http://schemas.openxmlformats.org/drawingml/2006/main">
            <a:pathLst>
              <a:path w="56198" h="56197">
                <a:moveTo>
                  <a:pt x="19050" y="56197"/>
                </a:moveTo>
                <a:lnTo>
                  <a:pt x="56198" y="56197"/>
                </a:lnTo>
                <a:lnTo>
                  <a:pt x="56198" y="19050"/>
                </a:lnTo>
                <a:lnTo>
                  <a:pt x="37148" y="19050"/>
                </a:lnTo>
                <a:lnTo>
                  <a:pt x="37148" y="0"/>
                </a:lnTo>
                <a:lnTo>
                  <a:pt x="0" y="0"/>
                </a:lnTo>
                <a:lnTo>
                  <a:pt x="0" y="27622"/>
                </a:lnTo>
                <a:lnTo>
                  <a:pt x="19050" y="27622"/>
                </a:lnTo>
                <a:lnTo>
                  <a:pt x="19050" y="56197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19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A9924D21-9E81-452F-AC3E-E00E9936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789" y="2148364"/>
            <a:ext cx="75248" cy="46672"/>
          </a:xfrm>
          <a:custGeom xmlns:a="http://schemas.openxmlformats.org/drawingml/2006/main">
            <a:pathLst>
              <a:path w="75248" h="46672">
                <a:moveTo>
                  <a:pt x="19050" y="0"/>
                </a:moveTo>
                <a:lnTo>
                  <a:pt x="19050" y="19050"/>
                </a:lnTo>
                <a:lnTo>
                  <a:pt x="9525" y="19050"/>
                </a:lnTo>
                <a:lnTo>
                  <a:pt x="9525" y="28575"/>
                </a:lnTo>
                <a:lnTo>
                  <a:pt x="0" y="28575"/>
                </a:lnTo>
                <a:lnTo>
                  <a:pt x="0" y="46672"/>
                </a:lnTo>
                <a:lnTo>
                  <a:pt x="75248" y="46672"/>
                </a:lnTo>
                <a:lnTo>
                  <a:pt x="75248" y="28575"/>
                </a:lnTo>
                <a:lnTo>
                  <a:pt x="65723" y="28575"/>
                </a:lnTo>
                <a:lnTo>
                  <a:pt x="65723" y="19050"/>
                </a:lnTo>
                <a:lnTo>
                  <a:pt x="56198" y="19050"/>
                </a:lnTo>
                <a:lnTo>
                  <a:pt x="56198" y="9525"/>
                </a:lnTo>
                <a:lnTo>
                  <a:pt x="46673" y="9525"/>
                </a:lnTo>
                <a:lnTo>
                  <a:pt x="46673" y="0"/>
                </a:lnTo>
                <a:lnTo>
                  <a:pt x="19050" y="0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20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21F5ED67-A532-48EE-AEA6-91219D80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489" y="2176939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0"/>
                </a:move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21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F005FC47-842B-419E-A5E2-F9C0E19A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464" y="2205514"/>
            <a:ext cx="27623" cy="37147"/>
          </a:xfrm>
          <a:custGeom xmlns:a="http://schemas.openxmlformats.org/drawingml/2006/main">
            <a:pathLst>
              <a:path w="27623" h="37147">
                <a:moveTo>
                  <a:pt x="27623" y="37147"/>
                </a:moveTo>
                <a:lnTo>
                  <a:pt x="27623" y="9525"/>
                </a:lnTo>
                <a:lnTo>
                  <a:pt x="18098" y="9525"/>
                </a:lnTo>
                <a:lnTo>
                  <a:pt x="18098" y="0"/>
                </a:lnTo>
                <a:lnTo>
                  <a:pt x="0" y="0"/>
                </a:lnTo>
                <a:lnTo>
                  <a:pt x="0" y="37147"/>
                </a:lnTo>
                <a:lnTo>
                  <a:pt x="27623" y="37147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22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DFC5C72F-A2CE-45CB-9694-C9053461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0339" y="243411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23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7271391A-DBD2-4513-97D1-006CE892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3189" y="2481739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24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1F912CE5-BC05-4FDE-9D02-7BB2FDA3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7889" y="256746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25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F2254D35-1845-41D1-81EB-E2E52719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0764" y="2576989"/>
            <a:ext cx="18098" cy="46672"/>
          </a:xfrm>
          <a:custGeom xmlns:a="http://schemas.openxmlformats.org/drawingml/2006/main">
            <a:pathLst>
              <a:path w="18098" h="46672">
                <a:moveTo>
                  <a:pt x="0" y="46672"/>
                </a:moveTo>
                <a:lnTo>
                  <a:pt x="18098" y="46672"/>
                </a:lnTo>
                <a:lnTo>
                  <a:pt x="18098" y="0"/>
                </a:lnTo>
                <a:lnTo>
                  <a:pt x="0" y="0"/>
                </a:lnTo>
                <a:lnTo>
                  <a:pt x="0" y="46672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26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5EB0CA26-E241-46F1-9BFB-A2B0AFE0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114" y="2624614"/>
            <a:ext cx="37148" cy="27622"/>
          </a:xfrm>
          <a:custGeom xmlns:a="http://schemas.openxmlformats.org/drawingml/2006/main">
            <a:pathLst>
              <a:path w="37148" h="27622">
                <a:moveTo>
                  <a:pt x="37148" y="27622"/>
                </a:moveTo>
                <a:lnTo>
                  <a:pt x="37148" y="0"/>
                </a:lnTo>
                <a:lnTo>
                  <a:pt x="0" y="0"/>
                </a:lnTo>
                <a:lnTo>
                  <a:pt x="0" y="18097"/>
                </a:lnTo>
                <a:lnTo>
                  <a:pt x="9525" y="18097"/>
                </a:lnTo>
                <a:lnTo>
                  <a:pt x="9525" y="27622"/>
                </a:lnTo>
                <a:lnTo>
                  <a:pt x="37148" y="27622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27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FD9492FE-99C7-42DC-B0EE-021EC5AC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8389" y="2624614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28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ABD8E7B5-BE35-4B5D-A5A9-A5CC073B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539" y="2624614"/>
            <a:ext cx="37148" cy="37147"/>
          </a:xfrm>
          <a:custGeom xmlns:a="http://schemas.openxmlformats.org/drawingml/2006/main">
            <a:pathLst>
              <a:path w="37148" h="37147">
                <a:moveTo>
                  <a:pt x="37148" y="0"/>
                </a:moveTo>
                <a:lnTo>
                  <a:pt x="0" y="0"/>
                </a:lnTo>
                <a:lnTo>
                  <a:pt x="0" y="37147"/>
                </a:lnTo>
                <a:lnTo>
                  <a:pt x="37148" y="37147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29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1E1E2861-911E-45B2-AC29-D1F75D49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714" y="2634139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0"/>
                </a:move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30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B8EDB372-B4A3-4D47-A8F3-A92A4C6D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589" y="2653189"/>
            <a:ext cx="75248" cy="56197"/>
          </a:xfrm>
          <a:custGeom xmlns:a="http://schemas.openxmlformats.org/drawingml/2006/main">
            <a:pathLst>
              <a:path w="75248" h="56197">
                <a:moveTo>
                  <a:pt x="38100" y="38100"/>
                </a:moveTo>
                <a:lnTo>
                  <a:pt x="9525" y="38100"/>
                </a:lnTo>
                <a:lnTo>
                  <a:pt x="9525" y="56197"/>
                </a:lnTo>
                <a:lnTo>
                  <a:pt x="56198" y="56197"/>
                </a:lnTo>
                <a:lnTo>
                  <a:pt x="56198" y="37147"/>
                </a:lnTo>
                <a:lnTo>
                  <a:pt x="65723" y="37147"/>
                </a:lnTo>
                <a:lnTo>
                  <a:pt x="65723" y="27622"/>
                </a:lnTo>
                <a:lnTo>
                  <a:pt x="75248" y="27622"/>
                </a:lnTo>
                <a:lnTo>
                  <a:pt x="75248" y="0"/>
                </a:lnTo>
                <a:lnTo>
                  <a:pt x="19050" y="0"/>
                </a:lnTo>
                <a:lnTo>
                  <a:pt x="19050" y="9525"/>
                </a:lnTo>
                <a:lnTo>
                  <a:pt x="0" y="9525"/>
                </a:lnTo>
                <a:lnTo>
                  <a:pt x="0" y="27622"/>
                </a:lnTo>
                <a:lnTo>
                  <a:pt x="28575" y="27622"/>
                </a:lnTo>
                <a:lnTo>
                  <a:pt x="28575" y="37147"/>
                </a:lnTo>
                <a:lnTo>
                  <a:pt x="38100" y="37147"/>
                </a:lnTo>
                <a:lnTo>
                  <a:pt x="38100" y="38100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31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F97D5074-3B33-41B3-9A83-A008CAC4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539" y="2681764"/>
            <a:ext cx="37148" cy="27622"/>
          </a:xfrm>
          <a:custGeom xmlns:a="http://schemas.openxmlformats.org/drawingml/2006/main">
            <a:pathLst>
              <a:path w="37148" h="27622">
                <a:moveTo>
                  <a:pt x="37148" y="27622"/>
                </a:moveTo>
                <a:lnTo>
                  <a:pt x="37148" y="0"/>
                </a:lnTo>
                <a:lnTo>
                  <a:pt x="0" y="0"/>
                </a:lnTo>
                <a:lnTo>
                  <a:pt x="0" y="27622"/>
                </a:lnTo>
                <a:lnTo>
                  <a:pt x="37148" y="27622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32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59F5F63E-044E-4123-9C20-3D9E9F86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664" y="2691289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0"/>
                </a:move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33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2FB9AF16-65D1-47E0-8F51-20A6220C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064" y="2710339"/>
            <a:ext cx="46673" cy="18097"/>
          </a:xfrm>
          <a:custGeom xmlns:a="http://schemas.openxmlformats.org/drawingml/2006/main">
            <a:pathLst>
              <a:path w="46673" h="18097">
                <a:moveTo>
                  <a:pt x="46673" y="0"/>
                </a:moveTo>
                <a:lnTo>
                  <a:pt x="0" y="0"/>
                </a:lnTo>
                <a:lnTo>
                  <a:pt x="0" y="18097"/>
                </a:lnTo>
                <a:lnTo>
                  <a:pt x="46673" y="18097"/>
                </a:lnTo>
                <a:lnTo>
                  <a:pt x="46673" y="0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34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8A589566-D968-4E20-B59A-F7BED881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1214" y="2710339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0"/>
                </a:move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35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37E03A85-6761-4C0E-BBF7-55BD65CD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2639" y="272938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36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E9011D14-1EB8-4368-B0E8-3EE2F958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7889" y="272938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DC4DD"/>
          </a:solidFill>
          <a:ln xmlns:a="http://schemas.openxmlformats.org/drawingml/2006/main" w="0">
            <a:noFill/>
          </a:ln>
        </p:spPr>
      </p:sp>
      <p:sp>
        <p:nvSpPr>
          <p:cNvPr id="137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EE428295-2621-48E2-9936-7B036D42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964" y="2843689"/>
            <a:ext cx="1513523" cy="18097"/>
          </a:xfrm>
          <a:custGeom xmlns:a="http://schemas.openxmlformats.org/drawingml/2006/main">
            <a:pathLst>
              <a:path w="1513523" h="18097">
                <a:moveTo>
                  <a:pt x="1513523" y="0"/>
                </a:moveTo>
                <a:lnTo>
                  <a:pt x="0" y="0"/>
                </a:lnTo>
                <a:lnTo>
                  <a:pt x="0" y="18097"/>
                </a:lnTo>
                <a:lnTo>
                  <a:pt x="1513523" y="18097"/>
                </a:lnTo>
                <a:lnTo>
                  <a:pt x="1513523" y="0"/>
                </a:lnTo>
                <a:close/>
              </a:path>
            </a:pathLst>
          </a:custGeom>
          <a:solidFill xmlns:a="http://schemas.openxmlformats.org/drawingml/2006/main">
            <a:srgbClr val="9EBFD5"/>
          </a:solidFill>
          <a:ln xmlns:a="http://schemas.openxmlformats.org/drawingml/2006/main" w="0">
            <a:noFill/>
          </a:ln>
        </p:spPr>
      </p:sp>
      <p:sp>
        <p:nvSpPr>
          <p:cNvPr id="138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507B88FF-F14C-4284-BDE4-093A7A52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964" y="557689"/>
            <a:ext cx="18097" cy="170498"/>
          </a:xfrm>
          <a:custGeom xmlns:a="http://schemas.openxmlformats.org/drawingml/2006/main">
            <a:pathLst>
              <a:path w="18097" h="170498">
                <a:moveTo>
                  <a:pt x="0" y="0"/>
                </a:moveTo>
                <a:lnTo>
                  <a:pt x="0" y="170498"/>
                </a:lnTo>
                <a:lnTo>
                  <a:pt x="18097" y="170498"/>
                </a:lnTo>
                <a:lnTo>
                  <a:pt x="180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3E9EB"/>
          </a:solidFill>
          <a:ln xmlns:a="http://schemas.openxmlformats.org/drawingml/2006/main" w="0">
            <a:noFill/>
          </a:ln>
        </p:spPr>
      </p:sp>
      <p:sp>
        <p:nvSpPr>
          <p:cNvPr id="139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DB7859CB-E3D3-4FCF-817F-57C6A58E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489" y="795814"/>
            <a:ext cx="18097" cy="37148"/>
          </a:xfrm>
          <a:custGeom xmlns:a="http://schemas.openxmlformats.org/drawingml/2006/main">
            <a:pathLst>
              <a:path w="18097" h="37148">
                <a:moveTo>
                  <a:pt x="18097" y="37148"/>
                </a:moveTo>
                <a:lnTo>
                  <a:pt x="18097" y="0"/>
                </a:lnTo>
                <a:lnTo>
                  <a:pt x="0" y="0"/>
                </a:lnTo>
                <a:lnTo>
                  <a:pt x="0" y="37148"/>
                </a:lnTo>
                <a:lnTo>
                  <a:pt x="18097" y="37148"/>
                </a:lnTo>
                <a:close/>
              </a:path>
            </a:pathLst>
          </a:custGeom>
          <a:solidFill xmlns:a="http://schemas.openxmlformats.org/drawingml/2006/main">
            <a:srgbClr val="E3E9EB"/>
          </a:solidFill>
          <a:ln xmlns:a="http://schemas.openxmlformats.org/drawingml/2006/main" w="0">
            <a:noFill/>
          </a:ln>
        </p:spPr>
      </p:sp>
      <p:sp>
        <p:nvSpPr>
          <p:cNvPr id="140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CD2DEBEE-2207-4D42-8E5F-E9FD6486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539" y="881539"/>
            <a:ext cx="18097" cy="27623"/>
          </a:xfrm>
          <a:custGeom xmlns:a="http://schemas.openxmlformats.org/drawingml/2006/main">
            <a:pathLst>
              <a:path w="18097" h="27623">
                <a:moveTo>
                  <a:pt x="18097" y="0"/>
                </a:moveTo>
                <a:lnTo>
                  <a:pt x="0" y="0"/>
                </a:lnTo>
                <a:lnTo>
                  <a:pt x="0" y="27623"/>
                </a:lnTo>
                <a:lnTo>
                  <a:pt x="18097" y="27623"/>
                </a:lnTo>
                <a:lnTo>
                  <a:pt x="18097" y="0"/>
                </a:lnTo>
                <a:close/>
              </a:path>
            </a:pathLst>
          </a:custGeom>
          <a:solidFill xmlns:a="http://schemas.openxmlformats.org/drawingml/2006/main">
            <a:srgbClr val="E3E9EB"/>
          </a:solidFill>
          <a:ln xmlns:a="http://schemas.openxmlformats.org/drawingml/2006/main" w="0">
            <a:noFill/>
          </a:ln>
        </p:spPr>
      </p:sp>
      <p:sp>
        <p:nvSpPr>
          <p:cNvPr id="141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08A70AE5-3039-49B4-9797-11784B54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139" y="17197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E3E9EB"/>
          </a:solidFill>
          <a:ln xmlns:a="http://schemas.openxmlformats.org/drawingml/2006/main" w="0">
            <a:noFill/>
          </a:ln>
        </p:spPr>
      </p:sp>
      <p:sp>
        <p:nvSpPr>
          <p:cNvPr id="142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78F76A2E-44A8-4E4D-A848-016870A7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589" y="17959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18097"/>
                </a:move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E3E9EB"/>
          </a:solidFill>
          <a:ln xmlns:a="http://schemas.openxmlformats.org/drawingml/2006/main" w="0">
            <a:noFill/>
          </a:ln>
        </p:spPr>
      </p:sp>
      <p:sp>
        <p:nvSpPr>
          <p:cNvPr id="143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0F6B8A66-D133-4529-A76D-330743DB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5639" y="1319689"/>
            <a:ext cx="18098" cy="122872"/>
          </a:xfrm>
          <a:custGeom xmlns:a="http://schemas.openxmlformats.org/drawingml/2006/main">
            <a:pathLst>
              <a:path w="18098" h="122872">
                <a:moveTo>
                  <a:pt x="0" y="0"/>
                </a:moveTo>
                <a:lnTo>
                  <a:pt x="0" y="122872"/>
                </a:lnTo>
                <a:lnTo>
                  <a:pt x="18098" y="12287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3E9EB"/>
          </a:solidFill>
          <a:ln xmlns:a="http://schemas.openxmlformats.org/drawingml/2006/main" w="0">
            <a:noFill/>
          </a:ln>
        </p:spPr>
      </p:sp>
      <p:sp>
        <p:nvSpPr>
          <p:cNvPr id="144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85D29CF0-173E-4D13-BD28-643831F5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964" y="767239"/>
            <a:ext cx="18097" cy="218123"/>
          </a:xfrm>
          <a:custGeom xmlns:a="http://schemas.openxmlformats.org/drawingml/2006/main">
            <a:pathLst>
              <a:path w="18097" h="218123">
                <a:moveTo>
                  <a:pt x="0" y="0"/>
                </a:moveTo>
                <a:lnTo>
                  <a:pt x="0" y="218123"/>
                </a:lnTo>
                <a:lnTo>
                  <a:pt x="18097" y="218123"/>
                </a:lnTo>
                <a:lnTo>
                  <a:pt x="180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CEDF"/>
          </a:solidFill>
          <a:ln xmlns:a="http://schemas.openxmlformats.org/drawingml/2006/main" w="0">
            <a:noFill/>
          </a:ln>
        </p:spPr>
      </p:sp>
      <p:sp>
        <p:nvSpPr>
          <p:cNvPr id="145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E000B082-A3D9-4BAD-9F01-6911E0DB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489" y="1081564"/>
            <a:ext cx="18097" cy="56198"/>
          </a:xfrm>
          <a:custGeom xmlns:a="http://schemas.openxmlformats.org/drawingml/2006/main">
            <a:pathLst>
              <a:path w="18097" h="56198">
                <a:moveTo>
                  <a:pt x="18097" y="0"/>
                </a:moveTo>
                <a:lnTo>
                  <a:pt x="0" y="0"/>
                </a:lnTo>
                <a:lnTo>
                  <a:pt x="0" y="56198"/>
                </a:lnTo>
                <a:lnTo>
                  <a:pt x="18097" y="56198"/>
                </a:lnTo>
                <a:lnTo>
                  <a:pt x="18097" y="0"/>
                </a:lnTo>
                <a:close/>
              </a:path>
            </a:pathLst>
          </a:custGeom>
          <a:solidFill xmlns:a="http://schemas.openxmlformats.org/drawingml/2006/main">
            <a:srgbClr val="B4CEDF"/>
          </a:solidFill>
          <a:ln xmlns:a="http://schemas.openxmlformats.org/drawingml/2006/main" w="0">
            <a:noFill/>
          </a:ln>
        </p:spPr>
      </p:sp>
      <p:sp>
        <p:nvSpPr>
          <p:cNvPr id="146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6581BAFF-C50F-4AC5-B8B2-F26A8227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2014" y="1157764"/>
            <a:ext cx="18097" cy="27623"/>
          </a:xfrm>
          <a:custGeom xmlns:a="http://schemas.openxmlformats.org/drawingml/2006/main">
            <a:pathLst>
              <a:path w="18097" h="27623">
                <a:moveTo>
                  <a:pt x="18097" y="27623"/>
                </a:moveTo>
                <a:lnTo>
                  <a:pt x="18097" y="0"/>
                </a:lnTo>
                <a:lnTo>
                  <a:pt x="0" y="0"/>
                </a:lnTo>
                <a:lnTo>
                  <a:pt x="0" y="27623"/>
                </a:lnTo>
                <a:lnTo>
                  <a:pt x="18097" y="27623"/>
                </a:lnTo>
                <a:close/>
              </a:path>
            </a:pathLst>
          </a:custGeom>
          <a:solidFill xmlns:a="http://schemas.openxmlformats.org/drawingml/2006/main">
            <a:srgbClr val="B4CEDF"/>
          </a:solidFill>
          <a:ln xmlns:a="http://schemas.openxmlformats.org/drawingml/2006/main" w="0">
            <a:noFill/>
          </a:ln>
        </p:spPr>
      </p:sp>
      <p:sp>
        <p:nvSpPr>
          <p:cNvPr id="147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CEB55769-AE6F-4670-93D1-621C2E75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539" y="1186339"/>
            <a:ext cx="18097" cy="27623"/>
          </a:xfrm>
          <a:custGeom xmlns:a="http://schemas.openxmlformats.org/drawingml/2006/main">
            <a:pathLst>
              <a:path w="18097" h="27623">
                <a:moveTo>
                  <a:pt x="0" y="27623"/>
                </a:moveTo>
                <a:lnTo>
                  <a:pt x="18097" y="27623"/>
                </a:lnTo>
                <a:lnTo>
                  <a:pt x="18097" y="0"/>
                </a:lnTo>
                <a:lnTo>
                  <a:pt x="0" y="0"/>
                </a:lnTo>
                <a:lnTo>
                  <a:pt x="0" y="27623"/>
                </a:lnTo>
                <a:close/>
              </a:path>
            </a:pathLst>
          </a:custGeom>
          <a:solidFill xmlns:a="http://schemas.openxmlformats.org/drawingml/2006/main">
            <a:srgbClr val="B4CEDF"/>
          </a:solidFill>
          <a:ln xmlns:a="http://schemas.openxmlformats.org/drawingml/2006/main" w="0">
            <a:noFill/>
          </a:ln>
        </p:spPr>
      </p:sp>
      <p:sp>
        <p:nvSpPr>
          <p:cNvPr id="148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BC0D9D2E-57D5-43EF-ABEF-315701F1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064" y="1214914"/>
            <a:ext cx="18097" cy="27622"/>
          </a:xfrm>
          <a:custGeom xmlns:a="http://schemas.openxmlformats.org/drawingml/2006/main">
            <a:pathLst>
              <a:path w="18097" h="27622">
                <a:moveTo>
                  <a:pt x="18097" y="0"/>
                </a:moveTo>
                <a:lnTo>
                  <a:pt x="0" y="0"/>
                </a:lnTo>
                <a:lnTo>
                  <a:pt x="0" y="27622"/>
                </a:lnTo>
                <a:lnTo>
                  <a:pt x="18097" y="27622"/>
                </a:lnTo>
                <a:lnTo>
                  <a:pt x="18097" y="0"/>
                </a:lnTo>
                <a:close/>
              </a:path>
            </a:pathLst>
          </a:custGeom>
          <a:solidFill xmlns:a="http://schemas.openxmlformats.org/drawingml/2006/main">
            <a:srgbClr val="B4CEDF"/>
          </a:solidFill>
          <a:ln xmlns:a="http://schemas.openxmlformats.org/drawingml/2006/main" w="0">
            <a:noFill/>
          </a:ln>
        </p:spPr>
      </p:sp>
      <p:sp>
        <p:nvSpPr>
          <p:cNvPr id="149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AC84580E-4F57-499E-9532-928A6146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114" y="1272064"/>
            <a:ext cx="18097" cy="27622"/>
          </a:xfrm>
          <a:custGeom xmlns:a="http://schemas.openxmlformats.org/drawingml/2006/main">
            <a:pathLst>
              <a:path w="18097" h="27622">
                <a:moveTo>
                  <a:pt x="18097" y="0"/>
                </a:moveTo>
                <a:lnTo>
                  <a:pt x="0" y="0"/>
                </a:lnTo>
                <a:lnTo>
                  <a:pt x="0" y="27622"/>
                </a:lnTo>
                <a:lnTo>
                  <a:pt x="18097" y="27622"/>
                </a:lnTo>
                <a:lnTo>
                  <a:pt x="18097" y="0"/>
                </a:lnTo>
                <a:close/>
              </a:path>
            </a:pathLst>
          </a:custGeom>
          <a:solidFill xmlns:a="http://schemas.openxmlformats.org/drawingml/2006/main">
            <a:srgbClr val="B4CEDF"/>
          </a:solidFill>
          <a:ln xmlns:a="http://schemas.openxmlformats.org/drawingml/2006/main" w="0">
            <a:noFill/>
          </a:ln>
        </p:spPr>
      </p:sp>
      <p:sp>
        <p:nvSpPr>
          <p:cNvPr id="150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7786ED50-1744-4610-879D-1CB3B71A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939" y="2329339"/>
            <a:ext cx="56198" cy="18097"/>
          </a:xfrm>
          <a:custGeom xmlns:a="http://schemas.openxmlformats.org/drawingml/2006/main">
            <a:pathLst>
              <a:path w="56198" h="18097">
                <a:moveTo>
                  <a:pt x="56198" y="0"/>
                </a:moveTo>
                <a:lnTo>
                  <a:pt x="0" y="0"/>
                </a:lnTo>
                <a:lnTo>
                  <a:pt x="0" y="18097"/>
                </a:lnTo>
                <a:lnTo>
                  <a:pt x="56198" y="18097"/>
                </a:lnTo>
                <a:lnTo>
                  <a:pt x="56198" y="0"/>
                </a:lnTo>
                <a:close/>
              </a:path>
            </a:pathLst>
          </a:custGeom>
          <a:solidFill xmlns:a="http://schemas.openxmlformats.org/drawingml/2006/main">
            <a:srgbClr val="B4CEDF"/>
          </a:solidFill>
          <a:ln xmlns:a="http://schemas.openxmlformats.org/drawingml/2006/main" w="0">
            <a:noFill/>
          </a:ln>
        </p:spPr>
      </p:sp>
      <p:sp>
        <p:nvSpPr>
          <p:cNvPr id="151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A21FBD2D-D522-4C56-83AD-39C58130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2714" y="2376964"/>
            <a:ext cx="56198" cy="18097"/>
          </a:xfrm>
          <a:custGeom xmlns:a="http://schemas.openxmlformats.org/drawingml/2006/main">
            <a:pathLst>
              <a:path w="56198" h="18097">
                <a:moveTo>
                  <a:pt x="56198" y="18097"/>
                </a:moveTo>
                <a:lnTo>
                  <a:pt x="56198" y="0"/>
                </a:lnTo>
                <a:lnTo>
                  <a:pt x="0" y="0"/>
                </a:lnTo>
                <a:lnTo>
                  <a:pt x="0" y="18097"/>
                </a:lnTo>
                <a:lnTo>
                  <a:pt x="56198" y="18097"/>
                </a:lnTo>
                <a:close/>
              </a:path>
            </a:pathLst>
          </a:custGeom>
          <a:solidFill xmlns:a="http://schemas.openxmlformats.org/drawingml/2006/main">
            <a:srgbClr val="B4CEDF"/>
          </a:solidFill>
          <a:ln xmlns:a="http://schemas.openxmlformats.org/drawingml/2006/main" w="0">
            <a:noFill/>
          </a:ln>
        </p:spPr>
      </p:sp>
      <p:sp>
        <p:nvSpPr>
          <p:cNvPr id="152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2E634BEE-6C1B-45E5-9830-39815DF0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964" y="748189"/>
            <a:ext cx="18097" cy="27623"/>
          </a:xfrm>
          <a:custGeom xmlns:a="http://schemas.openxmlformats.org/drawingml/2006/main">
            <a:pathLst>
              <a:path w="18097" h="27623">
                <a:moveTo>
                  <a:pt x="18097" y="27623"/>
                </a:moveTo>
                <a:lnTo>
                  <a:pt x="18097" y="0"/>
                </a:lnTo>
                <a:lnTo>
                  <a:pt x="0" y="0"/>
                </a:lnTo>
                <a:lnTo>
                  <a:pt x="0" y="27623"/>
                </a:lnTo>
                <a:lnTo>
                  <a:pt x="18097" y="27623"/>
                </a:lnTo>
                <a:close/>
              </a:path>
            </a:pathLst>
          </a:custGeom>
          <a:solidFill xmlns:a="http://schemas.openxmlformats.org/drawingml/2006/main">
            <a:srgbClr val="BCD7E8"/>
          </a:solidFill>
          <a:ln xmlns:a="http://schemas.openxmlformats.org/drawingml/2006/main" w="0">
            <a:noFill/>
          </a:ln>
        </p:spPr>
      </p:sp>
      <p:sp>
        <p:nvSpPr>
          <p:cNvPr id="153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556AE6C5-F023-4066-893B-1EB2FCEE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489" y="976789"/>
            <a:ext cx="18097" cy="113348"/>
          </a:xfrm>
          <a:custGeom xmlns:a="http://schemas.openxmlformats.org/drawingml/2006/main">
            <a:pathLst>
              <a:path w="18097" h="113348">
                <a:moveTo>
                  <a:pt x="0" y="0"/>
                </a:moveTo>
                <a:lnTo>
                  <a:pt x="0" y="113348"/>
                </a:lnTo>
                <a:lnTo>
                  <a:pt x="18097" y="113348"/>
                </a:lnTo>
                <a:lnTo>
                  <a:pt x="180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CD7E8"/>
          </a:solidFill>
          <a:ln xmlns:a="http://schemas.openxmlformats.org/drawingml/2006/main" w="0">
            <a:noFill/>
          </a:ln>
        </p:spPr>
      </p:sp>
      <p:sp>
        <p:nvSpPr>
          <p:cNvPr id="154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1589E76A-8BDA-4ACE-A42F-04EFD120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2014" y="1119664"/>
            <a:ext cx="18097" cy="46673"/>
          </a:xfrm>
          <a:custGeom xmlns:a="http://schemas.openxmlformats.org/drawingml/2006/main">
            <a:pathLst>
              <a:path w="18097" h="46673">
                <a:moveTo>
                  <a:pt x="18097" y="46673"/>
                </a:moveTo>
                <a:lnTo>
                  <a:pt x="18097" y="0"/>
                </a:lnTo>
                <a:lnTo>
                  <a:pt x="0" y="0"/>
                </a:lnTo>
                <a:lnTo>
                  <a:pt x="0" y="46673"/>
                </a:lnTo>
                <a:lnTo>
                  <a:pt x="18097" y="46673"/>
                </a:lnTo>
                <a:close/>
              </a:path>
            </a:pathLst>
          </a:custGeom>
          <a:solidFill xmlns:a="http://schemas.openxmlformats.org/drawingml/2006/main">
            <a:srgbClr val="BCD7E8"/>
          </a:solidFill>
          <a:ln xmlns:a="http://schemas.openxmlformats.org/drawingml/2006/main" w="0">
            <a:noFill/>
          </a:ln>
        </p:spPr>
      </p:sp>
      <p:sp>
        <p:nvSpPr>
          <p:cNvPr id="155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56AB5B43-DFB5-42DF-B09B-5DC3AFFD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589" y="1233964"/>
            <a:ext cx="18097" cy="27622"/>
          </a:xfrm>
          <a:custGeom xmlns:a="http://schemas.openxmlformats.org/drawingml/2006/main">
            <a:pathLst>
              <a:path w="18097" h="27622">
                <a:moveTo>
                  <a:pt x="18097" y="0"/>
                </a:moveTo>
                <a:lnTo>
                  <a:pt x="0" y="0"/>
                </a:lnTo>
                <a:lnTo>
                  <a:pt x="0" y="27622"/>
                </a:lnTo>
                <a:lnTo>
                  <a:pt x="18097" y="27622"/>
                </a:lnTo>
                <a:lnTo>
                  <a:pt x="18097" y="0"/>
                </a:lnTo>
                <a:close/>
              </a:path>
            </a:pathLst>
          </a:custGeom>
          <a:solidFill xmlns:a="http://schemas.openxmlformats.org/drawingml/2006/main">
            <a:srgbClr val="BCD7E8"/>
          </a:solidFill>
          <a:ln xmlns:a="http://schemas.openxmlformats.org/drawingml/2006/main" w="0">
            <a:noFill/>
          </a:ln>
        </p:spPr>
      </p:sp>
      <p:sp>
        <p:nvSpPr>
          <p:cNvPr id="156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AD5AF183-0CFF-407C-B908-B307E899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164" y="1310164"/>
            <a:ext cx="18097" cy="27622"/>
          </a:xfrm>
          <a:custGeom xmlns:a="http://schemas.openxmlformats.org/drawingml/2006/main">
            <a:pathLst>
              <a:path w="18097" h="27622">
                <a:moveTo>
                  <a:pt x="0" y="27622"/>
                </a:moveTo>
                <a:lnTo>
                  <a:pt x="18097" y="27622"/>
                </a:lnTo>
                <a:lnTo>
                  <a:pt x="18097" y="0"/>
                </a:lnTo>
                <a:lnTo>
                  <a:pt x="0" y="0"/>
                </a:lnTo>
                <a:lnTo>
                  <a:pt x="0" y="27622"/>
                </a:lnTo>
                <a:close/>
              </a:path>
            </a:pathLst>
          </a:custGeom>
          <a:solidFill xmlns:a="http://schemas.openxmlformats.org/drawingml/2006/main">
            <a:srgbClr val="BCD7E8"/>
          </a:solidFill>
          <a:ln xmlns:a="http://schemas.openxmlformats.org/drawingml/2006/main" w="0">
            <a:noFill/>
          </a:ln>
        </p:spPr>
      </p:sp>
      <p:sp>
        <p:nvSpPr>
          <p:cNvPr id="157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344607B8-8179-487A-9390-A34B248C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014" y="190071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BCD7E8"/>
          </a:solidFill>
          <a:ln xmlns:a="http://schemas.openxmlformats.org/drawingml/2006/main" w="0">
            <a:noFill/>
          </a:ln>
        </p:spPr>
      </p:sp>
      <p:sp>
        <p:nvSpPr>
          <p:cNvPr id="158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64A5F52A-A488-4545-94BB-67AB9639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8314" y="1957864"/>
            <a:ext cx="27623" cy="27622"/>
          </a:xfrm>
          <a:custGeom xmlns:a="http://schemas.openxmlformats.org/drawingml/2006/main">
            <a:pathLst>
              <a:path w="27623" h="27622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9525" y="18097"/>
                </a:lnTo>
                <a:lnTo>
                  <a:pt x="9525" y="27622"/>
                </a:lnTo>
                <a:lnTo>
                  <a:pt x="27623" y="27622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BCD7E8"/>
          </a:solidFill>
          <a:ln xmlns:a="http://schemas.openxmlformats.org/drawingml/2006/main" w="0">
            <a:noFill/>
          </a:ln>
        </p:spPr>
      </p:sp>
      <p:sp>
        <p:nvSpPr>
          <p:cNvPr id="159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A37CA87C-0EEC-409B-B8DB-A209FCE8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1189" y="2024539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0"/>
                </a:move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BCD7E8"/>
          </a:solidFill>
          <a:ln xmlns:a="http://schemas.openxmlformats.org/drawingml/2006/main" w="0">
            <a:noFill/>
          </a:ln>
        </p:spPr>
      </p:sp>
      <p:sp>
        <p:nvSpPr>
          <p:cNvPr id="160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EC5FC219-FC8F-4224-8D55-02926385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039" y="216741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BCD7E8"/>
          </a:solidFill>
          <a:ln xmlns:a="http://schemas.openxmlformats.org/drawingml/2006/main" w="0">
            <a:noFill/>
          </a:ln>
        </p:spPr>
      </p:sp>
      <p:sp>
        <p:nvSpPr>
          <p:cNvPr id="161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16B93480-2373-4431-B939-FBE70B7F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064" y="2253139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BCD7E8"/>
          </a:solidFill>
          <a:ln xmlns:a="http://schemas.openxmlformats.org/drawingml/2006/main" w="0">
            <a:noFill/>
          </a:ln>
        </p:spPr>
      </p:sp>
      <p:sp>
        <p:nvSpPr>
          <p:cNvPr id="162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879043F5-1C8B-4CF5-A317-3DE96348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639" y="226266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0"/>
                </a:move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BCD7E8"/>
          </a:solidFill>
          <a:ln xmlns:a="http://schemas.openxmlformats.org/drawingml/2006/main" w="0">
            <a:noFill/>
          </a:ln>
        </p:spPr>
      </p:sp>
      <p:sp>
        <p:nvSpPr>
          <p:cNvPr id="163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14375866-8D9D-440F-8BB6-B7B65E7A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564" y="2338864"/>
            <a:ext cx="65723" cy="27622"/>
          </a:xfrm>
          <a:custGeom xmlns:a="http://schemas.openxmlformats.org/drawingml/2006/main">
            <a:pathLst>
              <a:path w="65723" h="27622">
                <a:moveTo>
                  <a:pt x="18098" y="9525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65723" y="27622"/>
                </a:lnTo>
                <a:lnTo>
                  <a:pt x="65723" y="9525"/>
                </a:lnTo>
                <a:lnTo>
                  <a:pt x="18098" y="9525"/>
                </a:lnTo>
                <a:close/>
              </a:path>
            </a:pathLst>
          </a:custGeom>
          <a:solidFill xmlns:a="http://schemas.openxmlformats.org/drawingml/2006/main">
            <a:srgbClr val="BCD7E8"/>
          </a:solidFill>
          <a:ln xmlns:a="http://schemas.openxmlformats.org/drawingml/2006/main" w="0">
            <a:noFill/>
          </a:ln>
        </p:spPr>
      </p:sp>
      <p:sp>
        <p:nvSpPr>
          <p:cNvPr id="164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9E24BD21-8978-43E4-B5A0-8B546039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9864" y="2386489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BCD7E8"/>
          </a:solidFill>
          <a:ln xmlns:a="http://schemas.openxmlformats.org/drawingml/2006/main" w="0">
            <a:noFill/>
          </a:ln>
        </p:spPr>
      </p:sp>
      <p:sp>
        <p:nvSpPr>
          <p:cNvPr id="165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CBE0BE5D-5770-4674-A3B2-60798BCA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9389" y="24055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BCD7E8"/>
          </a:solidFill>
          <a:ln xmlns:a="http://schemas.openxmlformats.org/drawingml/2006/main" w="0">
            <a:noFill/>
          </a:ln>
        </p:spPr>
      </p:sp>
      <p:sp>
        <p:nvSpPr>
          <p:cNvPr id="166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9596D9BF-1886-412E-92FC-6568428A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164" y="205311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DD7E8"/>
          </a:solidFill>
          <a:ln xmlns:a="http://schemas.openxmlformats.org/drawingml/2006/main" w="0">
            <a:noFill/>
          </a:ln>
        </p:spPr>
      </p:sp>
      <p:sp>
        <p:nvSpPr>
          <p:cNvPr id="167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A445C809-71C6-4D00-8C0E-04A5E1F3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264" y="2072164"/>
            <a:ext cx="18098" cy="46672"/>
          </a:xfrm>
          <a:custGeom xmlns:a="http://schemas.openxmlformats.org/drawingml/2006/main">
            <a:pathLst>
              <a:path w="18098" h="46672">
                <a:moveTo>
                  <a:pt x="0" y="46672"/>
                </a:moveTo>
                <a:lnTo>
                  <a:pt x="18098" y="46672"/>
                </a:lnTo>
                <a:lnTo>
                  <a:pt x="18098" y="0"/>
                </a:lnTo>
                <a:lnTo>
                  <a:pt x="0" y="0"/>
                </a:lnTo>
                <a:lnTo>
                  <a:pt x="0" y="46672"/>
                </a:lnTo>
                <a:close/>
              </a:path>
            </a:pathLst>
          </a:custGeom>
          <a:solidFill xmlns:a="http://schemas.openxmlformats.org/drawingml/2006/main">
            <a:srgbClr val="BDD7E8"/>
          </a:solidFill>
          <a:ln xmlns:a="http://schemas.openxmlformats.org/drawingml/2006/main" w="0">
            <a:noFill/>
          </a:ln>
        </p:spPr>
      </p:sp>
      <p:sp>
        <p:nvSpPr>
          <p:cNvPr id="168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292557F7-E8FB-49DC-975B-34A81859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939" y="2072164"/>
            <a:ext cx="18098" cy="46672"/>
          </a:xfrm>
          <a:custGeom xmlns:a="http://schemas.openxmlformats.org/drawingml/2006/main">
            <a:pathLst>
              <a:path w="18098" h="46672">
                <a:moveTo>
                  <a:pt x="0" y="0"/>
                </a:moveTo>
                <a:lnTo>
                  <a:pt x="0" y="46672"/>
                </a:lnTo>
                <a:lnTo>
                  <a:pt x="18098" y="4667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DD7E8"/>
          </a:solidFill>
          <a:ln xmlns:a="http://schemas.openxmlformats.org/drawingml/2006/main" w="0">
            <a:noFill/>
          </a:ln>
        </p:spPr>
      </p:sp>
      <p:sp>
        <p:nvSpPr>
          <p:cNvPr id="169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3A1617C5-8A9F-4160-8B7E-DF2EE3B9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0314" y="2072164"/>
            <a:ext cx="18098" cy="46672"/>
          </a:xfrm>
          <a:custGeom xmlns:a="http://schemas.openxmlformats.org/drawingml/2006/main">
            <a:pathLst>
              <a:path w="18098" h="46672">
                <a:moveTo>
                  <a:pt x="0" y="0"/>
                </a:moveTo>
                <a:lnTo>
                  <a:pt x="0" y="46672"/>
                </a:lnTo>
                <a:lnTo>
                  <a:pt x="18098" y="4667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DD7E8"/>
          </a:solidFill>
          <a:ln xmlns:a="http://schemas.openxmlformats.org/drawingml/2006/main" w="0">
            <a:noFill/>
          </a:ln>
        </p:spPr>
      </p:sp>
      <p:sp>
        <p:nvSpPr>
          <p:cNvPr id="170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C02A3733-C6F6-48E0-8239-4B3FA681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164" y="2138839"/>
            <a:ext cx="65723" cy="37147"/>
          </a:xfrm>
          <a:custGeom xmlns:a="http://schemas.openxmlformats.org/drawingml/2006/main">
            <a:pathLst>
              <a:path w="65723" h="37147">
                <a:moveTo>
                  <a:pt x="65723" y="37147"/>
                </a:moveTo>
                <a:lnTo>
                  <a:pt x="65723" y="0"/>
                </a:lnTo>
                <a:lnTo>
                  <a:pt x="0" y="0"/>
                </a:lnTo>
                <a:lnTo>
                  <a:pt x="0" y="37147"/>
                </a:lnTo>
                <a:lnTo>
                  <a:pt x="65723" y="37147"/>
                </a:lnTo>
                <a:close/>
              </a:path>
            </a:pathLst>
          </a:custGeom>
          <a:solidFill xmlns:a="http://schemas.openxmlformats.org/drawingml/2006/main">
            <a:srgbClr val="BDD7E8"/>
          </a:solidFill>
          <a:ln xmlns:a="http://schemas.openxmlformats.org/drawingml/2006/main" w="0">
            <a:noFill/>
          </a:ln>
        </p:spPr>
      </p:sp>
      <p:sp>
        <p:nvSpPr>
          <p:cNvPr id="171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7D394DA2-FA79-4243-830E-800DBB44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9864" y="2100739"/>
            <a:ext cx="56198" cy="27622"/>
          </a:xfrm>
          <a:custGeom xmlns:a="http://schemas.openxmlformats.org/drawingml/2006/main">
            <a:pathLst>
              <a:path w="56198" h="27622">
                <a:moveTo>
                  <a:pt x="9525" y="18097"/>
                </a:moveTo>
                <a:lnTo>
                  <a:pt x="9525" y="27622"/>
                </a:lnTo>
                <a:lnTo>
                  <a:pt x="46673" y="27622"/>
                </a:lnTo>
                <a:lnTo>
                  <a:pt x="46673" y="18097"/>
                </a:lnTo>
                <a:lnTo>
                  <a:pt x="56198" y="18097"/>
                </a:lnTo>
                <a:lnTo>
                  <a:pt x="56198" y="0"/>
                </a:lnTo>
                <a:lnTo>
                  <a:pt x="0" y="0"/>
                </a:lnTo>
                <a:lnTo>
                  <a:pt x="0" y="18097"/>
                </a:lnTo>
                <a:lnTo>
                  <a:pt x="9525" y="18097"/>
                </a:lnTo>
                <a:close/>
              </a:path>
            </a:pathLst>
          </a:custGeom>
          <a:solidFill xmlns:a="http://schemas.openxmlformats.org/drawingml/2006/main">
            <a:srgbClr val="BDD7E8"/>
          </a:solidFill>
          <a:ln xmlns:a="http://schemas.openxmlformats.org/drawingml/2006/main" w="0">
            <a:noFill/>
          </a:ln>
        </p:spPr>
      </p:sp>
      <p:sp>
        <p:nvSpPr>
          <p:cNvPr id="172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88D69E57-2D3B-49B4-8ACF-2CDD6A10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3189" y="2205514"/>
            <a:ext cx="27623" cy="37147"/>
          </a:xfrm>
          <a:custGeom xmlns:a="http://schemas.openxmlformats.org/drawingml/2006/main">
            <a:pathLst>
              <a:path w="27623" h="37147">
                <a:moveTo>
                  <a:pt x="0" y="0"/>
                </a:moveTo>
                <a:lnTo>
                  <a:pt x="0" y="37147"/>
                </a:lnTo>
                <a:lnTo>
                  <a:pt x="27623" y="37147"/>
                </a:lnTo>
                <a:lnTo>
                  <a:pt x="27623" y="9525"/>
                </a:lnTo>
                <a:lnTo>
                  <a:pt x="18098" y="9525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DD7E8"/>
          </a:solidFill>
          <a:ln xmlns:a="http://schemas.openxmlformats.org/drawingml/2006/main" w="0">
            <a:noFill/>
          </a:ln>
        </p:spPr>
      </p:sp>
      <p:sp>
        <p:nvSpPr>
          <p:cNvPr id="173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C2FB1CBB-1E2A-49B1-8907-AB5EDFD8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789" y="2215039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DD7E8"/>
          </a:solidFill>
          <a:ln xmlns:a="http://schemas.openxmlformats.org/drawingml/2006/main" w="0">
            <a:noFill/>
          </a:ln>
        </p:spPr>
      </p:sp>
      <p:sp>
        <p:nvSpPr>
          <p:cNvPr id="174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AAFD541B-6064-4002-B49B-221D6584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464" y="2215039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18097"/>
                </a:move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lnTo>
                  <a:pt x="0" y="18097"/>
                </a:lnTo>
                <a:close/>
              </a:path>
            </a:pathLst>
          </a:custGeom>
          <a:solidFill xmlns:a="http://schemas.openxmlformats.org/drawingml/2006/main">
            <a:srgbClr val="BDD7E8"/>
          </a:solidFill>
          <a:ln xmlns:a="http://schemas.openxmlformats.org/drawingml/2006/main" w="0">
            <a:noFill/>
          </a:ln>
        </p:spPr>
      </p:sp>
      <p:sp>
        <p:nvSpPr>
          <p:cNvPr id="175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5AEA9804-7CF6-466F-9EAC-B84BBAAD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539" y="2348389"/>
            <a:ext cx="37148" cy="37147"/>
          </a:xfrm>
          <a:custGeom xmlns:a="http://schemas.openxmlformats.org/drawingml/2006/main">
            <a:pathLst>
              <a:path w="37148" h="37147">
                <a:moveTo>
                  <a:pt x="18098" y="37147"/>
                </a:moveTo>
                <a:lnTo>
                  <a:pt x="18098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lnTo>
                  <a:pt x="0" y="37147"/>
                </a:lnTo>
                <a:lnTo>
                  <a:pt x="18098" y="37147"/>
                </a:lnTo>
                <a:close/>
              </a:path>
            </a:pathLst>
          </a:custGeom>
          <a:solidFill xmlns:a="http://schemas.openxmlformats.org/drawingml/2006/main">
            <a:srgbClr val="BDD7E8"/>
          </a:solidFill>
          <a:ln xmlns:a="http://schemas.openxmlformats.org/drawingml/2006/main" w="0">
            <a:noFill/>
          </a:ln>
        </p:spPr>
      </p:sp>
      <p:sp>
        <p:nvSpPr>
          <p:cNvPr id="176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23B6D75D-703F-45EB-BC32-802A84CF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9" y="2386489"/>
            <a:ext cx="27623" cy="37147"/>
          </a:xfrm>
          <a:custGeom xmlns:a="http://schemas.openxmlformats.org/drawingml/2006/main">
            <a:pathLst>
              <a:path w="27623" h="37147">
                <a:moveTo>
                  <a:pt x="0" y="19050"/>
                </a:moveTo>
                <a:lnTo>
                  <a:pt x="0" y="37147"/>
                </a:lnTo>
                <a:lnTo>
                  <a:pt x="27623" y="37147"/>
                </a:lnTo>
                <a:lnTo>
                  <a:pt x="27623" y="0"/>
                </a:lnTo>
                <a:lnTo>
                  <a:pt x="9525" y="0"/>
                </a:lnTo>
                <a:lnTo>
                  <a:pt x="9525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DD7E8"/>
          </a:solidFill>
          <a:ln xmlns:a="http://schemas.openxmlformats.org/drawingml/2006/main" w="0">
            <a:noFill/>
          </a:ln>
        </p:spPr>
      </p:sp>
      <p:sp>
        <p:nvSpPr>
          <p:cNvPr id="177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ABC66371-E977-4037-A405-12D7A1ED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839" y="2215039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DD7E8"/>
          </a:solidFill>
          <a:ln xmlns:a="http://schemas.openxmlformats.org/drawingml/2006/main" w="0">
            <a:noFill/>
          </a:ln>
        </p:spPr>
      </p:sp>
      <p:sp>
        <p:nvSpPr>
          <p:cNvPr id="178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E8D3AA47-2D6C-4AC0-A259-69F0CD1C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264" y="2243614"/>
            <a:ext cx="27623" cy="37147"/>
          </a:xfrm>
          <a:custGeom xmlns:a="http://schemas.openxmlformats.org/drawingml/2006/main">
            <a:pathLst>
              <a:path w="27623" h="37147">
                <a:moveTo>
                  <a:pt x="0" y="9525"/>
                </a:moveTo>
                <a:lnTo>
                  <a:pt x="0" y="37147"/>
                </a:lnTo>
                <a:lnTo>
                  <a:pt x="18098" y="37147"/>
                </a:lnTo>
                <a:lnTo>
                  <a:pt x="18098" y="27622"/>
                </a:lnTo>
                <a:lnTo>
                  <a:pt x="27623" y="27622"/>
                </a:lnTo>
                <a:lnTo>
                  <a:pt x="27623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close/>
              </a:path>
            </a:pathLst>
          </a:custGeom>
          <a:solidFill xmlns:a="http://schemas.openxmlformats.org/drawingml/2006/main">
            <a:srgbClr val="BDD7E8"/>
          </a:solidFill>
          <a:ln xmlns:a="http://schemas.openxmlformats.org/drawingml/2006/main" w="0">
            <a:noFill/>
          </a:ln>
        </p:spPr>
      </p:sp>
      <p:sp>
        <p:nvSpPr>
          <p:cNvPr id="179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7A8883F1-0723-49BD-993A-0FFDB9E4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3214" y="2281714"/>
            <a:ext cx="27623" cy="27622"/>
          </a:xfrm>
          <a:custGeom xmlns:a="http://schemas.openxmlformats.org/drawingml/2006/main">
            <a:pathLst>
              <a:path w="27623" h="27622">
                <a:moveTo>
                  <a:pt x="0" y="27622"/>
                </a:moveTo>
                <a:lnTo>
                  <a:pt x="18098" y="27622"/>
                </a:lnTo>
                <a:lnTo>
                  <a:pt x="18098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lnTo>
                  <a:pt x="0" y="27622"/>
                </a:lnTo>
                <a:close/>
              </a:path>
            </a:pathLst>
          </a:custGeom>
          <a:solidFill xmlns:a="http://schemas.openxmlformats.org/drawingml/2006/main">
            <a:srgbClr val="BDD7E8"/>
          </a:solidFill>
          <a:ln xmlns:a="http://schemas.openxmlformats.org/drawingml/2006/main" w="0">
            <a:noFill/>
          </a:ln>
        </p:spPr>
      </p:sp>
      <p:sp>
        <p:nvSpPr>
          <p:cNvPr id="180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74E949F1-A3E5-4E16-9049-6780E6B7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164" y="2310289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BDD7E8"/>
          </a:solidFill>
          <a:ln xmlns:a="http://schemas.openxmlformats.org/drawingml/2006/main" w="0">
            <a:noFill/>
          </a:ln>
        </p:spPr>
      </p:sp>
      <p:sp>
        <p:nvSpPr>
          <p:cNvPr id="181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A0991DD7-913F-43C5-A1D4-5804D873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7539" y="2005489"/>
            <a:ext cx="18098" cy="46672"/>
          </a:xfrm>
          <a:custGeom xmlns:a="http://schemas.openxmlformats.org/drawingml/2006/main">
            <a:pathLst>
              <a:path w="18098" h="46672">
                <a:moveTo>
                  <a:pt x="18098" y="46672"/>
                </a:moveTo>
                <a:lnTo>
                  <a:pt x="18098" y="0"/>
                </a:lnTo>
                <a:lnTo>
                  <a:pt x="0" y="0"/>
                </a:lnTo>
                <a:lnTo>
                  <a:pt x="0" y="46672"/>
                </a:lnTo>
                <a:lnTo>
                  <a:pt x="18098" y="46672"/>
                </a:lnTo>
                <a:close/>
              </a:path>
            </a:pathLst>
          </a:custGeom>
          <a:solidFill xmlns:a="http://schemas.openxmlformats.org/drawingml/2006/main">
            <a:srgbClr val="F8CD9C"/>
          </a:solidFill>
          <a:ln xmlns:a="http://schemas.openxmlformats.org/drawingml/2006/main" w="0">
            <a:noFill/>
          </a:ln>
        </p:spPr>
      </p:sp>
      <p:sp>
        <p:nvSpPr>
          <p:cNvPr id="182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FEBB4687-A06C-48CD-BCA9-FAE0F86E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014" y="2053114"/>
            <a:ext cx="18098" cy="37147"/>
          </a:xfrm>
          <a:custGeom xmlns:a="http://schemas.openxmlformats.org/drawingml/2006/main">
            <a:pathLst>
              <a:path w="18098" h="37147">
                <a:moveTo>
                  <a:pt x="18098" y="37147"/>
                </a:moveTo>
                <a:lnTo>
                  <a:pt x="18098" y="0"/>
                </a:lnTo>
                <a:lnTo>
                  <a:pt x="0" y="0"/>
                </a:lnTo>
                <a:lnTo>
                  <a:pt x="0" y="37147"/>
                </a:lnTo>
                <a:lnTo>
                  <a:pt x="18098" y="37147"/>
                </a:lnTo>
                <a:close/>
              </a:path>
            </a:pathLst>
          </a:custGeom>
          <a:solidFill xmlns:a="http://schemas.openxmlformats.org/drawingml/2006/main">
            <a:srgbClr val="F8CD9C"/>
          </a:solidFill>
          <a:ln xmlns:a="http://schemas.openxmlformats.org/drawingml/2006/main" w="0">
            <a:noFill/>
          </a:ln>
        </p:spPr>
      </p:sp>
      <p:sp>
        <p:nvSpPr>
          <p:cNvPr id="183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378BCCC2-4F6D-4C3C-8DE1-6F6DACAB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489" y="2081689"/>
            <a:ext cx="18098" cy="37147"/>
          </a:xfrm>
          <a:custGeom xmlns:a="http://schemas.openxmlformats.org/drawingml/2006/main">
            <a:pathLst>
              <a:path w="18098" h="37147">
                <a:moveTo>
                  <a:pt x="18098" y="37147"/>
                </a:moveTo>
                <a:lnTo>
                  <a:pt x="18098" y="0"/>
                </a:lnTo>
                <a:lnTo>
                  <a:pt x="0" y="0"/>
                </a:lnTo>
                <a:lnTo>
                  <a:pt x="0" y="37147"/>
                </a:lnTo>
                <a:lnTo>
                  <a:pt x="18098" y="37147"/>
                </a:lnTo>
                <a:close/>
              </a:path>
            </a:pathLst>
          </a:custGeom>
          <a:solidFill xmlns:a="http://schemas.openxmlformats.org/drawingml/2006/main">
            <a:srgbClr val="F8CD9C"/>
          </a:solidFill>
          <a:ln xmlns:a="http://schemas.openxmlformats.org/drawingml/2006/main" w="0">
            <a:noFill/>
          </a:ln>
        </p:spPr>
      </p:sp>
      <p:sp>
        <p:nvSpPr>
          <p:cNvPr id="184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1D53928D-535D-4428-9978-D5F066BA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964" y="2110264"/>
            <a:ext cx="18098" cy="37147"/>
          </a:xfrm>
          <a:custGeom xmlns:a="http://schemas.openxmlformats.org/drawingml/2006/main">
            <a:pathLst>
              <a:path w="18098" h="37147">
                <a:moveTo>
                  <a:pt x="0" y="0"/>
                </a:moveTo>
                <a:lnTo>
                  <a:pt x="0" y="37147"/>
                </a:lnTo>
                <a:lnTo>
                  <a:pt x="18098" y="37147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D9C"/>
          </a:solidFill>
          <a:ln xmlns:a="http://schemas.openxmlformats.org/drawingml/2006/main" w="0">
            <a:noFill/>
          </a:ln>
        </p:spPr>
      </p:sp>
      <p:sp>
        <p:nvSpPr>
          <p:cNvPr id="185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CEE5697D-8857-411E-BA3D-20B16DF8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9439" y="2138839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F8CD9C"/>
          </a:solidFill>
          <a:ln xmlns:a="http://schemas.openxmlformats.org/drawingml/2006/main" w="0">
            <a:noFill/>
          </a:ln>
        </p:spPr>
      </p:sp>
      <p:sp>
        <p:nvSpPr>
          <p:cNvPr id="186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6FE46321-9934-422A-BCD5-0DCDEA41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914" y="2157889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F8CD9C"/>
          </a:solidFill>
          <a:ln xmlns:a="http://schemas.openxmlformats.org/drawingml/2006/main" w="0">
            <a:noFill/>
          </a:ln>
        </p:spPr>
      </p:sp>
      <p:sp>
        <p:nvSpPr>
          <p:cNvPr id="187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8E7151FC-18AD-42EA-B82D-22BE1873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0389" y="2176939"/>
            <a:ext cx="18098" cy="37147"/>
          </a:xfrm>
          <a:custGeom xmlns:a="http://schemas.openxmlformats.org/drawingml/2006/main">
            <a:pathLst>
              <a:path w="18098" h="37147">
                <a:moveTo>
                  <a:pt x="18098" y="37147"/>
                </a:moveTo>
                <a:lnTo>
                  <a:pt x="18098" y="0"/>
                </a:lnTo>
                <a:lnTo>
                  <a:pt x="0" y="0"/>
                </a:lnTo>
                <a:lnTo>
                  <a:pt x="0" y="37147"/>
                </a:lnTo>
                <a:lnTo>
                  <a:pt x="18098" y="37147"/>
                </a:lnTo>
                <a:close/>
              </a:path>
            </a:pathLst>
          </a:custGeom>
          <a:solidFill xmlns:a="http://schemas.openxmlformats.org/drawingml/2006/main">
            <a:srgbClr val="F8CD9C"/>
          </a:solidFill>
          <a:ln xmlns:a="http://schemas.openxmlformats.org/drawingml/2006/main" w="0">
            <a:noFill/>
          </a:ln>
        </p:spPr>
      </p:sp>
      <p:sp>
        <p:nvSpPr>
          <p:cNvPr id="188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2B20977B-96C6-41DC-8EB1-8A767A0B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2764" y="225313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18097"/>
                </a:move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close/>
              </a:path>
            </a:pathLst>
          </a:custGeom>
          <a:solidFill xmlns:a="http://schemas.openxmlformats.org/drawingml/2006/main">
            <a:srgbClr val="F8CD9C"/>
          </a:solidFill>
          <a:ln xmlns:a="http://schemas.openxmlformats.org/drawingml/2006/main" w="0">
            <a:noFill/>
          </a:ln>
        </p:spPr>
      </p:sp>
      <p:sp>
        <p:nvSpPr>
          <p:cNvPr id="189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E43D99DE-5043-4AD0-9362-83597019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5639" y="1500664"/>
            <a:ext cx="18098" cy="294322"/>
          </a:xfrm>
          <a:custGeom xmlns:a="http://schemas.openxmlformats.org/drawingml/2006/main">
            <a:pathLst>
              <a:path w="18098" h="294322">
                <a:moveTo>
                  <a:pt x="18098" y="0"/>
                </a:moveTo>
                <a:lnTo>
                  <a:pt x="0" y="0"/>
                </a:lnTo>
                <a:lnTo>
                  <a:pt x="0" y="294322"/>
                </a:lnTo>
                <a:lnTo>
                  <a:pt x="18098" y="294322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F8CD9C"/>
          </a:solidFill>
          <a:ln xmlns:a="http://schemas.openxmlformats.org/drawingml/2006/main" w="0">
            <a:noFill/>
          </a:ln>
        </p:spPr>
      </p:sp>
      <p:sp>
        <p:nvSpPr>
          <p:cNvPr id="190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2ADCB4A9-B2AE-42DE-9BA5-F471A389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6114" y="1814989"/>
            <a:ext cx="18098" cy="94297"/>
          </a:xfrm>
          <a:custGeom xmlns:a="http://schemas.openxmlformats.org/drawingml/2006/main">
            <a:pathLst>
              <a:path w="18098" h="94297">
                <a:moveTo>
                  <a:pt x="0" y="0"/>
                </a:moveTo>
                <a:lnTo>
                  <a:pt x="0" y="94297"/>
                </a:lnTo>
                <a:lnTo>
                  <a:pt x="18098" y="94297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D9C"/>
          </a:solidFill>
          <a:ln xmlns:a="http://schemas.openxmlformats.org/drawingml/2006/main" w="0">
            <a:noFill/>
          </a:ln>
        </p:spPr>
      </p:sp>
      <p:sp>
        <p:nvSpPr>
          <p:cNvPr id="191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945DA59D-198A-4C4B-B291-6EC22BB9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589" y="1910239"/>
            <a:ext cx="18098" cy="46672"/>
          </a:xfrm>
          <a:custGeom xmlns:a="http://schemas.openxmlformats.org/drawingml/2006/main">
            <a:pathLst>
              <a:path w="18098" h="46672">
                <a:moveTo>
                  <a:pt x="0" y="0"/>
                </a:moveTo>
                <a:lnTo>
                  <a:pt x="0" y="46672"/>
                </a:lnTo>
                <a:lnTo>
                  <a:pt x="18098" y="4667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D9C"/>
          </a:solidFill>
          <a:ln xmlns:a="http://schemas.openxmlformats.org/drawingml/2006/main" w="0">
            <a:noFill/>
          </a:ln>
        </p:spPr>
      </p:sp>
      <p:sp>
        <p:nvSpPr>
          <p:cNvPr id="192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B5DD820E-9BB2-4212-BF51-A032247E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7064" y="1957864"/>
            <a:ext cx="18098" cy="46672"/>
          </a:xfrm>
          <a:custGeom xmlns:a="http://schemas.openxmlformats.org/drawingml/2006/main">
            <a:pathLst>
              <a:path w="18098" h="46672">
                <a:moveTo>
                  <a:pt x="0" y="0"/>
                </a:moveTo>
                <a:lnTo>
                  <a:pt x="0" y="46672"/>
                </a:lnTo>
                <a:lnTo>
                  <a:pt x="18098" y="4667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D9C"/>
          </a:solidFill>
          <a:ln xmlns:a="http://schemas.openxmlformats.org/drawingml/2006/main" w="0">
            <a:noFill/>
          </a:ln>
        </p:spPr>
      </p:sp>
      <p:sp>
        <p:nvSpPr>
          <p:cNvPr id="193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0D1277BC-2178-4B09-B90C-011BEB65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164" y="2719864"/>
            <a:ext cx="18098" cy="122872"/>
          </a:xfrm>
          <a:custGeom xmlns:a="http://schemas.openxmlformats.org/drawingml/2006/main">
            <a:pathLst>
              <a:path w="18098" h="122872">
                <a:moveTo>
                  <a:pt x="0" y="0"/>
                </a:moveTo>
                <a:lnTo>
                  <a:pt x="0" y="122872"/>
                </a:lnTo>
                <a:lnTo>
                  <a:pt x="18098" y="12287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1BCA3"/>
          </a:solidFill>
          <a:ln xmlns:a="http://schemas.openxmlformats.org/drawingml/2006/main" w="0">
            <a:noFill/>
          </a:ln>
        </p:spPr>
      </p:sp>
      <p:sp>
        <p:nvSpPr>
          <p:cNvPr id="194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C351A637-E419-4581-92FD-DD7A152D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914" y="2415064"/>
            <a:ext cx="46673" cy="18097"/>
          </a:xfrm>
          <a:custGeom xmlns:a="http://schemas.openxmlformats.org/drawingml/2006/main">
            <a:pathLst>
              <a:path w="46673" h="18097">
                <a:moveTo>
                  <a:pt x="46673" y="0"/>
                </a:moveTo>
                <a:lnTo>
                  <a:pt x="0" y="0"/>
                </a:lnTo>
                <a:lnTo>
                  <a:pt x="0" y="18097"/>
                </a:lnTo>
                <a:lnTo>
                  <a:pt x="46673" y="18097"/>
                </a:lnTo>
                <a:lnTo>
                  <a:pt x="46673" y="0"/>
                </a:lnTo>
                <a:close/>
              </a:path>
            </a:pathLst>
          </a:custGeom>
          <a:solidFill xmlns:a="http://schemas.openxmlformats.org/drawingml/2006/main">
            <a:srgbClr val="D1BCA3"/>
          </a:solidFill>
          <a:ln xmlns:a="http://schemas.openxmlformats.org/drawingml/2006/main" w="0">
            <a:noFill/>
          </a:ln>
        </p:spPr>
      </p:sp>
      <p:sp>
        <p:nvSpPr>
          <p:cNvPr id="195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E3A70296-8E0B-405A-8A3E-FDE958D4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539" y="2415064"/>
            <a:ext cx="18098" cy="46672"/>
          </a:xfrm>
          <a:custGeom xmlns:a="http://schemas.openxmlformats.org/drawingml/2006/main">
            <a:pathLst>
              <a:path w="18098" h="46672">
                <a:moveTo>
                  <a:pt x="0" y="0"/>
                </a:moveTo>
                <a:lnTo>
                  <a:pt x="0" y="46672"/>
                </a:lnTo>
                <a:lnTo>
                  <a:pt x="18098" y="4667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1BCA3"/>
          </a:solidFill>
          <a:ln xmlns:a="http://schemas.openxmlformats.org/drawingml/2006/main" w="0">
            <a:noFill/>
          </a:ln>
        </p:spPr>
      </p:sp>
      <p:sp>
        <p:nvSpPr>
          <p:cNvPr id="196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47A1D07A-4EA6-4E09-A253-86794CDD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814" y="2453164"/>
            <a:ext cx="18098" cy="46672"/>
          </a:xfrm>
          <a:custGeom xmlns:a="http://schemas.openxmlformats.org/drawingml/2006/main">
            <a:pathLst>
              <a:path w="18098" h="46672">
                <a:moveTo>
                  <a:pt x="0" y="0"/>
                </a:moveTo>
                <a:lnTo>
                  <a:pt x="0" y="46672"/>
                </a:lnTo>
                <a:lnTo>
                  <a:pt x="18098" y="4667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1BCA3"/>
          </a:solidFill>
          <a:ln xmlns:a="http://schemas.openxmlformats.org/drawingml/2006/main" w="0">
            <a:noFill/>
          </a:ln>
        </p:spPr>
      </p:sp>
      <p:sp>
        <p:nvSpPr>
          <p:cNvPr id="197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A445B96C-05A3-47C5-95B9-BF045FEC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264" y="2491264"/>
            <a:ext cx="65723" cy="18097"/>
          </a:xfrm>
          <a:custGeom xmlns:a="http://schemas.openxmlformats.org/drawingml/2006/main">
            <a:pathLst>
              <a:path w="65723" h="18097">
                <a:moveTo>
                  <a:pt x="0" y="18097"/>
                </a:moveTo>
                <a:lnTo>
                  <a:pt x="65723" y="18097"/>
                </a:lnTo>
                <a:lnTo>
                  <a:pt x="65723" y="0"/>
                </a:lnTo>
                <a:lnTo>
                  <a:pt x="0" y="0"/>
                </a:lnTo>
                <a:lnTo>
                  <a:pt x="0" y="18097"/>
                </a:lnTo>
                <a:close/>
              </a:path>
            </a:pathLst>
          </a:custGeom>
          <a:solidFill xmlns:a="http://schemas.openxmlformats.org/drawingml/2006/main">
            <a:srgbClr val="D1BCA3"/>
          </a:solidFill>
          <a:ln xmlns:a="http://schemas.openxmlformats.org/drawingml/2006/main" w="0">
            <a:noFill/>
          </a:ln>
        </p:spPr>
      </p:sp>
      <p:sp>
        <p:nvSpPr>
          <p:cNvPr id="198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4CBD67EA-95EC-48B3-80D1-77F52BD5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639" y="23293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18097"/>
                </a:move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E3D7C5"/>
          </a:solidFill>
          <a:ln xmlns:a="http://schemas.openxmlformats.org/drawingml/2006/main" w="0">
            <a:noFill/>
          </a:ln>
        </p:spPr>
      </p:sp>
      <p:sp>
        <p:nvSpPr>
          <p:cNvPr id="199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1EC993A7-1DEF-4B50-9D97-6A9CB5B7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5114" y="2338864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3D7C5"/>
          </a:solidFill>
          <a:ln xmlns:a="http://schemas.openxmlformats.org/drawingml/2006/main" w="0">
            <a:noFill/>
          </a:ln>
        </p:spPr>
      </p:sp>
      <p:sp>
        <p:nvSpPr>
          <p:cNvPr id="200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68D02F3D-4724-4579-9512-814B2176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5639" y="1433989"/>
            <a:ext cx="18098" cy="37147"/>
          </a:xfrm>
          <a:custGeom xmlns:a="http://schemas.openxmlformats.org/drawingml/2006/main">
            <a:pathLst>
              <a:path w="18098" h="37147">
                <a:moveTo>
                  <a:pt x="0" y="0"/>
                </a:moveTo>
                <a:lnTo>
                  <a:pt x="0" y="37147"/>
                </a:lnTo>
                <a:lnTo>
                  <a:pt x="18098" y="37147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3D7C5"/>
          </a:solidFill>
          <a:ln xmlns:a="http://schemas.openxmlformats.org/drawingml/2006/main" w="0">
            <a:noFill/>
          </a:ln>
        </p:spPr>
      </p:sp>
      <p:sp>
        <p:nvSpPr>
          <p:cNvPr id="201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CE756AD4-4429-49C8-A447-CF40C95D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6114" y="1557814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27622"/>
                </a:move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close/>
              </a:path>
            </a:pathLst>
          </a:custGeom>
          <a:solidFill xmlns:a="http://schemas.openxmlformats.org/drawingml/2006/main">
            <a:srgbClr val="E3D7C5"/>
          </a:solidFill>
          <a:ln xmlns:a="http://schemas.openxmlformats.org/drawingml/2006/main" w="0">
            <a:noFill/>
          </a:ln>
        </p:spPr>
      </p:sp>
      <p:sp>
        <p:nvSpPr>
          <p:cNvPr id="202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C64350C1-8496-459C-AF66-0AEB722F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939" y="253888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18097"/>
                </a:move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E5B783"/>
          </a:solidFill>
          <a:ln xmlns:a="http://schemas.openxmlformats.org/drawingml/2006/main" w="0">
            <a:noFill/>
          </a:ln>
        </p:spPr>
      </p:sp>
      <p:sp>
        <p:nvSpPr>
          <p:cNvPr id="203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2B10E075-C784-449B-8461-DAC7D7BF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4664" y="2605564"/>
            <a:ext cx="56198" cy="27622"/>
          </a:xfrm>
          <a:custGeom xmlns:a="http://schemas.openxmlformats.org/drawingml/2006/main">
            <a:pathLst>
              <a:path w="56198" h="27622">
                <a:moveTo>
                  <a:pt x="19050" y="18097"/>
                </a:moveTo>
                <a:lnTo>
                  <a:pt x="19050" y="27622"/>
                </a:lnTo>
                <a:lnTo>
                  <a:pt x="56198" y="27622"/>
                </a:lnTo>
                <a:lnTo>
                  <a:pt x="56198" y="0"/>
                </a:lnTo>
                <a:lnTo>
                  <a:pt x="0" y="0"/>
                </a:lnTo>
                <a:lnTo>
                  <a:pt x="0" y="18097"/>
                </a:lnTo>
                <a:lnTo>
                  <a:pt x="19050" y="18097"/>
                </a:lnTo>
                <a:close/>
              </a:path>
            </a:pathLst>
          </a:custGeom>
          <a:solidFill xmlns:a="http://schemas.openxmlformats.org/drawingml/2006/main">
            <a:srgbClr val="E5B783"/>
          </a:solidFill>
          <a:ln xmlns:a="http://schemas.openxmlformats.org/drawingml/2006/main" w="0">
            <a:noFill/>
          </a:ln>
        </p:spPr>
      </p:sp>
      <p:sp>
        <p:nvSpPr>
          <p:cNvPr id="204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B3688FA4-16DB-436B-8F7C-666C8DF7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1339" y="2691289"/>
            <a:ext cx="18098" cy="37147"/>
          </a:xfrm>
          <a:custGeom xmlns:a="http://schemas.openxmlformats.org/drawingml/2006/main">
            <a:pathLst>
              <a:path w="18098" h="37147">
                <a:moveTo>
                  <a:pt x="0" y="0"/>
                </a:moveTo>
                <a:lnTo>
                  <a:pt x="0" y="37147"/>
                </a:lnTo>
                <a:lnTo>
                  <a:pt x="18098" y="37147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B783"/>
          </a:solidFill>
          <a:ln xmlns:a="http://schemas.openxmlformats.org/drawingml/2006/main" w="0">
            <a:noFill/>
          </a:ln>
        </p:spPr>
      </p:sp>
      <p:sp>
        <p:nvSpPr>
          <p:cNvPr id="205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3881A236-C2BD-4DD7-A335-0E376F38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964" y="2719864"/>
            <a:ext cx="46673" cy="46672"/>
          </a:xfrm>
          <a:custGeom xmlns:a="http://schemas.openxmlformats.org/drawingml/2006/main">
            <a:pathLst>
              <a:path w="46673" h="46672">
                <a:moveTo>
                  <a:pt x="19050" y="18097"/>
                </a:moveTo>
                <a:lnTo>
                  <a:pt x="19050" y="46672"/>
                </a:lnTo>
                <a:lnTo>
                  <a:pt x="46673" y="46672"/>
                </a:lnTo>
                <a:lnTo>
                  <a:pt x="46673" y="0"/>
                </a:lnTo>
                <a:lnTo>
                  <a:pt x="0" y="0"/>
                </a:lnTo>
                <a:lnTo>
                  <a:pt x="0" y="18097"/>
                </a:lnTo>
                <a:lnTo>
                  <a:pt x="19050" y="18097"/>
                </a:lnTo>
                <a:close/>
              </a:path>
            </a:pathLst>
          </a:custGeom>
          <a:solidFill xmlns:a="http://schemas.openxmlformats.org/drawingml/2006/main">
            <a:srgbClr val="E5B783"/>
          </a:solidFill>
          <a:ln xmlns:a="http://schemas.openxmlformats.org/drawingml/2006/main" w="0">
            <a:noFill/>
          </a:ln>
        </p:spPr>
      </p:sp>
      <p:sp>
        <p:nvSpPr>
          <p:cNvPr id="206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151ED296-A45A-47D9-B1C5-5811AF95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514" y="2596039"/>
            <a:ext cx="46673" cy="37147"/>
          </a:xfrm>
          <a:custGeom xmlns:a="http://schemas.openxmlformats.org/drawingml/2006/main">
            <a:pathLst>
              <a:path w="46673" h="37147">
                <a:moveTo>
                  <a:pt x="19050" y="9525"/>
                </a:moveTo>
                <a:lnTo>
                  <a:pt x="9525" y="9525"/>
                </a:lnTo>
                <a:lnTo>
                  <a:pt x="9525" y="19050"/>
                </a:lnTo>
                <a:lnTo>
                  <a:pt x="0" y="19050"/>
                </a:lnTo>
                <a:lnTo>
                  <a:pt x="0" y="37147"/>
                </a:lnTo>
                <a:lnTo>
                  <a:pt x="46673" y="37147"/>
                </a:lnTo>
                <a:lnTo>
                  <a:pt x="46673" y="0"/>
                </a:lnTo>
                <a:lnTo>
                  <a:pt x="19050" y="0"/>
                </a:lnTo>
                <a:lnTo>
                  <a:pt x="19050" y="9525"/>
                </a:lnTo>
                <a:close/>
              </a:path>
            </a:pathLst>
          </a:custGeom>
          <a:solidFill xmlns:a="http://schemas.openxmlformats.org/drawingml/2006/main">
            <a:srgbClr val="D1BCA1"/>
          </a:solidFill>
          <a:ln xmlns:a="http://schemas.openxmlformats.org/drawingml/2006/main" w="0">
            <a:noFill/>
          </a:ln>
        </p:spPr>
      </p:sp>
      <p:sp>
        <p:nvSpPr>
          <p:cNvPr id="207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FF21878D-D250-47FE-B92C-570A094D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789" y="2710339"/>
            <a:ext cx="46673" cy="37147"/>
          </a:xfrm>
          <a:custGeom xmlns:a="http://schemas.openxmlformats.org/drawingml/2006/main">
            <a:pathLst>
              <a:path w="46673" h="37147">
                <a:moveTo>
                  <a:pt x="0" y="0"/>
                </a:moveTo>
                <a:lnTo>
                  <a:pt x="0" y="37147"/>
                </a:lnTo>
                <a:lnTo>
                  <a:pt x="27623" y="37147"/>
                </a:lnTo>
                <a:lnTo>
                  <a:pt x="27623" y="18097"/>
                </a:lnTo>
                <a:lnTo>
                  <a:pt x="46673" y="18097"/>
                </a:lnTo>
                <a:lnTo>
                  <a:pt x="466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1BCA1"/>
          </a:solidFill>
          <a:ln xmlns:a="http://schemas.openxmlformats.org/drawingml/2006/main" w="0">
            <a:noFill/>
          </a:ln>
        </p:spPr>
      </p:sp>
      <p:sp>
        <p:nvSpPr>
          <p:cNvPr id="208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FEDCE58D-E0F1-4E05-A2E1-FDEEF399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1789" y="2529364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1BCA1"/>
          </a:solidFill>
          <a:ln xmlns:a="http://schemas.openxmlformats.org/drawingml/2006/main" w="0">
            <a:noFill/>
          </a:ln>
        </p:spPr>
      </p:sp>
      <p:sp>
        <p:nvSpPr>
          <p:cNvPr id="209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00338F12-D8BC-4221-ADEF-2E5AF55F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9389" y="2576989"/>
            <a:ext cx="18098" cy="46672"/>
          </a:xfrm>
          <a:custGeom xmlns:a="http://schemas.openxmlformats.org/drawingml/2006/main">
            <a:pathLst>
              <a:path w="18098" h="46672">
                <a:moveTo>
                  <a:pt x="0" y="0"/>
                </a:moveTo>
                <a:lnTo>
                  <a:pt x="0" y="46672"/>
                </a:lnTo>
                <a:lnTo>
                  <a:pt x="18098" y="4667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1BCA1"/>
          </a:solidFill>
          <a:ln xmlns:a="http://schemas.openxmlformats.org/drawingml/2006/main" w="0">
            <a:noFill/>
          </a:ln>
        </p:spPr>
      </p:sp>
      <p:sp>
        <p:nvSpPr>
          <p:cNvPr id="210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4955800F-3356-408B-B51D-0C260501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7039" y="2415064"/>
            <a:ext cx="18098" cy="37147"/>
          </a:xfrm>
          <a:custGeom xmlns:a="http://schemas.openxmlformats.org/drawingml/2006/main">
            <a:pathLst>
              <a:path w="18098" h="37147">
                <a:moveTo>
                  <a:pt x="18098" y="37147"/>
                </a:moveTo>
                <a:lnTo>
                  <a:pt x="18098" y="0"/>
                </a:lnTo>
                <a:lnTo>
                  <a:pt x="0" y="0"/>
                </a:lnTo>
                <a:lnTo>
                  <a:pt x="0" y="37147"/>
                </a:lnTo>
                <a:lnTo>
                  <a:pt x="18098" y="37147"/>
                </a:lnTo>
                <a:close/>
              </a:path>
            </a:pathLst>
          </a:custGeom>
          <a:solidFill xmlns:a="http://schemas.openxmlformats.org/drawingml/2006/main">
            <a:srgbClr val="EDC598"/>
          </a:solidFill>
          <a:ln xmlns:a="http://schemas.openxmlformats.org/drawingml/2006/main" w="0">
            <a:noFill/>
          </a:ln>
        </p:spPr>
      </p:sp>
      <p:sp>
        <p:nvSpPr>
          <p:cNvPr id="211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AEBDAAEA-908A-41C8-A235-33EB278D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7989" y="24436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EDC598"/>
          </a:solidFill>
          <a:ln xmlns:a="http://schemas.openxmlformats.org/drawingml/2006/main" w="0">
            <a:noFill/>
          </a:ln>
        </p:spPr>
      </p:sp>
      <p:sp>
        <p:nvSpPr>
          <p:cNvPr id="212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7D4091B4-31C2-4A0A-9E39-BC6B910E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8464" y="2453164"/>
            <a:ext cx="18098" cy="46672"/>
          </a:xfrm>
          <a:custGeom xmlns:a="http://schemas.openxmlformats.org/drawingml/2006/main">
            <a:pathLst>
              <a:path w="18098" h="46672">
                <a:moveTo>
                  <a:pt x="0" y="0"/>
                </a:moveTo>
                <a:lnTo>
                  <a:pt x="0" y="46672"/>
                </a:lnTo>
                <a:lnTo>
                  <a:pt x="18098" y="4667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C598"/>
          </a:solidFill>
          <a:ln xmlns:a="http://schemas.openxmlformats.org/drawingml/2006/main" w="0">
            <a:noFill/>
          </a:ln>
        </p:spPr>
      </p:sp>
      <p:sp>
        <p:nvSpPr>
          <p:cNvPr id="213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EBE3FCA3-A0CA-4317-A1B0-0EF851C5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6089" y="239601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EDC598"/>
          </a:solidFill>
          <a:ln xmlns:a="http://schemas.openxmlformats.org/drawingml/2006/main" w="0">
            <a:noFill/>
          </a:ln>
        </p:spPr>
      </p:sp>
      <p:sp>
        <p:nvSpPr>
          <p:cNvPr id="214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D3A6E256-6256-4DD0-BA6F-52CCA9FD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9389" y="2415064"/>
            <a:ext cx="18098" cy="37147"/>
          </a:xfrm>
          <a:custGeom xmlns:a="http://schemas.openxmlformats.org/drawingml/2006/main">
            <a:pathLst>
              <a:path w="18098" h="37147">
                <a:moveTo>
                  <a:pt x="0" y="0"/>
                </a:moveTo>
                <a:lnTo>
                  <a:pt x="0" y="37147"/>
                </a:lnTo>
                <a:lnTo>
                  <a:pt x="18098" y="37147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8C4D4"/>
          </a:solidFill>
          <a:ln xmlns:a="http://schemas.openxmlformats.org/drawingml/2006/main" w="0">
            <a:noFill/>
          </a:ln>
        </p:spPr>
      </p:sp>
      <p:sp>
        <p:nvSpPr>
          <p:cNvPr id="215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248AE43B-7925-485E-985A-1400D790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814" y="2443639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18097"/>
                </a:moveTo>
                <a:lnTo>
                  <a:pt x="37148" y="0"/>
                </a:ln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close/>
              </a:path>
            </a:pathLst>
          </a:custGeom>
          <a:solidFill xmlns:a="http://schemas.openxmlformats.org/drawingml/2006/main">
            <a:srgbClr val="A8C4D4"/>
          </a:solidFill>
          <a:ln xmlns:a="http://schemas.openxmlformats.org/drawingml/2006/main" w="0">
            <a:noFill/>
          </a:ln>
        </p:spPr>
      </p:sp>
      <p:sp>
        <p:nvSpPr>
          <p:cNvPr id="216" name="Source-visible spatial ranks">
            <a:extLst xmlns:a="http://schemas.openxmlformats.org/drawingml/2006/main">
              <a:ext uri="{FF2B5EF4-FFF2-40B4-BE49-F238E27FC236}">
                <a16:creationId xmlns:a16="http://schemas.microsoft.com/office/drawing/2014/main" id="{1AF6CEC8-0A09-42E0-9412-D658EEC9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2714" y="2453164"/>
            <a:ext cx="46673" cy="46672"/>
          </a:xfrm>
          <a:custGeom xmlns:a="http://schemas.openxmlformats.org/drawingml/2006/main">
            <a:pathLst>
              <a:path w="46673" h="46672">
                <a:moveTo>
                  <a:pt x="28575" y="0"/>
                </a:moveTo>
                <a:lnTo>
                  <a:pt x="28575" y="28575"/>
                </a:lnTo>
                <a:lnTo>
                  <a:pt x="0" y="28575"/>
                </a:lnTo>
                <a:lnTo>
                  <a:pt x="0" y="46672"/>
                </a:lnTo>
                <a:lnTo>
                  <a:pt x="46673" y="46672"/>
                </a:lnTo>
                <a:lnTo>
                  <a:pt x="46673" y="0"/>
                </a:lnTo>
                <a:lnTo>
                  <a:pt x="28575" y="0"/>
                </a:lnTo>
                <a:close/>
              </a:path>
            </a:pathLst>
          </a:custGeom>
          <a:solidFill xmlns:a="http://schemas.openxmlformats.org/drawingml/2006/main">
            <a:srgbClr val="A8C4D4"/>
          </a:solidFill>
          <a:ln xmlns:a="http://schemas.openxmlformats.org/drawingml/2006/main" w="0">
            <a:noFill/>
          </a:ln>
        </p:spPr>
      </p:sp>
      <p:sp>
        <p:nvSpPr>
          <p:cNvPr id="21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67B53D1-B7FA-478A-A79B-67935D0C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889" y="671989"/>
            <a:ext cx="1122998" cy="1856422"/>
          </a:xfrm>
          <a:custGeom xmlns:a="http://schemas.openxmlformats.org/drawingml/2006/main">
            <a:pathLst>
              <a:path w="1122998" h="1856422">
                <a:moveTo>
                  <a:pt x="114300" y="476250"/>
                </a:moveTo>
                <a:lnTo>
                  <a:pt x="95250" y="476250"/>
                </a:lnTo>
                <a:lnTo>
                  <a:pt x="95250" y="485775"/>
                </a:lnTo>
                <a:lnTo>
                  <a:pt x="85725" y="485775"/>
                </a:lnTo>
                <a:lnTo>
                  <a:pt x="85725" y="495300"/>
                </a:lnTo>
                <a:lnTo>
                  <a:pt x="76200" y="495300"/>
                </a:lnTo>
                <a:lnTo>
                  <a:pt x="76200" y="504825"/>
                </a:lnTo>
                <a:lnTo>
                  <a:pt x="66675" y="504825"/>
                </a:lnTo>
                <a:lnTo>
                  <a:pt x="66675" y="514350"/>
                </a:lnTo>
                <a:lnTo>
                  <a:pt x="47625" y="514350"/>
                </a:lnTo>
                <a:lnTo>
                  <a:pt x="47625" y="523875"/>
                </a:lnTo>
                <a:lnTo>
                  <a:pt x="38100" y="523875"/>
                </a:lnTo>
                <a:lnTo>
                  <a:pt x="38100" y="533400"/>
                </a:lnTo>
                <a:lnTo>
                  <a:pt x="28575" y="533400"/>
                </a:lnTo>
                <a:lnTo>
                  <a:pt x="28575" y="542925"/>
                </a:lnTo>
                <a:lnTo>
                  <a:pt x="9525" y="542925"/>
                </a:lnTo>
                <a:lnTo>
                  <a:pt x="9525" y="552450"/>
                </a:lnTo>
                <a:lnTo>
                  <a:pt x="0" y="552450"/>
                </a:lnTo>
                <a:lnTo>
                  <a:pt x="0" y="589597"/>
                </a:lnTo>
                <a:lnTo>
                  <a:pt x="18098" y="589597"/>
                </a:lnTo>
                <a:lnTo>
                  <a:pt x="18098" y="580072"/>
                </a:lnTo>
                <a:lnTo>
                  <a:pt x="37148" y="580072"/>
                </a:lnTo>
                <a:lnTo>
                  <a:pt x="37148" y="570547"/>
                </a:lnTo>
                <a:lnTo>
                  <a:pt x="57150" y="570547"/>
                </a:lnTo>
                <a:lnTo>
                  <a:pt x="57150" y="580072"/>
                </a:lnTo>
                <a:lnTo>
                  <a:pt x="84773" y="580072"/>
                </a:lnTo>
                <a:lnTo>
                  <a:pt x="84773" y="570547"/>
                </a:lnTo>
                <a:lnTo>
                  <a:pt x="104775" y="570547"/>
                </a:lnTo>
                <a:lnTo>
                  <a:pt x="104775" y="580072"/>
                </a:lnTo>
                <a:lnTo>
                  <a:pt x="122873" y="580072"/>
                </a:lnTo>
                <a:lnTo>
                  <a:pt x="122873" y="570547"/>
                </a:lnTo>
                <a:lnTo>
                  <a:pt x="132398" y="570547"/>
                </a:lnTo>
                <a:lnTo>
                  <a:pt x="132398" y="532448"/>
                </a:lnTo>
                <a:lnTo>
                  <a:pt x="141923" y="532448"/>
                </a:lnTo>
                <a:lnTo>
                  <a:pt x="141923" y="522923"/>
                </a:lnTo>
                <a:lnTo>
                  <a:pt x="256223" y="522923"/>
                </a:lnTo>
                <a:lnTo>
                  <a:pt x="256223" y="513398"/>
                </a:lnTo>
                <a:lnTo>
                  <a:pt x="265748" y="513398"/>
                </a:lnTo>
                <a:lnTo>
                  <a:pt x="265748" y="495300"/>
                </a:lnTo>
                <a:lnTo>
                  <a:pt x="256223" y="495300"/>
                </a:lnTo>
                <a:lnTo>
                  <a:pt x="256223" y="484823"/>
                </a:lnTo>
                <a:lnTo>
                  <a:pt x="265748" y="484823"/>
                </a:lnTo>
                <a:lnTo>
                  <a:pt x="265748" y="465773"/>
                </a:lnTo>
                <a:lnTo>
                  <a:pt x="284798" y="465773"/>
                </a:lnTo>
                <a:lnTo>
                  <a:pt x="284798" y="456248"/>
                </a:lnTo>
                <a:lnTo>
                  <a:pt x="295275" y="456248"/>
                </a:lnTo>
                <a:lnTo>
                  <a:pt x="295275" y="465773"/>
                </a:lnTo>
                <a:lnTo>
                  <a:pt x="341948" y="465773"/>
                </a:lnTo>
                <a:lnTo>
                  <a:pt x="341948" y="456248"/>
                </a:lnTo>
                <a:lnTo>
                  <a:pt x="352425" y="456248"/>
                </a:lnTo>
                <a:lnTo>
                  <a:pt x="352425" y="465773"/>
                </a:lnTo>
                <a:lnTo>
                  <a:pt x="380048" y="465773"/>
                </a:lnTo>
                <a:lnTo>
                  <a:pt x="380048" y="437198"/>
                </a:lnTo>
                <a:lnTo>
                  <a:pt x="389573" y="437198"/>
                </a:lnTo>
                <a:lnTo>
                  <a:pt x="389573" y="419100"/>
                </a:lnTo>
                <a:lnTo>
                  <a:pt x="380048" y="419100"/>
                </a:lnTo>
                <a:lnTo>
                  <a:pt x="380048" y="408623"/>
                </a:lnTo>
                <a:lnTo>
                  <a:pt x="389573" y="408623"/>
                </a:lnTo>
                <a:lnTo>
                  <a:pt x="389573" y="399098"/>
                </a:lnTo>
                <a:lnTo>
                  <a:pt x="399098" y="399098"/>
                </a:lnTo>
                <a:lnTo>
                  <a:pt x="399098" y="389573"/>
                </a:lnTo>
                <a:lnTo>
                  <a:pt x="438150" y="389573"/>
                </a:lnTo>
                <a:lnTo>
                  <a:pt x="438150" y="399098"/>
                </a:lnTo>
                <a:lnTo>
                  <a:pt x="447675" y="399098"/>
                </a:lnTo>
                <a:lnTo>
                  <a:pt x="447675" y="408623"/>
                </a:lnTo>
                <a:lnTo>
                  <a:pt x="457200" y="408623"/>
                </a:lnTo>
                <a:lnTo>
                  <a:pt x="457200" y="419100"/>
                </a:lnTo>
                <a:lnTo>
                  <a:pt x="447675" y="419100"/>
                </a:lnTo>
                <a:lnTo>
                  <a:pt x="447675" y="437198"/>
                </a:lnTo>
                <a:lnTo>
                  <a:pt x="504825" y="437198"/>
                </a:lnTo>
                <a:lnTo>
                  <a:pt x="504825" y="446723"/>
                </a:lnTo>
                <a:lnTo>
                  <a:pt x="522923" y="446723"/>
                </a:lnTo>
                <a:lnTo>
                  <a:pt x="522923" y="437198"/>
                </a:lnTo>
                <a:lnTo>
                  <a:pt x="541973" y="437198"/>
                </a:lnTo>
                <a:lnTo>
                  <a:pt x="541973" y="427673"/>
                </a:lnTo>
                <a:lnTo>
                  <a:pt x="570548" y="427673"/>
                </a:lnTo>
                <a:lnTo>
                  <a:pt x="570548" y="408623"/>
                </a:lnTo>
                <a:lnTo>
                  <a:pt x="580073" y="408623"/>
                </a:lnTo>
                <a:lnTo>
                  <a:pt x="580073" y="399098"/>
                </a:lnTo>
                <a:lnTo>
                  <a:pt x="589598" y="399098"/>
                </a:lnTo>
                <a:lnTo>
                  <a:pt x="589598" y="389573"/>
                </a:lnTo>
                <a:lnTo>
                  <a:pt x="599123" y="389573"/>
                </a:lnTo>
                <a:lnTo>
                  <a:pt x="599123" y="380048"/>
                </a:lnTo>
                <a:lnTo>
                  <a:pt x="619125" y="380048"/>
                </a:lnTo>
                <a:lnTo>
                  <a:pt x="619125" y="389573"/>
                </a:lnTo>
                <a:lnTo>
                  <a:pt x="647700" y="389573"/>
                </a:lnTo>
                <a:lnTo>
                  <a:pt x="647700" y="399098"/>
                </a:lnTo>
                <a:lnTo>
                  <a:pt x="665798" y="399098"/>
                </a:lnTo>
                <a:lnTo>
                  <a:pt x="665798" y="389573"/>
                </a:lnTo>
                <a:lnTo>
                  <a:pt x="713423" y="389573"/>
                </a:lnTo>
                <a:lnTo>
                  <a:pt x="713423" y="371475"/>
                </a:lnTo>
                <a:lnTo>
                  <a:pt x="703898" y="371475"/>
                </a:lnTo>
                <a:lnTo>
                  <a:pt x="703898" y="361950"/>
                </a:lnTo>
                <a:lnTo>
                  <a:pt x="675323" y="361950"/>
                </a:lnTo>
                <a:lnTo>
                  <a:pt x="675323" y="322898"/>
                </a:lnTo>
                <a:lnTo>
                  <a:pt x="684848" y="322898"/>
                </a:lnTo>
                <a:lnTo>
                  <a:pt x="684848" y="313373"/>
                </a:lnTo>
                <a:lnTo>
                  <a:pt x="723900" y="313373"/>
                </a:lnTo>
                <a:lnTo>
                  <a:pt x="723900" y="322898"/>
                </a:lnTo>
                <a:lnTo>
                  <a:pt x="733425" y="322898"/>
                </a:lnTo>
                <a:lnTo>
                  <a:pt x="733425" y="332423"/>
                </a:lnTo>
                <a:lnTo>
                  <a:pt x="751523" y="332423"/>
                </a:lnTo>
                <a:lnTo>
                  <a:pt x="751523" y="322898"/>
                </a:lnTo>
                <a:lnTo>
                  <a:pt x="762000" y="322898"/>
                </a:lnTo>
                <a:lnTo>
                  <a:pt x="762000" y="332423"/>
                </a:lnTo>
                <a:lnTo>
                  <a:pt x="781050" y="332423"/>
                </a:lnTo>
                <a:lnTo>
                  <a:pt x="781050" y="341948"/>
                </a:lnTo>
                <a:lnTo>
                  <a:pt x="790575" y="341948"/>
                </a:lnTo>
                <a:lnTo>
                  <a:pt x="790575" y="361950"/>
                </a:lnTo>
                <a:lnTo>
                  <a:pt x="781050" y="361950"/>
                </a:lnTo>
                <a:lnTo>
                  <a:pt x="781050" y="419100"/>
                </a:lnTo>
                <a:lnTo>
                  <a:pt x="771525" y="419100"/>
                </a:lnTo>
                <a:lnTo>
                  <a:pt x="771525" y="437198"/>
                </a:lnTo>
                <a:lnTo>
                  <a:pt x="790575" y="437198"/>
                </a:lnTo>
                <a:lnTo>
                  <a:pt x="790575" y="446723"/>
                </a:lnTo>
                <a:lnTo>
                  <a:pt x="818198" y="446723"/>
                </a:lnTo>
                <a:lnTo>
                  <a:pt x="818198" y="437198"/>
                </a:lnTo>
                <a:lnTo>
                  <a:pt x="838200" y="437198"/>
                </a:lnTo>
                <a:lnTo>
                  <a:pt x="838200" y="446723"/>
                </a:lnTo>
                <a:lnTo>
                  <a:pt x="884873" y="446723"/>
                </a:lnTo>
                <a:lnTo>
                  <a:pt x="884873" y="437198"/>
                </a:lnTo>
                <a:lnTo>
                  <a:pt x="933450" y="437198"/>
                </a:lnTo>
                <a:lnTo>
                  <a:pt x="933450" y="446723"/>
                </a:lnTo>
                <a:lnTo>
                  <a:pt x="942975" y="446723"/>
                </a:lnTo>
                <a:lnTo>
                  <a:pt x="942975" y="456248"/>
                </a:lnTo>
                <a:lnTo>
                  <a:pt x="952500" y="456248"/>
                </a:lnTo>
                <a:lnTo>
                  <a:pt x="952500" y="466725"/>
                </a:lnTo>
                <a:lnTo>
                  <a:pt x="942975" y="466725"/>
                </a:lnTo>
                <a:lnTo>
                  <a:pt x="942975" y="494348"/>
                </a:lnTo>
                <a:lnTo>
                  <a:pt x="952500" y="494348"/>
                </a:lnTo>
                <a:lnTo>
                  <a:pt x="952500" y="504825"/>
                </a:lnTo>
                <a:lnTo>
                  <a:pt x="942975" y="504825"/>
                </a:lnTo>
                <a:lnTo>
                  <a:pt x="942975" y="514350"/>
                </a:lnTo>
                <a:lnTo>
                  <a:pt x="923925" y="514350"/>
                </a:lnTo>
                <a:lnTo>
                  <a:pt x="923925" y="523875"/>
                </a:lnTo>
                <a:lnTo>
                  <a:pt x="903923" y="523875"/>
                </a:lnTo>
                <a:lnTo>
                  <a:pt x="903923" y="514350"/>
                </a:lnTo>
                <a:lnTo>
                  <a:pt x="857250" y="514350"/>
                </a:lnTo>
                <a:lnTo>
                  <a:pt x="857250" y="523875"/>
                </a:lnTo>
                <a:lnTo>
                  <a:pt x="837248" y="523875"/>
                </a:lnTo>
                <a:lnTo>
                  <a:pt x="837248" y="514350"/>
                </a:lnTo>
                <a:lnTo>
                  <a:pt x="790575" y="514350"/>
                </a:lnTo>
                <a:lnTo>
                  <a:pt x="790575" y="523875"/>
                </a:lnTo>
                <a:lnTo>
                  <a:pt x="761048" y="523875"/>
                </a:lnTo>
                <a:lnTo>
                  <a:pt x="761048" y="514350"/>
                </a:lnTo>
                <a:lnTo>
                  <a:pt x="723900" y="514350"/>
                </a:lnTo>
                <a:lnTo>
                  <a:pt x="723900" y="533400"/>
                </a:lnTo>
                <a:lnTo>
                  <a:pt x="704850" y="533400"/>
                </a:lnTo>
                <a:lnTo>
                  <a:pt x="704850" y="542925"/>
                </a:lnTo>
                <a:lnTo>
                  <a:pt x="695325" y="542925"/>
                </a:lnTo>
                <a:lnTo>
                  <a:pt x="695325" y="589597"/>
                </a:lnTo>
                <a:lnTo>
                  <a:pt x="704850" y="589597"/>
                </a:lnTo>
                <a:lnTo>
                  <a:pt x="704850" y="600075"/>
                </a:lnTo>
                <a:lnTo>
                  <a:pt x="695325" y="600075"/>
                </a:lnTo>
                <a:lnTo>
                  <a:pt x="695325" y="618172"/>
                </a:lnTo>
                <a:lnTo>
                  <a:pt x="704850" y="618172"/>
                </a:lnTo>
                <a:lnTo>
                  <a:pt x="704850" y="628650"/>
                </a:lnTo>
                <a:lnTo>
                  <a:pt x="695325" y="628650"/>
                </a:lnTo>
                <a:lnTo>
                  <a:pt x="695325" y="647700"/>
                </a:lnTo>
                <a:lnTo>
                  <a:pt x="657225" y="647700"/>
                </a:lnTo>
                <a:lnTo>
                  <a:pt x="657225" y="684847"/>
                </a:lnTo>
                <a:lnTo>
                  <a:pt x="704850" y="684847"/>
                </a:lnTo>
                <a:lnTo>
                  <a:pt x="704850" y="694372"/>
                </a:lnTo>
                <a:lnTo>
                  <a:pt x="714375" y="694372"/>
                </a:lnTo>
                <a:lnTo>
                  <a:pt x="714375" y="703897"/>
                </a:lnTo>
                <a:lnTo>
                  <a:pt x="723900" y="703897"/>
                </a:lnTo>
                <a:lnTo>
                  <a:pt x="723900" y="714375"/>
                </a:lnTo>
                <a:lnTo>
                  <a:pt x="714375" y="714375"/>
                </a:lnTo>
                <a:lnTo>
                  <a:pt x="714375" y="723900"/>
                </a:lnTo>
                <a:lnTo>
                  <a:pt x="704850" y="723900"/>
                </a:lnTo>
                <a:lnTo>
                  <a:pt x="704850" y="733425"/>
                </a:lnTo>
                <a:lnTo>
                  <a:pt x="665798" y="733425"/>
                </a:lnTo>
                <a:lnTo>
                  <a:pt x="665798" y="723900"/>
                </a:lnTo>
                <a:lnTo>
                  <a:pt x="656273" y="723900"/>
                </a:lnTo>
                <a:lnTo>
                  <a:pt x="656273" y="714375"/>
                </a:lnTo>
                <a:lnTo>
                  <a:pt x="646748" y="714375"/>
                </a:lnTo>
                <a:lnTo>
                  <a:pt x="646748" y="704850"/>
                </a:lnTo>
                <a:lnTo>
                  <a:pt x="608648" y="704850"/>
                </a:lnTo>
                <a:lnTo>
                  <a:pt x="608648" y="695325"/>
                </a:lnTo>
                <a:lnTo>
                  <a:pt x="561975" y="695325"/>
                </a:lnTo>
                <a:lnTo>
                  <a:pt x="561975" y="704850"/>
                </a:lnTo>
                <a:lnTo>
                  <a:pt x="551498" y="704850"/>
                </a:lnTo>
                <a:lnTo>
                  <a:pt x="551498" y="695325"/>
                </a:lnTo>
                <a:lnTo>
                  <a:pt x="541973" y="695325"/>
                </a:lnTo>
                <a:lnTo>
                  <a:pt x="541973" y="685800"/>
                </a:lnTo>
                <a:lnTo>
                  <a:pt x="514350" y="685800"/>
                </a:lnTo>
                <a:lnTo>
                  <a:pt x="514350" y="695325"/>
                </a:lnTo>
                <a:lnTo>
                  <a:pt x="476250" y="695325"/>
                </a:lnTo>
                <a:lnTo>
                  <a:pt x="476250" y="704850"/>
                </a:lnTo>
                <a:lnTo>
                  <a:pt x="466725" y="704850"/>
                </a:lnTo>
                <a:lnTo>
                  <a:pt x="466725" y="714375"/>
                </a:lnTo>
                <a:lnTo>
                  <a:pt x="438150" y="714375"/>
                </a:lnTo>
                <a:lnTo>
                  <a:pt x="438150" y="723900"/>
                </a:lnTo>
                <a:lnTo>
                  <a:pt x="428625" y="723900"/>
                </a:lnTo>
                <a:lnTo>
                  <a:pt x="428625" y="733425"/>
                </a:lnTo>
                <a:lnTo>
                  <a:pt x="400050" y="733425"/>
                </a:lnTo>
                <a:lnTo>
                  <a:pt x="400050" y="771525"/>
                </a:lnTo>
                <a:lnTo>
                  <a:pt x="381000" y="771525"/>
                </a:lnTo>
                <a:lnTo>
                  <a:pt x="381000" y="781050"/>
                </a:lnTo>
                <a:lnTo>
                  <a:pt x="352425" y="781050"/>
                </a:lnTo>
                <a:lnTo>
                  <a:pt x="352425" y="800100"/>
                </a:lnTo>
                <a:lnTo>
                  <a:pt x="342900" y="800100"/>
                </a:lnTo>
                <a:lnTo>
                  <a:pt x="342900" y="809625"/>
                </a:lnTo>
                <a:lnTo>
                  <a:pt x="323850" y="809625"/>
                </a:lnTo>
                <a:lnTo>
                  <a:pt x="323850" y="838200"/>
                </a:lnTo>
                <a:lnTo>
                  <a:pt x="314325" y="838200"/>
                </a:lnTo>
                <a:lnTo>
                  <a:pt x="314325" y="847725"/>
                </a:lnTo>
                <a:lnTo>
                  <a:pt x="295275" y="847725"/>
                </a:lnTo>
                <a:lnTo>
                  <a:pt x="295275" y="857250"/>
                </a:lnTo>
                <a:lnTo>
                  <a:pt x="284798" y="857250"/>
                </a:lnTo>
                <a:lnTo>
                  <a:pt x="284798" y="847725"/>
                </a:lnTo>
                <a:lnTo>
                  <a:pt x="265748" y="847725"/>
                </a:lnTo>
                <a:lnTo>
                  <a:pt x="265748" y="838200"/>
                </a:lnTo>
                <a:lnTo>
                  <a:pt x="238125" y="838200"/>
                </a:lnTo>
                <a:lnTo>
                  <a:pt x="238125" y="847725"/>
                </a:lnTo>
                <a:lnTo>
                  <a:pt x="219075" y="847725"/>
                </a:lnTo>
                <a:lnTo>
                  <a:pt x="219075" y="875347"/>
                </a:lnTo>
                <a:lnTo>
                  <a:pt x="228600" y="875347"/>
                </a:lnTo>
                <a:lnTo>
                  <a:pt x="228600" y="884872"/>
                </a:lnTo>
                <a:lnTo>
                  <a:pt x="238125" y="884872"/>
                </a:lnTo>
                <a:lnTo>
                  <a:pt x="238125" y="885825"/>
                </a:lnTo>
                <a:lnTo>
                  <a:pt x="228600" y="885825"/>
                </a:lnTo>
                <a:lnTo>
                  <a:pt x="228600" y="904875"/>
                </a:lnTo>
                <a:lnTo>
                  <a:pt x="209550" y="904875"/>
                </a:lnTo>
                <a:lnTo>
                  <a:pt x="209550" y="914400"/>
                </a:lnTo>
                <a:lnTo>
                  <a:pt x="180023" y="914400"/>
                </a:lnTo>
                <a:lnTo>
                  <a:pt x="180023" y="904875"/>
                </a:lnTo>
                <a:lnTo>
                  <a:pt x="170498" y="904875"/>
                </a:lnTo>
                <a:lnTo>
                  <a:pt x="170498" y="895350"/>
                </a:lnTo>
                <a:lnTo>
                  <a:pt x="160973" y="895350"/>
                </a:lnTo>
                <a:lnTo>
                  <a:pt x="160973" y="847725"/>
                </a:lnTo>
                <a:lnTo>
                  <a:pt x="133350" y="847725"/>
                </a:lnTo>
                <a:lnTo>
                  <a:pt x="133350" y="875347"/>
                </a:lnTo>
                <a:lnTo>
                  <a:pt x="142875" y="875347"/>
                </a:lnTo>
                <a:lnTo>
                  <a:pt x="142875" y="895350"/>
                </a:lnTo>
                <a:lnTo>
                  <a:pt x="133350" y="895350"/>
                </a:lnTo>
                <a:lnTo>
                  <a:pt x="133350" y="904875"/>
                </a:lnTo>
                <a:lnTo>
                  <a:pt x="123825" y="904875"/>
                </a:lnTo>
                <a:lnTo>
                  <a:pt x="123825" y="914400"/>
                </a:lnTo>
                <a:lnTo>
                  <a:pt x="104775" y="914400"/>
                </a:lnTo>
                <a:lnTo>
                  <a:pt x="104775" y="932497"/>
                </a:lnTo>
                <a:lnTo>
                  <a:pt x="114300" y="932497"/>
                </a:lnTo>
                <a:lnTo>
                  <a:pt x="114300" y="961072"/>
                </a:lnTo>
                <a:lnTo>
                  <a:pt x="133350" y="961072"/>
                </a:lnTo>
                <a:lnTo>
                  <a:pt x="133350" y="970597"/>
                </a:lnTo>
                <a:lnTo>
                  <a:pt x="142875" y="970597"/>
                </a:lnTo>
                <a:lnTo>
                  <a:pt x="142875" y="980122"/>
                </a:lnTo>
                <a:lnTo>
                  <a:pt x="152400" y="980122"/>
                </a:lnTo>
                <a:lnTo>
                  <a:pt x="152400" y="1000125"/>
                </a:lnTo>
                <a:lnTo>
                  <a:pt x="142875" y="1000125"/>
                </a:lnTo>
                <a:lnTo>
                  <a:pt x="142875" y="1009650"/>
                </a:lnTo>
                <a:lnTo>
                  <a:pt x="76200" y="1009650"/>
                </a:lnTo>
                <a:lnTo>
                  <a:pt x="76200" y="1027747"/>
                </a:lnTo>
                <a:lnTo>
                  <a:pt x="85725" y="1027747"/>
                </a:lnTo>
                <a:lnTo>
                  <a:pt x="85725" y="1057275"/>
                </a:lnTo>
                <a:lnTo>
                  <a:pt x="76200" y="1057275"/>
                </a:lnTo>
                <a:lnTo>
                  <a:pt x="76200" y="1066800"/>
                </a:lnTo>
                <a:lnTo>
                  <a:pt x="57150" y="1066800"/>
                </a:lnTo>
                <a:lnTo>
                  <a:pt x="57150" y="1076325"/>
                </a:lnTo>
                <a:lnTo>
                  <a:pt x="46673" y="1076325"/>
                </a:lnTo>
                <a:lnTo>
                  <a:pt x="46673" y="1066800"/>
                </a:lnTo>
                <a:lnTo>
                  <a:pt x="27623" y="1066800"/>
                </a:lnTo>
                <a:lnTo>
                  <a:pt x="27623" y="1047750"/>
                </a:lnTo>
                <a:lnTo>
                  <a:pt x="18098" y="1047750"/>
                </a:lnTo>
                <a:lnTo>
                  <a:pt x="18098" y="1028700"/>
                </a:lnTo>
                <a:lnTo>
                  <a:pt x="0" y="1028700"/>
                </a:lnTo>
                <a:lnTo>
                  <a:pt x="0" y="1856422"/>
                </a:lnTo>
                <a:lnTo>
                  <a:pt x="1065848" y="1856422"/>
                </a:lnTo>
                <a:lnTo>
                  <a:pt x="1065848" y="1789747"/>
                </a:lnTo>
                <a:lnTo>
                  <a:pt x="1095375" y="1789747"/>
                </a:lnTo>
                <a:lnTo>
                  <a:pt x="1095375" y="1838325"/>
                </a:lnTo>
                <a:lnTo>
                  <a:pt x="1085850" y="1838325"/>
                </a:lnTo>
                <a:lnTo>
                  <a:pt x="1085850" y="1856422"/>
                </a:lnTo>
                <a:lnTo>
                  <a:pt x="1122998" y="1856422"/>
                </a:lnTo>
                <a:lnTo>
                  <a:pt x="1122998" y="0"/>
                </a:lnTo>
                <a:lnTo>
                  <a:pt x="714375" y="0"/>
                </a:lnTo>
                <a:lnTo>
                  <a:pt x="714375" y="9525"/>
                </a:lnTo>
                <a:lnTo>
                  <a:pt x="704850" y="9525"/>
                </a:lnTo>
                <a:lnTo>
                  <a:pt x="704850" y="19050"/>
                </a:lnTo>
                <a:lnTo>
                  <a:pt x="695325" y="19050"/>
                </a:lnTo>
                <a:lnTo>
                  <a:pt x="695325" y="28575"/>
                </a:lnTo>
                <a:lnTo>
                  <a:pt x="676275" y="28575"/>
                </a:lnTo>
                <a:lnTo>
                  <a:pt x="676275" y="38100"/>
                </a:lnTo>
                <a:lnTo>
                  <a:pt x="666750" y="38100"/>
                </a:lnTo>
                <a:lnTo>
                  <a:pt x="666750" y="47625"/>
                </a:lnTo>
                <a:lnTo>
                  <a:pt x="657225" y="47625"/>
                </a:lnTo>
                <a:lnTo>
                  <a:pt x="657225" y="57150"/>
                </a:lnTo>
                <a:lnTo>
                  <a:pt x="647700" y="57150"/>
                </a:lnTo>
                <a:lnTo>
                  <a:pt x="647700" y="66675"/>
                </a:lnTo>
                <a:lnTo>
                  <a:pt x="628650" y="66675"/>
                </a:lnTo>
                <a:lnTo>
                  <a:pt x="628650" y="76200"/>
                </a:lnTo>
                <a:lnTo>
                  <a:pt x="619125" y="76200"/>
                </a:lnTo>
                <a:lnTo>
                  <a:pt x="619125" y="85725"/>
                </a:lnTo>
                <a:lnTo>
                  <a:pt x="609600" y="85725"/>
                </a:lnTo>
                <a:lnTo>
                  <a:pt x="609600" y="95250"/>
                </a:lnTo>
                <a:lnTo>
                  <a:pt x="590550" y="95250"/>
                </a:lnTo>
                <a:lnTo>
                  <a:pt x="590550" y="104775"/>
                </a:lnTo>
                <a:lnTo>
                  <a:pt x="581025" y="104775"/>
                </a:lnTo>
                <a:lnTo>
                  <a:pt x="581025" y="114300"/>
                </a:lnTo>
                <a:lnTo>
                  <a:pt x="571500" y="114300"/>
                </a:lnTo>
                <a:lnTo>
                  <a:pt x="571500" y="123825"/>
                </a:lnTo>
                <a:lnTo>
                  <a:pt x="552450" y="123825"/>
                </a:lnTo>
                <a:lnTo>
                  <a:pt x="552450" y="133350"/>
                </a:lnTo>
                <a:lnTo>
                  <a:pt x="542925" y="133350"/>
                </a:lnTo>
                <a:lnTo>
                  <a:pt x="542925" y="142875"/>
                </a:lnTo>
                <a:lnTo>
                  <a:pt x="533400" y="142875"/>
                </a:lnTo>
                <a:lnTo>
                  <a:pt x="533400" y="152400"/>
                </a:lnTo>
                <a:lnTo>
                  <a:pt x="523875" y="152400"/>
                </a:lnTo>
                <a:lnTo>
                  <a:pt x="523875" y="161925"/>
                </a:lnTo>
                <a:lnTo>
                  <a:pt x="504825" y="161925"/>
                </a:lnTo>
                <a:lnTo>
                  <a:pt x="504825" y="171450"/>
                </a:lnTo>
                <a:lnTo>
                  <a:pt x="495300" y="171450"/>
                </a:lnTo>
                <a:lnTo>
                  <a:pt x="495300" y="180975"/>
                </a:lnTo>
                <a:lnTo>
                  <a:pt x="485775" y="180975"/>
                </a:lnTo>
                <a:lnTo>
                  <a:pt x="485775" y="190500"/>
                </a:lnTo>
                <a:lnTo>
                  <a:pt x="466725" y="190500"/>
                </a:lnTo>
                <a:lnTo>
                  <a:pt x="466725" y="200025"/>
                </a:lnTo>
                <a:lnTo>
                  <a:pt x="457200" y="200025"/>
                </a:lnTo>
                <a:lnTo>
                  <a:pt x="457200" y="209550"/>
                </a:lnTo>
                <a:lnTo>
                  <a:pt x="447675" y="209550"/>
                </a:lnTo>
                <a:lnTo>
                  <a:pt x="447675" y="219075"/>
                </a:lnTo>
                <a:lnTo>
                  <a:pt x="438150" y="219075"/>
                </a:lnTo>
                <a:lnTo>
                  <a:pt x="438150" y="228600"/>
                </a:lnTo>
                <a:lnTo>
                  <a:pt x="419100" y="228600"/>
                </a:lnTo>
                <a:lnTo>
                  <a:pt x="419100" y="238125"/>
                </a:lnTo>
                <a:lnTo>
                  <a:pt x="409575" y="238125"/>
                </a:lnTo>
                <a:lnTo>
                  <a:pt x="409575" y="247650"/>
                </a:lnTo>
                <a:lnTo>
                  <a:pt x="390525" y="247650"/>
                </a:lnTo>
                <a:lnTo>
                  <a:pt x="390525" y="257175"/>
                </a:lnTo>
                <a:lnTo>
                  <a:pt x="381000" y="257175"/>
                </a:lnTo>
                <a:lnTo>
                  <a:pt x="381000" y="266700"/>
                </a:lnTo>
                <a:lnTo>
                  <a:pt x="371475" y="266700"/>
                </a:lnTo>
                <a:lnTo>
                  <a:pt x="371475" y="276225"/>
                </a:lnTo>
                <a:lnTo>
                  <a:pt x="361950" y="276225"/>
                </a:lnTo>
                <a:lnTo>
                  <a:pt x="361950" y="285750"/>
                </a:lnTo>
                <a:lnTo>
                  <a:pt x="342900" y="285750"/>
                </a:lnTo>
                <a:lnTo>
                  <a:pt x="342900" y="295275"/>
                </a:lnTo>
                <a:lnTo>
                  <a:pt x="333375" y="295275"/>
                </a:lnTo>
                <a:lnTo>
                  <a:pt x="333375" y="304800"/>
                </a:lnTo>
                <a:lnTo>
                  <a:pt x="323850" y="304800"/>
                </a:lnTo>
                <a:lnTo>
                  <a:pt x="323850" y="314325"/>
                </a:lnTo>
                <a:lnTo>
                  <a:pt x="304800" y="314325"/>
                </a:lnTo>
                <a:lnTo>
                  <a:pt x="304800" y="323850"/>
                </a:lnTo>
                <a:lnTo>
                  <a:pt x="295275" y="323850"/>
                </a:lnTo>
                <a:lnTo>
                  <a:pt x="295275" y="333375"/>
                </a:lnTo>
                <a:lnTo>
                  <a:pt x="285750" y="333375"/>
                </a:lnTo>
                <a:lnTo>
                  <a:pt x="285750" y="342900"/>
                </a:lnTo>
                <a:lnTo>
                  <a:pt x="276225" y="342900"/>
                </a:lnTo>
                <a:lnTo>
                  <a:pt x="276225" y="352425"/>
                </a:lnTo>
                <a:lnTo>
                  <a:pt x="257175" y="352425"/>
                </a:lnTo>
                <a:lnTo>
                  <a:pt x="257175" y="361950"/>
                </a:lnTo>
                <a:lnTo>
                  <a:pt x="247650" y="361950"/>
                </a:lnTo>
                <a:lnTo>
                  <a:pt x="247650" y="371475"/>
                </a:lnTo>
                <a:lnTo>
                  <a:pt x="238125" y="371475"/>
                </a:lnTo>
                <a:lnTo>
                  <a:pt x="238125" y="381000"/>
                </a:lnTo>
                <a:lnTo>
                  <a:pt x="219075" y="381000"/>
                </a:lnTo>
                <a:lnTo>
                  <a:pt x="219075" y="390525"/>
                </a:lnTo>
                <a:lnTo>
                  <a:pt x="209550" y="390525"/>
                </a:lnTo>
                <a:lnTo>
                  <a:pt x="209550" y="400050"/>
                </a:lnTo>
                <a:lnTo>
                  <a:pt x="200025" y="400050"/>
                </a:lnTo>
                <a:lnTo>
                  <a:pt x="200025" y="409575"/>
                </a:lnTo>
                <a:lnTo>
                  <a:pt x="190500" y="409575"/>
                </a:lnTo>
                <a:lnTo>
                  <a:pt x="190500" y="419100"/>
                </a:lnTo>
                <a:lnTo>
                  <a:pt x="171450" y="419100"/>
                </a:lnTo>
                <a:lnTo>
                  <a:pt x="171450" y="428625"/>
                </a:lnTo>
                <a:lnTo>
                  <a:pt x="161925" y="428625"/>
                </a:lnTo>
                <a:lnTo>
                  <a:pt x="161925" y="438150"/>
                </a:lnTo>
                <a:lnTo>
                  <a:pt x="152400" y="438150"/>
                </a:lnTo>
                <a:lnTo>
                  <a:pt x="152400" y="447675"/>
                </a:lnTo>
                <a:lnTo>
                  <a:pt x="133350" y="447675"/>
                </a:lnTo>
                <a:lnTo>
                  <a:pt x="133350" y="457200"/>
                </a:lnTo>
                <a:lnTo>
                  <a:pt x="123825" y="457200"/>
                </a:lnTo>
                <a:lnTo>
                  <a:pt x="123825" y="466725"/>
                </a:lnTo>
                <a:lnTo>
                  <a:pt x="114300" y="466725"/>
                </a:lnTo>
                <a:lnTo>
                  <a:pt x="114300" y="476250"/>
                </a:lnTo>
                <a:close/>
              </a:path>
            </a:pathLst>
          </a:custGeom>
          <a:solidFill xmlns:a="http://schemas.openxmlformats.org/drawingml/2006/main">
            <a:srgbClr val="DAEFEB"/>
          </a:solidFill>
          <a:ln xmlns:a="http://schemas.openxmlformats.org/drawingml/2006/main" w="0">
            <a:noFill/>
          </a:ln>
        </p:spPr>
      </p:sp>
      <p:sp>
        <p:nvSpPr>
          <p:cNvPr id="21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A79C8250-55D2-4884-A22A-24D414DB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889" y="1643539"/>
            <a:ext cx="84773" cy="65722"/>
          </a:xfrm>
          <a:custGeom xmlns:a="http://schemas.openxmlformats.org/drawingml/2006/main">
            <a:pathLst>
              <a:path w="84773" h="65722">
                <a:moveTo>
                  <a:pt x="0" y="46672"/>
                </a:moveTo>
                <a:lnTo>
                  <a:pt x="9525" y="46672"/>
                </a:lnTo>
                <a:lnTo>
                  <a:pt x="9525" y="65722"/>
                </a:lnTo>
                <a:lnTo>
                  <a:pt x="27623" y="65722"/>
                </a:lnTo>
                <a:lnTo>
                  <a:pt x="27623" y="46672"/>
                </a:lnTo>
                <a:lnTo>
                  <a:pt x="84773" y="46672"/>
                </a:lnTo>
                <a:lnTo>
                  <a:pt x="84773" y="0"/>
                </a:lnTo>
                <a:lnTo>
                  <a:pt x="38100" y="0"/>
                </a:lnTo>
                <a:lnTo>
                  <a:pt x="38100" y="9525"/>
                </a:lnTo>
                <a:lnTo>
                  <a:pt x="9525" y="9525"/>
                </a:lnTo>
                <a:lnTo>
                  <a:pt x="9525" y="19050"/>
                </a:lnTo>
                <a:lnTo>
                  <a:pt x="0" y="19050"/>
                </a:lnTo>
                <a:lnTo>
                  <a:pt x="0" y="46672"/>
                </a:lnTo>
                <a:close/>
              </a:path>
            </a:pathLst>
          </a:custGeom>
          <a:solidFill xmlns:a="http://schemas.openxmlformats.org/drawingml/2006/main">
            <a:srgbClr val="DAEFEB"/>
          </a:solidFill>
          <a:ln xmlns:a="http://schemas.openxmlformats.org/drawingml/2006/main" w="0">
            <a:noFill/>
          </a:ln>
        </p:spPr>
      </p:sp>
      <p:sp>
        <p:nvSpPr>
          <p:cNvPr id="21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D5AA40C9-F016-453A-82A5-217F2517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289" y="234838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FEB"/>
          </a:solidFill>
          <a:ln xmlns:a="http://schemas.openxmlformats.org/drawingml/2006/main" w="0">
            <a:noFill/>
          </a:ln>
        </p:spPr>
      </p:sp>
      <p:sp>
        <p:nvSpPr>
          <p:cNvPr id="22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CCB2F475-CB09-461D-BA75-6BDBDB52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9864" y="1300639"/>
            <a:ext cx="37148" cy="27622"/>
          </a:xfrm>
          <a:custGeom xmlns:a="http://schemas.openxmlformats.org/drawingml/2006/main">
            <a:pathLst>
              <a:path w="37148" h="27622">
                <a:moveTo>
                  <a:pt x="37148" y="0"/>
                </a:moveTo>
                <a:lnTo>
                  <a:pt x="0" y="0"/>
                </a:lnTo>
                <a:lnTo>
                  <a:pt x="0" y="18097"/>
                </a:lnTo>
                <a:lnTo>
                  <a:pt x="19050" y="18097"/>
                </a:lnTo>
                <a:lnTo>
                  <a:pt x="19050" y="27622"/>
                </a:lnTo>
                <a:lnTo>
                  <a:pt x="37148" y="27622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DAEFEB"/>
          </a:solidFill>
          <a:ln xmlns:a="http://schemas.openxmlformats.org/drawingml/2006/main" w="0">
            <a:noFill/>
          </a:ln>
        </p:spPr>
      </p:sp>
      <p:sp>
        <p:nvSpPr>
          <p:cNvPr id="22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678C7D85-B31C-4535-9E2D-E0257715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4339" y="519589"/>
            <a:ext cx="561023" cy="2018347"/>
          </a:xfrm>
          <a:custGeom xmlns:a="http://schemas.openxmlformats.org/drawingml/2006/main">
            <a:pathLst>
              <a:path w="561023" h="2018347">
                <a:moveTo>
                  <a:pt x="0" y="0"/>
                </a:moveTo>
                <a:lnTo>
                  <a:pt x="0" y="2018347"/>
                </a:lnTo>
                <a:lnTo>
                  <a:pt x="18098" y="2018347"/>
                </a:lnTo>
                <a:lnTo>
                  <a:pt x="18098" y="2008822"/>
                </a:lnTo>
                <a:lnTo>
                  <a:pt x="37148" y="2008822"/>
                </a:lnTo>
                <a:lnTo>
                  <a:pt x="37148" y="1999297"/>
                </a:lnTo>
                <a:lnTo>
                  <a:pt x="46673" y="1999297"/>
                </a:lnTo>
                <a:lnTo>
                  <a:pt x="46673" y="1989772"/>
                </a:lnTo>
                <a:lnTo>
                  <a:pt x="56198" y="1989772"/>
                </a:lnTo>
                <a:lnTo>
                  <a:pt x="56198" y="1980247"/>
                </a:lnTo>
                <a:lnTo>
                  <a:pt x="65723" y="1980247"/>
                </a:lnTo>
                <a:lnTo>
                  <a:pt x="65723" y="1970722"/>
                </a:lnTo>
                <a:lnTo>
                  <a:pt x="84773" y="1970722"/>
                </a:lnTo>
                <a:lnTo>
                  <a:pt x="84773" y="1961197"/>
                </a:lnTo>
                <a:lnTo>
                  <a:pt x="94298" y="1961197"/>
                </a:lnTo>
                <a:lnTo>
                  <a:pt x="94298" y="1951672"/>
                </a:lnTo>
                <a:lnTo>
                  <a:pt x="103823" y="1951672"/>
                </a:lnTo>
                <a:lnTo>
                  <a:pt x="103823" y="1942147"/>
                </a:lnTo>
                <a:lnTo>
                  <a:pt x="122873" y="1942147"/>
                </a:lnTo>
                <a:lnTo>
                  <a:pt x="122873" y="1932622"/>
                </a:lnTo>
                <a:lnTo>
                  <a:pt x="132398" y="1932622"/>
                </a:lnTo>
                <a:lnTo>
                  <a:pt x="132398" y="1923097"/>
                </a:lnTo>
                <a:lnTo>
                  <a:pt x="141923" y="1923097"/>
                </a:lnTo>
                <a:lnTo>
                  <a:pt x="141923" y="1913572"/>
                </a:lnTo>
                <a:lnTo>
                  <a:pt x="160973" y="1913572"/>
                </a:lnTo>
                <a:lnTo>
                  <a:pt x="160973" y="1904047"/>
                </a:lnTo>
                <a:lnTo>
                  <a:pt x="170498" y="1904047"/>
                </a:lnTo>
                <a:lnTo>
                  <a:pt x="170498" y="1894522"/>
                </a:lnTo>
                <a:lnTo>
                  <a:pt x="180023" y="1894522"/>
                </a:lnTo>
                <a:lnTo>
                  <a:pt x="180023" y="1884997"/>
                </a:lnTo>
                <a:lnTo>
                  <a:pt x="189548" y="1884997"/>
                </a:lnTo>
                <a:lnTo>
                  <a:pt x="189548" y="1875472"/>
                </a:lnTo>
                <a:lnTo>
                  <a:pt x="208598" y="1875472"/>
                </a:lnTo>
                <a:lnTo>
                  <a:pt x="208598" y="1865947"/>
                </a:lnTo>
                <a:lnTo>
                  <a:pt x="218123" y="1865947"/>
                </a:lnTo>
                <a:lnTo>
                  <a:pt x="218123" y="1856422"/>
                </a:lnTo>
                <a:lnTo>
                  <a:pt x="227648" y="1856422"/>
                </a:lnTo>
                <a:lnTo>
                  <a:pt x="227648" y="1846897"/>
                </a:lnTo>
                <a:lnTo>
                  <a:pt x="246698" y="1846897"/>
                </a:lnTo>
                <a:lnTo>
                  <a:pt x="246698" y="1837372"/>
                </a:lnTo>
                <a:lnTo>
                  <a:pt x="256223" y="1837372"/>
                </a:lnTo>
                <a:lnTo>
                  <a:pt x="256223" y="1827847"/>
                </a:lnTo>
                <a:lnTo>
                  <a:pt x="265748" y="1827847"/>
                </a:lnTo>
                <a:lnTo>
                  <a:pt x="265748" y="1818322"/>
                </a:lnTo>
                <a:lnTo>
                  <a:pt x="284798" y="1818322"/>
                </a:lnTo>
                <a:lnTo>
                  <a:pt x="284798" y="1808797"/>
                </a:lnTo>
                <a:lnTo>
                  <a:pt x="294323" y="1808797"/>
                </a:lnTo>
                <a:lnTo>
                  <a:pt x="294323" y="1799272"/>
                </a:lnTo>
                <a:lnTo>
                  <a:pt x="303848" y="1799272"/>
                </a:lnTo>
                <a:lnTo>
                  <a:pt x="303848" y="1789747"/>
                </a:lnTo>
                <a:lnTo>
                  <a:pt x="322898" y="1789747"/>
                </a:lnTo>
                <a:lnTo>
                  <a:pt x="322898" y="1780222"/>
                </a:lnTo>
                <a:lnTo>
                  <a:pt x="332423" y="1780222"/>
                </a:lnTo>
                <a:lnTo>
                  <a:pt x="332423" y="1770697"/>
                </a:lnTo>
                <a:lnTo>
                  <a:pt x="341948" y="1770697"/>
                </a:lnTo>
                <a:lnTo>
                  <a:pt x="341948" y="1761172"/>
                </a:lnTo>
                <a:lnTo>
                  <a:pt x="351473" y="1761172"/>
                </a:lnTo>
                <a:lnTo>
                  <a:pt x="351473" y="1751647"/>
                </a:lnTo>
                <a:lnTo>
                  <a:pt x="370523" y="1751647"/>
                </a:lnTo>
                <a:lnTo>
                  <a:pt x="370523" y="1742122"/>
                </a:lnTo>
                <a:lnTo>
                  <a:pt x="380048" y="1742122"/>
                </a:lnTo>
                <a:lnTo>
                  <a:pt x="380048" y="1732597"/>
                </a:lnTo>
                <a:lnTo>
                  <a:pt x="389573" y="1732597"/>
                </a:lnTo>
                <a:lnTo>
                  <a:pt x="389573" y="1723072"/>
                </a:lnTo>
                <a:lnTo>
                  <a:pt x="408623" y="1723072"/>
                </a:lnTo>
                <a:lnTo>
                  <a:pt x="408623" y="1713547"/>
                </a:lnTo>
                <a:lnTo>
                  <a:pt x="418148" y="1713547"/>
                </a:lnTo>
                <a:lnTo>
                  <a:pt x="418148" y="1704022"/>
                </a:lnTo>
                <a:lnTo>
                  <a:pt x="427673" y="1704022"/>
                </a:lnTo>
                <a:lnTo>
                  <a:pt x="427673" y="1694497"/>
                </a:lnTo>
                <a:lnTo>
                  <a:pt x="446723" y="1694497"/>
                </a:lnTo>
                <a:lnTo>
                  <a:pt x="446723" y="1684972"/>
                </a:lnTo>
                <a:lnTo>
                  <a:pt x="456248" y="1684972"/>
                </a:lnTo>
                <a:lnTo>
                  <a:pt x="456248" y="1675447"/>
                </a:lnTo>
                <a:lnTo>
                  <a:pt x="465773" y="1675447"/>
                </a:lnTo>
                <a:lnTo>
                  <a:pt x="465773" y="1665922"/>
                </a:lnTo>
                <a:lnTo>
                  <a:pt x="484823" y="1665922"/>
                </a:lnTo>
                <a:lnTo>
                  <a:pt x="484823" y="1656397"/>
                </a:lnTo>
                <a:lnTo>
                  <a:pt x="494348" y="1656397"/>
                </a:lnTo>
                <a:lnTo>
                  <a:pt x="494348" y="1646872"/>
                </a:lnTo>
                <a:lnTo>
                  <a:pt x="503873" y="1646872"/>
                </a:lnTo>
                <a:lnTo>
                  <a:pt x="503873" y="1637347"/>
                </a:lnTo>
                <a:lnTo>
                  <a:pt x="513398" y="1637347"/>
                </a:lnTo>
                <a:lnTo>
                  <a:pt x="513398" y="1627822"/>
                </a:lnTo>
                <a:lnTo>
                  <a:pt x="532448" y="1627822"/>
                </a:lnTo>
                <a:lnTo>
                  <a:pt x="532448" y="1618297"/>
                </a:lnTo>
                <a:lnTo>
                  <a:pt x="541973" y="1618297"/>
                </a:lnTo>
                <a:lnTo>
                  <a:pt x="541973" y="1608772"/>
                </a:lnTo>
                <a:lnTo>
                  <a:pt x="551498" y="1608772"/>
                </a:lnTo>
                <a:lnTo>
                  <a:pt x="551498" y="1599247"/>
                </a:lnTo>
                <a:lnTo>
                  <a:pt x="561023" y="1599247"/>
                </a:lnTo>
                <a:lnTo>
                  <a:pt x="5610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BD2"/>
          </a:solidFill>
          <a:ln xmlns:a="http://schemas.openxmlformats.org/drawingml/2006/main" w="0">
            <a:noFill/>
          </a:ln>
        </p:spPr>
      </p:sp>
      <p:sp>
        <p:nvSpPr>
          <p:cNvPr id="22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DA35B04-0506-4E73-8123-5BEDE944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489" y="2319814"/>
            <a:ext cx="503873" cy="218122"/>
          </a:xfrm>
          <a:custGeom xmlns:a="http://schemas.openxmlformats.org/drawingml/2006/main">
            <a:pathLst>
              <a:path w="503873" h="218122">
                <a:moveTo>
                  <a:pt x="114300" y="114300"/>
                </a:moveTo>
                <a:lnTo>
                  <a:pt x="104775" y="114300"/>
                </a:lnTo>
                <a:lnTo>
                  <a:pt x="104775" y="123825"/>
                </a:lnTo>
                <a:lnTo>
                  <a:pt x="95250" y="123825"/>
                </a:lnTo>
                <a:lnTo>
                  <a:pt x="95250" y="133350"/>
                </a:lnTo>
                <a:lnTo>
                  <a:pt x="85725" y="133350"/>
                </a:lnTo>
                <a:lnTo>
                  <a:pt x="85725" y="142875"/>
                </a:lnTo>
                <a:lnTo>
                  <a:pt x="76200" y="142875"/>
                </a:lnTo>
                <a:lnTo>
                  <a:pt x="76200" y="152400"/>
                </a:lnTo>
                <a:lnTo>
                  <a:pt x="57150" y="152400"/>
                </a:lnTo>
                <a:lnTo>
                  <a:pt x="57150" y="161925"/>
                </a:lnTo>
                <a:lnTo>
                  <a:pt x="38100" y="161925"/>
                </a:lnTo>
                <a:lnTo>
                  <a:pt x="38100" y="171450"/>
                </a:lnTo>
                <a:lnTo>
                  <a:pt x="28575" y="171450"/>
                </a:lnTo>
                <a:lnTo>
                  <a:pt x="28575" y="180975"/>
                </a:lnTo>
                <a:lnTo>
                  <a:pt x="19050" y="180975"/>
                </a:lnTo>
                <a:lnTo>
                  <a:pt x="19050" y="190500"/>
                </a:lnTo>
                <a:lnTo>
                  <a:pt x="0" y="190500"/>
                </a:lnTo>
                <a:lnTo>
                  <a:pt x="0" y="218122"/>
                </a:lnTo>
                <a:lnTo>
                  <a:pt x="494348" y="218122"/>
                </a:lnTo>
                <a:lnTo>
                  <a:pt x="494348" y="208597"/>
                </a:lnTo>
                <a:lnTo>
                  <a:pt x="503873" y="208597"/>
                </a:lnTo>
                <a:lnTo>
                  <a:pt x="503873" y="152400"/>
                </a:lnTo>
                <a:lnTo>
                  <a:pt x="360998" y="152400"/>
                </a:lnTo>
                <a:lnTo>
                  <a:pt x="360998" y="142875"/>
                </a:lnTo>
                <a:lnTo>
                  <a:pt x="342900" y="142875"/>
                </a:lnTo>
                <a:lnTo>
                  <a:pt x="342900" y="152400"/>
                </a:lnTo>
                <a:lnTo>
                  <a:pt x="294323" y="152400"/>
                </a:lnTo>
                <a:lnTo>
                  <a:pt x="294323" y="142875"/>
                </a:lnTo>
                <a:lnTo>
                  <a:pt x="284798" y="142875"/>
                </a:lnTo>
                <a:lnTo>
                  <a:pt x="284798" y="133350"/>
                </a:lnTo>
                <a:lnTo>
                  <a:pt x="275273" y="133350"/>
                </a:lnTo>
                <a:lnTo>
                  <a:pt x="275273" y="122872"/>
                </a:lnTo>
                <a:lnTo>
                  <a:pt x="284798" y="122872"/>
                </a:lnTo>
                <a:lnTo>
                  <a:pt x="284798" y="113347"/>
                </a:lnTo>
                <a:lnTo>
                  <a:pt x="294323" y="113347"/>
                </a:lnTo>
                <a:lnTo>
                  <a:pt x="294323" y="103822"/>
                </a:lnTo>
                <a:lnTo>
                  <a:pt x="333375" y="103822"/>
                </a:lnTo>
                <a:lnTo>
                  <a:pt x="333375" y="113347"/>
                </a:lnTo>
                <a:lnTo>
                  <a:pt x="370523" y="113347"/>
                </a:lnTo>
                <a:lnTo>
                  <a:pt x="370523" y="103822"/>
                </a:lnTo>
                <a:lnTo>
                  <a:pt x="400050" y="103822"/>
                </a:lnTo>
                <a:lnTo>
                  <a:pt x="400050" y="113347"/>
                </a:lnTo>
                <a:lnTo>
                  <a:pt x="418148" y="113347"/>
                </a:lnTo>
                <a:lnTo>
                  <a:pt x="418148" y="103822"/>
                </a:lnTo>
                <a:lnTo>
                  <a:pt x="503873" y="103822"/>
                </a:lnTo>
                <a:lnTo>
                  <a:pt x="503873" y="38100"/>
                </a:lnTo>
                <a:lnTo>
                  <a:pt x="418148" y="38100"/>
                </a:lnTo>
                <a:lnTo>
                  <a:pt x="418148" y="28575"/>
                </a:lnTo>
                <a:lnTo>
                  <a:pt x="400050" y="28575"/>
                </a:lnTo>
                <a:lnTo>
                  <a:pt x="400050" y="38100"/>
                </a:lnTo>
                <a:lnTo>
                  <a:pt x="370523" y="38100"/>
                </a:lnTo>
                <a:lnTo>
                  <a:pt x="370523" y="28575"/>
                </a:lnTo>
                <a:lnTo>
                  <a:pt x="360998" y="28575"/>
                </a:lnTo>
                <a:lnTo>
                  <a:pt x="360998" y="19050"/>
                </a:lnTo>
                <a:lnTo>
                  <a:pt x="342900" y="19050"/>
                </a:lnTo>
                <a:lnTo>
                  <a:pt x="342900" y="28575"/>
                </a:lnTo>
                <a:lnTo>
                  <a:pt x="333375" y="28575"/>
                </a:lnTo>
                <a:lnTo>
                  <a:pt x="333375" y="38100"/>
                </a:lnTo>
                <a:lnTo>
                  <a:pt x="303848" y="38100"/>
                </a:lnTo>
                <a:lnTo>
                  <a:pt x="303848" y="28575"/>
                </a:lnTo>
                <a:lnTo>
                  <a:pt x="294323" y="28575"/>
                </a:lnTo>
                <a:lnTo>
                  <a:pt x="294323" y="19050"/>
                </a:lnTo>
                <a:lnTo>
                  <a:pt x="275273" y="19050"/>
                </a:lnTo>
                <a:lnTo>
                  <a:pt x="275273" y="0"/>
                </a:lnTo>
                <a:lnTo>
                  <a:pt x="257175" y="0"/>
                </a:lnTo>
                <a:lnTo>
                  <a:pt x="257175" y="19050"/>
                </a:lnTo>
                <a:lnTo>
                  <a:pt x="247650" y="19050"/>
                </a:lnTo>
                <a:lnTo>
                  <a:pt x="247650" y="28575"/>
                </a:lnTo>
                <a:lnTo>
                  <a:pt x="238125" y="28575"/>
                </a:lnTo>
                <a:lnTo>
                  <a:pt x="238125" y="38100"/>
                </a:lnTo>
                <a:lnTo>
                  <a:pt x="200025" y="38100"/>
                </a:lnTo>
                <a:lnTo>
                  <a:pt x="200025" y="47625"/>
                </a:lnTo>
                <a:lnTo>
                  <a:pt x="190500" y="47625"/>
                </a:lnTo>
                <a:lnTo>
                  <a:pt x="190500" y="57150"/>
                </a:lnTo>
                <a:lnTo>
                  <a:pt x="180975" y="57150"/>
                </a:lnTo>
                <a:lnTo>
                  <a:pt x="180975" y="66675"/>
                </a:lnTo>
                <a:lnTo>
                  <a:pt x="161925" y="66675"/>
                </a:lnTo>
                <a:lnTo>
                  <a:pt x="161925" y="76200"/>
                </a:lnTo>
                <a:lnTo>
                  <a:pt x="152400" y="76200"/>
                </a:lnTo>
                <a:lnTo>
                  <a:pt x="152400" y="85725"/>
                </a:lnTo>
                <a:lnTo>
                  <a:pt x="142875" y="85725"/>
                </a:lnTo>
                <a:lnTo>
                  <a:pt x="142875" y="95250"/>
                </a:lnTo>
                <a:lnTo>
                  <a:pt x="123825" y="95250"/>
                </a:lnTo>
                <a:lnTo>
                  <a:pt x="123825" y="104775"/>
                </a:lnTo>
                <a:lnTo>
                  <a:pt x="114300" y="104775"/>
                </a:lnTo>
                <a:lnTo>
                  <a:pt x="114300" y="114300"/>
                </a:lnTo>
                <a:close/>
              </a:path>
            </a:pathLst>
          </a:custGeom>
          <a:solidFill xmlns:a="http://schemas.openxmlformats.org/drawingml/2006/main">
            <a:srgbClr val="FFFBD2"/>
          </a:solidFill>
          <a:ln xmlns:a="http://schemas.openxmlformats.org/drawingml/2006/main" w="0">
            <a:noFill/>
          </a:ln>
        </p:spPr>
      </p:sp>
      <p:sp>
        <p:nvSpPr>
          <p:cNvPr id="22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FF3D2C4C-B128-4D96-8F22-BE50D73B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764" y="2272189"/>
            <a:ext cx="208598" cy="46672"/>
          </a:xfrm>
          <a:custGeom xmlns:a="http://schemas.openxmlformats.org/drawingml/2006/main">
            <a:pathLst>
              <a:path w="208598" h="46672">
                <a:moveTo>
                  <a:pt x="0" y="27622"/>
                </a:moveTo>
                <a:lnTo>
                  <a:pt x="38100" y="27622"/>
                </a:lnTo>
                <a:lnTo>
                  <a:pt x="38100" y="37147"/>
                </a:lnTo>
                <a:lnTo>
                  <a:pt x="47625" y="37147"/>
                </a:lnTo>
                <a:lnTo>
                  <a:pt x="47625" y="46672"/>
                </a:lnTo>
                <a:lnTo>
                  <a:pt x="65723" y="46672"/>
                </a:lnTo>
                <a:lnTo>
                  <a:pt x="65723" y="37147"/>
                </a:lnTo>
                <a:lnTo>
                  <a:pt x="75248" y="37147"/>
                </a:lnTo>
                <a:lnTo>
                  <a:pt x="75248" y="27622"/>
                </a:lnTo>
                <a:lnTo>
                  <a:pt x="104775" y="27622"/>
                </a:lnTo>
                <a:lnTo>
                  <a:pt x="104775" y="37147"/>
                </a:lnTo>
                <a:lnTo>
                  <a:pt x="122873" y="37147"/>
                </a:lnTo>
                <a:lnTo>
                  <a:pt x="122873" y="27622"/>
                </a:lnTo>
                <a:lnTo>
                  <a:pt x="208598" y="27622"/>
                </a:lnTo>
                <a:lnTo>
                  <a:pt x="208598" y="9525"/>
                </a:lnTo>
                <a:lnTo>
                  <a:pt x="122873" y="9525"/>
                </a:lnTo>
                <a:lnTo>
                  <a:pt x="122873" y="0"/>
                </a:lnTo>
                <a:lnTo>
                  <a:pt x="104775" y="0"/>
                </a:lnTo>
                <a:lnTo>
                  <a:pt x="104775" y="9525"/>
                </a:lnTo>
                <a:lnTo>
                  <a:pt x="75248" y="9525"/>
                </a:lnTo>
                <a:lnTo>
                  <a:pt x="75248" y="0"/>
                </a:lnTo>
                <a:lnTo>
                  <a:pt x="38100" y="0"/>
                </a:lnTo>
                <a:lnTo>
                  <a:pt x="38100" y="9525"/>
                </a:lnTo>
                <a:lnTo>
                  <a:pt x="0" y="9525"/>
                </a:lnTo>
                <a:lnTo>
                  <a:pt x="0" y="27622"/>
                </a:lnTo>
                <a:close/>
              </a:path>
            </a:pathLst>
          </a:custGeom>
          <a:solidFill xmlns:a="http://schemas.openxmlformats.org/drawingml/2006/main">
            <a:srgbClr val="FFFBD2"/>
          </a:solidFill>
          <a:ln xmlns:a="http://schemas.openxmlformats.org/drawingml/2006/main" w="0">
            <a:noFill/>
          </a:ln>
        </p:spPr>
      </p:sp>
      <p:sp>
        <p:nvSpPr>
          <p:cNvPr id="22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8DE6F86-54D9-45AB-AFA0-EE740CA1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789" y="1300639"/>
            <a:ext cx="1180148" cy="980122"/>
          </a:xfrm>
          <a:custGeom xmlns:a="http://schemas.openxmlformats.org/drawingml/2006/main">
            <a:pathLst>
              <a:path w="1180148" h="980122">
                <a:moveTo>
                  <a:pt x="95250" y="762000"/>
                </a:moveTo>
                <a:lnTo>
                  <a:pt x="95250" y="771525"/>
                </a:lnTo>
                <a:lnTo>
                  <a:pt x="85725" y="771525"/>
                </a:lnTo>
                <a:lnTo>
                  <a:pt x="85725" y="781050"/>
                </a:lnTo>
                <a:lnTo>
                  <a:pt x="66675" y="781050"/>
                </a:lnTo>
                <a:lnTo>
                  <a:pt x="66675" y="790575"/>
                </a:lnTo>
                <a:lnTo>
                  <a:pt x="57150" y="790575"/>
                </a:lnTo>
                <a:lnTo>
                  <a:pt x="57150" y="800100"/>
                </a:lnTo>
                <a:lnTo>
                  <a:pt x="47625" y="800100"/>
                </a:lnTo>
                <a:lnTo>
                  <a:pt x="47625" y="809625"/>
                </a:lnTo>
                <a:lnTo>
                  <a:pt x="38100" y="809625"/>
                </a:lnTo>
                <a:lnTo>
                  <a:pt x="38100" y="819150"/>
                </a:lnTo>
                <a:lnTo>
                  <a:pt x="19050" y="819150"/>
                </a:lnTo>
                <a:lnTo>
                  <a:pt x="19050" y="828675"/>
                </a:lnTo>
                <a:lnTo>
                  <a:pt x="9525" y="828675"/>
                </a:lnTo>
                <a:lnTo>
                  <a:pt x="9525" y="838200"/>
                </a:lnTo>
                <a:lnTo>
                  <a:pt x="0" y="838200"/>
                </a:lnTo>
                <a:lnTo>
                  <a:pt x="0" y="922972"/>
                </a:lnTo>
                <a:lnTo>
                  <a:pt x="9525" y="922972"/>
                </a:lnTo>
                <a:lnTo>
                  <a:pt x="9525" y="933450"/>
                </a:lnTo>
                <a:lnTo>
                  <a:pt x="0" y="933450"/>
                </a:lnTo>
                <a:lnTo>
                  <a:pt x="0" y="970597"/>
                </a:lnTo>
                <a:lnTo>
                  <a:pt x="9525" y="970597"/>
                </a:lnTo>
                <a:lnTo>
                  <a:pt x="9525" y="980122"/>
                </a:lnTo>
                <a:lnTo>
                  <a:pt x="218123" y="980122"/>
                </a:lnTo>
                <a:lnTo>
                  <a:pt x="218123" y="970597"/>
                </a:lnTo>
                <a:lnTo>
                  <a:pt x="219075" y="970597"/>
                </a:lnTo>
                <a:lnTo>
                  <a:pt x="219075" y="980122"/>
                </a:lnTo>
                <a:lnTo>
                  <a:pt x="265748" y="980122"/>
                </a:lnTo>
                <a:lnTo>
                  <a:pt x="265748" y="970597"/>
                </a:lnTo>
                <a:lnTo>
                  <a:pt x="399098" y="970597"/>
                </a:lnTo>
                <a:lnTo>
                  <a:pt x="399098" y="961072"/>
                </a:lnTo>
                <a:lnTo>
                  <a:pt x="400050" y="961072"/>
                </a:lnTo>
                <a:lnTo>
                  <a:pt x="400050" y="970597"/>
                </a:lnTo>
                <a:lnTo>
                  <a:pt x="475298" y="970597"/>
                </a:lnTo>
                <a:lnTo>
                  <a:pt x="475298" y="961072"/>
                </a:lnTo>
                <a:lnTo>
                  <a:pt x="484823" y="961072"/>
                </a:lnTo>
                <a:lnTo>
                  <a:pt x="484823" y="942975"/>
                </a:lnTo>
                <a:lnTo>
                  <a:pt x="475298" y="942975"/>
                </a:lnTo>
                <a:lnTo>
                  <a:pt x="475298" y="933450"/>
                </a:lnTo>
                <a:lnTo>
                  <a:pt x="409575" y="933450"/>
                </a:lnTo>
                <a:lnTo>
                  <a:pt x="409575" y="942975"/>
                </a:lnTo>
                <a:lnTo>
                  <a:pt x="389573" y="942975"/>
                </a:lnTo>
                <a:lnTo>
                  <a:pt x="389573" y="933450"/>
                </a:lnTo>
                <a:lnTo>
                  <a:pt x="294323" y="933450"/>
                </a:lnTo>
                <a:lnTo>
                  <a:pt x="294323" y="932497"/>
                </a:lnTo>
                <a:lnTo>
                  <a:pt x="313373" y="932497"/>
                </a:lnTo>
                <a:lnTo>
                  <a:pt x="313373" y="922972"/>
                </a:lnTo>
                <a:lnTo>
                  <a:pt x="323850" y="922972"/>
                </a:lnTo>
                <a:lnTo>
                  <a:pt x="323850" y="932497"/>
                </a:lnTo>
                <a:lnTo>
                  <a:pt x="380048" y="932497"/>
                </a:lnTo>
                <a:lnTo>
                  <a:pt x="380048" y="922972"/>
                </a:lnTo>
                <a:lnTo>
                  <a:pt x="484823" y="922972"/>
                </a:lnTo>
                <a:lnTo>
                  <a:pt x="484823" y="913447"/>
                </a:lnTo>
                <a:lnTo>
                  <a:pt x="495300" y="913447"/>
                </a:lnTo>
                <a:lnTo>
                  <a:pt x="495300" y="922972"/>
                </a:lnTo>
                <a:lnTo>
                  <a:pt x="541973" y="922972"/>
                </a:lnTo>
                <a:lnTo>
                  <a:pt x="541973" y="913447"/>
                </a:lnTo>
                <a:lnTo>
                  <a:pt x="551498" y="913447"/>
                </a:lnTo>
                <a:lnTo>
                  <a:pt x="551498" y="895350"/>
                </a:lnTo>
                <a:lnTo>
                  <a:pt x="541973" y="895350"/>
                </a:lnTo>
                <a:lnTo>
                  <a:pt x="541973" y="885825"/>
                </a:lnTo>
                <a:lnTo>
                  <a:pt x="495300" y="885825"/>
                </a:lnTo>
                <a:lnTo>
                  <a:pt x="495300" y="895350"/>
                </a:lnTo>
                <a:lnTo>
                  <a:pt x="484823" y="895350"/>
                </a:lnTo>
                <a:lnTo>
                  <a:pt x="484823" y="885825"/>
                </a:lnTo>
                <a:lnTo>
                  <a:pt x="475298" y="885825"/>
                </a:lnTo>
                <a:lnTo>
                  <a:pt x="475298" y="875347"/>
                </a:lnTo>
                <a:lnTo>
                  <a:pt x="484823" y="875347"/>
                </a:lnTo>
                <a:lnTo>
                  <a:pt x="484823" y="856297"/>
                </a:lnTo>
                <a:lnTo>
                  <a:pt x="533400" y="856297"/>
                </a:lnTo>
                <a:lnTo>
                  <a:pt x="533400" y="875347"/>
                </a:lnTo>
                <a:lnTo>
                  <a:pt x="552450" y="875347"/>
                </a:lnTo>
                <a:lnTo>
                  <a:pt x="552450" y="884872"/>
                </a:lnTo>
                <a:lnTo>
                  <a:pt x="570548" y="884872"/>
                </a:lnTo>
                <a:lnTo>
                  <a:pt x="570548" y="875347"/>
                </a:lnTo>
                <a:lnTo>
                  <a:pt x="600075" y="875347"/>
                </a:lnTo>
                <a:lnTo>
                  <a:pt x="600075" y="884872"/>
                </a:lnTo>
                <a:lnTo>
                  <a:pt x="609600" y="884872"/>
                </a:lnTo>
                <a:lnTo>
                  <a:pt x="609600" y="885825"/>
                </a:lnTo>
                <a:lnTo>
                  <a:pt x="571500" y="885825"/>
                </a:lnTo>
                <a:lnTo>
                  <a:pt x="571500" y="895350"/>
                </a:lnTo>
                <a:lnTo>
                  <a:pt x="561975" y="895350"/>
                </a:lnTo>
                <a:lnTo>
                  <a:pt x="561975" y="913447"/>
                </a:lnTo>
                <a:lnTo>
                  <a:pt x="571500" y="913447"/>
                </a:lnTo>
                <a:lnTo>
                  <a:pt x="571500" y="922972"/>
                </a:lnTo>
                <a:lnTo>
                  <a:pt x="675323" y="922972"/>
                </a:lnTo>
                <a:lnTo>
                  <a:pt x="675323" y="913447"/>
                </a:lnTo>
                <a:lnTo>
                  <a:pt x="684848" y="913447"/>
                </a:lnTo>
                <a:lnTo>
                  <a:pt x="684848" y="895350"/>
                </a:lnTo>
                <a:lnTo>
                  <a:pt x="675323" y="895350"/>
                </a:lnTo>
                <a:lnTo>
                  <a:pt x="675323" y="885825"/>
                </a:lnTo>
                <a:lnTo>
                  <a:pt x="637223" y="885825"/>
                </a:lnTo>
                <a:lnTo>
                  <a:pt x="637223" y="884872"/>
                </a:lnTo>
                <a:lnTo>
                  <a:pt x="646748" y="884872"/>
                </a:lnTo>
                <a:lnTo>
                  <a:pt x="646748" y="875347"/>
                </a:lnTo>
                <a:lnTo>
                  <a:pt x="656273" y="875347"/>
                </a:lnTo>
                <a:lnTo>
                  <a:pt x="656273" y="856297"/>
                </a:lnTo>
                <a:lnTo>
                  <a:pt x="675323" y="856297"/>
                </a:lnTo>
                <a:lnTo>
                  <a:pt x="675323" y="846772"/>
                </a:lnTo>
                <a:lnTo>
                  <a:pt x="684848" y="846772"/>
                </a:lnTo>
                <a:lnTo>
                  <a:pt x="684848" y="827722"/>
                </a:lnTo>
                <a:lnTo>
                  <a:pt x="695325" y="827722"/>
                </a:lnTo>
                <a:lnTo>
                  <a:pt x="695325" y="857250"/>
                </a:lnTo>
                <a:lnTo>
                  <a:pt x="685800" y="857250"/>
                </a:lnTo>
                <a:lnTo>
                  <a:pt x="685800" y="875347"/>
                </a:lnTo>
                <a:lnTo>
                  <a:pt x="695325" y="875347"/>
                </a:lnTo>
                <a:lnTo>
                  <a:pt x="695325" y="884872"/>
                </a:lnTo>
                <a:lnTo>
                  <a:pt x="722948" y="884872"/>
                </a:lnTo>
                <a:lnTo>
                  <a:pt x="722948" y="875347"/>
                </a:lnTo>
                <a:lnTo>
                  <a:pt x="732473" y="875347"/>
                </a:lnTo>
                <a:lnTo>
                  <a:pt x="732473" y="856297"/>
                </a:lnTo>
                <a:lnTo>
                  <a:pt x="741998" y="856297"/>
                </a:lnTo>
                <a:lnTo>
                  <a:pt x="741998" y="846772"/>
                </a:lnTo>
                <a:lnTo>
                  <a:pt x="752475" y="846772"/>
                </a:lnTo>
                <a:lnTo>
                  <a:pt x="752475" y="856297"/>
                </a:lnTo>
                <a:lnTo>
                  <a:pt x="780098" y="856297"/>
                </a:lnTo>
                <a:lnTo>
                  <a:pt x="780098" y="846772"/>
                </a:lnTo>
                <a:lnTo>
                  <a:pt x="799148" y="846772"/>
                </a:lnTo>
                <a:lnTo>
                  <a:pt x="799148" y="819150"/>
                </a:lnTo>
                <a:lnTo>
                  <a:pt x="780098" y="819150"/>
                </a:lnTo>
                <a:lnTo>
                  <a:pt x="780098" y="790575"/>
                </a:lnTo>
                <a:lnTo>
                  <a:pt x="770573" y="790575"/>
                </a:lnTo>
                <a:lnTo>
                  <a:pt x="770573" y="781050"/>
                </a:lnTo>
                <a:lnTo>
                  <a:pt x="733425" y="781050"/>
                </a:lnTo>
                <a:lnTo>
                  <a:pt x="733425" y="790575"/>
                </a:lnTo>
                <a:lnTo>
                  <a:pt x="723900" y="790575"/>
                </a:lnTo>
                <a:lnTo>
                  <a:pt x="723900" y="809625"/>
                </a:lnTo>
                <a:lnTo>
                  <a:pt x="713423" y="809625"/>
                </a:lnTo>
                <a:lnTo>
                  <a:pt x="713423" y="790575"/>
                </a:lnTo>
                <a:lnTo>
                  <a:pt x="703898" y="790575"/>
                </a:lnTo>
                <a:lnTo>
                  <a:pt x="703898" y="781050"/>
                </a:lnTo>
                <a:lnTo>
                  <a:pt x="666750" y="781050"/>
                </a:lnTo>
                <a:lnTo>
                  <a:pt x="666750" y="809625"/>
                </a:lnTo>
                <a:lnTo>
                  <a:pt x="638175" y="809625"/>
                </a:lnTo>
                <a:lnTo>
                  <a:pt x="638175" y="819150"/>
                </a:lnTo>
                <a:lnTo>
                  <a:pt x="627698" y="819150"/>
                </a:lnTo>
                <a:lnTo>
                  <a:pt x="627698" y="809625"/>
                </a:lnTo>
                <a:lnTo>
                  <a:pt x="590550" y="809625"/>
                </a:lnTo>
                <a:lnTo>
                  <a:pt x="590550" y="819150"/>
                </a:lnTo>
                <a:lnTo>
                  <a:pt x="580073" y="819150"/>
                </a:lnTo>
                <a:lnTo>
                  <a:pt x="580073" y="809625"/>
                </a:lnTo>
                <a:lnTo>
                  <a:pt x="561023" y="809625"/>
                </a:lnTo>
                <a:lnTo>
                  <a:pt x="561023" y="799147"/>
                </a:lnTo>
                <a:lnTo>
                  <a:pt x="608648" y="799147"/>
                </a:lnTo>
                <a:lnTo>
                  <a:pt x="608648" y="789622"/>
                </a:lnTo>
                <a:lnTo>
                  <a:pt x="619125" y="789622"/>
                </a:lnTo>
                <a:lnTo>
                  <a:pt x="619125" y="799147"/>
                </a:lnTo>
                <a:lnTo>
                  <a:pt x="656273" y="799147"/>
                </a:lnTo>
                <a:lnTo>
                  <a:pt x="656273" y="789622"/>
                </a:lnTo>
                <a:lnTo>
                  <a:pt x="665798" y="789622"/>
                </a:lnTo>
                <a:lnTo>
                  <a:pt x="665798" y="780097"/>
                </a:lnTo>
                <a:lnTo>
                  <a:pt x="694373" y="780097"/>
                </a:lnTo>
                <a:lnTo>
                  <a:pt x="694373" y="770572"/>
                </a:lnTo>
                <a:lnTo>
                  <a:pt x="703898" y="770572"/>
                </a:lnTo>
                <a:lnTo>
                  <a:pt x="703898" y="761047"/>
                </a:lnTo>
                <a:lnTo>
                  <a:pt x="732473" y="761047"/>
                </a:lnTo>
                <a:lnTo>
                  <a:pt x="732473" y="751522"/>
                </a:lnTo>
                <a:lnTo>
                  <a:pt x="741998" y="751522"/>
                </a:lnTo>
                <a:lnTo>
                  <a:pt x="741998" y="733425"/>
                </a:lnTo>
                <a:lnTo>
                  <a:pt x="732473" y="733425"/>
                </a:lnTo>
                <a:lnTo>
                  <a:pt x="732473" y="732472"/>
                </a:lnTo>
                <a:lnTo>
                  <a:pt x="741998" y="732472"/>
                </a:lnTo>
                <a:lnTo>
                  <a:pt x="741998" y="722947"/>
                </a:lnTo>
                <a:lnTo>
                  <a:pt x="752475" y="722947"/>
                </a:lnTo>
                <a:lnTo>
                  <a:pt x="752475" y="732472"/>
                </a:lnTo>
                <a:lnTo>
                  <a:pt x="762000" y="732472"/>
                </a:lnTo>
                <a:lnTo>
                  <a:pt x="762000" y="751522"/>
                </a:lnTo>
                <a:lnTo>
                  <a:pt x="771525" y="751522"/>
                </a:lnTo>
                <a:lnTo>
                  <a:pt x="771525" y="761047"/>
                </a:lnTo>
                <a:lnTo>
                  <a:pt x="781050" y="761047"/>
                </a:lnTo>
                <a:lnTo>
                  <a:pt x="781050" y="789622"/>
                </a:lnTo>
                <a:lnTo>
                  <a:pt x="790575" y="789622"/>
                </a:lnTo>
                <a:lnTo>
                  <a:pt x="790575" y="799147"/>
                </a:lnTo>
                <a:lnTo>
                  <a:pt x="827723" y="799147"/>
                </a:lnTo>
                <a:lnTo>
                  <a:pt x="827723" y="789622"/>
                </a:lnTo>
                <a:lnTo>
                  <a:pt x="837248" y="789622"/>
                </a:lnTo>
                <a:lnTo>
                  <a:pt x="837248" y="780097"/>
                </a:lnTo>
                <a:lnTo>
                  <a:pt x="856298" y="780097"/>
                </a:lnTo>
                <a:lnTo>
                  <a:pt x="856298" y="770572"/>
                </a:lnTo>
                <a:lnTo>
                  <a:pt x="875348" y="770572"/>
                </a:lnTo>
                <a:lnTo>
                  <a:pt x="875348" y="752475"/>
                </a:lnTo>
                <a:lnTo>
                  <a:pt x="865823" y="752475"/>
                </a:lnTo>
                <a:lnTo>
                  <a:pt x="865823" y="742950"/>
                </a:lnTo>
                <a:lnTo>
                  <a:pt x="828675" y="742950"/>
                </a:lnTo>
                <a:lnTo>
                  <a:pt x="828675" y="752475"/>
                </a:lnTo>
                <a:lnTo>
                  <a:pt x="819150" y="752475"/>
                </a:lnTo>
                <a:lnTo>
                  <a:pt x="819150" y="762000"/>
                </a:lnTo>
                <a:lnTo>
                  <a:pt x="808673" y="762000"/>
                </a:lnTo>
                <a:lnTo>
                  <a:pt x="808673" y="751522"/>
                </a:lnTo>
                <a:lnTo>
                  <a:pt x="818198" y="751522"/>
                </a:lnTo>
                <a:lnTo>
                  <a:pt x="818198" y="733425"/>
                </a:lnTo>
                <a:lnTo>
                  <a:pt x="808673" y="733425"/>
                </a:lnTo>
                <a:lnTo>
                  <a:pt x="808673" y="723900"/>
                </a:lnTo>
                <a:lnTo>
                  <a:pt x="799148" y="723900"/>
                </a:lnTo>
                <a:lnTo>
                  <a:pt x="799148" y="695325"/>
                </a:lnTo>
                <a:lnTo>
                  <a:pt x="789623" y="695325"/>
                </a:lnTo>
                <a:lnTo>
                  <a:pt x="789623" y="685800"/>
                </a:lnTo>
                <a:lnTo>
                  <a:pt x="684848" y="685800"/>
                </a:lnTo>
                <a:lnTo>
                  <a:pt x="684848" y="675322"/>
                </a:lnTo>
                <a:lnTo>
                  <a:pt x="722948" y="675322"/>
                </a:lnTo>
                <a:lnTo>
                  <a:pt x="722948" y="665797"/>
                </a:lnTo>
                <a:lnTo>
                  <a:pt x="732473" y="665797"/>
                </a:lnTo>
                <a:lnTo>
                  <a:pt x="732473" y="656272"/>
                </a:lnTo>
                <a:lnTo>
                  <a:pt x="751523" y="656272"/>
                </a:lnTo>
                <a:lnTo>
                  <a:pt x="751523" y="646747"/>
                </a:lnTo>
                <a:lnTo>
                  <a:pt x="771525" y="646747"/>
                </a:lnTo>
                <a:lnTo>
                  <a:pt x="771525" y="656272"/>
                </a:lnTo>
                <a:lnTo>
                  <a:pt x="818198" y="656272"/>
                </a:lnTo>
                <a:lnTo>
                  <a:pt x="818198" y="646747"/>
                </a:lnTo>
                <a:lnTo>
                  <a:pt x="846773" y="646747"/>
                </a:lnTo>
                <a:lnTo>
                  <a:pt x="846773" y="637222"/>
                </a:lnTo>
                <a:lnTo>
                  <a:pt x="856298" y="637222"/>
                </a:lnTo>
                <a:lnTo>
                  <a:pt x="856298" y="627697"/>
                </a:lnTo>
                <a:lnTo>
                  <a:pt x="884873" y="627697"/>
                </a:lnTo>
                <a:lnTo>
                  <a:pt x="884873" y="618172"/>
                </a:lnTo>
                <a:lnTo>
                  <a:pt x="894398" y="618172"/>
                </a:lnTo>
                <a:lnTo>
                  <a:pt x="894398" y="590550"/>
                </a:lnTo>
                <a:lnTo>
                  <a:pt x="884873" y="590550"/>
                </a:lnTo>
                <a:lnTo>
                  <a:pt x="884873" y="581025"/>
                </a:lnTo>
                <a:lnTo>
                  <a:pt x="847725" y="581025"/>
                </a:lnTo>
                <a:lnTo>
                  <a:pt x="847725" y="590550"/>
                </a:lnTo>
                <a:lnTo>
                  <a:pt x="837248" y="590550"/>
                </a:lnTo>
                <a:lnTo>
                  <a:pt x="837248" y="589597"/>
                </a:lnTo>
                <a:lnTo>
                  <a:pt x="846773" y="589597"/>
                </a:lnTo>
                <a:lnTo>
                  <a:pt x="846773" y="580072"/>
                </a:lnTo>
                <a:lnTo>
                  <a:pt x="865823" y="580072"/>
                </a:lnTo>
                <a:lnTo>
                  <a:pt x="865823" y="552450"/>
                </a:lnTo>
                <a:lnTo>
                  <a:pt x="856298" y="552450"/>
                </a:lnTo>
                <a:lnTo>
                  <a:pt x="856298" y="551497"/>
                </a:lnTo>
                <a:lnTo>
                  <a:pt x="865823" y="551497"/>
                </a:lnTo>
                <a:lnTo>
                  <a:pt x="865823" y="541972"/>
                </a:lnTo>
                <a:lnTo>
                  <a:pt x="875348" y="541972"/>
                </a:lnTo>
                <a:lnTo>
                  <a:pt x="875348" y="513397"/>
                </a:lnTo>
                <a:lnTo>
                  <a:pt x="885825" y="513397"/>
                </a:lnTo>
                <a:lnTo>
                  <a:pt x="885825" y="542925"/>
                </a:lnTo>
                <a:lnTo>
                  <a:pt x="876300" y="542925"/>
                </a:lnTo>
                <a:lnTo>
                  <a:pt x="876300" y="552450"/>
                </a:lnTo>
                <a:lnTo>
                  <a:pt x="866775" y="552450"/>
                </a:lnTo>
                <a:lnTo>
                  <a:pt x="866775" y="570547"/>
                </a:lnTo>
                <a:lnTo>
                  <a:pt x="876300" y="570547"/>
                </a:lnTo>
                <a:lnTo>
                  <a:pt x="876300" y="580072"/>
                </a:lnTo>
                <a:lnTo>
                  <a:pt x="913448" y="580072"/>
                </a:lnTo>
                <a:lnTo>
                  <a:pt x="913448" y="570547"/>
                </a:lnTo>
                <a:lnTo>
                  <a:pt x="922973" y="570547"/>
                </a:lnTo>
                <a:lnTo>
                  <a:pt x="922973" y="552450"/>
                </a:lnTo>
                <a:lnTo>
                  <a:pt x="913448" y="552450"/>
                </a:lnTo>
                <a:lnTo>
                  <a:pt x="913448" y="551497"/>
                </a:lnTo>
                <a:lnTo>
                  <a:pt x="922973" y="551497"/>
                </a:lnTo>
                <a:lnTo>
                  <a:pt x="922973" y="541972"/>
                </a:lnTo>
                <a:lnTo>
                  <a:pt x="942023" y="541972"/>
                </a:lnTo>
                <a:lnTo>
                  <a:pt x="942023" y="522922"/>
                </a:lnTo>
                <a:lnTo>
                  <a:pt x="999173" y="522922"/>
                </a:lnTo>
                <a:lnTo>
                  <a:pt x="999173" y="513397"/>
                </a:lnTo>
                <a:lnTo>
                  <a:pt x="1008698" y="513397"/>
                </a:lnTo>
                <a:lnTo>
                  <a:pt x="1008698" y="503872"/>
                </a:lnTo>
                <a:lnTo>
                  <a:pt x="1027748" y="503872"/>
                </a:lnTo>
                <a:lnTo>
                  <a:pt x="1027748" y="494347"/>
                </a:lnTo>
                <a:lnTo>
                  <a:pt x="1037273" y="494347"/>
                </a:lnTo>
                <a:lnTo>
                  <a:pt x="1037273" y="484822"/>
                </a:lnTo>
                <a:lnTo>
                  <a:pt x="1046798" y="484822"/>
                </a:lnTo>
                <a:lnTo>
                  <a:pt x="1046798" y="475297"/>
                </a:lnTo>
                <a:lnTo>
                  <a:pt x="1056323" y="475297"/>
                </a:lnTo>
                <a:lnTo>
                  <a:pt x="1056323" y="447675"/>
                </a:lnTo>
                <a:lnTo>
                  <a:pt x="1046798" y="447675"/>
                </a:lnTo>
                <a:lnTo>
                  <a:pt x="1046798" y="419100"/>
                </a:lnTo>
                <a:lnTo>
                  <a:pt x="1037273" y="419100"/>
                </a:lnTo>
                <a:lnTo>
                  <a:pt x="1037273" y="408622"/>
                </a:lnTo>
                <a:lnTo>
                  <a:pt x="1056323" y="408622"/>
                </a:lnTo>
                <a:lnTo>
                  <a:pt x="1056323" y="399097"/>
                </a:lnTo>
                <a:lnTo>
                  <a:pt x="1084898" y="399097"/>
                </a:lnTo>
                <a:lnTo>
                  <a:pt x="1084898" y="389572"/>
                </a:lnTo>
                <a:lnTo>
                  <a:pt x="1122998" y="389572"/>
                </a:lnTo>
                <a:lnTo>
                  <a:pt x="1122998" y="380047"/>
                </a:lnTo>
                <a:lnTo>
                  <a:pt x="1123950" y="380047"/>
                </a:lnTo>
                <a:lnTo>
                  <a:pt x="1123950" y="408622"/>
                </a:lnTo>
                <a:lnTo>
                  <a:pt x="1133475" y="408622"/>
                </a:lnTo>
                <a:lnTo>
                  <a:pt x="1133475" y="418147"/>
                </a:lnTo>
                <a:lnTo>
                  <a:pt x="1170623" y="418147"/>
                </a:lnTo>
                <a:lnTo>
                  <a:pt x="1170623" y="408622"/>
                </a:lnTo>
                <a:lnTo>
                  <a:pt x="1180148" y="408622"/>
                </a:lnTo>
                <a:lnTo>
                  <a:pt x="1180148" y="381000"/>
                </a:lnTo>
                <a:lnTo>
                  <a:pt x="1170623" y="381000"/>
                </a:lnTo>
                <a:lnTo>
                  <a:pt x="1170623" y="370522"/>
                </a:lnTo>
                <a:lnTo>
                  <a:pt x="1180148" y="370522"/>
                </a:lnTo>
                <a:lnTo>
                  <a:pt x="1180148" y="19050"/>
                </a:lnTo>
                <a:lnTo>
                  <a:pt x="1161098" y="19050"/>
                </a:lnTo>
                <a:lnTo>
                  <a:pt x="1161098" y="9525"/>
                </a:lnTo>
                <a:lnTo>
                  <a:pt x="1151573" y="9525"/>
                </a:lnTo>
                <a:lnTo>
                  <a:pt x="1151573" y="0"/>
                </a:lnTo>
                <a:lnTo>
                  <a:pt x="1104900" y="0"/>
                </a:lnTo>
                <a:lnTo>
                  <a:pt x="1104900" y="19050"/>
                </a:lnTo>
                <a:lnTo>
                  <a:pt x="1066800" y="19050"/>
                </a:lnTo>
                <a:lnTo>
                  <a:pt x="1066800" y="28575"/>
                </a:lnTo>
                <a:lnTo>
                  <a:pt x="1057275" y="28575"/>
                </a:lnTo>
                <a:lnTo>
                  <a:pt x="1057275" y="38100"/>
                </a:lnTo>
                <a:lnTo>
                  <a:pt x="1047750" y="38100"/>
                </a:lnTo>
                <a:lnTo>
                  <a:pt x="1047750" y="47625"/>
                </a:lnTo>
                <a:lnTo>
                  <a:pt x="1038225" y="47625"/>
                </a:lnTo>
                <a:lnTo>
                  <a:pt x="1038225" y="66675"/>
                </a:lnTo>
                <a:lnTo>
                  <a:pt x="1009650" y="66675"/>
                </a:lnTo>
                <a:lnTo>
                  <a:pt x="1009650" y="76200"/>
                </a:lnTo>
                <a:lnTo>
                  <a:pt x="1000125" y="76200"/>
                </a:lnTo>
                <a:lnTo>
                  <a:pt x="1000125" y="95250"/>
                </a:lnTo>
                <a:lnTo>
                  <a:pt x="971550" y="95250"/>
                </a:lnTo>
                <a:lnTo>
                  <a:pt x="971550" y="104775"/>
                </a:lnTo>
                <a:lnTo>
                  <a:pt x="942975" y="104775"/>
                </a:lnTo>
                <a:lnTo>
                  <a:pt x="942975" y="114300"/>
                </a:lnTo>
                <a:lnTo>
                  <a:pt x="933450" y="114300"/>
                </a:lnTo>
                <a:lnTo>
                  <a:pt x="933450" y="123825"/>
                </a:lnTo>
                <a:lnTo>
                  <a:pt x="923925" y="123825"/>
                </a:lnTo>
                <a:lnTo>
                  <a:pt x="923925" y="133350"/>
                </a:lnTo>
                <a:lnTo>
                  <a:pt x="914400" y="133350"/>
                </a:lnTo>
                <a:lnTo>
                  <a:pt x="914400" y="142875"/>
                </a:lnTo>
                <a:lnTo>
                  <a:pt x="895350" y="142875"/>
                </a:lnTo>
                <a:lnTo>
                  <a:pt x="895350" y="152400"/>
                </a:lnTo>
                <a:lnTo>
                  <a:pt x="885825" y="152400"/>
                </a:lnTo>
                <a:lnTo>
                  <a:pt x="885825" y="161925"/>
                </a:lnTo>
                <a:lnTo>
                  <a:pt x="876300" y="161925"/>
                </a:lnTo>
                <a:lnTo>
                  <a:pt x="876300" y="171450"/>
                </a:lnTo>
                <a:lnTo>
                  <a:pt x="857250" y="171450"/>
                </a:lnTo>
                <a:lnTo>
                  <a:pt x="857250" y="180975"/>
                </a:lnTo>
                <a:lnTo>
                  <a:pt x="847725" y="180975"/>
                </a:lnTo>
                <a:lnTo>
                  <a:pt x="847725" y="190500"/>
                </a:lnTo>
                <a:lnTo>
                  <a:pt x="838200" y="190500"/>
                </a:lnTo>
                <a:lnTo>
                  <a:pt x="838200" y="200025"/>
                </a:lnTo>
                <a:lnTo>
                  <a:pt x="828675" y="200025"/>
                </a:lnTo>
                <a:lnTo>
                  <a:pt x="828675" y="209550"/>
                </a:lnTo>
                <a:lnTo>
                  <a:pt x="809625" y="209550"/>
                </a:lnTo>
                <a:lnTo>
                  <a:pt x="809625" y="219075"/>
                </a:lnTo>
                <a:lnTo>
                  <a:pt x="800100" y="219075"/>
                </a:lnTo>
                <a:lnTo>
                  <a:pt x="800100" y="228600"/>
                </a:lnTo>
                <a:lnTo>
                  <a:pt x="790575" y="228600"/>
                </a:lnTo>
                <a:lnTo>
                  <a:pt x="790575" y="238125"/>
                </a:lnTo>
                <a:lnTo>
                  <a:pt x="771525" y="238125"/>
                </a:lnTo>
                <a:lnTo>
                  <a:pt x="771525" y="247650"/>
                </a:lnTo>
                <a:lnTo>
                  <a:pt x="762000" y="247650"/>
                </a:lnTo>
                <a:lnTo>
                  <a:pt x="762000" y="257175"/>
                </a:lnTo>
                <a:lnTo>
                  <a:pt x="752475" y="257175"/>
                </a:lnTo>
                <a:lnTo>
                  <a:pt x="752475" y="266700"/>
                </a:lnTo>
                <a:lnTo>
                  <a:pt x="733425" y="266700"/>
                </a:lnTo>
                <a:lnTo>
                  <a:pt x="733425" y="276225"/>
                </a:lnTo>
                <a:lnTo>
                  <a:pt x="723900" y="276225"/>
                </a:lnTo>
                <a:lnTo>
                  <a:pt x="723900" y="285750"/>
                </a:lnTo>
                <a:lnTo>
                  <a:pt x="714375" y="285750"/>
                </a:lnTo>
                <a:lnTo>
                  <a:pt x="714375" y="295275"/>
                </a:lnTo>
                <a:lnTo>
                  <a:pt x="704850" y="295275"/>
                </a:lnTo>
                <a:lnTo>
                  <a:pt x="704850" y="304800"/>
                </a:lnTo>
                <a:lnTo>
                  <a:pt x="685800" y="304800"/>
                </a:lnTo>
                <a:lnTo>
                  <a:pt x="685800" y="314325"/>
                </a:lnTo>
                <a:lnTo>
                  <a:pt x="676275" y="314325"/>
                </a:lnTo>
                <a:lnTo>
                  <a:pt x="676275" y="323850"/>
                </a:lnTo>
                <a:lnTo>
                  <a:pt x="666750" y="323850"/>
                </a:lnTo>
                <a:lnTo>
                  <a:pt x="666750" y="333375"/>
                </a:lnTo>
                <a:lnTo>
                  <a:pt x="647700" y="333375"/>
                </a:lnTo>
                <a:lnTo>
                  <a:pt x="647700" y="342900"/>
                </a:lnTo>
                <a:lnTo>
                  <a:pt x="638175" y="342900"/>
                </a:lnTo>
                <a:lnTo>
                  <a:pt x="638175" y="352425"/>
                </a:lnTo>
                <a:lnTo>
                  <a:pt x="628650" y="352425"/>
                </a:lnTo>
                <a:lnTo>
                  <a:pt x="628650" y="361950"/>
                </a:lnTo>
                <a:lnTo>
                  <a:pt x="619125" y="361950"/>
                </a:lnTo>
                <a:lnTo>
                  <a:pt x="619125" y="371475"/>
                </a:lnTo>
                <a:lnTo>
                  <a:pt x="600075" y="371475"/>
                </a:lnTo>
                <a:lnTo>
                  <a:pt x="600075" y="381000"/>
                </a:lnTo>
                <a:lnTo>
                  <a:pt x="590550" y="381000"/>
                </a:lnTo>
                <a:lnTo>
                  <a:pt x="590550" y="390525"/>
                </a:lnTo>
                <a:lnTo>
                  <a:pt x="571500" y="390525"/>
                </a:lnTo>
                <a:lnTo>
                  <a:pt x="571500" y="400050"/>
                </a:lnTo>
                <a:lnTo>
                  <a:pt x="561975" y="400050"/>
                </a:lnTo>
                <a:lnTo>
                  <a:pt x="561975" y="409575"/>
                </a:lnTo>
                <a:lnTo>
                  <a:pt x="552450" y="409575"/>
                </a:lnTo>
                <a:lnTo>
                  <a:pt x="552450" y="419100"/>
                </a:lnTo>
                <a:lnTo>
                  <a:pt x="542925" y="419100"/>
                </a:lnTo>
                <a:lnTo>
                  <a:pt x="542925" y="428625"/>
                </a:lnTo>
                <a:lnTo>
                  <a:pt x="523875" y="428625"/>
                </a:lnTo>
                <a:lnTo>
                  <a:pt x="523875" y="438150"/>
                </a:lnTo>
                <a:lnTo>
                  <a:pt x="514350" y="438150"/>
                </a:lnTo>
                <a:lnTo>
                  <a:pt x="514350" y="447675"/>
                </a:lnTo>
                <a:lnTo>
                  <a:pt x="504825" y="447675"/>
                </a:lnTo>
                <a:lnTo>
                  <a:pt x="504825" y="457200"/>
                </a:lnTo>
                <a:lnTo>
                  <a:pt x="485775" y="457200"/>
                </a:lnTo>
                <a:lnTo>
                  <a:pt x="485775" y="466725"/>
                </a:lnTo>
                <a:lnTo>
                  <a:pt x="476250" y="466725"/>
                </a:lnTo>
                <a:lnTo>
                  <a:pt x="476250" y="476250"/>
                </a:lnTo>
                <a:lnTo>
                  <a:pt x="466725" y="476250"/>
                </a:lnTo>
                <a:lnTo>
                  <a:pt x="466725" y="485775"/>
                </a:lnTo>
                <a:lnTo>
                  <a:pt x="457200" y="485775"/>
                </a:lnTo>
                <a:lnTo>
                  <a:pt x="457200" y="495300"/>
                </a:lnTo>
                <a:lnTo>
                  <a:pt x="438150" y="495300"/>
                </a:lnTo>
                <a:lnTo>
                  <a:pt x="438150" y="504825"/>
                </a:lnTo>
                <a:lnTo>
                  <a:pt x="428625" y="504825"/>
                </a:lnTo>
                <a:lnTo>
                  <a:pt x="428625" y="514350"/>
                </a:lnTo>
                <a:lnTo>
                  <a:pt x="419100" y="514350"/>
                </a:lnTo>
                <a:lnTo>
                  <a:pt x="419100" y="523875"/>
                </a:lnTo>
                <a:lnTo>
                  <a:pt x="400050" y="523875"/>
                </a:lnTo>
                <a:lnTo>
                  <a:pt x="400050" y="533400"/>
                </a:lnTo>
                <a:lnTo>
                  <a:pt x="390525" y="533400"/>
                </a:lnTo>
                <a:lnTo>
                  <a:pt x="390525" y="542925"/>
                </a:lnTo>
                <a:lnTo>
                  <a:pt x="381000" y="542925"/>
                </a:lnTo>
                <a:lnTo>
                  <a:pt x="381000" y="552450"/>
                </a:lnTo>
                <a:lnTo>
                  <a:pt x="371475" y="552450"/>
                </a:lnTo>
                <a:lnTo>
                  <a:pt x="371475" y="561975"/>
                </a:lnTo>
                <a:lnTo>
                  <a:pt x="352425" y="561975"/>
                </a:lnTo>
                <a:lnTo>
                  <a:pt x="352425" y="571500"/>
                </a:lnTo>
                <a:lnTo>
                  <a:pt x="342900" y="571500"/>
                </a:lnTo>
                <a:lnTo>
                  <a:pt x="342900" y="581025"/>
                </a:lnTo>
                <a:lnTo>
                  <a:pt x="333375" y="581025"/>
                </a:lnTo>
                <a:lnTo>
                  <a:pt x="333375" y="590550"/>
                </a:lnTo>
                <a:lnTo>
                  <a:pt x="314325" y="590550"/>
                </a:lnTo>
                <a:lnTo>
                  <a:pt x="314325" y="600075"/>
                </a:lnTo>
                <a:lnTo>
                  <a:pt x="304800" y="600075"/>
                </a:lnTo>
                <a:lnTo>
                  <a:pt x="304800" y="609600"/>
                </a:lnTo>
                <a:lnTo>
                  <a:pt x="295275" y="609600"/>
                </a:lnTo>
                <a:lnTo>
                  <a:pt x="295275" y="619125"/>
                </a:lnTo>
                <a:lnTo>
                  <a:pt x="276225" y="619125"/>
                </a:lnTo>
                <a:lnTo>
                  <a:pt x="276225" y="628650"/>
                </a:lnTo>
                <a:lnTo>
                  <a:pt x="266700" y="628650"/>
                </a:lnTo>
                <a:lnTo>
                  <a:pt x="266700" y="638175"/>
                </a:lnTo>
                <a:lnTo>
                  <a:pt x="257175" y="638175"/>
                </a:lnTo>
                <a:lnTo>
                  <a:pt x="257175" y="647700"/>
                </a:lnTo>
                <a:lnTo>
                  <a:pt x="247650" y="647700"/>
                </a:lnTo>
                <a:lnTo>
                  <a:pt x="247650" y="657225"/>
                </a:lnTo>
                <a:lnTo>
                  <a:pt x="228600" y="657225"/>
                </a:lnTo>
                <a:lnTo>
                  <a:pt x="228600" y="666750"/>
                </a:lnTo>
                <a:lnTo>
                  <a:pt x="219075" y="666750"/>
                </a:lnTo>
                <a:lnTo>
                  <a:pt x="219075" y="676275"/>
                </a:lnTo>
                <a:lnTo>
                  <a:pt x="200025" y="676275"/>
                </a:lnTo>
                <a:lnTo>
                  <a:pt x="200025" y="685800"/>
                </a:lnTo>
                <a:lnTo>
                  <a:pt x="190500" y="685800"/>
                </a:lnTo>
                <a:lnTo>
                  <a:pt x="190500" y="695325"/>
                </a:lnTo>
                <a:lnTo>
                  <a:pt x="180975" y="695325"/>
                </a:lnTo>
                <a:lnTo>
                  <a:pt x="180975" y="704850"/>
                </a:lnTo>
                <a:lnTo>
                  <a:pt x="171450" y="704850"/>
                </a:lnTo>
                <a:lnTo>
                  <a:pt x="171450" y="714375"/>
                </a:lnTo>
                <a:lnTo>
                  <a:pt x="152400" y="714375"/>
                </a:lnTo>
                <a:lnTo>
                  <a:pt x="152400" y="723900"/>
                </a:lnTo>
                <a:lnTo>
                  <a:pt x="142875" y="723900"/>
                </a:lnTo>
                <a:lnTo>
                  <a:pt x="142875" y="733425"/>
                </a:lnTo>
                <a:lnTo>
                  <a:pt x="133350" y="733425"/>
                </a:lnTo>
                <a:lnTo>
                  <a:pt x="133350" y="742950"/>
                </a:lnTo>
                <a:lnTo>
                  <a:pt x="114300" y="742950"/>
                </a:lnTo>
                <a:lnTo>
                  <a:pt x="114300" y="752475"/>
                </a:lnTo>
                <a:lnTo>
                  <a:pt x="104775" y="752475"/>
                </a:lnTo>
                <a:lnTo>
                  <a:pt x="104775" y="762000"/>
                </a:lnTo>
                <a:lnTo>
                  <a:pt x="95250" y="762000"/>
                </a:lnTo>
                <a:close/>
              </a:path>
            </a:pathLst>
          </a:custGeom>
          <a:solidFill xmlns:a="http://schemas.openxmlformats.org/drawingml/2006/main">
            <a:srgbClr val="1878B6"/>
          </a:solidFill>
          <a:ln xmlns:a="http://schemas.openxmlformats.org/drawingml/2006/main" w="0">
            <a:noFill/>
          </a:ln>
        </p:spPr>
      </p:sp>
      <p:sp>
        <p:nvSpPr>
          <p:cNvPr id="22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31059514-09E4-4929-B69E-FEB5F144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789" y="2300764"/>
            <a:ext cx="561023" cy="56197"/>
          </a:xfrm>
          <a:custGeom xmlns:a="http://schemas.openxmlformats.org/drawingml/2006/main">
            <a:pathLst>
              <a:path w="561023" h="56197">
                <a:moveTo>
                  <a:pt x="132398" y="0"/>
                </a:moveTo>
                <a:lnTo>
                  <a:pt x="95250" y="0"/>
                </a:lnTo>
                <a:lnTo>
                  <a:pt x="95250" y="9525"/>
                </a:lnTo>
                <a:lnTo>
                  <a:pt x="94298" y="9525"/>
                </a:lnTo>
                <a:lnTo>
                  <a:pt x="94298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lnTo>
                  <a:pt x="0" y="46672"/>
                </a:lnTo>
                <a:lnTo>
                  <a:pt x="9525" y="46672"/>
                </a:lnTo>
                <a:lnTo>
                  <a:pt x="9525" y="56197"/>
                </a:lnTo>
                <a:lnTo>
                  <a:pt x="94298" y="56197"/>
                </a:lnTo>
                <a:lnTo>
                  <a:pt x="94298" y="46672"/>
                </a:lnTo>
                <a:lnTo>
                  <a:pt x="95250" y="46672"/>
                </a:lnTo>
                <a:lnTo>
                  <a:pt x="95250" y="56197"/>
                </a:lnTo>
                <a:lnTo>
                  <a:pt x="132398" y="56197"/>
                </a:lnTo>
                <a:lnTo>
                  <a:pt x="132398" y="46672"/>
                </a:lnTo>
                <a:lnTo>
                  <a:pt x="133350" y="46672"/>
                </a:lnTo>
                <a:lnTo>
                  <a:pt x="133350" y="56197"/>
                </a:lnTo>
                <a:lnTo>
                  <a:pt x="180023" y="56197"/>
                </a:lnTo>
                <a:lnTo>
                  <a:pt x="180023" y="46672"/>
                </a:lnTo>
                <a:lnTo>
                  <a:pt x="399098" y="46672"/>
                </a:lnTo>
                <a:lnTo>
                  <a:pt x="399098" y="37147"/>
                </a:lnTo>
                <a:lnTo>
                  <a:pt x="409575" y="37147"/>
                </a:lnTo>
                <a:lnTo>
                  <a:pt x="409575" y="46672"/>
                </a:lnTo>
                <a:lnTo>
                  <a:pt x="551498" y="46672"/>
                </a:lnTo>
                <a:lnTo>
                  <a:pt x="551498" y="37147"/>
                </a:lnTo>
                <a:lnTo>
                  <a:pt x="561023" y="37147"/>
                </a:lnTo>
                <a:lnTo>
                  <a:pt x="561023" y="19050"/>
                </a:lnTo>
                <a:lnTo>
                  <a:pt x="551498" y="19050"/>
                </a:lnTo>
                <a:lnTo>
                  <a:pt x="551498" y="9525"/>
                </a:lnTo>
                <a:lnTo>
                  <a:pt x="409575" y="9525"/>
                </a:lnTo>
                <a:lnTo>
                  <a:pt x="409575" y="19050"/>
                </a:lnTo>
                <a:lnTo>
                  <a:pt x="399098" y="19050"/>
                </a:lnTo>
                <a:lnTo>
                  <a:pt x="399098" y="9525"/>
                </a:lnTo>
                <a:lnTo>
                  <a:pt x="180023" y="9525"/>
                </a:lnTo>
                <a:lnTo>
                  <a:pt x="180023" y="0"/>
                </a:lnTo>
                <a:lnTo>
                  <a:pt x="133350" y="0"/>
                </a:lnTo>
                <a:lnTo>
                  <a:pt x="133350" y="9525"/>
                </a:lnTo>
                <a:lnTo>
                  <a:pt x="132398" y="9525"/>
                </a:lnTo>
                <a:lnTo>
                  <a:pt x="132398" y="0"/>
                </a:lnTo>
                <a:close/>
              </a:path>
            </a:pathLst>
          </a:custGeom>
          <a:solidFill xmlns:a="http://schemas.openxmlformats.org/drawingml/2006/main">
            <a:srgbClr val="1878B6"/>
          </a:solidFill>
          <a:ln xmlns:a="http://schemas.openxmlformats.org/drawingml/2006/main" w="0">
            <a:noFill/>
          </a:ln>
        </p:spPr>
      </p:sp>
      <p:sp>
        <p:nvSpPr>
          <p:cNvPr id="22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9327BD47-F9C0-47AC-ABD5-99E75216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789" y="2424589"/>
            <a:ext cx="551498" cy="46672"/>
          </a:xfrm>
          <a:custGeom xmlns:a="http://schemas.openxmlformats.org/drawingml/2006/main">
            <a:pathLst>
              <a:path w="551498" h="46672">
                <a:moveTo>
                  <a:pt x="180023" y="0"/>
                </a:moveTo>
                <a:lnTo>
                  <a:pt x="133350" y="0"/>
                </a:lnTo>
                <a:lnTo>
                  <a:pt x="133350" y="9525"/>
                </a:lnTo>
                <a:lnTo>
                  <a:pt x="132398" y="9525"/>
                </a:lnTo>
                <a:lnTo>
                  <a:pt x="132398" y="0"/>
                </a:lnTo>
                <a:lnTo>
                  <a:pt x="95250" y="0"/>
                </a:lnTo>
                <a:lnTo>
                  <a:pt x="95250" y="9525"/>
                </a:lnTo>
                <a:lnTo>
                  <a:pt x="94298" y="9525"/>
                </a:lnTo>
                <a:lnTo>
                  <a:pt x="94298" y="0"/>
                </a:lnTo>
                <a:lnTo>
                  <a:pt x="66675" y="0"/>
                </a:lnTo>
                <a:lnTo>
                  <a:pt x="66675" y="9525"/>
                </a:lnTo>
                <a:lnTo>
                  <a:pt x="65723" y="9525"/>
                </a:lnTo>
                <a:lnTo>
                  <a:pt x="65723" y="0"/>
                </a:lnTo>
                <a:lnTo>
                  <a:pt x="38100" y="0"/>
                </a:lnTo>
                <a:lnTo>
                  <a:pt x="38100" y="9525"/>
                </a:lnTo>
                <a:lnTo>
                  <a:pt x="27623" y="9525"/>
                </a:lnTo>
                <a:lnTo>
                  <a:pt x="27623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lnTo>
                  <a:pt x="0" y="46672"/>
                </a:lnTo>
                <a:lnTo>
                  <a:pt x="456248" y="46672"/>
                </a:lnTo>
                <a:lnTo>
                  <a:pt x="456248" y="37147"/>
                </a:lnTo>
                <a:lnTo>
                  <a:pt x="457200" y="37147"/>
                </a:lnTo>
                <a:lnTo>
                  <a:pt x="457200" y="46672"/>
                </a:lnTo>
                <a:lnTo>
                  <a:pt x="532448" y="46672"/>
                </a:lnTo>
                <a:lnTo>
                  <a:pt x="532448" y="37147"/>
                </a:lnTo>
                <a:lnTo>
                  <a:pt x="551498" y="37147"/>
                </a:lnTo>
                <a:lnTo>
                  <a:pt x="551498" y="9525"/>
                </a:lnTo>
                <a:lnTo>
                  <a:pt x="294323" y="9525"/>
                </a:lnTo>
                <a:lnTo>
                  <a:pt x="294323" y="0"/>
                </a:lnTo>
                <a:lnTo>
                  <a:pt x="228600" y="0"/>
                </a:lnTo>
                <a:lnTo>
                  <a:pt x="228600" y="9525"/>
                </a:lnTo>
                <a:lnTo>
                  <a:pt x="218123" y="9525"/>
                </a:lnTo>
                <a:lnTo>
                  <a:pt x="218123" y="0"/>
                </a:lnTo>
                <a:lnTo>
                  <a:pt x="180975" y="0"/>
                </a:lnTo>
                <a:lnTo>
                  <a:pt x="180975" y="9525"/>
                </a:lnTo>
                <a:lnTo>
                  <a:pt x="180023" y="9525"/>
                </a:lnTo>
                <a:lnTo>
                  <a:pt x="180023" y="0"/>
                </a:lnTo>
                <a:close/>
              </a:path>
            </a:pathLst>
          </a:custGeom>
          <a:solidFill xmlns:a="http://schemas.openxmlformats.org/drawingml/2006/main">
            <a:srgbClr val="1878B6"/>
          </a:solidFill>
          <a:ln xmlns:a="http://schemas.openxmlformats.org/drawingml/2006/main" w="0">
            <a:noFill/>
          </a:ln>
        </p:spPr>
      </p:sp>
      <p:sp>
        <p:nvSpPr>
          <p:cNvPr id="22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5E17B8DD-E53E-4B97-B77B-44123271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564" y="2234089"/>
            <a:ext cx="46673" cy="37147"/>
          </a:xfrm>
          <a:custGeom xmlns:a="http://schemas.openxmlformats.org/drawingml/2006/main">
            <a:pathLst>
              <a:path w="46673" h="37147">
                <a:moveTo>
                  <a:pt x="0" y="9525"/>
                </a:moveTo>
                <a:lnTo>
                  <a:pt x="0" y="37147"/>
                </a:lnTo>
                <a:lnTo>
                  <a:pt x="46673" y="37147"/>
                </a:lnTo>
                <a:lnTo>
                  <a:pt x="46673" y="9525"/>
                </a:lnTo>
                <a:lnTo>
                  <a:pt x="37148" y="9525"/>
                </a:lnTo>
                <a:lnTo>
                  <a:pt x="37148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close/>
              </a:path>
            </a:pathLst>
          </a:custGeom>
          <a:solidFill xmlns:a="http://schemas.openxmlformats.org/drawingml/2006/main">
            <a:srgbClr val="1878B6"/>
          </a:solidFill>
          <a:ln xmlns:a="http://schemas.openxmlformats.org/drawingml/2006/main" w="0">
            <a:noFill/>
          </a:ln>
        </p:spPr>
      </p:sp>
      <p:sp>
        <p:nvSpPr>
          <p:cNvPr id="22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08E18B9-08CC-4857-BF5B-79CDBF04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814" y="2434114"/>
            <a:ext cx="237173" cy="37147"/>
          </a:xfrm>
          <a:custGeom xmlns:a="http://schemas.openxmlformats.org/drawingml/2006/main">
            <a:pathLst>
              <a:path w="237173" h="37147">
                <a:moveTo>
                  <a:pt x="37148" y="27622"/>
                </a:moveTo>
                <a:lnTo>
                  <a:pt x="47625" y="27622"/>
                </a:lnTo>
                <a:lnTo>
                  <a:pt x="47625" y="37147"/>
                </a:lnTo>
                <a:lnTo>
                  <a:pt x="170498" y="37147"/>
                </a:lnTo>
                <a:lnTo>
                  <a:pt x="170498" y="27622"/>
                </a:lnTo>
                <a:lnTo>
                  <a:pt x="200025" y="27622"/>
                </a:lnTo>
                <a:lnTo>
                  <a:pt x="200025" y="37147"/>
                </a:lnTo>
                <a:lnTo>
                  <a:pt x="227648" y="37147"/>
                </a:lnTo>
                <a:lnTo>
                  <a:pt x="227648" y="27622"/>
                </a:lnTo>
                <a:lnTo>
                  <a:pt x="237173" y="27622"/>
                </a:lnTo>
                <a:lnTo>
                  <a:pt x="237173" y="0"/>
                </a:lnTo>
                <a:lnTo>
                  <a:pt x="190500" y="0"/>
                </a:lnTo>
                <a:lnTo>
                  <a:pt x="190500" y="9525"/>
                </a:lnTo>
                <a:lnTo>
                  <a:pt x="189548" y="9525"/>
                </a:lnTo>
                <a:lnTo>
                  <a:pt x="189548" y="0"/>
                </a:lnTo>
                <a:lnTo>
                  <a:pt x="0" y="0"/>
                </a:lnTo>
                <a:lnTo>
                  <a:pt x="0" y="27622"/>
                </a:lnTo>
                <a:lnTo>
                  <a:pt x="9525" y="27622"/>
                </a:lnTo>
                <a:lnTo>
                  <a:pt x="9525" y="37147"/>
                </a:lnTo>
                <a:lnTo>
                  <a:pt x="37148" y="37147"/>
                </a:lnTo>
                <a:lnTo>
                  <a:pt x="37148" y="27622"/>
                </a:lnTo>
                <a:close/>
              </a:path>
            </a:pathLst>
          </a:custGeom>
          <a:solidFill xmlns:a="http://schemas.openxmlformats.org/drawingml/2006/main">
            <a:srgbClr val="1878B6"/>
          </a:solidFill>
          <a:ln xmlns:a="http://schemas.openxmlformats.org/drawingml/2006/main" w="0">
            <a:noFill/>
          </a:ln>
        </p:spPr>
      </p:sp>
      <p:sp>
        <p:nvSpPr>
          <p:cNvPr id="22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AC05B420-62C9-4223-B11F-622A5393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9739" y="2186464"/>
            <a:ext cx="56198" cy="37147"/>
          </a:xfrm>
          <a:custGeom xmlns:a="http://schemas.openxmlformats.org/drawingml/2006/main">
            <a:pathLst>
              <a:path w="56198" h="37147">
                <a:moveTo>
                  <a:pt x="0" y="9525"/>
                </a:moveTo>
                <a:lnTo>
                  <a:pt x="0" y="37147"/>
                </a:lnTo>
                <a:lnTo>
                  <a:pt x="46673" y="37147"/>
                </a:lnTo>
                <a:lnTo>
                  <a:pt x="46673" y="27622"/>
                </a:lnTo>
                <a:lnTo>
                  <a:pt x="56198" y="27622"/>
                </a:lnTo>
                <a:lnTo>
                  <a:pt x="56198" y="9525"/>
                </a:lnTo>
                <a:lnTo>
                  <a:pt x="46673" y="9525"/>
                </a:lnTo>
                <a:lnTo>
                  <a:pt x="46673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close/>
              </a:path>
            </a:pathLst>
          </a:custGeom>
          <a:solidFill xmlns:a="http://schemas.openxmlformats.org/drawingml/2006/main">
            <a:srgbClr val="1878B6"/>
          </a:solidFill>
          <a:ln xmlns:a="http://schemas.openxmlformats.org/drawingml/2006/main" w="0">
            <a:noFill/>
          </a:ln>
        </p:spPr>
      </p:sp>
      <p:sp>
        <p:nvSpPr>
          <p:cNvPr id="23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5248A8E2-C3EA-45A1-B236-C43630F0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789" y="2310289"/>
            <a:ext cx="56198" cy="37147"/>
          </a:xfrm>
          <a:custGeom xmlns:a="http://schemas.openxmlformats.org/drawingml/2006/main">
            <a:pathLst>
              <a:path w="56198" h="37147">
                <a:moveTo>
                  <a:pt x="9525" y="27622"/>
                </a:moveTo>
                <a:lnTo>
                  <a:pt x="9525" y="37147"/>
                </a:lnTo>
                <a:lnTo>
                  <a:pt x="46673" y="37147"/>
                </a:lnTo>
                <a:lnTo>
                  <a:pt x="46673" y="27622"/>
                </a:lnTo>
                <a:lnTo>
                  <a:pt x="56198" y="27622"/>
                </a:lnTo>
                <a:lnTo>
                  <a:pt x="56198" y="9525"/>
                </a:lnTo>
                <a:lnTo>
                  <a:pt x="46673" y="9525"/>
                </a:lnTo>
                <a:lnTo>
                  <a:pt x="46673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lnTo>
                  <a:pt x="0" y="27622"/>
                </a:lnTo>
                <a:lnTo>
                  <a:pt x="9525" y="27622"/>
                </a:lnTo>
                <a:close/>
              </a:path>
            </a:pathLst>
          </a:custGeom>
          <a:solidFill xmlns:a="http://schemas.openxmlformats.org/drawingml/2006/main">
            <a:srgbClr val="1878B6"/>
          </a:solidFill>
          <a:ln xmlns:a="http://schemas.openxmlformats.org/drawingml/2006/main" w="0">
            <a:noFill/>
          </a:ln>
        </p:spPr>
      </p:sp>
      <p:sp>
        <p:nvSpPr>
          <p:cNvPr id="23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A33C8D93-FCE0-4C5A-9358-F6432D64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0239" y="1834039"/>
            <a:ext cx="56198" cy="46672"/>
          </a:xfrm>
          <a:custGeom xmlns:a="http://schemas.openxmlformats.org/drawingml/2006/main">
            <a:pathLst>
              <a:path w="56198" h="46672">
                <a:moveTo>
                  <a:pt x="0" y="19050"/>
                </a:moveTo>
                <a:lnTo>
                  <a:pt x="0" y="37147"/>
                </a:lnTo>
                <a:lnTo>
                  <a:pt x="19050" y="37147"/>
                </a:lnTo>
                <a:lnTo>
                  <a:pt x="19050" y="46672"/>
                </a:lnTo>
                <a:lnTo>
                  <a:pt x="37148" y="46672"/>
                </a:lnTo>
                <a:lnTo>
                  <a:pt x="37148" y="37147"/>
                </a:lnTo>
                <a:lnTo>
                  <a:pt x="56198" y="37147"/>
                </a:lnTo>
                <a:lnTo>
                  <a:pt x="56198" y="9525"/>
                </a:lnTo>
                <a:lnTo>
                  <a:pt x="37148" y="9525"/>
                </a:lnTo>
                <a:lnTo>
                  <a:pt x="37148" y="0"/>
                </a:lnTo>
                <a:lnTo>
                  <a:pt x="19050" y="0"/>
                </a:lnTo>
                <a:lnTo>
                  <a:pt x="19050" y="9525"/>
                </a:lnTo>
                <a:lnTo>
                  <a:pt x="9525" y="9525"/>
                </a:lnTo>
                <a:lnTo>
                  <a:pt x="9525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1878B6"/>
          </a:solidFill>
          <a:ln xmlns:a="http://schemas.openxmlformats.org/drawingml/2006/main" w="0">
            <a:noFill/>
          </a:ln>
        </p:spPr>
      </p:sp>
      <p:sp>
        <p:nvSpPr>
          <p:cNvPr id="23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51995C46-584B-4F6C-BFB8-F37AF699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664" y="1872139"/>
            <a:ext cx="75248" cy="56197"/>
          </a:xfrm>
          <a:custGeom xmlns:a="http://schemas.openxmlformats.org/drawingml/2006/main">
            <a:pathLst>
              <a:path w="75248" h="56197">
                <a:moveTo>
                  <a:pt x="0" y="46672"/>
                </a:moveTo>
                <a:lnTo>
                  <a:pt x="9525" y="46672"/>
                </a:lnTo>
                <a:lnTo>
                  <a:pt x="9525" y="56197"/>
                </a:lnTo>
                <a:lnTo>
                  <a:pt x="37148" y="56197"/>
                </a:lnTo>
                <a:lnTo>
                  <a:pt x="37148" y="46672"/>
                </a:lnTo>
                <a:lnTo>
                  <a:pt x="65723" y="46672"/>
                </a:lnTo>
                <a:lnTo>
                  <a:pt x="65723" y="37147"/>
                </a:lnTo>
                <a:lnTo>
                  <a:pt x="75248" y="37147"/>
                </a:lnTo>
                <a:lnTo>
                  <a:pt x="75248" y="19050"/>
                </a:lnTo>
                <a:lnTo>
                  <a:pt x="65723" y="19050"/>
                </a:lnTo>
                <a:lnTo>
                  <a:pt x="65723" y="9525"/>
                </a:lnTo>
                <a:lnTo>
                  <a:pt x="56198" y="9525"/>
                </a:lnTo>
                <a:lnTo>
                  <a:pt x="56198" y="0"/>
                </a:lnTo>
                <a:lnTo>
                  <a:pt x="38100" y="0"/>
                </a:lnTo>
                <a:lnTo>
                  <a:pt x="38100" y="9525"/>
                </a:lnTo>
                <a:lnTo>
                  <a:pt x="9525" y="9525"/>
                </a:lnTo>
                <a:lnTo>
                  <a:pt x="9525" y="19050"/>
                </a:lnTo>
                <a:lnTo>
                  <a:pt x="0" y="19050"/>
                </a:lnTo>
                <a:lnTo>
                  <a:pt x="0" y="46672"/>
                </a:lnTo>
                <a:close/>
              </a:path>
            </a:pathLst>
          </a:custGeom>
          <a:solidFill xmlns:a="http://schemas.openxmlformats.org/drawingml/2006/main">
            <a:srgbClr val="1878B6"/>
          </a:solidFill>
          <a:ln xmlns:a="http://schemas.openxmlformats.org/drawingml/2006/main" w="0">
            <a:noFill/>
          </a:ln>
        </p:spPr>
      </p:sp>
      <p:sp>
        <p:nvSpPr>
          <p:cNvPr id="23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3F45F60E-5C5E-40F6-B7A3-04F7DBF8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614" y="2043589"/>
            <a:ext cx="46673" cy="37147"/>
          </a:xfrm>
          <a:custGeom xmlns:a="http://schemas.openxmlformats.org/drawingml/2006/main">
            <a:pathLst>
              <a:path w="46673" h="37147">
                <a:moveTo>
                  <a:pt x="37148" y="27622"/>
                </a:moveTo>
                <a:lnTo>
                  <a:pt x="46673" y="27622"/>
                </a:lnTo>
                <a:lnTo>
                  <a:pt x="46673" y="0"/>
                </a:lnTo>
                <a:lnTo>
                  <a:pt x="0" y="0"/>
                </a:lnTo>
                <a:lnTo>
                  <a:pt x="0" y="27622"/>
                </a:lnTo>
                <a:lnTo>
                  <a:pt x="9525" y="27622"/>
                </a:lnTo>
                <a:lnTo>
                  <a:pt x="9525" y="37147"/>
                </a:lnTo>
                <a:lnTo>
                  <a:pt x="37148" y="37147"/>
                </a:lnTo>
                <a:lnTo>
                  <a:pt x="37148" y="27622"/>
                </a:lnTo>
                <a:close/>
              </a:path>
            </a:pathLst>
          </a:custGeom>
          <a:solidFill xmlns:a="http://schemas.openxmlformats.org/drawingml/2006/main">
            <a:srgbClr val="1878B6"/>
          </a:solidFill>
          <a:ln xmlns:a="http://schemas.openxmlformats.org/drawingml/2006/main" w="0">
            <a:noFill/>
          </a:ln>
        </p:spPr>
      </p:sp>
      <p:sp>
        <p:nvSpPr>
          <p:cNvPr id="23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B44C73B7-88E6-40F7-8F2A-1E72C5CC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989" y="2186464"/>
            <a:ext cx="94298" cy="37147"/>
          </a:xfrm>
          <a:custGeom xmlns:a="http://schemas.openxmlformats.org/drawingml/2006/main">
            <a:pathLst>
              <a:path w="94298" h="37147">
                <a:moveTo>
                  <a:pt x="94298" y="37147"/>
                </a:moveTo>
                <a:lnTo>
                  <a:pt x="94298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lnTo>
                  <a:pt x="0" y="27622"/>
                </a:lnTo>
                <a:lnTo>
                  <a:pt x="9525" y="27622"/>
                </a:lnTo>
                <a:lnTo>
                  <a:pt x="9525" y="37147"/>
                </a:lnTo>
                <a:lnTo>
                  <a:pt x="94298" y="37147"/>
                </a:lnTo>
                <a:close/>
              </a:path>
            </a:pathLst>
          </a:custGeom>
          <a:solidFill xmlns:a="http://schemas.openxmlformats.org/drawingml/2006/main">
            <a:srgbClr val="1878B6"/>
          </a:solidFill>
          <a:ln xmlns:a="http://schemas.openxmlformats.org/drawingml/2006/main" w="0">
            <a:noFill/>
          </a:ln>
        </p:spPr>
      </p:sp>
      <p:sp>
        <p:nvSpPr>
          <p:cNvPr id="23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A25DC593-AB5C-448B-AF03-21CD6FF0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289" y="2186464"/>
            <a:ext cx="46673" cy="37147"/>
          </a:xfrm>
          <a:custGeom xmlns:a="http://schemas.openxmlformats.org/drawingml/2006/main">
            <a:pathLst>
              <a:path w="46673" h="37147">
                <a:moveTo>
                  <a:pt x="46673" y="37147"/>
                </a:moveTo>
                <a:lnTo>
                  <a:pt x="46673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lnTo>
                  <a:pt x="0" y="37147"/>
                </a:lnTo>
                <a:lnTo>
                  <a:pt x="46673" y="37147"/>
                </a:lnTo>
                <a:close/>
              </a:path>
            </a:pathLst>
          </a:custGeom>
          <a:solidFill xmlns:a="http://schemas.openxmlformats.org/drawingml/2006/main">
            <a:srgbClr val="1878B6"/>
          </a:solidFill>
          <a:ln xmlns:a="http://schemas.openxmlformats.org/drawingml/2006/main" w="0">
            <a:noFill/>
          </a:ln>
        </p:spPr>
      </p:sp>
      <p:sp>
        <p:nvSpPr>
          <p:cNvPr id="23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F94DF0AA-913C-4E3A-B5FE-F74B407B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0239" y="2434114"/>
            <a:ext cx="46673" cy="37147"/>
          </a:xfrm>
          <a:custGeom xmlns:a="http://schemas.openxmlformats.org/drawingml/2006/main">
            <a:pathLst>
              <a:path w="46673" h="37147">
                <a:moveTo>
                  <a:pt x="37148" y="27622"/>
                </a:moveTo>
                <a:lnTo>
                  <a:pt x="46673" y="27622"/>
                </a:lnTo>
                <a:lnTo>
                  <a:pt x="46673" y="0"/>
                </a:lnTo>
                <a:lnTo>
                  <a:pt x="0" y="0"/>
                </a:lnTo>
                <a:lnTo>
                  <a:pt x="0" y="27622"/>
                </a:lnTo>
                <a:lnTo>
                  <a:pt x="9525" y="27622"/>
                </a:lnTo>
                <a:lnTo>
                  <a:pt x="9525" y="37147"/>
                </a:lnTo>
                <a:lnTo>
                  <a:pt x="37148" y="37147"/>
                </a:lnTo>
                <a:lnTo>
                  <a:pt x="37148" y="27622"/>
                </a:lnTo>
                <a:close/>
              </a:path>
            </a:pathLst>
          </a:custGeom>
          <a:solidFill xmlns:a="http://schemas.openxmlformats.org/drawingml/2006/main">
            <a:srgbClr val="1878B6"/>
          </a:solidFill>
          <a:ln xmlns:a="http://schemas.openxmlformats.org/drawingml/2006/main" w="0">
            <a:noFill/>
          </a:ln>
        </p:spPr>
      </p:sp>
      <p:sp>
        <p:nvSpPr>
          <p:cNvPr id="23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791719F-5F4C-4579-B49B-0825D759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689" y="1729264"/>
            <a:ext cx="46673" cy="37147"/>
          </a:xfrm>
          <a:custGeom xmlns:a="http://schemas.openxmlformats.org/drawingml/2006/main">
            <a:pathLst>
              <a:path w="46673" h="37147">
                <a:moveTo>
                  <a:pt x="46673" y="37147"/>
                </a:moveTo>
                <a:lnTo>
                  <a:pt x="46673" y="0"/>
                </a:lnTo>
                <a:lnTo>
                  <a:pt x="0" y="0"/>
                </a:lnTo>
                <a:lnTo>
                  <a:pt x="0" y="37147"/>
                </a:lnTo>
                <a:lnTo>
                  <a:pt x="46673" y="37147"/>
                </a:lnTo>
                <a:close/>
              </a:path>
            </a:pathLst>
          </a:custGeom>
          <a:solidFill xmlns:a="http://schemas.openxmlformats.org/drawingml/2006/main">
            <a:srgbClr val="1878B6"/>
          </a:solidFill>
          <a:ln xmlns:a="http://schemas.openxmlformats.org/drawingml/2006/main" w="0">
            <a:noFill/>
          </a:ln>
        </p:spPr>
      </p:sp>
      <p:sp>
        <p:nvSpPr>
          <p:cNvPr id="23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150EDD0-41D7-47CA-82A7-F9083824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3589" y="2186464"/>
            <a:ext cx="46673" cy="37147"/>
          </a:xfrm>
          <a:custGeom xmlns:a="http://schemas.openxmlformats.org/drawingml/2006/main">
            <a:pathLst>
              <a:path w="46673" h="37147">
                <a:moveTo>
                  <a:pt x="46673" y="9525"/>
                </a:moveTo>
                <a:lnTo>
                  <a:pt x="37148" y="9525"/>
                </a:lnTo>
                <a:lnTo>
                  <a:pt x="37148" y="0"/>
                </a:lnTo>
                <a:lnTo>
                  <a:pt x="0" y="0"/>
                </a:lnTo>
                <a:lnTo>
                  <a:pt x="0" y="37147"/>
                </a:lnTo>
                <a:lnTo>
                  <a:pt x="46673" y="37147"/>
                </a:lnTo>
                <a:lnTo>
                  <a:pt x="46673" y="9525"/>
                </a:lnTo>
                <a:close/>
              </a:path>
            </a:pathLst>
          </a:custGeom>
          <a:solidFill xmlns:a="http://schemas.openxmlformats.org/drawingml/2006/main">
            <a:srgbClr val="1878B6"/>
          </a:solidFill>
          <a:ln xmlns:a="http://schemas.openxmlformats.org/drawingml/2006/main" w="0">
            <a:noFill/>
          </a:ln>
        </p:spPr>
      </p:sp>
      <p:sp>
        <p:nvSpPr>
          <p:cNvPr id="23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5760B996-0DB3-48BB-B60B-3B84B51C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114" y="2310289"/>
            <a:ext cx="56198" cy="37147"/>
          </a:xfrm>
          <a:custGeom xmlns:a="http://schemas.openxmlformats.org/drawingml/2006/main">
            <a:pathLst>
              <a:path w="56198" h="37147">
                <a:moveTo>
                  <a:pt x="56198" y="37147"/>
                </a:moveTo>
                <a:lnTo>
                  <a:pt x="56198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lnTo>
                  <a:pt x="0" y="27622"/>
                </a:lnTo>
                <a:lnTo>
                  <a:pt x="9525" y="27622"/>
                </a:lnTo>
                <a:lnTo>
                  <a:pt x="9525" y="37147"/>
                </a:lnTo>
                <a:lnTo>
                  <a:pt x="56198" y="37147"/>
                </a:lnTo>
                <a:close/>
              </a:path>
            </a:pathLst>
          </a:custGeom>
          <a:solidFill xmlns:a="http://schemas.openxmlformats.org/drawingml/2006/main">
            <a:srgbClr val="1878B6"/>
          </a:solidFill>
          <a:ln xmlns:a="http://schemas.openxmlformats.org/drawingml/2006/main" w="0">
            <a:noFill/>
          </a:ln>
        </p:spPr>
      </p:sp>
      <p:sp>
        <p:nvSpPr>
          <p:cNvPr id="24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D9E9FD3-21F8-428D-881E-6273BFE4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364" y="519589"/>
            <a:ext cx="903923" cy="694373"/>
          </a:xfrm>
          <a:custGeom xmlns:a="http://schemas.openxmlformats.org/drawingml/2006/main">
            <a:pathLst>
              <a:path w="903923" h="694373">
                <a:moveTo>
                  <a:pt x="0" y="0"/>
                </a:moveTo>
                <a:lnTo>
                  <a:pt x="0" y="694373"/>
                </a:lnTo>
                <a:lnTo>
                  <a:pt x="27623" y="694373"/>
                </a:lnTo>
                <a:lnTo>
                  <a:pt x="27623" y="684848"/>
                </a:lnTo>
                <a:lnTo>
                  <a:pt x="37148" y="684848"/>
                </a:lnTo>
                <a:lnTo>
                  <a:pt x="37148" y="675323"/>
                </a:lnTo>
                <a:lnTo>
                  <a:pt x="46673" y="675323"/>
                </a:lnTo>
                <a:lnTo>
                  <a:pt x="46673" y="665798"/>
                </a:lnTo>
                <a:lnTo>
                  <a:pt x="65723" y="665798"/>
                </a:lnTo>
                <a:lnTo>
                  <a:pt x="65723" y="656273"/>
                </a:lnTo>
                <a:lnTo>
                  <a:pt x="75248" y="656273"/>
                </a:lnTo>
                <a:lnTo>
                  <a:pt x="75248" y="646748"/>
                </a:lnTo>
                <a:lnTo>
                  <a:pt x="84773" y="646748"/>
                </a:lnTo>
                <a:lnTo>
                  <a:pt x="84773" y="637223"/>
                </a:lnTo>
                <a:lnTo>
                  <a:pt x="103823" y="637223"/>
                </a:lnTo>
                <a:lnTo>
                  <a:pt x="103823" y="627698"/>
                </a:lnTo>
                <a:lnTo>
                  <a:pt x="113348" y="627698"/>
                </a:lnTo>
                <a:lnTo>
                  <a:pt x="113348" y="618173"/>
                </a:lnTo>
                <a:lnTo>
                  <a:pt x="122873" y="618173"/>
                </a:lnTo>
                <a:lnTo>
                  <a:pt x="122873" y="608648"/>
                </a:lnTo>
                <a:lnTo>
                  <a:pt x="141923" y="608648"/>
                </a:lnTo>
                <a:lnTo>
                  <a:pt x="141923" y="599123"/>
                </a:lnTo>
                <a:lnTo>
                  <a:pt x="151448" y="599123"/>
                </a:lnTo>
                <a:lnTo>
                  <a:pt x="151448" y="589598"/>
                </a:lnTo>
                <a:lnTo>
                  <a:pt x="160973" y="589598"/>
                </a:lnTo>
                <a:lnTo>
                  <a:pt x="160973" y="580073"/>
                </a:lnTo>
                <a:lnTo>
                  <a:pt x="170498" y="580073"/>
                </a:lnTo>
                <a:lnTo>
                  <a:pt x="170498" y="570548"/>
                </a:lnTo>
                <a:lnTo>
                  <a:pt x="189548" y="570548"/>
                </a:lnTo>
                <a:lnTo>
                  <a:pt x="189548" y="561023"/>
                </a:lnTo>
                <a:lnTo>
                  <a:pt x="199073" y="561023"/>
                </a:lnTo>
                <a:lnTo>
                  <a:pt x="199073" y="551498"/>
                </a:lnTo>
                <a:lnTo>
                  <a:pt x="208598" y="551498"/>
                </a:lnTo>
                <a:lnTo>
                  <a:pt x="208598" y="541973"/>
                </a:lnTo>
                <a:lnTo>
                  <a:pt x="227648" y="541973"/>
                </a:lnTo>
                <a:lnTo>
                  <a:pt x="227648" y="532448"/>
                </a:lnTo>
                <a:lnTo>
                  <a:pt x="237173" y="532448"/>
                </a:lnTo>
                <a:lnTo>
                  <a:pt x="237173" y="522923"/>
                </a:lnTo>
                <a:lnTo>
                  <a:pt x="246698" y="522923"/>
                </a:lnTo>
                <a:lnTo>
                  <a:pt x="246698" y="513398"/>
                </a:lnTo>
                <a:lnTo>
                  <a:pt x="265748" y="513398"/>
                </a:lnTo>
                <a:lnTo>
                  <a:pt x="265748" y="503873"/>
                </a:lnTo>
                <a:lnTo>
                  <a:pt x="275273" y="503873"/>
                </a:lnTo>
                <a:lnTo>
                  <a:pt x="275273" y="494348"/>
                </a:lnTo>
                <a:lnTo>
                  <a:pt x="284798" y="494348"/>
                </a:lnTo>
                <a:lnTo>
                  <a:pt x="284798" y="484823"/>
                </a:lnTo>
                <a:lnTo>
                  <a:pt x="294323" y="484823"/>
                </a:lnTo>
                <a:lnTo>
                  <a:pt x="294323" y="475298"/>
                </a:lnTo>
                <a:lnTo>
                  <a:pt x="313373" y="475298"/>
                </a:lnTo>
                <a:lnTo>
                  <a:pt x="313373" y="465773"/>
                </a:lnTo>
                <a:lnTo>
                  <a:pt x="322898" y="465773"/>
                </a:lnTo>
                <a:lnTo>
                  <a:pt x="322898" y="456248"/>
                </a:lnTo>
                <a:lnTo>
                  <a:pt x="332423" y="456248"/>
                </a:lnTo>
                <a:lnTo>
                  <a:pt x="332423" y="446723"/>
                </a:lnTo>
                <a:lnTo>
                  <a:pt x="351473" y="446723"/>
                </a:lnTo>
                <a:lnTo>
                  <a:pt x="351473" y="437198"/>
                </a:lnTo>
                <a:lnTo>
                  <a:pt x="360998" y="437198"/>
                </a:lnTo>
                <a:lnTo>
                  <a:pt x="360998" y="427673"/>
                </a:lnTo>
                <a:lnTo>
                  <a:pt x="370523" y="427673"/>
                </a:lnTo>
                <a:lnTo>
                  <a:pt x="370523" y="418148"/>
                </a:lnTo>
                <a:lnTo>
                  <a:pt x="389573" y="418148"/>
                </a:lnTo>
                <a:lnTo>
                  <a:pt x="389573" y="408623"/>
                </a:lnTo>
                <a:lnTo>
                  <a:pt x="399098" y="408623"/>
                </a:lnTo>
                <a:lnTo>
                  <a:pt x="399098" y="399098"/>
                </a:lnTo>
                <a:lnTo>
                  <a:pt x="408623" y="399098"/>
                </a:lnTo>
                <a:lnTo>
                  <a:pt x="408623" y="389573"/>
                </a:lnTo>
                <a:lnTo>
                  <a:pt x="427673" y="389573"/>
                </a:lnTo>
                <a:lnTo>
                  <a:pt x="427673" y="380048"/>
                </a:lnTo>
                <a:lnTo>
                  <a:pt x="437198" y="380048"/>
                </a:lnTo>
                <a:lnTo>
                  <a:pt x="437198" y="370523"/>
                </a:lnTo>
                <a:lnTo>
                  <a:pt x="446723" y="370523"/>
                </a:lnTo>
                <a:lnTo>
                  <a:pt x="446723" y="360998"/>
                </a:lnTo>
                <a:lnTo>
                  <a:pt x="456248" y="360998"/>
                </a:lnTo>
                <a:lnTo>
                  <a:pt x="456248" y="351473"/>
                </a:lnTo>
                <a:lnTo>
                  <a:pt x="475298" y="351473"/>
                </a:lnTo>
                <a:lnTo>
                  <a:pt x="475298" y="341948"/>
                </a:lnTo>
                <a:lnTo>
                  <a:pt x="484823" y="341948"/>
                </a:lnTo>
                <a:lnTo>
                  <a:pt x="484823" y="332423"/>
                </a:lnTo>
                <a:lnTo>
                  <a:pt x="494348" y="332423"/>
                </a:lnTo>
                <a:lnTo>
                  <a:pt x="494348" y="322898"/>
                </a:lnTo>
                <a:lnTo>
                  <a:pt x="513398" y="322898"/>
                </a:lnTo>
                <a:lnTo>
                  <a:pt x="513398" y="313373"/>
                </a:lnTo>
                <a:lnTo>
                  <a:pt x="522923" y="313373"/>
                </a:lnTo>
                <a:lnTo>
                  <a:pt x="522923" y="303848"/>
                </a:lnTo>
                <a:lnTo>
                  <a:pt x="532448" y="303848"/>
                </a:lnTo>
                <a:lnTo>
                  <a:pt x="532448" y="294323"/>
                </a:lnTo>
                <a:lnTo>
                  <a:pt x="551498" y="294323"/>
                </a:lnTo>
                <a:lnTo>
                  <a:pt x="551498" y="284798"/>
                </a:lnTo>
                <a:lnTo>
                  <a:pt x="561023" y="284798"/>
                </a:lnTo>
                <a:lnTo>
                  <a:pt x="561023" y="275273"/>
                </a:lnTo>
                <a:lnTo>
                  <a:pt x="570548" y="275273"/>
                </a:lnTo>
                <a:lnTo>
                  <a:pt x="570548" y="265748"/>
                </a:lnTo>
                <a:lnTo>
                  <a:pt x="589598" y="265748"/>
                </a:lnTo>
                <a:lnTo>
                  <a:pt x="589598" y="256223"/>
                </a:lnTo>
                <a:lnTo>
                  <a:pt x="599123" y="256223"/>
                </a:lnTo>
                <a:lnTo>
                  <a:pt x="599123" y="246698"/>
                </a:lnTo>
                <a:lnTo>
                  <a:pt x="608648" y="246698"/>
                </a:lnTo>
                <a:lnTo>
                  <a:pt x="608648" y="237173"/>
                </a:lnTo>
                <a:lnTo>
                  <a:pt x="618173" y="237173"/>
                </a:lnTo>
                <a:lnTo>
                  <a:pt x="618173" y="227648"/>
                </a:lnTo>
                <a:lnTo>
                  <a:pt x="637223" y="227648"/>
                </a:lnTo>
                <a:lnTo>
                  <a:pt x="637223" y="218123"/>
                </a:lnTo>
                <a:lnTo>
                  <a:pt x="646748" y="218123"/>
                </a:lnTo>
                <a:lnTo>
                  <a:pt x="646748" y="208598"/>
                </a:lnTo>
                <a:lnTo>
                  <a:pt x="656273" y="208598"/>
                </a:lnTo>
                <a:lnTo>
                  <a:pt x="656273" y="199073"/>
                </a:lnTo>
                <a:lnTo>
                  <a:pt x="675323" y="199073"/>
                </a:lnTo>
                <a:lnTo>
                  <a:pt x="675323" y="189548"/>
                </a:lnTo>
                <a:lnTo>
                  <a:pt x="684848" y="189548"/>
                </a:lnTo>
                <a:lnTo>
                  <a:pt x="684848" y="180023"/>
                </a:lnTo>
                <a:lnTo>
                  <a:pt x="694373" y="180023"/>
                </a:lnTo>
                <a:lnTo>
                  <a:pt x="694373" y="170498"/>
                </a:lnTo>
                <a:lnTo>
                  <a:pt x="713423" y="170498"/>
                </a:lnTo>
                <a:lnTo>
                  <a:pt x="713423" y="160973"/>
                </a:lnTo>
                <a:lnTo>
                  <a:pt x="722948" y="160973"/>
                </a:lnTo>
                <a:lnTo>
                  <a:pt x="722948" y="151448"/>
                </a:lnTo>
                <a:lnTo>
                  <a:pt x="732473" y="151448"/>
                </a:lnTo>
                <a:lnTo>
                  <a:pt x="732473" y="141923"/>
                </a:lnTo>
                <a:lnTo>
                  <a:pt x="751523" y="141923"/>
                </a:lnTo>
                <a:lnTo>
                  <a:pt x="751523" y="132398"/>
                </a:lnTo>
                <a:lnTo>
                  <a:pt x="761048" y="132398"/>
                </a:lnTo>
                <a:lnTo>
                  <a:pt x="761048" y="122873"/>
                </a:lnTo>
                <a:lnTo>
                  <a:pt x="770573" y="122873"/>
                </a:lnTo>
                <a:lnTo>
                  <a:pt x="770573" y="113348"/>
                </a:lnTo>
                <a:lnTo>
                  <a:pt x="780098" y="113348"/>
                </a:lnTo>
                <a:lnTo>
                  <a:pt x="780098" y="103823"/>
                </a:lnTo>
                <a:lnTo>
                  <a:pt x="799148" y="103823"/>
                </a:lnTo>
                <a:lnTo>
                  <a:pt x="799148" y="94298"/>
                </a:lnTo>
                <a:lnTo>
                  <a:pt x="808673" y="94298"/>
                </a:lnTo>
                <a:lnTo>
                  <a:pt x="808673" y="84773"/>
                </a:lnTo>
                <a:lnTo>
                  <a:pt x="818198" y="84773"/>
                </a:lnTo>
                <a:lnTo>
                  <a:pt x="818198" y="75248"/>
                </a:lnTo>
                <a:lnTo>
                  <a:pt x="837248" y="75248"/>
                </a:lnTo>
                <a:lnTo>
                  <a:pt x="837248" y="65723"/>
                </a:lnTo>
                <a:lnTo>
                  <a:pt x="846773" y="65723"/>
                </a:lnTo>
                <a:lnTo>
                  <a:pt x="846773" y="56198"/>
                </a:lnTo>
                <a:lnTo>
                  <a:pt x="856298" y="56198"/>
                </a:lnTo>
                <a:lnTo>
                  <a:pt x="856298" y="46673"/>
                </a:lnTo>
                <a:lnTo>
                  <a:pt x="875348" y="46673"/>
                </a:lnTo>
                <a:lnTo>
                  <a:pt x="875348" y="37148"/>
                </a:lnTo>
                <a:lnTo>
                  <a:pt x="884873" y="37148"/>
                </a:lnTo>
                <a:lnTo>
                  <a:pt x="884873" y="27623"/>
                </a:lnTo>
                <a:lnTo>
                  <a:pt x="894398" y="27623"/>
                </a:lnTo>
                <a:lnTo>
                  <a:pt x="894398" y="18098"/>
                </a:lnTo>
                <a:lnTo>
                  <a:pt x="903923" y="18098"/>
                </a:lnTo>
                <a:lnTo>
                  <a:pt x="9039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F1ED"/>
          </a:solidFill>
          <a:ln xmlns:a="http://schemas.openxmlformats.org/drawingml/2006/main" w="0">
            <a:noFill/>
          </a:ln>
        </p:spPr>
      </p:sp>
      <p:sp>
        <p:nvSpPr>
          <p:cNvPr id="24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4F067241-5D1E-4ACC-9131-CD50BB15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364" y="986314"/>
            <a:ext cx="884873" cy="656272"/>
          </a:xfrm>
          <a:custGeom xmlns:a="http://schemas.openxmlformats.org/drawingml/2006/main">
            <a:pathLst>
              <a:path w="884873" h="656272">
                <a:moveTo>
                  <a:pt x="152400" y="219075"/>
                </a:moveTo>
                <a:lnTo>
                  <a:pt x="152400" y="247650"/>
                </a:lnTo>
                <a:lnTo>
                  <a:pt x="142875" y="247650"/>
                </a:lnTo>
                <a:lnTo>
                  <a:pt x="142875" y="257175"/>
                </a:lnTo>
                <a:lnTo>
                  <a:pt x="133350" y="257175"/>
                </a:lnTo>
                <a:lnTo>
                  <a:pt x="133350" y="266700"/>
                </a:lnTo>
                <a:lnTo>
                  <a:pt x="85725" y="266700"/>
                </a:lnTo>
                <a:lnTo>
                  <a:pt x="85725" y="276225"/>
                </a:lnTo>
                <a:lnTo>
                  <a:pt x="84773" y="276225"/>
                </a:lnTo>
                <a:lnTo>
                  <a:pt x="84773" y="266700"/>
                </a:lnTo>
                <a:lnTo>
                  <a:pt x="38100" y="266700"/>
                </a:lnTo>
                <a:lnTo>
                  <a:pt x="38100" y="276225"/>
                </a:lnTo>
                <a:lnTo>
                  <a:pt x="28575" y="276225"/>
                </a:lnTo>
                <a:lnTo>
                  <a:pt x="28575" y="294322"/>
                </a:lnTo>
                <a:lnTo>
                  <a:pt x="38100" y="294322"/>
                </a:lnTo>
                <a:lnTo>
                  <a:pt x="38100" y="295275"/>
                </a:lnTo>
                <a:lnTo>
                  <a:pt x="19050" y="295275"/>
                </a:lnTo>
                <a:lnTo>
                  <a:pt x="19050" y="304800"/>
                </a:lnTo>
                <a:lnTo>
                  <a:pt x="9525" y="304800"/>
                </a:lnTo>
                <a:lnTo>
                  <a:pt x="9525" y="314325"/>
                </a:lnTo>
                <a:lnTo>
                  <a:pt x="0" y="314325"/>
                </a:lnTo>
                <a:lnTo>
                  <a:pt x="0" y="332422"/>
                </a:lnTo>
                <a:lnTo>
                  <a:pt x="9525" y="332422"/>
                </a:lnTo>
                <a:lnTo>
                  <a:pt x="9525" y="599122"/>
                </a:lnTo>
                <a:lnTo>
                  <a:pt x="19050" y="599122"/>
                </a:lnTo>
                <a:lnTo>
                  <a:pt x="19050" y="608647"/>
                </a:lnTo>
                <a:lnTo>
                  <a:pt x="28575" y="608647"/>
                </a:lnTo>
                <a:lnTo>
                  <a:pt x="28575" y="619125"/>
                </a:lnTo>
                <a:lnTo>
                  <a:pt x="9525" y="619125"/>
                </a:lnTo>
                <a:lnTo>
                  <a:pt x="9525" y="656272"/>
                </a:lnTo>
                <a:lnTo>
                  <a:pt x="56198" y="656272"/>
                </a:lnTo>
                <a:lnTo>
                  <a:pt x="56198" y="618172"/>
                </a:lnTo>
                <a:lnTo>
                  <a:pt x="65723" y="618172"/>
                </a:lnTo>
                <a:lnTo>
                  <a:pt x="65723" y="608647"/>
                </a:lnTo>
                <a:lnTo>
                  <a:pt x="75248" y="608647"/>
                </a:lnTo>
                <a:lnTo>
                  <a:pt x="75248" y="599122"/>
                </a:lnTo>
                <a:lnTo>
                  <a:pt x="94298" y="599122"/>
                </a:lnTo>
                <a:lnTo>
                  <a:pt x="94298" y="589597"/>
                </a:lnTo>
                <a:lnTo>
                  <a:pt x="141923" y="589597"/>
                </a:lnTo>
                <a:lnTo>
                  <a:pt x="141923" y="552450"/>
                </a:lnTo>
                <a:lnTo>
                  <a:pt x="122873" y="552450"/>
                </a:lnTo>
                <a:lnTo>
                  <a:pt x="122873" y="551497"/>
                </a:lnTo>
                <a:lnTo>
                  <a:pt x="132398" y="551497"/>
                </a:lnTo>
                <a:lnTo>
                  <a:pt x="132398" y="541972"/>
                </a:lnTo>
                <a:lnTo>
                  <a:pt x="141923" y="541972"/>
                </a:lnTo>
                <a:lnTo>
                  <a:pt x="141923" y="522922"/>
                </a:lnTo>
                <a:lnTo>
                  <a:pt x="161925" y="522922"/>
                </a:lnTo>
                <a:lnTo>
                  <a:pt x="161925" y="532447"/>
                </a:lnTo>
                <a:lnTo>
                  <a:pt x="171450" y="532447"/>
                </a:lnTo>
                <a:lnTo>
                  <a:pt x="171450" y="541972"/>
                </a:lnTo>
                <a:lnTo>
                  <a:pt x="180975" y="541972"/>
                </a:lnTo>
                <a:lnTo>
                  <a:pt x="180975" y="552450"/>
                </a:lnTo>
                <a:lnTo>
                  <a:pt x="171450" y="552450"/>
                </a:lnTo>
                <a:lnTo>
                  <a:pt x="171450" y="580072"/>
                </a:lnTo>
                <a:lnTo>
                  <a:pt x="180975" y="580072"/>
                </a:lnTo>
                <a:lnTo>
                  <a:pt x="180975" y="589597"/>
                </a:lnTo>
                <a:lnTo>
                  <a:pt x="227648" y="589597"/>
                </a:lnTo>
                <a:lnTo>
                  <a:pt x="227648" y="552450"/>
                </a:lnTo>
                <a:lnTo>
                  <a:pt x="218123" y="552450"/>
                </a:lnTo>
                <a:lnTo>
                  <a:pt x="218123" y="532447"/>
                </a:lnTo>
                <a:lnTo>
                  <a:pt x="227648" y="532447"/>
                </a:lnTo>
                <a:lnTo>
                  <a:pt x="227648" y="522922"/>
                </a:lnTo>
                <a:lnTo>
                  <a:pt x="246698" y="522922"/>
                </a:lnTo>
                <a:lnTo>
                  <a:pt x="246698" y="513397"/>
                </a:lnTo>
                <a:lnTo>
                  <a:pt x="276225" y="513397"/>
                </a:lnTo>
                <a:lnTo>
                  <a:pt x="276225" y="522922"/>
                </a:lnTo>
                <a:lnTo>
                  <a:pt x="285750" y="522922"/>
                </a:lnTo>
                <a:lnTo>
                  <a:pt x="285750" y="532447"/>
                </a:lnTo>
                <a:lnTo>
                  <a:pt x="313373" y="532447"/>
                </a:lnTo>
                <a:lnTo>
                  <a:pt x="313373" y="522922"/>
                </a:lnTo>
                <a:lnTo>
                  <a:pt x="332423" y="522922"/>
                </a:lnTo>
                <a:lnTo>
                  <a:pt x="332423" y="504825"/>
                </a:lnTo>
                <a:lnTo>
                  <a:pt x="322898" y="504825"/>
                </a:lnTo>
                <a:lnTo>
                  <a:pt x="322898" y="494347"/>
                </a:lnTo>
                <a:lnTo>
                  <a:pt x="351473" y="494347"/>
                </a:lnTo>
                <a:lnTo>
                  <a:pt x="351473" y="475297"/>
                </a:lnTo>
                <a:lnTo>
                  <a:pt x="360998" y="475297"/>
                </a:lnTo>
                <a:lnTo>
                  <a:pt x="360998" y="465772"/>
                </a:lnTo>
                <a:lnTo>
                  <a:pt x="370523" y="465772"/>
                </a:lnTo>
                <a:lnTo>
                  <a:pt x="370523" y="456247"/>
                </a:lnTo>
                <a:lnTo>
                  <a:pt x="399098" y="456247"/>
                </a:lnTo>
                <a:lnTo>
                  <a:pt x="399098" y="446722"/>
                </a:lnTo>
                <a:lnTo>
                  <a:pt x="408623" y="446722"/>
                </a:lnTo>
                <a:lnTo>
                  <a:pt x="408623" y="428625"/>
                </a:lnTo>
                <a:lnTo>
                  <a:pt x="399098" y="428625"/>
                </a:lnTo>
                <a:lnTo>
                  <a:pt x="399098" y="418147"/>
                </a:lnTo>
                <a:lnTo>
                  <a:pt x="418148" y="418147"/>
                </a:lnTo>
                <a:lnTo>
                  <a:pt x="418148" y="408622"/>
                </a:lnTo>
                <a:lnTo>
                  <a:pt x="446723" y="408622"/>
                </a:lnTo>
                <a:lnTo>
                  <a:pt x="446723" y="399097"/>
                </a:lnTo>
                <a:lnTo>
                  <a:pt x="456248" y="399097"/>
                </a:lnTo>
                <a:lnTo>
                  <a:pt x="456248" y="389572"/>
                </a:lnTo>
                <a:lnTo>
                  <a:pt x="475298" y="389572"/>
                </a:lnTo>
                <a:lnTo>
                  <a:pt x="475298" y="380047"/>
                </a:lnTo>
                <a:lnTo>
                  <a:pt x="484823" y="380047"/>
                </a:lnTo>
                <a:lnTo>
                  <a:pt x="484823" y="370522"/>
                </a:lnTo>
                <a:lnTo>
                  <a:pt x="532448" y="370522"/>
                </a:lnTo>
                <a:lnTo>
                  <a:pt x="532448" y="322897"/>
                </a:lnTo>
                <a:lnTo>
                  <a:pt x="541973" y="322897"/>
                </a:lnTo>
                <a:lnTo>
                  <a:pt x="541973" y="313372"/>
                </a:lnTo>
                <a:lnTo>
                  <a:pt x="580073" y="313372"/>
                </a:lnTo>
                <a:lnTo>
                  <a:pt x="580073" y="303847"/>
                </a:lnTo>
                <a:lnTo>
                  <a:pt x="599123" y="303847"/>
                </a:lnTo>
                <a:lnTo>
                  <a:pt x="599123" y="285750"/>
                </a:lnTo>
                <a:lnTo>
                  <a:pt x="589598" y="285750"/>
                </a:lnTo>
                <a:lnTo>
                  <a:pt x="589598" y="265747"/>
                </a:lnTo>
                <a:lnTo>
                  <a:pt x="619125" y="265747"/>
                </a:lnTo>
                <a:lnTo>
                  <a:pt x="619125" y="284797"/>
                </a:lnTo>
                <a:lnTo>
                  <a:pt x="628650" y="284797"/>
                </a:lnTo>
                <a:lnTo>
                  <a:pt x="628650" y="294322"/>
                </a:lnTo>
                <a:lnTo>
                  <a:pt x="657225" y="294322"/>
                </a:lnTo>
                <a:lnTo>
                  <a:pt x="657225" y="295275"/>
                </a:lnTo>
                <a:lnTo>
                  <a:pt x="628650" y="295275"/>
                </a:lnTo>
                <a:lnTo>
                  <a:pt x="628650" y="304800"/>
                </a:lnTo>
                <a:lnTo>
                  <a:pt x="619125" y="304800"/>
                </a:lnTo>
                <a:lnTo>
                  <a:pt x="619125" y="314325"/>
                </a:lnTo>
                <a:lnTo>
                  <a:pt x="609600" y="314325"/>
                </a:lnTo>
                <a:lnTo>
                  <a:pt x="609600" y="332422"/>
                </a:lnTo>
                <a:lnTo>
                  <a:pt x="619125" y="332422"/>
                </a:lnTo>
                <a:lnTo>
                  <a:pt x="619125" y="341947"/>
                </a:lnTo>
                <a:lnTo>
                  <a:pt x="628650" y="341947"/>
                </a:lnTo>
                <a:lnTo>
                  <a:pt x="628650" y="342900"/>
                </a:lnTo>
                <a:lnTo>
                  <a:pt x="609600" y="342900"/>
                </a:lnTo>
                <a:lnTo>
                  <a:pt x="609600" y="380047"/>
                </a:lnTo>
                <a:lnTo>
                  <a:pt x="656273" y="380047"/>
                </a:lnTo>
                <a:lnTo>
                  <a:pt x="656273" y="342900"/>
                </a:lnTo>
                <a:lnTo>
                  <a:pt x="646748" y="342900"/>
                </a:lnTo>
                <a:lnTo>
                  <a:pt x="646748" y="341947"/>
                </a:lnTo>
                <a:lnTo>
                  <a:pt x="656273" y="341947"/>
                </a:lnTo>
                <a:lnTo>
                  <a:pt x="656273" y="332422"/>
                </a:lnTo>
                <a:lnTo>
                  <a:pt x="675323" y="332422"/>
                </a:lnTo>
                <a:lnTo>
                  <a:pt x="675323" y="322897"/>
                </a:lnTo>
                <a:lnTo>
                  <a:pt x="703898" y="322897"/>
                </a:lnTo>
                <a:lnTo>
                  <a:pt x="703898" y="266700"/>
                </a:lnTo>
                <a:lnTo>
                  <a:pt x="694373" y="266700"/>
                </a:lnTo>
                <a:lnTo>
                  <a:pt x="694373" y="257175"/>
                </a:lnTo>
                <a:lnTo>
                  <a:pt x="684848" y="257175"/>
                </a:lnTo>
                <a:lnTo>
                  <a:pt x="684848" y="246697"/>
                </a:lnTo>
                <a:lnTo>
                  <a:pt x="694373" y="246697"/>
                </a:lnTo>
                <a:lnTo>
                  <a:pt x="694373" y="228600"/>
                </a:lnTo>
                <a:lnTo>
                  <a:pt x="684848" y="228600"/>
                </a:lnTo>
                <a:lnTo>
                  <a:pt x="684848" y="227648"/>
                </a:lnTo>
                <a:lnTo>
                  <a:pt x="694373" y="227648"/>
                </a:lnTo>
                <a:lnTo>
                  <a:pt x="694373" y="218123"/>
                </a:lnTo>
                <a:lnTo>
                  <a:pt x="722948" y="218123"/>
                </a:lnTo>
                <a:lnTo>
                  <a:pt x="722948" y="208598"/>
                </a:lnTo>
                <a:lnTo>
                  <a:pt x="732473" y="208598"/>
                </a:lnTo>
                <a:lnTo>
                  <a:pt x="732473" y="180023"/>
                </a:lnTo>
                <a:lnTo>
                  <a:pt x="733425" y="180023"/>
                </a:lnTo>
                <a:lnTo>
                  <a:pt x="733425" y="189548"/>
                </a:lnTo>
                <a:lnTo>
                  <a:pt x="752475" y="189548"/>
                </a:lnTo>
                <a:lnTo>
                  <a:pt x="752475" y="199073"/>
                </a:lnTo>
                <a:lnTo>
                  <a:pt x="818198" y="199073"/>
                </a:lnTo>
                <a:lnTo>
                  <a:pt x="818198" y="170498"/>
                </a:lnTo>
                <a:lnTo>
                  <a:pt x="828675" y="170498"/>
                </a:lnTo>
                <a:lnTo>
                  <a:pt x="828675" y="189548"/>
                </a:lnTo>
                <a:lnTo>
                  <a:pt x="838200" y="189548"/>
                </a:lnTo>
                <a:lnTo>
                  <a:pt x="838200" y="199073"/>
                </a:lnTo>
                <a:lnTo>
                  <a:pt x="875348" y="199073"/>
                </a:lnTo>
                <a:lnTo>
                  <a:pt x="875348" y="189548"/>
                </a:lnTo>
                <a:lnTo>
                  <a:pt x="884873" y="189548"/>
                </a:lnTo>
                <a:lnTo>
                  <a:pt x="884873" y="171450"/>
                </a:lnTo>
                <a:lnTo>
                  <a:pt x="875348" y="171450"/>
                </a:lnTo>
                <a:lnTo>
                  <a:pt x="875348" y="161925"/>
                </a:lnTo>
                <a:lnTo>
                  <a:pt x="865823" y="161925"/>
                </a:lnTo>
                <a:lnTo>
                  <a:pt x="865823" y="133350"/>
                </a:lnTo>
                <a:lnTo>
                  <a:pt x="771525" y="133350"/>
                </a:lnTo>
                <a:lnTo>
                  <a:pt x="771525" y="152400"/>
                </a:lnTo>
                <a:lnTo>
                  <a:pt x="762000" y="152400"/>
                </a:lnTo>
                <a:lnTo>
                  <a:pt x="762000" y="161925"/>
                </a:lnTo>
                <a:lnTo>
                  <a:pt x="741998" y="161925"/>
                </a:lnTo>
                <a:lnTo>
                  <a:pt x="741998" y="122873"/>
                </a:lnTo>
                <a:lnTo>
                  <a:pt x="761048" y="122873"/>
                </a:lnTo>
                <a:lnTo>
                  <a:pt x="761048" y="113348"/>
                </a:lnTo>
                <a:lnTo>
                  <a:pt x="770573" y="113348"/>
                </a:lnTo>
                <a:lnTo>
                  <a:pt x="770573" y="103823"/>
                </a:lnTo>
                <a:lnTo>
                  <a:pt x="780098" y="103823"/>
                </a:lnTo>
                <a:lnTo>
                  <a:pt x="780098" y="85725"/>
                </a:lnTo>
                <a:lnTo>
                  <a:pt x="770573" y="85725"/>
                </a:lnTo>
                <a:lnTo>
                  <a:pt x="770573" y="84773"/>
                </a:lnTo>
                <a:lnTo>
                  <a:pt x="780098" y="84773"/>
                </a:lnTo>
                <a:lnTo>
                  <a:pt x="780098" y="66675"/>
                </a:lnTo>
                <a:lnTo>
                  <a:pt x="770573" y="66675"/>
                </a:lnTo>
                <a:lnTo>
                  <a:pt x="770573" y="65723"/>
                </a:lnTo>
                <a:lnTo>
                  <a:pt x="780098" y="65723"/>
                </a:lnTo>
                <a:lnTo>
                  <a:pt x="780098" y="56198"/>
                </a:lnTo>
                <a:lnTo>
                  <a:pt x="789623" y="56198"/>
                </a:lnTo>
                <a:lnTo>
                  <a:pt x="789623" y="28575"/>
                </a:lnTo>
                <a:lnTo>
                  <a:pt x="780098" y="28575"/>
                </a:lnTo>
                <a:lnTo>
                  <a:pt x="780098" y="19050"/>
                </a:lnTo>
                <a:lnTo>
                  <a:pt x="742950" y="19050"/>
                </a:lnTo>
                <a:lnTo>
                  <a:pt x="742950" y="28575"/>
                </a:lnTo>
                <a:lnTo>
                  <a:pt x="741998" y="28575"/>
                </a:lnTo>
                <a:lnTo>
                  <a:pt x="741998" y="9525"/>
                </a:lnTo>
                <a:lnTo>
                  <a:pt x="722948" y="9525"/>
                </a:lnTo>
                <a:lnTo>
                  <a:pt x="722948" y="0"/>
                </a:lnTo>
                <a:lnTo>
                  <a:pt x="704850" y="0"/>
                </a:lnTo>
                <a:lnTo>
                  <a:pt x="704850" y="9525"/>
                </a:lnTo>
                <a:lnTo>
                  <a:pt x="695325" y="9525"/>
                </a:lnTo>
                <a:lnTo>
                  <a:pt x="695325" y="19050"/>
                </a:lnTo>
                <a:lnTo>
                  <a:pt x="685800" y="19050"/>
                </a:lnTo>
                <a:lnTo>
                  <a:pt x="685800" y="37148"/>
                </a:lnTo>
                <a:lnTo>
                  <a:pt x="695325" y="37148"/>
                </a:lnTo>
                <a:lnTo>
                  <a:pt x="695325" y="46673"/>
                </a:lnTo>
                <a:lnTo>
                  <a:pt x="742950" y="46673"/>
                </a:lnTo>
                <a:lnTo>
                  <a:pt x="742950" y="57150"/>
                </a:lnTo>
                <a:lnTo>
                  <a:pt x="733425" y="57150"/>
                </a:lnTo>
                <a:lnTo>
                  <a:pt x="733425" y="66675"/>
                </a:lnTo>
                <a:lnTo>
                  <a:pt x="723900" y="66675"/>
                </a:lnTo>
                <a:lnTo>
                  <a:pt x="723900" y="84773"/>
                </a:lnTo>
                <a:lnTo>
                  <a:pt x="733425" y="84773"/>
                </a:lnTo>
                <a:lnTo>
                  <a:pt x="733425" y="104775"/>
                </a:lnTo>
                <a:lnTo>
                  <a:pt x="723900" y="104775"/>
                </a:lnTo>
                <a:lnTo>
                  <a:pt x="723900" y="114300"/>
                </a:lnTo>
                <a:lnTo>
                  <a:pt x="722948" y="114300"/>
                </a:lnTo>
                <a:lnTo>
                  <a:pt x="722948" y="95250"/>
                </a:lnTo>
                <a:lnTo>
                  <a:pt x="713423" y="95250"/>
                </a:lnTo>
                <a:lnTo>
                  <a:pt x="713423" y="85725"/>
                </a:lnTo>
                <a:lnTo>
                  <a:pt x="703898" y="85725"/>
                </a:lnTo>
                <a:lnTo>
                  <a:pt x="703898" y="76200"/>
                </a:lnTo>
                <a:lnTo>
                  <a:pt x="685800" y="76200"/>
                </a:lnTo>
                <a:lnTo>
                  <a:pt x="685800" y="85725"/>
                </a:lnTo>
                <a:lnTo>
                  <a:pt x="676275" y="85725"/>
                </a:lnTo>
                <a:lnTo>
                  <a:pt x="676275" y="95250"/>
                </a:lnTo>
                <a:lnTo>
                  <a:pt x="666750" y="95250"/>
                </a:lnTo>
                <a:lnTo>
                  <a:pt x="666750" y="104775"/>
                </a:lnTo>
                <a:lnTo>
                  <a:pt x="656273" y="104775"/>
                </a:lnTo>
                <a:lnTo>
                  <a:pt x="656273" y="85725"/>
                </a:lnTo>
                <a:lnTo>
                  <a:pt x="637223" y="85725"/>
                </a:lnTo>
                <a:lnTo>
                  <a:pt x="637223" y="76200"/>
                </a:lnTo>
                <a:lnTo>
                  <a:pt x="600075" y="76200"/>
                </a:lnTo>
                <a:lnTo>
                  <a:pt x="600075" y="95250"/>
                </a:lnTo>
                <a:lnTo>
                  <a:pt x="590550" y="95250"/>
                </a:lnTo>
                <a:lnTo>
                  <a:pt x="590550" y="122873"/>
                </a:lnTo>
                <a:lnTo>
                  <a:pt x="600075" y="122873"/>
                </a:lnTo>
                <a:lnTo>
                  <a:pt x="600075" y="132398"/>
                </a:lnTo>
                <a:lnTo>
                  <a:pt x="627698" y="132398"/>
                </a:lnTo>
                <a:lnTo>
                  <a:pt x="627698" y="122873"/>
                </a:lnTo>
                <a:lnTo>
                  <a:pt x="638175" y="122873"/>
                </a:lnTo>
                <a:lnTo>
                  <a:pt x="638175" y="161925"/>
                </a:lnTo>
                <a:lnTo>
                  <a:pt x="628650" y="161925"/>
                </a:lnTo>
                <a:lnTo>
                  <a:pt x="628650" y="171450"/>
                </a:lnTo>
                <a:lnTo>
                  <a:pt x="618173" y="171450"/>
                </a:lnTo>
                <a:lnTo>
                  <a:pt x="618173" y="161925"/>
                </a:lnTo>
                <a:lnTo>
                  <a:pt x="608648" y="161925"/>
                </a:lnTo>
                <a:lnTo>
                  <a:pt x="608648" y="152400"/>
                </a:lnTo>
                <a:lnTo>
                  <a:pt x="599123" y="152400"/>
                </a:lnTo>
                <a:lnTo>
                  <a:pt x="599123" y="142875"/>
                </a:lnTo>
                <a:lnTo>
                  <a:pt x="589598" y="142875"/>
                </a:lnTo>
                <a:lnTo>
                  <a:pt x="589598" y="133350"/>
                </a:lnTo>
                <a:lnTo>
                  <a:pt x="580073" y="133350"/>
                </a:lnTo>
                <a:lnTo>
                  <a:pt x="580073" y="123825"/>
                </a:lnTo>
                <a:lnTo>
                  <a:pt x="542925" y="123825"/>
                </a:lnTo>
                <a:lnTo>
                  <a:pt x="542925" y="133350"/>
                </a:lnTo>
                <a:lnTo>
                  <a:pt x="533400" y="133350"/>
                </a:lnTo>
                <a:lnTo>
                  <a:pt x="533400" y="151448"/>
                </a:lnTo>
                <a:lnTo>
                  <a:pt x="542925" y="151448"/>
                </a:lnTo>
                <a:lnTo>
                  <a:pt x="542925" y="152400"/>
                </a:lnTo>
                <a:lnTo>
                  <a:pt x="532448" y="152400"/>
                </a:lnTo>
                <a:lnTo>
                  <a:pt x="532448" y="133350"/>
                </a:lnTo>
                <a:lnTo>
                  <a:pt x="494348" y="133350"/>
                </a:lnTo>
                <a:lnTo>
                  <a:pt x="494348" y="123825"/>
                </a:lnTo>
                <a:lnTo>
                  <a:pt x="466725" y="123825"/>
                </a:lnTo>
                <a:lnTo>
                  <a:pt x="466725" y="133350"/>
                </a:lnTo>
                <a:lnTo>
                  <a:pt x="447675" y="133350"/>
                </a:lnTo>
                <a:lnTo>
                  <a:pt x="447675" y="142875"/>
                </a:lnTo>
                <a:lnTo>
                  <a:pt x="446723" y="142875"/>
                </a:lnTo>
                <a:lnTo>
                  <a:pt x="446723" y="123825"/>
                </a:lnTo>
                <a:lnTo>
                  <a:pt x="437198" y="123825"/>
                </a:lnTo>
                <a:lnTo>
                  <a:pt x="437198" y="113348"/>
                </a:lnTo>
                <a:lnTo>
                  <a:pt x="446723" y="113348"/>
                </a:lnTo>
                <a:lnTo>
                  <a:pt x="446723" y="85725"/>
                </a:lnTo>
                <a:lnTo>
                  <a:pt x="437198" y="85725"/>
                </a:lnTo>
                <a:lnTo>
                  <a:pt x="437198" y="76200"/>
                </a:lnTo>
                <a:lnTo>
                  <a:pt x="419100" y="76200"/>
                </a:lnTo>
                <a:lnTo>
                  <a:pt x="419100" y="85725"/>
                </a:lnTo>
                <a:lnTo>
                  <a:pt x="409575" y="85725"/>
                </a:lnTo>
                <a:lnTo>
                  <a:pt x="409575" y="123825"/>
                </a:lnTo>
                <a:lnTo>
                  <a:pt x="390525" y="123825"/>
                </a:lnTo>
                <a:lnTo>
                  <a:pt x="390525" y="151448"/>
                </a:lnTo>
                <a:lnTo>
                  <a:pt x="409575" y="151448"/>
                </a:lnTo>
                <a:lnTo>
                  <a:pt x="409575" y="171450"/>
                </a:lnTo>
                <a:lnTo>
                  <a:pt x="389573" y="171450"/>
                </a:lnTo>
                <a:lnTo>
                  <a:pt x="389573" y="161925"/>
                </a:lnTo>
                <a:lnTo>
                  <a:pt x="380048" y="161925"/>
                </a:lnTo>
                <a:lnTo>
                  <a:pt x="380048" y="152400"/>
                </a:lnTo>
                <a:lnTo>
                  <a:pt x="333375" y="152400"/>
                </a:lnTo>
                <a:lnTo>
                  <a:pt x="333375" y="161925"/>
                </a:lnTo>
                <a:lnTo>
                  <a:pt x="322898" y="161925"/>
                </a:lnTo>
                <a:lnTo>
                  <a:pt x="322898" y="152400"/>
                </a:lnTo>
                <a:lnTo>
                  <a:pt x="276225" y="152400"/>
                </a:lnTo>
                <a:lnTo>
                  <a:pt x="276225" y="189548"/>
                </a:lnTo>
                <a:lnTo>
                  <a:pt x="304800" y="189548"/>
                </a:lnTo>
                <a:lnTo>
                  <a:pt x="304800" y="200025"/>
                </a:lnTo>
                <a:lnTo>
                  <a:pt x="276225" y="200025"/>
                </a:lnTo>
                <a:lnTo>
                  <a:pt x="276225" y="209550"/>
                </a:lnTo>
                <a:lnTo>
                  <a:pt x="266700" y="209550"/>
                </a:lnTo>
                <a:lnTo>
                  <a:pt x="266700" y="219075"/>
                </a:lnTo>
                <a:lnTo>
                  <a:pt x="257175" y="219075"/>
                </a:lnTo>
                <a:lnTo>
                  <a:pt x="257175" y="237172"/>
                </a:lnTo>
                <a:lnTo>
                  <a:pt x="266700" y="237172"/>
                </a:lnTo>
                <a:lnTo>
                  <a:pt x="266700" y="247650"/>
                </a:lnTo>
                <a:lnTo>
                  <a:pt x="256223" y="247650"/>
                </a:lnTo>
                <a:lnTo>
                  <a:pt x="256223" y="219075"/>
                </a:lnTo>
                <a:lnTo>
                  <a:pt x="246698" y="219075"/>
                </a:lnTo>
                <a:lnTo>
                  <a:pt x="246698" y="209550"/>
                </a:lnTo>
                <a:lnTo>
                  <a:pt x="200025" y="209550"/>
                </a:lnTo>
                <a:lnTo>
                  <a:pt x="200025" y="219075"/>
                </a:lnTo>
                <a:lnTo>
                  <a:pt x="180023" y="219075"/>
                </a:lnTo>
                <a:lnTo>
                  <a:pt x="180023" y="209550"/>
                </a:lnTo>
                <a:lnTo>
                  <a:pt x="161925" y="209550"/>
                </a:lnTo>
                <a:lnTo>
                  <a:pt x="161925" y="219075"/>
                </a:lnTo>
                <a:lnTo>
                  <a:pt x="152400" y="219075"/>
                </a:lnTo>
                <a:close/>
              </a:path>
            </a:pathLst>
          </a:custGeom>
          <a:solidFill xmlns:a="http://schemas.openxmlformats.org/drawingml/2006/main">
            <a:srgbClr val="478FBA"/>
          </a:solidFill>
          <a:ln xmlns:a="http://schemas.openxmlformats.org/drawingml/2006/main" w="0">
            <a:noFill/>
          </a:ln>
        </p:spPr>
      </p:sp>
      <p:sp>
        <p:nvSpPr>
          <p:cNvPr id="24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2FA7E8EA-3CAF-479C-9BE2-62C4776A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039" y="1595914"/>
            <a:ext cx="56198" cy="46672"/>
          </a:xfrm>
          <a:custGeom xmlns:a="http://schemas.openxmlformats.org/drawingml/2006/main">
            <a:pathLst>
              <a:path w="56198" h="46672">
                <a:moveTo>
                  <a:pt x="19050" y="37147"/>
                </a:moveTo>
                <a:lnTo>
                  <a:pt x="19050" y="46672"/>
                </a:lnTo>
                <a:lnTo>
                  <a:pt x="37148" y="46672"/>
                </a:lnTo>
                <a:lnTo>
                  <a:pt x="37148" y="37147"/>
                </a:lnTo>
                <a:lnTo>
                  <a:pt x="56198" y="37147"/>
                </a:lnTo>
                <a:lnTo>
                  <a:pt x="56198" y="9525"/>
                </a:lnTo>
                <a:lnTo>
                  <a:pt x="37148" y="9525"/>
                </a:lnTo>
                <a:lnTo>
                  <a:pt x="37148" y="0"/>
                </a:lnTo>
                <a:lnTo>
                  <a:pt x="19050" y="0"/>
                </a:lnTo>
                <a:lnTo>
                  <a:pt x="19050" y="9525"/>
                </a:lnTo>
                <a:lnTo>
                  <a:pt x="0" y="9525"/>
                </a:lnTo>
                <a:lnTo>
                  <a:pt x="0" y="37147"/>
                </a:lnTo>
                <a:lnTo>
                  <a:pt x="19050" y="37147"/>
                </a:lnTo>
                <a:close/>
              </a:path>
            </a:pathLst>
          </a:custGeom>
          <a:solidFill xmlns:a="http://schemas.openxmlformats.org/drawingml/2006/main">
            <a:srgbClr val="478FBA"/>
          </a:solidFill>
          <a:ln xmlns:a="http://schemas.openxmlformats.org/drawingml/2006/main" w="0">
            <a:noFill/>
          </a:ln>
        </p:spPr>
      </p:sp>
      <p:sp>
        <p:nvSpPr>
          <p:cNvPr id="24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62717B7C-E744-4C1F-8F3D-9299F200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3614" y="1643539"/>
            <a:ext cx="56198" cy="37147"/>
          </a:xfrm>
          <a:custGeom xmlns:a="http://schemas.openxmlformats.org/drawingml/2006/main">
            <a:pathLst>
              <a:path w="56198" h="37147">
                <a:moveTo>
                  <a:pt x="19050" y="27622"/>
                </a:moveTo>
                <a:lnTo>
                  <a:pt x="19050" y="37147"/>
                </a:lnTo>
                <a:lnTo>
                  <a:pt x="46673" y="37147"/>
                </a:lnTo>
                <a:lnTo>
                  <a:pt x="46673" y="27622"/>
                </a:lnTo>
                <a:lnTo>
                  <a:pt x="56198" y="27622"/>
                </a:lnTo>
                <a:lnTo>
                  <a:pt x="56198" y="9525"/>
                </a:lnTo>
                <a:lnTo>
                  <a:pt x="46673" y="9525"/>
                </a:lnTo>
                <a:lnTo>
                  <a:pt x="46673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lnTo>
                  <a:pt x="0" y="27622"/>
                </a:lnTo>
                <a:lnTo>
                  <a:pt x="19050" y="27622"/>
                </a:lnTo>
                <a:close/>
              </a:path>
            </a:pathLst>
          </a:custGeom>
          <a:solidFill xmlns:a="http://schemas.openxmlformats.org/drawingml/2006/main">
            <a:srgbClr val="478FBA"/>
          </a:solidFill>
          <a:ln xmlns:a="http://schemas.openxmlformats.org/drawingml/2006/main" w="0">
            <a:noFill/>
          </a:ln>
        </p:spPr>
      </p:sp>
      <p:sp>
        <p:nvSpPr>
          <p:cNvPr id="24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223EBCD1-161B-4DD8-B705-B5DDEAF7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1691164"/>
            <a:ext cx="46673" cy="46672"/>
          </a:xfrm>
          <a:custGeom xmlns:a="http://schemas.openxmlformats.org/drawingml/2006/main">
            <a:pathLst>
              <a:path w="46673" h="46672">
                <a:moveTo>
                  <a:pt x="0" y="9525"/>
                </a:moveTo>
                <a:lnTo>
                  <a:pt x="0" y="37147"/>
                </a:lnTo>
                <a:lnTo>
                  <a:pt x="9525" y="37147"/>
                </a:lnTo>
                <a:lnTo>
                  <a:pt x="9525" y="46672"/>
                </a:lnTo>
                <a:lnTo>
                  <a:pt x="46673" y="46672"/>
                </a:lnTo>
                <a:lnTo>
                  <a:pt x="46673" y="9525"/>
                </a:lnTo>
                <a:lnTo>
                  <a:pt x="37148" y="9525"/>
                </a:lnTo>
                <a:lnTo>
                  <a:pt x="37148" y="0"/>
                </a:lnTo>
                <a:lnTo>
                  <a:pt x="19050" y="0"/>
                </a:lnTo>
                <a:lnTo>
                  <a:pt x="19050" y="9525"/>
                </a:lnTo>
                <a:lnTo>
                  <a:pt x="0" y="9525"/>
                </a:lnTo>
                <a:close/>
              </a:path>
            </a:pathLst>
          </a:custGeom>
          <a:solidFill xmlns:a="http://schemas.openxmlformats.org/drawingml/2006/main">
            <a:srgbClr val="478FBA"/>
          </a:solidFill>
          <a:ln xmlns:a="http://schemas.openxmlformats.org/drawingml/2006/main" w="0">
            <a:noFill/>
          </a:ln>
        </p:spPr>
      </p:sp>
      <p:sp>
        <p:nvSpPr>
          <p:cNvPr id="24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211E10B4-0046-49FD-99DC-DA4BDB12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064" y="1986439"/>
            <a:ext cx="56198" cy="46672"/>
          </a:xfrm>
          <a:custGeom xmlns:a="http://schemas.openxmlformats.org/drawingml/2006/main">
            <a:pathLst>
              <a:path w="56198" h="46672">
                <a:moveTo>
                  <a:pt x="9525" y="27622"/>
                </a:moveTo>
                <a:lnTo>
                  <a:pt x="9525" y="37147"/>
                </a:lnTo>
                <a:lnTo>
                  <a:pt x="19050" y="37147"/>
                </a:lnTo>
                <a:lnTo>
                  <a:pt x="19050" y="46672"/>
                </a:lnTo>
                <a:lnTo>
                  <a:pt x="37148" y="46672"/>
                </a:lnTo>
                <a:lnTo>
                  <a:pt x="37148" y="37147"/>
                </a:lnTo>
                <a:lnTo>
                  <a:pt x="46673" y="37147"/>
                </a:lnTo>
                <a:lnTo>
                  <a:pt x="46673" y="27622"/>
                </a:lnTo>
                <a:lnTo>
                  <a:pt x="56198" y="27622"/>
                </a:lnTo>
                <a:lnTo>
                  <a:pt x="56198" y="9525"/>
                </a:lnTo>
                <a:lnTo>
                  <a:pt x="46673" y="9525"/>
                </a:lnTo>
                <a:lnTo>
                  <a:pt x="46673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lnTo>
                  <a:pt x="0" y="27622"/>
                </a:lnTo>
                <a:lnTo>
                  <a:pt x="9525" y="27622"/>
                </a:lnTo>
                <a:close/>
              </a:path>
            </a:pathLst>
          </a:custGeom>
          <a:solidFill xmlns:a="http://schemas.openxmlformats.org/drawingml/2006/main">
            <a:srgbClr val="478FBA"/>
          </a:solidFill>
          <a:ln xmlns:a="http://schemas.openxmlformats.org/drawingml/2006/main" w="0">
            <a:noFill/>
          </a:ln>
        </p:spPr>
      </p:sp>
      <p:sp>
        <p:nvSpPr>
          <p:cNvPr id="24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3FF83B0D-9168-40FC-9B1E-043297AC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289" y="1319689"/>
            <a:ext cx="56198" cy="46672"/>
          </a:xfrm>
          <a:custGeom xmlns:a="http://schemas.openxmlformats.org/drawingml/2006/main">
            <a:pathLst>
              <a:path w="56198" h="46672">
                <a:moveTo>
                  <a:pt x="0" y="37147"/>
                </a:moveTo>
                <a:lnTo>
                  <a:pt x="9525" y="37147"/>
                </a:lnTo>
                <a:lnTo>
                  <a:pt x="9525" y="46672"/>
                </a:lnTo>
                <a:lnTo>
                  <a:pt x="37148" y="46672"/>
                </a:lnTo>
                <a:lnTo>
                  <a:pt x="37148" y="37147"/>
                </a:lnTo>
                <a:lnTo>
                  <a:pt x="56198" y="37147"/>
                </a:lnTo>
                <a:lnTo>
                  <a:pt x="56198" y="9525"/>
                </a:lnTo>
                <a:lnTo>
                  <a:pt x="37148" y="9525"/>
                </a:lnTo>
                <a:lnTo>
                  <a:pt x="37148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lnTo>
                  <a:pt x="0" y="37147"/>
                </a:lnTo>
                <a:close/>
              </a:path>
            </a:pathLst>
          </a:custGeom>
          <a:solidFill xmlns:a="http://schemas.openxmlformats.org/drawingml/2006/main">
            <a:srgbClr val="478FBA"/>
          </a:solidFill>
          <a:ln xmlns:a="http://schemas.openxmlformats.org/drawingml/2006/main" w="0">
            <a:noFill/>
          </a:ln>
        </p:spPr>
      </p:sp>
      <p:sp>
        <p:nvSpPr>
          <p:cNvPr id="24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8769794-0E41-4F1C-A819-51652EDA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4639" y="1367314"/>
            <a:ext cx="46673" cy="37147"/>
          </a:xfrm>
          <a:custGeom xmlns:a="http://schemas.openxmlformats.org/drawingml/2006/main">
            <a:pathLst>
              <a:path w="46673" h="37147">
                <a:moveTo>
                  <a:pt x="37148" y="37147"/>
                </a:moveTo>
                <a:lnTo>
                  <a:pt x="37148" y="27622"/>
                </a:lnTo>
                <a:lnTo>
                  <a:pt x="46673" y="27622"/>
                </a:lnTo>
                <a:lnTo>
                  <a:pt x="46673" y="9525"/>
                </a:lnTo>
                <a:lnTo>
                  <a:pt x="37148" y="9525"/>
                </a:lnTo>
                <a:lnTo>
                  <a:pt x="37148" y="0"/>
                </a:lnTo>
                <a:lnTo>
                  <a:pt x="0" y="0"/>
                </a:lnTo>
                <a:lnTo>
                  <a:pt x="0" y="27622"/>
                </a:lnTo>
                <a:lnTo>
                  <a:pt x="9525" y="27622"/>
                </a:lnTo>
                <a:lnTo>
                  <a:pt x="9525" y="37147"/>
                </a:lnTo>
                <a:lnTo>
                  <a:pt x="37148" y="37147"/>
                </a:lnTo>
                <a:close/>
              </a:path>
            </a:pathLst>
          </a:custGeom>
          <a:solidFill xmlns:a="http://schemas.openxmlformats.org/drawingml/2006/main">
            <a:srgbClr val="478FBA"/>
          </a:solidFill>
          <a:ln xmlns:a="http://schemas.openxmlformats.org/drawingml/2006/main" w="0">
            <a:noFill/>
          </a:ln>
        </p:spPr>
      </p:sp>
      <p:sp>
        <p:nvSpPr>
          <p:cNvPr id="24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4A2200F-F8F2-4087-A0C5-D4FFF99D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2764" y="957739"/>
            <a:ext cx="56198" cy="37148"/>
          </a:xfrm>
          <a:custGeom xmlns:a="http://schemas.openxmlformats.org/drawingml/2006/main">
            <a:pathLst>
              <a:path w="56198" h="37148">
                <a:moveTo>
                  <a:pt x="9525" y="37148"/>
                </a:moveTo>
                <a:lnTo>
                  <a:pt x="37148" y="37148"/>
                </a:lnTo>
                <a:lnTo>
                  <a:pt x="37148" y="27623"/>
                </a:lnTo>
                <a:lnTo>
                  <a:pt x="56198" y="27623"/>
                </a:lnTo>
                <a:lnTo>
                  <a:pt x="56198" y="9525"/>
                </a:lnTo>
                <a:lnTo>
                  <a:pt x="46673" y="9525"/>
                </a:lnTo>
                <a:lnTo>
                  <a:pt x="46673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lnTo>
                  <a:pt x="0" y="27623"/>
                </a:lnTo>
                <a:lnTo>
                  <a:pt x="9525" y="27623"/>
                </a:lnTo>
                <a:lnTo>
                  <a:pt x="9525" y="37148"/>
                </a:lnTo>
                <a:close/>
              </a:path>
            </a:pathLst>
          </a:custGeom>
          <a:solidFill xmlns:a="http://schemas.openxmlformats.org/drawingml/2006/main">
            <a:srgbClr val="478FBA"/>
          </a:solidFill>
          <a:ln xmlns:a="http://schemas.openxmlformats.org/drawingml/2006/main" w="0">
            <a:noFill/>
          </a:ln>
        </p:spPr>
      </p:sp>
      <p:sp>
        <p:nvSpPr>
          <p:cNvPr id="24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797641B-41BF-42DA-8802-2956133F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8489" y="1052989"/>
            <a:ext cx="75248" cy="56198"/>
          </a:xfrm>
          <a:custGeom xmlns:a="http://schemas.openxmlformats.org/drawingml/2006/main">
            <a:pathLst>
              <a:path w="75248" h="56198">
                <a:moveTo>
                  <a:pt x="28575" y="19050"/>
                </a:moveTo>
                <a:lnTo>
                  <a:pt x="0" y="19050"/>
                </a:lnTo>
                <a:lnTo>
                  <a:pt x="0" y="46673"/>
                </a:lnTo>
                <a:lnTo>
                  <a:pt x="9525" y="46673"/>
                </a:lnTo>
                <a:lnTo>
                  <a:pt x="9525" y="56198"/>
                </a:lnTo>
                <a:lnTo>
                  <a:pt x="56198" y="56198"/>
                </a:lnTo>
                <a:lnTo>
                  <a:pt x="56198" y="37148"/>
                </a:lnTo>
                <a:lnTo>
                  <a:pt x="65723" y="37148"/>
                </a:lnTo>
                <a:lnTo>
                  <a:pt x="65723" y="27623"/>
                </a:lnTo>
                <a:lnTo>
                  <a:pt x="75248" y="27623"/>
                </a:lnTo>
                <a:lnTo>
                  <a:pt x="75248" y="9525"/>
                </a:lnTo>
                <a:lnTo>
                  <a:pt x="56198" y="9525"/>
                </a:lnTo>
                <a:lnTo>
                  <a:pt x="56198" y="0"/>
                </a:lnTo>
                <a:lnTo>
                  <a:pt x="38100" y="0"/>
                </a:lnTo>
                <a:lnTo>
                  <a:pt x="38100" y="9525"/>
                </a:lnTo>
                <a:lnTo>
                  <a:pt x="28575" y="9525"/>
                </a:lnTo>
                <a:lnTo>
                  <a:pt x="28575" y="19050"/>
                </a:lnTo>
                <a:close/>
              </a:path>
            </a:pathLst>
          </a:custGeom>
          <a:solidFill xmlns:a="http://schemas.openxmlformats.org/drawingml/2006/main">
            <a:srgbClr val="478FBA"/>
          </a:solidFill>
          <a:ln xmlns:a="http://schemas.openxmlformats.org/drawingml/2006/main" w="0">
            <a:noFill/>
          </a:ln>
        </p:spPr>
      </p:sp>
      <p:sp>
        <p:nvSpPr>
          <p:cNvPr id="25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CE07993-16BD-44D8-9A1A-0AF206EB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0864" y="1052989"/>
            <a:ext cx="56198" cy="37148"/>
          </a:xfrm>
          <a:custGeom xmlns:a="http://schemas.openxmlformats.org/drawingml/2006/main">
            <a:pathLst>
              <a:path w="56198" h="37148">
                <a:moveTo>
                  <a:pt x="9525" y="37148"/>
                </a:moveTo>
                <a:lnTo>
                  <a:pt x="37148" y="37148"/>
                </a:lnTo>
                <a:lnTo>
                  <a:pt x="37148" y="27623"/>
                </a:lnTo>
                <a:lnTo>
                  <a:pt x="56198" y="27623"/>
                </a:lnTo>
                <a:lnTo>
                  <a:pt x="56198" y="9525"/>
                </a:lnTo>
                <a:lnTo>
                  <a:pt x="46673" y="9525"/>
                </a:lnTo>
                <a:lnTo>
                  <a:pt x="46673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lnTo>
                  <a:pt x="0" y="27623"/>
                </a:lnTo>
                <a:lnTo>
                  <a:pt x="9525" y="27623"/>
                </a:lnTo>
                <a:lnTo>
                  <a:pt x="9525" y="37148"/>
                </a:lnTo>
                <a:close/>
              </a:path>
            </a:pathLst>
          </a:custGeom>
          <a:solidFill xmlns:a="http://schemas.openxmlformats.org/drawingml/2006/main">
            <a:srgbClr val="478FBA"/>
          </a:solidFill>
          <a:ln xmlns:a="http://schemas.openxmlformats.org/drawingml/2006/main" w="0">
            <a:noFill/>
          </a:ln>
        </p:spPr>
      </p:sp>
      <p:sp>
        <p:nvSpPr>
          <p:cNvPr id="25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5D6D5D3F-B698-477E-978E-A185D62C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4189" y="1110139"/>
            <a:ext cx="65723" cy="75248"/>
          </a:xfrm>
          <a:custGeom xmlns:a="http://schemas.openxmlformats.org/drawingml/2006/main">
            <a:pathLst>
              <a:path w="65723" h="75248">
                <a:moveTo>
                  <a:pt x="0" y="37148"/>
                </a:moveTo>
                <a:lnTo>
                  <a:pt x="9525" y="37148"/>
                </a:lnTo>
                <a:lnTo>
                  <a:pt x="9525" y="46673"/>
                </a:lnTo>
                <a:lnTo>
                  <a:pt x="19050" y="46673"/>
                </a:lnTo>
                <a:lnTo>
                  <a:pt x="19050" y="47625"/>
                </a:lnTo>
                <a:lnTo>
                  <a:pt x="9525" y="47625"/>
                </a:lnTo>
                <a:lnTo>
                  <a:pt x="9525" y="65723"/>
                </a:lnTo>
                <a:lnTo>
                  <a:pt x="19050" y="65723"/>
                </a:lnTo>
                <a:lnTo>
                  <a:pt x="19050" y="75248"/>
                </a:lnTo>
                <a:lnTo>
                  <a:pt x="56198" y="75248"/>
                </a:lnTo>
                <a:lnTo>
                  <a:pt x="56198" y="65723"/>
                </a:lnTo>
                <a:lnTo>
                  <a:pt x="65723" y="65723"/>
                </a:lnTo>
                <a:lnTo>
                  <a:pt x="65723" y="47625"/>
                </a:lnTo>
                <a:lnTo>
                  <a:pt x="56198" y="47625"/>
                </a:lnTo>
                <a:lnTo>
                  <a:pt x="56198" y="37148"/>
                </a:lnTo>
                <a:lnTo>
                  <a:pt x="65723" y="37148"/>
                </a:lnTo>
                <a:lnTo>
                  <a:pt x="65723" y="9525"/>
                </a:lnTo>
                <a:lnTo>
                  <a:pt x="46673" y="9525"/>
                </a:lnTo>
                <a:lnTo>
                  <a:pt x="46673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lnTo>
                  <a:pt x="0" y="37148"/>
                </a:lnTo>
                <a:close/>
              </a:path>
            </a:pathLst>
          </a:custGeom>
          <a:solidFill xmlns:a="http://schemas.openxmlformats.org/drawingml/2006/main">
            <a:srgbClr val="478FBA"/>
          </a:solidFill>
          <a:ln xmlns:a="http://schemas.openxmlformats.org/drawingml/2006/main" w="0">
            <a:noFill/>
          </a:ln>
        </p:spPr>
      </p:sp>
      <p:sp>
        <p:nvSpPr>
          <p:cNvPr id="25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3CA7ABFB-7F83-4914-8F58-DF8C2A05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7064" y="1176814"/>
            <a:ext cx="46673" cy="37148"/>
          </a:xfrm>
          <a:custGeom xmlns:a="http://schemas.openxmlformats.org/drawingml/2006/main">
            <a:pathLst>
              <a:path w="46673" h="37148">
                <a:moveTo>
                  <a:pt x="37148" y="27623"/>
                </a:moveTo>
                <a:lnTo>
                  <a:pt x="46673" y="27623"/>
                </a:lnTo>
                <a:lnTo>
                  <a:pt x="46673" y="9525"/>
                </a:lnTo>
                <a:lnTo>
                  <a:pt x="37148" y="9525"/>
                </a:lnTo>
                <a:lnTo>
                  <a:pt x="37148" y="0"/>
                </a:lnTo>
                <a:lnTo>
                  <a:pt x="0" y="0"/>
                </a:lnTo>
                <a:lnTo>
                  <a:pt x="0" y="27623"/>
                </a:lnTo>
                <a:lnTo>
                  <a:pt x="9525" y="27623"/>
                </a:lnTo>
                <a:lnTo>
                  <a:pt x="9525" y="37148"/>
                </a:lnTo>
                <a:lnTo>
                  <a:pt x="37148" y="37148"/>
                </a:lnTo>
                <a:lnTo>
                  <a:pt x="37148" y="27623"/>
                </a:lnTo>
                <a:close/>
              </a:path>
            </a:pathLst>
          </a:custGeom>
          <a:solidFill xmlns:a="http://schemas.openxmlformats.org/drawingml/2006/main">
            <a:srgbClr val="478FBA"/>
          </a:solidFill>
          <a:ln xmlns:a="http://schemas.openxmlformats.org/drawingml/2006/main" w="0">
            <a:noFill/>
          </a:ln>
        </p:spPr>
      </p:sp>
      <p:sp>
        <p:nvSpPr>
          <p:cNvPr id="25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2261D90-7CE9-4192-A348-CCC9A403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464" y="1272064"/>
            <a:ext cx="56198" cy="37147"/>
          </a:xfrm>
          <a:custGeom xmlns:a="http://schemas.openxmlformats.org/drawingml/2006/main">
            <a:pathLst>
              <a:path w="56198" h="37147">
                <a:moveTo>
                  <a:pt x="46673" y="27622"/>
                </a:moveTo>
                <a:lnTo>
                  <a:pt x="56198" y="27622"/>
                </a:lnTo>
                <a:lnTo>
                  <a:pt x="56198" y="9525"/>
                </a:lnTo>
                <a:lnTo>
                  <a:pt x="37148" y="9525"/>
                </a:lnTo>
                <a:lnTo>
                  <a:pt x="37148" y="0"/>
                </a:lnTo>
                <a:lnTo>
                  <a:pt x="19050" y="0"/>
                </a:lnTo>
                <a:lnTo>
                  <a:pt x="19050" y="9525"/>
                </a:lnTo>
                <a:lnTo>
                  <a:pt x="0" y="9525"/>
                </a:lnTo>
                <a:lnTo>
                  <a:pt x="0" y="37147"/>
                </a:lnTo>
                <a:lnTo>
                  <a:pt x="46673" y="37147"/>
                </a:lnTo>
                <a:lnTo>
                  <a:pt x="46673" y="27622"/>
                </a:lnTo>
                <a:close/>
              </a:path>
            </a:pathLst>
          </a:custGeom>
          <a:solidFill xmlns:a="http://schemas.openxmlformats.org/drawingml/2006/main">
            <a:srgbClr val="478FBA"/>
          </a:solidFill>
          <a:ln xmlns:a="http://schemas.openxmlformats.org/drawingml/2006/main" w="0">
            <a:noFill/>
          </a:ln>
        </p:spPr>
      </p:sp>
      <p:sp>
        <p:nvSpPr>
          <p:cNvPr id="25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5F7281AA-032D-46EE-8ABC-02217CB5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9889" y="1357789"/>
            <a:ext cx="46673" cy="27622"/>
          </a:xfrm>
          <a:custGeom xmlns:a="http://schemas.openxmlformats.org/drawingml/2006/main">
            <a:pathLst>
              <a:path w="46673" h="27622">
                <a:moveTo>
                  <a:pt x="0" y="0"/>
                </a:moveTo>
                <a:lnTo>
                  <a:pt x="0" y="27622"/>
                </a:lnTo>
                <a:lnTo>
                  <a:pt x="46673" y="27622"/>
                </a:lnTo>
                <a:lnTo>
                  <a:pt x="466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78FBA"/>
          </a:solidFill>
          <a:ln xmlns:a="http://schemas.openxmlformats.org/drawingml/2006/main" w="0">
            <a:noFill/>
          </a:ln>
        </p:spPr>
      </p:sp>
      <p:sp>
        <p:nvSpPr>
          <p:cNvPr id="25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96FC51BD-7E51-466E-90E0-D746E76E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0839" y="529114"/>
            <a:ext cx="399098" cy="1999297"/>
          </a:xfrm>
          <a:custGeom xmlns:a="http://schemas.openxmlformats.org/drawingml/2006/main">
            <a:pathLst>
              <a:path w="399098" h="1999297">
                <a:moveTo>
                  <a:pt x="114300" y="28575"/>
                </a:moveTo>
                <a:lnTo>
                  <a:pt x="95250" y="28575"/>
                </a:lnTo>
                <a:lnTo>
                  <a:pt x="95250" y="38100"/>
                </a:lnTo>
                <a:lnTo>
                  <a:pt x="85725" y="38100"/>
                </a:lnTo>
                <a:lnTo>
                  <a:pt x="85725" y="47625"/>
                </a:lnTo>
                <a:lnTo>
                  <a:pt x="76200" y="47625"/>
                </a:lnTo>
                <a:lnTo>
                  <a:pt x="76200" y="57150"/>
                </a:lnTo>
                <a:lnTo>
                  <a:pt x="57150" y="57150"/>
                </a:lnTo>
                <a:lnTo>
                  <a:pt x="57150" y="66675"/>
                </a:lnTo>
                <a:lnTo>
                  <a:pt x="47625" y="66675"/>
                </a:lnTo>
                <a:lnTo>
                  <a:pt x="47625" y="76200"/>
                </a:lnTo>
                <a:lnTo>
                  <a:pt x="38100" y="76200"/>
                </a:lnTo>
                <a:lnTo>
                  <a:pt x="38100" y="85725"/>
                </a:lnTo>
                <a:lnTo>
                  <a:pt x="19050" y="85725"/>
                </a:lnTo>
                <a:lnTo>
                  <a:pt x="19050" y="95250"/>
                </a:lnTo>
                <a:lnTo>
                  <a:pt x="9525" y="95250"/>
                </a:lnTo>
                <a:lnTo>
                  <a:pt x="9525" y="104775"/>
                </a:lnTo>
                <a:lnTo>
                  <a:pt x="0" y="104775"/>
                </a:lnTo>
                <a:lnTo>
                  <a:pt x="0" y="141923"/>
                </a:lnTo>
                <a:lnTo>
                  <a:pt x="381000" y="141923"/>
                </a:lnTo>
                <a:lnTo>
                  <a:pt x="381000" y="1999297"/>
                </a:lnTo>
                <a:lnTo>
                  <a:pt x="399098" y="1999297"/>
                </a:lnTo>
                <a:lnTo>
                  <a:pt x="399098" y="0"/>
                </a:lnTo>
                <a:lnTo>
                  <a:pt x="133350" y="0"/>
                </a:lnTo>
                <a:lnTo>
                  <a:pt x="133350" y="9525"/>
                </a:lnTo>
                <a:lnTo>
                  <a:pt x="123825" y="9525"/>
                </a:lnTo>
                <a:lnTo>
                  <a:pt x="123825" y="19050"/>
                </a:lnTo>
                <a:lnTo>
                  <a:pt x="114300" y="19050"/>
                </a:lnTo>
                <a:lnTo>
                  <a:pt x="114300" y="28575"/>
                </a:lnTo>
                <a:close/>
              </a:path>
            </a:pathLst>
          </a:custGeom>
          <a:solidFill xmlns:a="http://schemas.openxmlformats.org/drawingml/2006/main">
            <a:srgbClr val="DDF2EE"/>
          </a:solidFill>
          <a:ln xmlns:a="http://schemas.openxmlformats.org/drawingml/2006/main" w="0">
            <a:noFill/>
          </a:ln>
        </p:spPr>
      </p:sp>
      <p:sp>
        <p:nvSpPr>
          <p:cNvPr id="25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DF9AC851-4051-40CC-BB46-49773616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1114" y="22912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DDF2EE"/>
          </a:solidFill>
          <a:ln xmlns:a="http://schemas.openxmlformats.org/drawingml/2006/main" w="0">
            <a:noFill/>
          </a:ln>
        </p:spPr>
      </p:sp>
      <p:sp>
        <p:nvSpPr>
          <p:cNvPr id="25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32F88D13-35AF-400E-9B69-D0DE9955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1114" y="234838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DDF2EE"/>
          </a:solidFill>
          <a:ln xmlns:a="http://schemas.openxmlformats.org/drawingml/2006/main" w="0">
            <a:noFill/>
          </a:ln>
        </p:spPr>
      </p:sp>
      <p:sp>
        <p:nvSpPr>
          <p:cNvPr id="25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6D57248E-1D25-4951-A239-D57495EF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4864" y="2138839"/>
            <a:ext cx="170498" cy="141922"/>
          </a:xfrm>
          <a:custGeom xmlns:a="http://schemas.openxmlformats.org/drawingml/2006/main">
            <a:pathLst>
              <a:path w="170498" h="141922">
                <a:moveTo>
                  <a:pt x="114300" y="28575"/>
                </a:moveTo>
                <a:lnTo>
                  <a:pt x="114300" y="38100"/>
                </a:lnTo>
                <a:lnTo>
                  <a:pt x="104775" y="38100"/>
                </a:lnTo>
                <a:lnTo>
                  <a:pt x="104775" y="47625"/>
                </a:lnTo>
                <a:lnTo>
                  <a:pt x="85725" y="47625"/>
                </a:lnTo>
                <a:lnTo>
                  <a:pt x="85725" y="57150"/>
                </a:lnTo>
                <a:lnTo>
                  <a:pt x="76200" y="57150"/>
                </a:lnTo>
                <a:lnTo>
                  <a:pt x="76200" y="66675"/>
                </a:lnTo>
                <a:lnTo>
                  <a:pt x="66675" y="66675"/>
                </a:lnTo>
                <a:lnTo>
                  <a:pt x="66675" y="76200"/>
                </a:lnTo>
                <a:lnTo>
                  <a:pt x="47625" y="76200"/>
                </a:lnTo>
                <a:lnTo>
                  <a:pt x="47625" y="85725"/>
                </a:lnTo>
                <a:lnTo>
                  <a:pt x="38100" y="85725"/>
                </a:lnTo>
                <a:lnTo>
                  <a:pt x="38100" y="95250"/>
                </a:lnTo>
                <a:lnTo>
                  <a:pt x="28575" y="95250"/>
                </a:lnTo>
                <a:lnTo>
                  <a:pt x="28575" y="104775"/>
                </a:lnTo>
                <a:lnTo>
                  <a:pt x="19050" y="104775"/>
                </a:lnTo>
                <a:lnTo>
                  <a:pt x="19050" y="114300"/>
                </a:lnTo>
                <a:lnTo>
                  <a:pt x="0" y="114300"/>
                </a:lnTo>
                <a:lnTo>
                  <a:pt x="0" y="132397"/>
                </a:lnTo>
                <a:lnTo>
                  <a:pt x="28575" y="132397"/>
                </a:lnTo>
                <a:lnTo>
                  <a:pt x="28575" y="141922"/>
                </a:lnTo>
                <a:lnTo>
                  <a:pt x="75248" y="141922"/>
                </a:lnTo>
                <a:lnTo>
                  <a:pt x="75248" y="132397"/>
                </a:lnTo>
                <a:lnTo>
                  <a:pt x="76200" y="132397"/>
                </a:lnTo>
                <a:lnTo>
                  <a:pt x="76200" y="141922"/>
                </a:lnTo>
                <a:lnTo>
                  <a:pt x="170498" y="141922"/>
                </a:lnTo>
                <a:lnTo>
                  <a:pt x="170498" y="95250"/>
                </a:lnTo>
                <a:lnTo>
                  <a:pt x="160973" y="95250"/>
                </a:lnTo>
                <a:lnTo>
                  <a:pt x="160973" y="94297"/>
                </a:lnTo>
                <a:lnTo>
                  <a:pt x="170498" y="94297"/>
                </a:lnTo>
                <a:lnTo>
                  <a:pt x="170498" y="0"/>
                </a:lnTo>
                <a:lnTo>
                  <a:pt x="152400" y="0"/>
                </a:lnTo>
                <a:lnTo>
                  <a:pt x="152400" y="9525"/>
                </a:lnTo>
                <a:lnTo>
                  <a:pt x="133350" y="9525"/>
                </a:lnTo>
                <a:lnTo>
                  <a:pt x="133350" y="19050"/>
                </a:lnTo>
                <a:lnTo>
                  <a:pt x="123825" y="19050"/>
                </a:lnTo>
                <a:lnTo>
                  <a:pt x="123825" y="28575"/>
                </a:lnTo>
                <a:lnTo>
                  <a:pt x="114300" y="28575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5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486680DD-48E9-493E-BC2B-AC32FA6E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714" y="2300764"/>
            <a:ext cx="227648" cy="56197"/>
          </a:xfrm>
          <a:custGeom xmlns:a="http://schemas.openxmlformats.org/drawingml/2006/main">
            <a:pathLst>
              <a:path w="227648" h="56197">
                <a:moveTo>
                  <a:pt x="9525" y="19050"/>
                </a:moveTo>
                <a:lnTo>
                  <a:pt x="0" y="19050"/>
                </a:lnTo>
                <a:lnTo>
                  <a:pt x="0" y="37147"/>
                </a:lnTo>
                <a:lnTo>
                  <a:pt x="9525" y="37147"/>
                </a:lnTo>
                <a:lnTo>
                  <a:pt x="9525" y="46672"/>
                </a:lnTo>
                <a:lnTo>
                  <a:pt x="19050" y="46672"/>
                </a:lnTo>
                <a:lnTo>
                  <a:pt x="19050" y="56197"/>
                </a:lnTo>
                <a:lnTo>
                  <a:pt x="65723" y="56197"/>
                </a:lnTo>
                <a:lnTo>
                  <a:pt x="65723" y="46672"/>
                </a:lnTo>
                <a:lnTo>
                  <a:pt x="75248" y="46672"/>
                </a:lnTo>
                <a:lnTo>
                  <a:pt x="75248" y="37147"/>
                </a:lnTo>
                <a:lnTo>
                  <a:pt x="76200" y="37147"/>
                </a:lnTo>
                <a:lnTo>
                  <a:pt x="76200" y="46672"/>
                </a:lnTo>
                <a:lnTo>
                  <a:pt x="85725" y="46672"/>
                </a:lnTo>
                <a:lnTo>
                  <a:pt x="85725" y="56197"/>
                </a:lnTo>
                <a:lnTo>
                  <a:pt x="132398" y="56197"/>
                </a:lnTo>
                <a:lnTo>
                  <a:pt x="132398" y="46672"/>
                </a:lnTo>
                <a:lnTo>
                  <a:pt x="133350" y="46672"/>
                </a:lnTo>
                <a:lnTo>
                  <a:pt x="133350" y="56197"/>
                </a:lnTo>
                <a:lnTo>
                  <a:pt x="227648" y="56197"/>
                </a:lnTo>
                <a:lnTo>
                  <a:pt x="227648" y="0"/>
                </a:lnTo>
                <a:lnTo>
                  <a:pt x="133350" y="0"/>
                </a:lnTo>
                <a:lnTo>
                  <a:pt x="133350" y="9525"/>
                </a:lnTo>
                <a:lnTo>
                  <a:pt x="132398" y="9525"/>
                </a:lnTo>
                <a:lnTo>
                  <a:pt x="132398" y="0"/>
                </a:lnTo>
                <a:lnTo>
                  <a:pt x="85725" y="0"/>
                </a:lnTo>
                <a:lnTo>
                  <a:pt x="85725" y="9525"/>
                </a:lnTo>
                <a:lnTo>
                  <a:pt x="65723" y="9525"/>
                </a:lnTo>
                <a:lnTo>
                  <a:pt x="65723" y="0"/>
                </a:lnTo>
                <a:lnTo>
                  <a:pt x="19050" y="0"/>
                </a:lnTo>
                <a:lnTo>
                  <a:pt x="19050" y="9525"/>
                </a:lnTo>
                <a:lnTo>
                  <a:pt x="9525" y="9525"/>
                </a:lnTo>
                <a:lnTo>
                  <a:pt x="9525" y="1905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6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1614E80-33D0-4ECE-9E9E-0C22AA7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714" y="2424589"/>
            <a:ext cx="227648" cy="46672"/>
          </a:xfrm>
          <a:custGeom xmlns:a="http://schemas.openxmlformats.org/drawingml/2006/main">
            <a:pathLst>
              <a:path w="227648" h="46672">
                <a:moveTo>
                  <a:pt x="0" y="9525"/>
                </a:moveTo>
                <a:lnTo>
                  <a:pt x="0" y="37147"/>
                </a:lnTo>
                <a:lnTo>
                  <a:pt x="19050" y="37147"/>
                </a:lnTo>
                <a:lnTo>
                  <a:pt x="19050" y="46672"/>
                </a:lnTo>
                <a:lnTo>
                  <a:pt x="65723" y="46672"/>
                </a:lnTo>
                <a:lnTo>
                  <a:pt x="65723" y="37147"/>
                </a:lnTo>
                <a:lnTo>
                  <a:pt x="76200" y="37147"/>
                </a:lnTo>
                <a:lnTo>
                  <a:pt x="76200" y="46672"/>
                </a:lnTo>
                <a:lnTo>
                  <a:pt x="132398" y="46672"/>
                </a:lnTo>
                <a:lnTo>
                  <a:pt x="132398" y="37147"/>
                </a:lnTo>
                <a:lnTo>
                  <a:pt x="133350" y="37147"/>
                </a:lnTo>
                <a:lnTo>
                  <a:pt x="133350" y="46672"/>
                </a:lnTo>
                <a:lnTo>
                  <a:pt x="227648" y="46672"/>
                </a:lnTo>
                <a:lnTo>
                  <a:pt x="227648" y="0"/>
                </a:lnTo>
                <a:lnTo>
                  <a:pt x="133350" y="0"/>
                </a:lnTo>
                <a:lnTo>
                  <a:pt x="133350" y="9525"/>
                </a:lnTo>
                <a:lnTo>
                  <a:pt x="132398" y="9525"/>
                </a:lnTo>
                <a:lnTo>
                  <a:pt x="132398" y="0"/>
                </a:lnTo>
                <a:lnTo>
                  <a:pt x="85725" y="0"/>
                </a:lnTo>
                <a:lnTo>
                  <a:pt x="85725" y="9525"/>
                </a:lnTo>
                <a:lnTo>
                  <a:pt x="65723" y="9525"/>
                </a:lnTo>
                <a:lnTo>
                  <a:pt x="65723" y="0"/>
                </a:lnTo>
                <a:lnTo>
                  <a:pt x="19050" y="0"/>
                </a:lnTo>
                <a:lnTo>
                  <a:pt x="19050" y="9525"/>
                </a:lnTo>
                <a:lnTo>
                  <a:pt x="0" y="9525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6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4C4947E7-9758-460E-BE37-4125F79D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1989" y="2424589"/>
            <a:ext cx="65723" cy="46672"/>
          </a:xfrm>
          <a:custGeom xmlns:a="http://schemas.openxmlformats.org/drawingml/2006/main">
            <a:pathLst>
              <a:path w="65723" h="46672">
                <a:moveTo>
                  <a:pt x="56198" y="0"/>
                </a:move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lnTo>
                  <a:pt x="0" y="46672"/>
                </a:lnTo>
                <a:lnTo>
                  <a:pt x="56198" y="46672"/>
                </a:lnTo>
                <a:lnTo>
                  <a:pt x="56198" y="37147"/>
                </a:lnTo>
                <a:lnTo>
                  <a:pt x="65723" y="37147"/>
                </a:lnTo>
                <a:lnTo>
                  <a:pt x="65723" y="9525"/>
                </a:lnTo>
                <a:lnTo>
                  <a:pt x="56198" y="9525"/>
                </a:lnTo>
                <a:lnTo>
                  <a:pt x="56198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6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69F92B9B-D6C9-48E4-85CB-327E34A7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2039" y="2462689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6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F63478A1-F518-43AF-A1B5-7C60F80D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139" y="2462689"/>
            <a:ext cx="84773" cy="18097"/>
          </a:xfrm>
          <a:custGeom xmlns:a="http://schemas.openxmlformats.org/drawingml/2006/main">
            <a:pathLst>
              <a:path w="84773" h="18097">
                <a:moveTo>
                  <a:pt x="84773" y="0"/>
                </a:moveTo>
                <a:lnTo>
                  <a:pt x="0" y="0"/>
                </a:lnTo>
                <a:lnTo>
                  <a:pt x="0" y="18097"/>
                </a:lnTo>
                <a:lnTo>
                  <a:pt x="84773" y="18097"/>
                </a:lnTo>
                <a:lnTo>
                  <a:pt x="84773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6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2312DDEA-FF93-40EE-ABC2-C8AA4455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5389" y="2462689"/>
            <a:ext cx="65723" cy="18097"/>
          </a:xfrm>
          <a:custGeom xmlns:a="http://schemas.openxmlformats.org/drawingml/2006/main">
            <a:pathLst>
              <a:path w="65723" h="18097">
                <a:moveTo>
                  <a:pt x="65723" y="0"/>
                </a:moveTo>
                <a:lnTo>
                  <a:pt x="0" y="0"/>
                </a:lnTo>
                <a:lnTo>
                  <a:pt x="0" y="18097"/>
                </a:lnTo>
                <a:lnTo>
                  <a:pt x="65723" y="18097"/>
                </a:lnTo>
                <a:lnTo>
                  <a:pt x="65723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6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B2FB1606-B9B6-4F58-95A5-B0C5B60A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039" y="1834039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6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452A6B9-DC84-4057-9305-72CB7F30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039" y="187213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6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8EB1407-48F0-4BBB-88CE-77FDA756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5939" y="193881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6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D224C8A2-820D-4DBB-AE67-2A38F3E7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0214" y="207216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6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DB5764B6-D259-445A-8C30-6B81011D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464" y="207216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7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BE9BF936-5CEE-43C3-8657-9A4FF47D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764" y="2091214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7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2F3556C2-E2DD-4C76-AACD-BAB582B1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264" y="214836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7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2E94A0DF-9865-4DF7-A0F6-824D9F71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989" y="230076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7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AB6B8E8D-2BC5-4196-A170-2F7BEBA5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989" y="233886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7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6AF8CEF-7CA9-453F-A842-D1EFA233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714" y="243411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7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B7FD382E-C3E8-4C20-B2E5-9523FD51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1243489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7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A065A6B-5F22-4B52-9148-279CE5D8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989" y="1595914"/>
            <a:ext cx="27623" cy="37147"/>
          </a:xfrm>
          <a:custGeom xmlns:a="http://schemas.openxmlformats.org/drawingml/2006/main">
            <a:pathLst>
              <a:path w="27623" h="37147">
                <a:moveTo>
                  <a:pt x="27623" y="37147"/>
                </a:moveTo>
                <a:lnTo>
                  <a:pt x="27623" y="0"/>
                </a:lnTo>
                <a:lnTo>
                  <a:pt x="0" y="0"/>
                </a:lnTo>
                <a:lnTo>
                  <a:pt x="0" y="27622"/>
                </a:lnTo>
                <a:lnTo>
                  <a:pt x="9525" y="27622"/>
                </a:lnTo>
                <a:lnTo>
                  <a:pt x="9525" y="37147"/>
                </a:lnTo>
                <a:lnTo>
                  <a:pt x="27623" y="37147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7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28DD696F-7350-4FE0-B1DF-9AE697DC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364" y="1643539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7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39615651-1329-46BF-8B3F-D6479EB7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939" y="1700689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7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88A1316-FD93-4F13-A43C-8A847368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014" y="1719739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8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51DE5D9C-7059-4AE8-BFFD-261D8AF9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2139" y="1891189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8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84A16BB-E0C6-4A67-8D33-D706E0CD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089" y="217693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8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AB6D021-4AB5-42E9-8D7B-0C28E528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889" y="1072039"/>
            <a:ext cx="18098" cy="27623"/>
          </a:xfrm>
          <a:custGeom xmlns:a="http://schemas.openxmlformats.org/drawingml/2006/main">
            <a:pathLst>
              <a:path w="18098" h="27623">
                <a:moveTo>
                  <a:pt x="0" y="0"/>
                </a:moveTo>
                <a:lnTo>
                  <a:pt x="0" y="27623"/>
                </a:lnTo>
                <a:lnTo>
                  <a:pt x="18098" y="27623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8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9D3893A-0D40-477F-9F5A-6CB7DE5C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264" y="1129189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8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53165BFD-93CF-4049-8D4E-B0AB3282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4114" y="1129189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8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D8D0A271-7295-44AF-B54A-7ADFB2F7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2689" y="1138714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8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30AA2C1-678C-40C6-9E4B-5E1401A2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064" y="1148239"/>
            <a:ext cx="18098" cy="27623"/>
          </a:xfrm>
          <a:custGeom xmlns:a="http://schemas.openxmlformats.org/drawingml/2006/main">
            <a:pathLst>
              <a:path w="18098" h="27623">
                <a:moveTo>
                  <a:pt x="18098" y="0"/>
                </a:moveTo>
                <a:lnTo>
                  <a:pt x="0" y="0"/>
                </a:lnTo>
                <a:lnTo>
                  <a:pt x="0" y="27623"/>
                </a:lnTo>
                <a:lnTo>
                  <a:pt x="18098" y="27623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8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FABC163A-A4F1-47E0-BA7D-39C54650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4589" y="1167289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0"/>
                </a:move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8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B040BFE-83CB-4B13-9169-51EED9B7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4089" y="1243489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8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2710D148-3209-4D6E-A1E1-7AE6954D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814" y="151971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0"/>
                </a:move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9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CFA63E61-85CA-4FBB-8BA7-0EAC73E0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8864" y="1567339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9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2D83BA4-9AC7-48F0-9C5E-601B7CCE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4089" y="1567339"/>
            <a:ext cx="46673" cy="18097"/>
          </a:xfrm>
          <a:custGeom xmlns:a="http://schemas.openxmlformats.org/drawingml/2006/main">
            <a:pathLst>
              <a:path w="46673" h="18097">
                <a:moveTo>
                  <a:pt x="0" y="0"/>
                </a:moveTo>
                <a:lnTo>
                  <a:pt x="0" y="18097"/>
                </a:lnTo>
                <a:lnTo>
                  <a:pt x="46673" y="18097"/>
                </a:lnTo>
                <a:lnTo>
                  <a:pt x="466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9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4C43C439-723E-4011-8841-B7DCBFE2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4589" y="1976914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0"/>
                </a:move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9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8ED3080-90B4-4CAB-8F93-C10B1E5C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2689" y="1995964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9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EBF1C6A-1D77-4AC6-948D-0267A9E8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3214" y="1052989"/>
            <a:ext cx="27623" cy="27623"/>
          </a:xfrm>
          <a:custGeom xmlns:a="http://schemas.openxmlformats.org/drawingml/2006/main">
            <a:pathLst>
              <a:path w="27623" h="27623">
                <a:moveTo>
                  <a:pt x="27623" y="27623"/>
                </a:moveTo>
                <a:lnTo>
                  <a:pt x="27623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lnTo>
                  <a:pt x="0" y="27623"/>
                </a:lnTo>
                <a:lnTo>
                  <a:pt x="27623" y="27623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9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5456B22C-86CA-4CB9-BA2B-C214C9E7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7964" y="1052989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9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9F93158B-857C-4CDD-B46D-E8186810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289" y="1100614"/>
            <a:ext cx="37148" cy="18098"/>
          </a:xfrm>
          <a:custGeom xmlns:a="http://schemas.openxmlformats.org/drawingml/2006/main">
            <a:pathLst>
              <a:path w="37148" h="18098">
                <a:moveTo>
                  <a:pt x="37148" y="0"/>
                </a:moveTo>
                <a:lnTo>
                  <a:pt x="0" y="0"/>
                </a:lnTo>
                <a:lnTo>
                  <a:pt x="0" y="18098"/>
                </a:lnTo>
                <a:lnTo>
                  <a:pt x="37148" y="18098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9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5A88B8E-8F6F-48D4-BCB1-6EA4F030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7014" y="1100614"/>
            <a:ext cx="18098" cy="37148"/>
          </a:xfrm>
          <a:custGeom xmlns:a="http://schemas.openxmlformats.org/drawingml/2006/main">
            <a:pathLst>
              <a:path w="18098" h="37148">
                <a:moveTo>
                  <a:pt x="18098" y="37148"/>
                </a:moveTo>
                <a:lnTo>
                  <a:pt x="18098" y="0"/>
                </a:lnTo>
                <a:lnTo>
                  <a:pt x="0" y="0"/>
                </a:lnTo>
                <a:lnTo>
                  <a:pt x="0" y="37148"/>
                </a:lnTo>
                <a:lnTo>
                  <a:pt x="18098" y="37148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9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592B0EA1-A184-4304-81B7-32EA0B3D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4139" y="1110139"/>
            <a:ext cx="37148" cy="18098"/>
          </a:xfrm>
          <a:custGeom xmlns:a="http://schemas.openxmlformats.org/drawingml/2006/main">
            <a:pathLst>
              <a:path w="37148" h="18098">
                <a:moveTo>
                  <a:pt x="37148" y="0"/>
                </a:moveTo>
                <a:lnTo>
                  <a:pt x="0" y="0"/>
                </a:lnTo>
                <a:lnTo>
                  <a:pt x="0" y="18098"/>
                </a:lnTo>
                <a:lnTo>
                  <a:pt x="37148" y="18098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29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FBDF0B8F-C465-4058-86D2-D1418DE1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6514" y="1110139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0"/>
                </a:move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30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CD259ABC-BFA5-486D-BD2B-9212D170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689" y="1253014"/>
            <a:ext cx="18098" cy="56197"/>
          </a:xfrm>
          <a:custGeom xmlns:a="http://schemas.openxmlformats.org/drawingml/2006/main">
            <a:pathLst>
              <a:path w="18098" h="56197">
                <a:moveTo>
                  <a:pt x="18098" y="56197"/>
                </a:moveTo>
                <a:lnTo>
                  <a:pt x="18098" y="0"/>
                </a:lnTo>
                <a:lnTo>
                  <a:pt x="0" y="0"/>
                </a:lnTo>
                <a:lnTo>
                  <a:pt x="0" y="56197"/>
                </a:lnTo>
                <a:lnTo>
                  <a:pt x="18098" y="56197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30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870C350-6A6E-4D2A-9C19-862BB66C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7014" y="127206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30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26571BCD-EF8D-4BF3-94AB-F59D9852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039" y="131016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30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FC5DB15A-878E-458A-BB28-E2FC6AB9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8914" y="1329214"/>
            <a:ext cx="27623" cy="27622"/>
          </a:xfrm>
          <a:custGeom xmlns:a="http://schemas.openxmlformats.org/drawingml/2006/main">
            <a:pathLst>
              <a:path w="27623" h="27622">
                <a:moveTo>
                  <a:pt x="18098" y="18097"/>
                </a:move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lnTo>
                  <a:pt x="18098" y="18097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30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C52BFBB5-A4FA-4BE2-9209-19A8670E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039" y="132921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30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89DD6F9-A26E-42FA-A6DB-7BA67AE6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939" y="1386364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30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E334586-05D6-4AD0-9939-43D1819C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3239" y="957739"/>
            <a:ext cx="18098" cy="27623"/>
          </a:xfrm>
          <a:custGeom xmlns:a="http://schemas.openxmlformats.org/drawingml/2006/main">
            <a:pathLst>
              <a:path w="18098" h="27623">
                <a:moveTo>
                  <a:pt x="0" y="0"/>
                </a:moveTo>
                <a:lnTo>
                  <a:pt x="0" y="27623"/>
                </a:lnTo>
                <a:lnTo>
                  <a:pt x="18098" y="27623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30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EECD63B-1F8F-4867-B1B8-5EAE119D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9414" y="1014889"/>
            <a:ext cx="18098" cy="27623"/>
          </a:xfrm>
          <a:custGeom xmlns:a="http://schemas.openxmlformats.org/drawingml/2006/main">
            <a:pathLst>
              <a:path w="18098" h="27623">
                <a:moveTo>
                  <a:pt x="0" y="0"/>
                </a:moveTo>
                <a:lnTo>
                  <a:pt x="0" y="27623"/>
                </a:lnTo>
                <a:lnTo>
                  <a:pt x="18098" y="27623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30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497B3AE7-8B34-4D16-A3C3-CCE95A32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0389" y="104346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0"/>
                </a:move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30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0C2C6B5-7A2C-43AE-B1BF-83DB8F0E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9889" y="1043464"/>
            <a:ext cx="18098" cy="56198"/>
          </a:xfrm>
          <a:custGeom xmlns:a="http://schemas.openxmlformats.org/drawingml/2006/main">
            <a:pathLst>
              <a:path w="18098" h="56198">
                <a:moveTo>
                  <a:pt x="18098" y="56198"/>
                </a:moveTo>
                <a:lnTo>
                  <a:pt x="18098" y="0"/>
                </a:lnTo>
                <a:lnTo>
                  <a:pt x="0" y="0"/>
                </a:lnTo>
                <a:lnTo>
                  <a:pt x="0" y="56198"/>
                </a:lnTo>
                <a:lnTo>
                  <a:pt x="18098" y="56198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31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AD7F0383-5D6C-467D-9B89-694D3EEB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8489" y="106251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0"/>
                </a:move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31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49DF0B4C-9BF9-4260-B415-22CBC3FD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8014" y="1100614"/>
            <a:ext cx="37148" cy="18098"/>
          </a:xfrm>
          <a:custGeom xmlns:a="http://schemas.openxmlformats.org/drawingml/2006/main">
            <a:pathLst>
              <a:path w="37148" h="18098">
                <a:moveTo>
                  <a:pt x="0" y="18098"/>
                </a:moveTo>
                <a:lnTo>
                  <a:pt x="37148" y="18098"/>
                </a:lnTo>
                <a:lnTo>
                  <a:pt x="37148" y="0"/>
                </a:lnTo>
                <a:lnTo>
                  <a:pt x="0" y="0"/>
                </a:lnTo>
                <a:lnTo>
                  <a:pt x="0" y="18098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31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0DFCDE2-0A59-4F35-85C0-4C042D86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9414" y="1110139"/>
            <a:ext cx="37148" cy="18098"/>
          </a:xfrm>
          <a:custGeom xmlns:a="http://schemas.openxmlformats.org/drawingml/2006/main">
            <a:pathLst>
              <a:path w="37148" h="18098">
                <a:moveTo>
                  <a:pt x="37148" y="0"/>
                </a:moveTo>
                <a:lnTo>
                  <a:pt x="0" y="0"/>
                </a:lnTo>
                <a:lnTo>
                  <a:pt x="0" y="18098"/>
                </a:lnTo>
                <a:lnTo>
                  <a:pt x="37148" y="18098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31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6064F8DE-82D8-4331-A593-C9F339DB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7514" y="1110139"/>
            <a:ext cx="37148" cy="18098"/>
          </a:xfrm>
          <a:custGeom xmlns:a="http://schemas.openxmlformats.org/drawingml/2006/main">
            <a:pathLst>
              <a:path w="37148" h="18098">
                <a:moveTo>
                  <a:pt x="0" y="0"/>
                </a:moveTo>
                <a:lnTo>
                  <a:pt x="0" y="18098"/>
                </a:lnTo>
                <a:lnTo>
                  <a:pt x="37148" y="18098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31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AF087541-EC75-4AC1-9E0E-BC43D280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989" y="1148239"/>
            <a:ext cx="18098" cy="27623"/>
          </a:xfrm>
          <a:custGeom xmlns:a="http://schemas.openxmlformats.org/drawingml/2006/main">
            <a:pathLst>
              <a:path w="18098" h="27623">
                <a:moveTo>
                  <a:pt x="18098" y="0"/>
                </a:moveTo>
                <a:lnTo>
                  <a:pt x="0" y="0"/>
                </a:lnTo>
                <a:lnTo>
                  <a:pt x="0" y="27623"/>
                </a:lnTo>
                <a:lnTo>
                  <a:pt x="18098" y="27623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31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036A0CC-F9DB-4D29-A05D-17C7170B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3239" y="1176814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31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5BCC773F-F8CC-4AA9-9B03-B8AA3D70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364" y="1176814"/>
            <a:ext cx="46673" cy="18098"/>
          </a:xfrm>
          <a:custGeom xmlns:a="http://schemas.openxmlformats.org/drawingml/2006/main">
            <a:pathLst>
              <a:path w="46673" h="18098">
                <a:moveTo>
                  <a:pt x="46673" y="0"/>
                </a:moveTo>
                <a:lnTo>
                  <a:pt x="0" y="0"/>
                </a:lnTo>
                <a:lnTo>
                  <a:pt x="0" y="18098"/>
                </a:lnTo>
                <a:lnTo>
                  <a:pt x="46673" y="18098"/>
                </a:lnTo>
                <a:lnTo>
                  <a:pt x="46673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31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90A7066A-0C92-465E-AB68-9C85D518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6089" y="1176814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31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48767BA-A421-4A42-B2A1-F43D7691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364" y="1357789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31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4192713D-166A-4D27-9009-A27D472F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164" y="2462689"/>
            <a:ext cx="18098" cy="56197"/>
          </a:xfrm>
          <a:custGeom xmlns:a="http://schemas.openxmlformats.org/drawingml/2006/main">
            <a:pathLst>
              <a:path w="18098" h="56197">
                <a:moveTo>
                  <a:pt x="18098" y="56197"/>
                </a:moveTo>
                <a:lnTo>
                  <a:pt x="18098" y="0"/>
                </a:lnTo>
                <a:lnTo>
                  <a:pt x="0" y="0"/>
                </a:lnTo>
                <a:lnTo>
                  <a:pt x="0" y="56197"/>
                </a:lnTo>
                <a:lnTo>
                  <a:pt x="18098" y="56197"/>
                </a:lnTo>
                <a:close/>
              </a:path>
            </a:pathLst>
          </a:custGeom>
          <a:solidFill xmlns:a="http://schemas.openxmlformats.org/drawingml/2006/main">
            <a:srgbClr val="649BBC"/>
          </a:solidFill>
          <a:ln xmlns:a="http://schemas.openxmlformats.org/drawingml/2006/main" w="0">
            <a:noFill/>
          </a:ln>
        </p:spPr>
      </p:sp>
      <p:sp>
        <p:nvSpPr>
          <p:cNvPr id="32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C6D7C64-994B-4CF6-83B0-D37ED83B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2539" y="2272189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2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92A7B52D-C774-4403-842D-D482A966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689" y="2272189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0"/>
                </a:move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2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CA223623-3D3B-413F-940C-36BDD7C7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9214" y="227218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2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B2DE6FAB-AADD-464B-B247-7530BCEE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0589" y="2272189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2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1164D2B-71C4-4B13-84E3-3C32A006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814" y="2272189"/>
            <a:ext cx="84773" cy="18097"/>
          </a:xfrm>
          <a:custGeom xmlns:a="http://schemas.openxmlformats.org/drawingml/2006/main">
            <a:pathLst>
              <a:path w="84773" h="18097">
                <a:moveTo>
                  <a:pt x="0" y="0"/>
                </a:moveTo>
                <a:lnTo>
                  <a:pt x="0" y="18097"/>
                </a:lnTo>
                <a:lnTo>
                  <a:pt x="84773" y="18097"/>
                </a:lnTo>
                <a:lnTo>
                  <a:pt x="847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2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37E6465C-A274-4A94-AD86-3F78328E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2964" y="2272189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2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8092AB6-026E-4B67-BFCF-77D029B1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689" y="2291239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2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B641CB1F-AD7C-4E40-8524-7AF5A2C1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5389" y="2291239"/>
            <a:ext cx="84773" cy="18097"/>
          </a:xfrm>
          <a:custGeom xmlns:a="http://schemas.openxmlformats.org/drawingml/2006/main">
            <a:pathLst>
              <a:path w="84773" h="18097">
                <a:moveTo>
                  <a:pt x="84773" y="0"/>
                </a:moveTo>
                <a:lnTo>
                  <a:pt x="0" y="0"/>
                </a:lnTo>
                <a:lnTo>
                  <a:pt x="0" y="18097"/>
                </a:lnTo>
                <a:lnTo>
                  <a:pt x="84773" y="18097"/>
                </a:lnTo>
                <a:lnTo>
                  <a:pt x="84773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2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A50A9FD-C45F-4F71-8B8A-EB202CAD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0589" y="2291239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2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CE82A116-2316-4F83-8891-9FC7D8BB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764" y="2291239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3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C3CA90D-19BF-4EFD-83F0-3819B943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2964" y="2291239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3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F7E7A986-A862-4AE0-B7A9-EE64EB18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2964" y="2348389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3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5F12A9E-A42B-4D15-8E8A-BC546A3A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764" y="2348389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0"/>
                </a:move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3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B5B4830-581E-4C47-88A1-DC9112D0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0589" y="2348389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3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C271B45-560E-40B5-9A35-9425519B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5389" y="2348389"/>
            <a:ext cx="46673" cy="18097"/>
          </a:xfrm>
          <a:custGeom xmlns:a="http://schemas.openxmlformats.org/drawingml/2006/main">
            <a:pathLst>
              <a:path w="46673" h="18097">
                <a:moveTo>
                  <a:pt x="0" y="0"/>
                </a:moveTo>
                <a:lnTo>
                  <a:pt x="0" y="18097"/>
                </a:lnTo>
                <a:lnTo>
                  <a:pt x="46673" y="18097"/>
                </a:lnTo>
                <a:lnTo>
                  <a:pt x="466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3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A8D7474E-A6BD-412F-89C4-B09C6626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039" y="2348389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3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29CD5746-AF28-42EF-BA8C-FBB6DFA5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014" y="2348389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3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8C9AEDF-EAC3-4DDB-A662-932CD7CB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689" y="2348389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0"/>
                </a:move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3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1DB93C6-E8D0-4BCE-828B-7A37ACF5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639" y="241506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3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A546DF6-98B8-4741-996C-2F802E5C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7264" y="246268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4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99E4728D-02EF-476A-B691-35729F91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689" y="246268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4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A20EBE8-04B2-43E1-A88F-D7B95D2C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639" y="196738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4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8C989B8-77DF-4974-A51A-DC9663AA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864" y="209121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4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4030D3E-6AE7-4753-8A25-8889747F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8289" y="21007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4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C0C8C220-C2E9-451A-A832-FD94CFEC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3039" y="221503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4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D7E0AB1-3EA9-4428-93EE-7ABB6026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389" y="222456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4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095649D-BBDC-4E05-8D11-909FAEA7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814" y="222456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4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27CBB1A7-8F0D-441D-9774-1AEF05B9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189" y="2243614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4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5EBF771-0EA1-41C2-B5B8-A65B5DFA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164" y="2415064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4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51214232-8587-4948-9FF1-9979CFC2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7339" y="241506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5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59D5399A-7103-42AD-8136-B850A4DF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739" y="2415064"/>
            <a:ext cx="46673" cy="18097"/>
          </a:xfrm>
          <a:custGeom xmlns:a="http://schemas.openxmlformats.org/drawingml/2006/main">
            <a:pathLst>
              <a:path w="46673" h="18097">
                <a:moveTo>
                  <a:pt x="46673" y="0"/>
                </a:moveTo>
                <a:lnTo>
                  <a:pt x="0" y="0"/>
                </a:lnTo>
                <a:lnTo>
                  <a:pt x="0" y="18097"/>
                </a:lnTo>
                <a:lnTo>
                  <a:pt x="46673" y="18097"/>
                </a:lnTo>
                <a:lnTo>
                  <a:pt x="46673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5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DA5D531C-9E2A-420C-8662-E6D2EA13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614" y="241506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5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FFAC9FEC-13FA-44E8-B436-7562B7BD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989" y="2415064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5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C8F40F15-F41B-458F-86FD-A02B8775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964" y="241506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5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F57C8384-7D29-413B-A98C-C0AE5529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589" y="241506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5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3C34153-1FDB-4C4E-94EB-7B68A9A4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2114" y="246268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5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4B27574-1C5D-4BC3-B2CA-8D581830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564" y="246268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5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C9C07E01-0A8F-42A2-9309-D8322C8F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939" y="246268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5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FD8A4DDD-E92F-49FD-87AF-7888ADE3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839" y="246268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5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496F638B-19D0-4FFB-B8DD-AF1A0DA2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764" y="1814989"/>
            <a:ext cx="46673" cy="27622"/>
          </a:xfrm>
          <a:custGeom xmlns:a="http://schemas.openxmlformats.org/drawingml/2006/main">
            <a:pathLst>
              <a:path w="46673" h="27622">
                <a:moveTo>
                  <a:pt x="18098" y="0"/>
                </a:moveTo>
                <a:lnTo>
                  <a:pt x="0" y="0"/>
                </a:lnTo>
                <a:lnTo>
                  <a:pt x="0" y="27622"/>
                </a:lnTo>
                <a:lnTo>
                  <a:pt x="46673" y="27622"/>
                </a:lnTo>
                <a:lnTo>
                  <a:pt x="46673" y="9525"/>
                </a:lnTo>
                <a:lnTo>
                  <a:pt x="18098" y="9525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6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733C13E-FF3F-45D7-8615-BF3CAAE3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814" y="222456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6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249EBCF6-9187-4147-A74B-B33DEA61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039" y="222456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6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9FFCF3B-AA14-4679-9A78-30035630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114" y="222456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6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2B1EA10-72C5-46D4-8C82-FA0A97BC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3589" y="2310289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6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BA2F13D8-8836-48EF-8DC8-6DE5B746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764" y="241506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6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E8C86F4-C67C-4FA9-96DC-A07E349D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839" y="241506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6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23CF35B-0D70-4D5D-A9ED-56282F22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7864" y="2434114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6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6C06B68-C3FA-4217-8ACF-23E8A1F4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764" y="246268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6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CB3FDEC7-1A28-4F5A-8C4E-DA2576BE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1714" y="1205389"/>
            <a:ext cx="18098" cy="37147"/>
          </a:xfrm>
          <a:custGeom xmlns:a="http://schemas.openxmlformats.org/drawingml/2006/main">
            <a:pathLst>
              <a:path w="18098" h="37147">
                <a:moveTo>
                  <a:pt x="18098" y="37147"/>
                </a:moveTo>
                <a:lnTo>
                  <a:pt x="18098" y="0"/>
                </a:lnTo>
                <a:lnTo>
                  <a:pt x="0" y="0"/>
                </a:lnTo>
                <a:lnTo>
                  <a:pt x="0" y="37147"/>
                </a:lnTo>
                <a:lnTo>
                  <a:pt x="18098" y="37147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6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D42B1D1F-F088-4EDC-865B-9B419B78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239" y="151018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18097"/>
                </a:move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7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B882250-BEB2-483F-A77B-379F54B9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289" y="151971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0"/>
                </a:move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7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BB80A83B-A527-4518-AF0B-981D417A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1714" y="151971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0"/>
                </a:move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7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17D3FA7-A6D5-43A7-8783-E61F4859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889" y="1643539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0"/>
                </a:move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7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BF7514A3-9D4F-410D-900C-FB9589CD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3614" y="167211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7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0750658-82B4-40DF-B93D-36876C4D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2189" y="167211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7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93F879A9-CEFA-405C-9D8E-6D71F76E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16816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7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C4CE0DFF-8D8F-4BB7-A6A2-28F61B0C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4089" y="1700689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0"/>
                </a:move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7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61D1DD2C-DF21-4E3A-8039-F8DA3BCC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039" y="1072039"/>
            <a:ext cx="18098" cy="27623"/>
          </a:xfrm>
          <a:custGeom xmlns:a="http://schemas.openxmlformats.org/drawingml/2006/main">
            <a:pathLst>
              <a:path w="18098" h="27623">
                <a:moveTo>
                  <a:pt x="18098" y="0"/>
                </a:moveTo>
                <a:lnTo>
                  <a:pt x="0" y="0"/>
                </a:lnTo>
                <a:lnTo>
                  <a:pt x="0" y="27623"/>
                </a:lnTo>
                <a:lnTo>
                  <a:pt x="18098" y="27623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7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43909C51-6A56-436F-8DF1-4F0244AD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6514" y="1100614"/>
            <a:ext cx="37148" cy="18098"/>
          </a:xfrm>
          <a:custGeom xmlns:a="http://schemas.openxmlformats.org/drawingml/2006/main">
            <a:pathLst>
              <a:path w="37148" h="18098">
                <a:moveTo>
                  <a:pt x="37148" y="0"/>
                </a:moveTo>
                <a:lnTo>
                  <a:pt x="0" y="0"/>
                </a:lnTo>
                <a:lnTo>
                  <a:pt x="0" y="18098"/>
                </a:lnTo>
                <a:lnTo>
                  <a:pt x="37148" y="18098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7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2884C79C-809C-41C7-8E12-1695F011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4139" y="1100614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8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6EFD78FB-A346-4CC4-956C-889BADEF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2689" y="1129189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0"/>
                </a:move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8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4751746F-A4A2-4A65-ACCE-CF6D26B0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9839" y="1129189"/>
            <a:ext cx="37148" cy="27623"/>
          </a:xfrm>
          <a:custGeom xmlns:a="http://schemas.openxmlformats.org/drawingml/2006/main">
            <a:pathLst>
              <a:path w="37148" h="27623">
                <a:moveTo>
                  <a:pt x="27623" y="0"/>
                </a:moveTo>
                <a:lnTo>
                  <a:pt x="0" y="0"/>
                </a:lnTo>
                <a:lnTo>
                  <a:pt x="0" y="18098"/>
                </a:lnTo>
                <a:lnTo>
                  <a:pt x="9525" y="18098"/>
                </a:lnTo>
                <a:lnTo>
                  <a:pt x="9525" y="27623"/>
                </a:lnTo>
                <a:lnTo>
                  <a:pt x="37148" y="27623"/>
                </a:lnTo>
                <a:lnTo>
                  <a:pt x="37148" y="9525"/>
                </a:lnTo>
                <a:lnTo>
                  <a:pt x="27623" y="9525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8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17F19B8-B348-4964-9BA3-DC31DD3C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064" y="1167289"/>
            <a:ext cx="18098" cy="27623"/>
          </a:xfrm>
          <a:custGeom xmlns:a="http://schemas.openxmlformats.org/drawingml/2006/main">
            <a:pathLst>
              <a:path w="18098" h="27623">
                <a:moveTo>
                  <a:pt x="0" y="0"/>
                </a:moveTo>
                <a:lnTo>
                  <a:pt x="0" y="27623"/>
                </a:lnTo>
                <a:lnTo>
                  <a:pt x="18098" y="27623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8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FEE11F62-4F2A-4E37-92F6-58FBE46A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489" y="1186339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8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B3FA8EF-FD1F-4626-9B28-9F2927A5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814" y="1186339"/>
            <a:ext cx="37148" cy="18098"/>
          </a:xfrm>
          <a:custGeom xmlns:a="http://schemas.openxmlformats.org/drawingml/2006/main">
            <a:pathLst>
              <a:path w="37148" h="18098">
                <a:moveTo>
                  <a:pt x="37148" y="0"/>
                </a:moveTo>
                <a:lnTo>
                  <a:pt x="0" y="0"/>
                </a:lnTo>
                <a:lnTo>
                  <a:pt x="0" y="18098"/>
                </a:lnTo>
                <a:lnTo>
                  <a:pt x="37148" y="18098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8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7E19CB1-AA86-4F7E-8866-D389C1DB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2239" y="134826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8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BA4A1130-431A-4C53-8D12-A951761E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4139" y="1357789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18097"/>
                </a:move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lnTo>
                  <a:pt x="0" y="18097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8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DA549FE0-6138-4609-98A0-08A3CB5D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039" y="137683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8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4B6338E0-56A3-4350-9C34-1BF57ED1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0314" y="144351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8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E4B9A07-7D20-4FAE-9FC1-0279331E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2739" y="976789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9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97676D6A-F08C-483F-9B22-B0767762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4639" y="1052989"/>
            <a:ext cx="46673" cy="18098"/>
          </a:xfrm>
          <a:custGeom xmlns:a="http://schemas.openxmlformats.org/drawingml/2006/main">
            <a:pathLst>
              <a:path w="46673" h="18098">
                <a:moveTo>
                  <a:pt x="46673" y="0"/>
                </a:moveTo>
                <a:lnTo>
                  <a:pt x="0" y="0"/>
                </a:lnTo>
                <a:lnTo>
                  <a:pt x="0" y="18098"/>
                </a:lnTo>
                <a:lnTo>
                  <a:pt x="46673" y="18098"/>
                </a:lnTo>
                <a:lnTo>
                  <a:pt x="46673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9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99F7D8F-E2FD-4414-AF40-9E9CD4D2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0814" y="1081564"/>
            <a:ext cx="37148" cy="27623"/>
          </a:xfrm>
          <a:custGeom xmlns:a="http://schemas.openxmlformats.org/drawingml/2006/main">
            <a:pathLst>
              <a:path w="37148" h="27623">
                <a:moveTo>
                  <a:pt x="37148" y="0"/>
                </a:moveTo>
                <a:lnTo>
                  <a:pt x="19050" y="0"/>
                </a:lnTo>
                <a:lnTo>
                  <a:pt x="19050" y="9525"/>
                </a:lnTo>
                <a:lnTo>
                  <a:pt x="0" y="9525"/>
                </a:lnTo>
                <a:lnTo>
                  <a:pt x="0" y="27623"/>
                </a:lnTo>
                <a:lnTo>
                  <a:pt x="37148" y="27623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9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C892771-3B40-401D-854E-EB8F384D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1789" y="117681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0"/>
                </a:move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9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DA2E6968-3CD2-44DB-A20D-51EDD99A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164" y="1224439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9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242426CE-A32E-4FE0-B93F-A824B8BF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8914" y="125301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9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CC18EAF5-23BC-4E92-8E1B-65BF402F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1764" y="1300639"/>
            <a:ext cx="37148" cy="37147"/>
          </a:xfrm>
          <a:custGeom xmlns:a="http://schemas.openxmlformats.org/drawingml/2006/main">
            <a:pathLst>
              <a:path w="37148" h="37147">
                <a:moveTo>
                  <a:pt x="0" y="37147"/>
                </a:moveTo>
                <a:lnTo>
                  <a:pt x="18098" y="37147"/>
                </a:lnTo>
                <a:lnTo>
                  <a:pt x="18098" y="27622"/>
                </a:lnTo>
                <a:lnTo>
                  <a:pt x="27623" y="27622"/>
                </a:lnTo>
                <a:lnTo>
                  <a:pt x="27623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lnTo>
                  <a:pt x="0" y="37147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9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FDF1E291-6F6B-4246-AC97-5FC15476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8914" y="1310164"/>
            <a:ext cx="27623" cy="27622"/>
          </a:xfrm>
          <a:custGeom xmlns:a="http://schemas.openxmlformats.org/drawingml/2006/main">
            <a:pathLst>
              <a:path w="27623" h="27622">
                <a:moveTo>
                  <a:pt x="27623" y="27622"/>
                </a:moveTo>
                <a:lnTo>
                  <a:pt x="27623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lnTo>
                  <a:pt x="0" y="27622"/>
                </a:lnTo>
                <a:lnTo>
                  <a:pt x="27623" y="27622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9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97B2EFA8-55E6-43BB-B637-67347225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5114" y="131016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9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425C815D-19F2-4038-BC8A-792982A4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589" y="1338739"/>
            <a:ext cx="18098" cy="37147"/>
          </a:xfrm>
          <a:custGeom xmlns:a="http://schemas.openxmlformats.org/drawingml/2006/main">
            <a:pathLst>
              <a:path w="18098" h="37147">
                <a:moveTo>
                  <a:pt x="18098" y="37147"/>
                </a:moveTo>
                <a:lnTo>
                  <a:pt x="18098" y="0"/>
                </a:lnTo>
                <a:lnTo>
                  <a:pt x="0" y="0"/>
                </a:lnTo>
                <a:lnTo>
                  <a:pt x="0" y="37147"/>
                </a:lnTo>
                <a:lnTo>
                  <a:pt x="18098" y="37147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39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9B7118D9-B03A-474E-9227-B09E80BB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4639" y="1348264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40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9E8E84FB-4E23-49EF-92F6-15617E1D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489" y="136731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40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FCC5FF68-2BF4-4A7A-86E1-566F1EF9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889" y="2510314"/>
            <a:ext cx="1132523" cy="27622"/>
          </a:xfrm>
          <a:custGeom xmlns:a="http://schemas.openxmlformats.org/drawingml/2006/main">
            <a:pathLst>
              <a:path w="1132523" h="27622">
                <a:moveTo>
                  <a:pt x="1094423" y="9525"/>
                </a:moveTo>
                <a:lnTo>
                  <a:pt x="1094423" y="0"/>
                </a:lnTo>
                <a:lnTo>
                  <a:pt x="1076325" y="0"/>
                </a:lnTo>
                <a:lnTo>
                  <a:pt x="1076325" y="9525"/>
                </a:lnTo>
                <a:lnTo>
                  <a:pt x="0" y="9525"/>
                </a:lnTo>
                <a:lnTo>
                  <a:pt x="0" y="27622"/>
                </a:lnTo>
                <a:lnTo>
                  <a:pt x="1132523" y="27622"/>
                </a:lnTo>
                <a:lnTo>
                  <a:pt x="1132523" y="9525"/>
                </a:lnTo>
                <a:lnTo>
                  <a:pt x="1094423" y="9525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40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69C8A7FB-A109-4217-9A61-30975B5C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289" y="938689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40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DF2B1BE8-08EC-4206-8064-50018D0D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939" y="1014889"/>
            <a:ext cx="18098" cy="27623"/>
          </a:xfrm>
          <a:custGeom xmlns:a="http://schemas.openxmlformats.org/drawingml/2006/main">
            <a:pathLst>
              <a:path w="18098" h="27623">
                <a:moveTo>
                  <a:pt x="18098" y="0"/>
                </a:moveTo>
                <a:lnTo>
                  <a:pt x="0" y="0"/>
                </a:lnTo>
                <a:lnTo>
                  <a:pt x="0" y="27623"/>
                </a:lnTo>
                <a:lnTo>
                  <a:pt x="18098" y="27623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40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C9257A72-1877-46F0-9EF9-2C67EBE8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8489" y="1052989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40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DF14CB48-7B6E-4E30-A580-F8040933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314" y="1119664"/>
            <a:ext cx="27623" cy="27623"/>
          </a:xfrm>
          <a:custGeom xmlns:a="http://schemas.openxmlformats.org/drawingml/2006/main">
            <a:pathLst>
              <a:path w="27623" h="27623">
                <a:moveTo>
                  <a:pt x="0" y="0"/>
                </a:moveTo>
                <a:lnTo>
                  <a:pt x="0" y="27623"/>
                </a:lnTo>
                <a:lnTo>
                  <a:pt x="27623" y="27623"/>
                </a:lnTo>
                <a:lnTo>
                  <a:pt x="27623" y="9525"/>
                </a:lnTo>
                <a:lnTo>
                  <a:pt x="18098" y="9525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40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61784EF-C371-4EAD-BAB2-7B120AA1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1339" y="1138714"/>
            <a:ext cx="18098" cy="27623"/>
          </a:xfrm>
          <a:custGeom xmlns:a="http://schemas.openxmlformats.org/drawingml/2006/main">
            <a:pathLst>
              <a:path w="18098" h="27623">
                <a:moveTo>
                  <a:pt x="0" y="0"/>
                </a:moveTo>
                <a:lnTo>
                  <a:pt x="0" y="27623"/>
                </a:lnTo>
                <a:lnTo>
                  <a:pt x="18098" y="27623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40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221454A-50A9-4801-97AA-371C5449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589" y="1157764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40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2D59756E-C340-4C3E-A081-EE708FAE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989" y="1310164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40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2162F068-B3DC-4CE4-B341-CB2A9F91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9414" y="1338739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0"/>
                </a:move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41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9DF50EF3-227C-4D6A-BF02-EB53C509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7514" y="1357789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0"/>
                </a:move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41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681AE01-27AC-4206-99A7-785040AD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9414" y="1386364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DEE3"/>
          </a:solidFill>
          <a:ln xmlns:a="http://schemas.openxmlformats.org/drawingml/2006/main" w="0">
            <a:noFill/>
          </a:ln>
        </p:spPr>
      </p:sp>
      <p:sp>
        <p:nvSpPr>
          <p:cNvPr id="41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39C4339-5B5B-49AB-B302-997A02CE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4339" y="1586389"/>
            <a:ext cx="1742123" cy="961072"/>
          </a:xfrm>
          <a:custGeom xmlns:a="http://schemas.openxmlformats.org/drawingml/2006/main">
            <a:pathLst>
              <a:path w="1742123" h="961072">
                <a:moveTo>
                  <a:pt x="485775" y="571500"/>
                </a:moveTo>
                <a:lnTo>
                  <a:pt x="485775" y="581025"/>
                </a:lnTo>
                <a:lnTo>
                  <a:pt x="476250" y="581025"/>
                </a:lnTo>
                <a:lnTo>
                  <a:pt x="476250" y="590550"/>
                </a:lnTo>
                <a:lnTo>
                  <a:pt x="457200" y="590550"/>
                </a:lnTo>
                <a:lnTo>
                  <a:pt x="457200" y="600075"/>
                </a:lnTo>
                <a:lnTo>
                  <a:pt x="447675" y="600075"/>
                </a:lnTo>
                <a:lnTo>
                  <a:pt x="447675" y="609600"/>
                </a:lnTo>
                <a:lnTo>
                  <a:pt x="438150" y="609600"/>
                </a:lnTo>
                <a:lnTo>
                  <a:pt x="438150" y="619125"/>
                </a:lnTo>
                <a:lnTo>
                  <a:pt x="419100" y="619125"/>
                </a:lnTo>
                <a:lnTo>
                  <a:pt x="419100" y="628650"/>
                </a:lnTo>
                <a:lnTo>
                  <a:pt x="409575" y="628650"/>
                </a:lnTo>
                <a:lnTo>
                  <a:pt x="409575" y="638175"/>
                </a:lnTo>
                <a:lnTo>
                  <a:pt x="400050" y="638175"/>
                </a:lnTo>
                <a:lnTo>
                  <a:pt x="400050" y="647700"/>
                </a:lnTo>
                <a:lnTo>
                  <a:pt x="381000" y="647700"/>
                </a:lnTo>
                <a:lnTo>
                  <a:pt x="381000" y="657225"/>
                </a:lnTo>
                <a:lnTo>
                  <a:pt x="371475" y="657225"/>
                </a:lnTo>
                <a:lnTo>
                  <a:pt x="371475" y="666750"/>
                </a:lnTo>
                <a:lnTo>
                  <a:pt x="361950" y="666750"/>
                </a:lnTo>
                <a:lnTo>
                  <a:pt x="361950" y="676275"/>
                </a:lnTo>
                <a:lnTo>
                  <a:pt x="342900" y="676275"/>
                </a:lnTo>
                <a:lnTo>
                  <a:pt x="342900" y="685800"/>
                </a:lnTo>
                <a:lnTo>
                  <a:pt x="333375" y="685800"/>
                </a:lnTo>
                <a:lnTo>
                  <a:pt x="333375" y="695325"/>
                </a:lnTo>
                <a:lnTo>
                  <a:pt x="323850" y="695325"/>
                </a:lnTo>
                <a:lnTo>
                  <a:pt x="323850" y="704850"/>
                </a:lnTo>
                <a:lnTo>
                  <a:pt x="314325" y="704850"/>
                </a:lnTo>
                <a:lnTo>
                  <a:pt x="314325" y="714375"/>
                </a:lnTo>
                <a:lnTo>
                  <a:pt x="295275" y="714375"/>
                </a:lnTo>
                <a:lnTo>
                  <a:pt x="295275" y="723900"/>
                </a:lnTo>
                <a:lnTo>
                  <a:pt x="285750" y="723900"/>
                </a:lnTo>
                <a:lnTo>
                  <a:pt x="285750" y="733425"/>
                </a:lnTo>
                <a:lnTo>
                  <a:pt x="276225" y="733425"/>
                </a:lnTo>
                <a:lnTo>
                  <a:pt x="276225" y="742950"/>
                </a:lnTo>
                <a:lnTo>
                  <a:pt x="257175" y="742950"/>
                </a:lnTo>
                <a:lnTo>
                  <a:pt x="257175" y="752475"/>
                </a:lnTo>
                <a:lnTo>
                  <a:pt x="247650" y="752475"/>
                </a:lnTo>
                <a:lnTo>
                  <a:pt x="247650" y="762000"/>
                </a:lnTo>
                <a:lnTo>
                  <a:pt x="238125" y="762000"/>
                </a:lnTo>
                <a:lnTo>
                  <a:pt x="238125" y="771525"/>
                </a:lnTo>
                <a:lnTo>
                  <a:pt x="219075" y="771525"/>
                </a:lnTo>
                <a:lnTo>
                  <a:pt x="219075" y="781050"/>
                </a:lnTo>
                <a:lnTo>
                  <a:pt x="209550" y="781050"/>
                </a:lnTo>
                <a:lnTo>
                  <a:pt x="209550" y="790575"/>
                </a:lnTo>
                <a:lnTo>
                  <a:pt x="200025" y="790575"/>
                </a:lnTo>
                <a:lnTo>
                  <a:pt x="200025" y="800100"/>
                </a:lnTo>
                <a:lnTo>
                  <a:pt x="180975" y="800100"/>
                </a:lnTo>
                <a:lnTo>
                  <a:pt x="180975" y="809625"/>
                </a:lnTo>
                <a:lnTo>
                  <a:pt x="171450" y="809625"/>
                </a:lnTo>
                <a:lnTo>
                  <a:pt x="171450" y="819150"/>
                </a:lnTo>
                <a:lnTo>
                  <a:pt x="161925" y="819150"/>
                </a:lnTo>
                <a:lnTo>
                  <a:pt x="161925" y="828675"/>
                </a:lnTo>
                <a:lnTo>
                  <a:pt x="152400" y="828675"/>
                </a:lnTo>
                <a:lnTo>
                  <a:pt x="152400" y="838200"/>
                </a:lnTo>
                <a:lnTo>
                  <a:pt x="133350" y="838200"/>
                </a:lnTo>
                <a:lnTo>
                  <a:pt x="133350" y="847725"/>
                </a:lnTo>
                <a:lnTo>
                  <a:pt x="123825" y="847725"/>
                </a:lnTo>
                <a:lnTo>
                  <a:pt x="123825" y="857250"/>
                </a:lnTo>
                <a:lnTo>
                  <a:pt x="114300" y="857250"/>
                </a:lnTo>
                <a:lnTo>
                  <a:pt x="114300" y="866775"/>
                </a:lnTo>
                <a:lnTo>
                  <a:pt x="95250" y="866775"/>
                </a:lnTo>
                <a:lnTo>
                  <a:pt x="95250" y="876300"/>
                </a:lnTo>
                <a:lnTo>
                  <a:pt x="85725" y="876300"/>
                </a:lnTo>
                <a:lnTo>
                  <a:pt x="85725" y="885825"/>
                </a:lnTo>
                <a:lnTo>
                  <a:pt x="76200" y="885825"/>
                </a:lnTo>
                <a:lnTo>
                  <a:pt x="76200" y="895350"/>
                </a:lnTo>
                <a:lnTo>
                  <a:pt x="57150" y="895350"/>
                </a:lnTo>
                <a:lnTo>
                  <a:pt x="57150" y="904875"/>
                </a:lnTo>
                <a:lnTo>
                  <a:pt x="47625" y="904875"/>
                </a:lnTo>
                <a:lnTo>
                  <a:pt x="47625" y="914400"/>
                </a:lnTo>
                <a:lnTo>
                  <a:pt x="38100" y="914400"/>
                </a:lnTo>
                <a:lnTo>
                  <a:pt x="38100" y="923925"/>
                </a:lnTo>
                <a:lnTo>
                  <a:pt x="28575" y="923925"/>
                </a:lnTo>
                <a:lnTo>
                  <a:pt x="28575" y="933450"/>
                </a:lnTo>
                <a:lnTo>
                  <a:pt x="9525" y="933450"/>
                </a:lnTo>
                <a:lnTo>
                  <a:pt x="9525" y="942975"/>
                </a:lnTo>
                <a:lnTo>
                  <a:pt x="0" y="942975"/>
                </a:lnTo>
                <a:lnTo>
                  <a:pt x="0" y="961072"/>
                </a:lnTo>
                <a:lnTo>
                  <a:pt x="1742123" y="961072"/>
                </a:lnTo>
                <a:lnTo>
                  <a:pt x="1742123" y="942975"/>
                </a:lnTo>
                <a:lnTo>
                  <a:pt x="46673" y="942975"/>
                </a:lnTo>
                <a:lnTo>
                  <a:pt x="46673" y="942022"/>
                </a:lnTo>
                <a:lnTo>
                  <a:pt x="56198" y="942022"/>
                </a:lnTo>
                <a:lnTo>
                  <a:pt x="56198" y="932497"/>
                </a:lnTo>
                <a:lnTo>
                  <a:pt x="65723" y="932497"/>
                </a:lnTo>
                <a:lnTo>
                  <a:pt x="65723" y="922972"/>
                </a:lnTo>
                <a:lnTo>
                  <a:pt x="84773" y="922972"/>
                </a:lnTo>
                <a:lnTo>
                  <a:pt x="84773" y="913447"/>
                </a:lnTo>
                <a:lnTo>
                  <a:pt x="94298" y="913447"/>
                </a:lnTo>
                <a:lnTo>
                  <a:pt x="94298" y="903922"/>
                </a:lnTo>
                <a:lnTo>
                  <a:pt x="103823" y="903922"/>
                </a:lnTo>
                <a:lnTo>
                  <a:pt x="103823" y="894397"/>
                </a:lnTo>
                <a:lnTo>
                  <a:pt x="122873" y="894397"/>
                </a:lnTo>
                <a:lnTo>
                  <a:pt x="122873" y="884872"/>
                </a:lnTo>
                <a:lnTo>
                  <a:pt x="132398" y="884872"/>
                </a:lnTo>
                <a:lnTo>
                  <a:pt x="132398" y="875347"/>
                </a:lnTo>
                <a:lnTo>
                  <a:pt x="151448" y="875347"/>
                </a:lnTo>
                <a:lnTo>
                  <a:pt x="151448" y="865822"/>
                </a:lnTo>
                <a:lnTo>
                  <a:pt x="160973" y="865822"/>
                </a:lnTo>
                <a:lnTo>
                  <a:pt x="160973" y="856297"/>
                </a:lnTo>
                <a:lnTo>
                  <a:pt x="170498" y="856297"/>
                </a:lnTo>
                <a:lnTo>
                  <a:pt x="170498" y="846772"/>
                </a:lnTo>
                <a:lnTo>
                  <a:pt x="180023" y="846772"/>
                </a:lnTo>
                <a:lnTo>
                  <a:pt x="180023" y="837247"/>
                </a:lnTo>
                <a:lnTo>
                  <a:pt x="189548" y="837247"/>
                </a:lnTo>
                <a:lnTo>
                  <a:pt x="189548" y="827722"/>
                </a:lnTo>
                <a:lnTo>
                  <a:pt x="208598" y="827722"/>
                </a:lnTo>
                <a:lnTo>
                  <a:pt x="208598" y="818197"/>
                </a:lnTo>
                <a:lnTo>
                  <a:pt x="218123" y="818197"/>
                </a:lnTo>
                <a:lnTo>
                  <a:pt x="218123" y="808672"/>
                </a:lnTo>
                <a:lnTo>
                  <a:pt x="227648" y="808672"/>
                </a:lnTo>
                <a:lnTo>
                  <a:pt x="227648" y="799147"/>
                </a:lnTo>
                <a:lnTo>
                  <a:pt x="246698" y="799147"/>
                </a:lnTo>
                <a:lnTo>
                  <a:pt x="246698" y="789622"/>
                </a:lnTo>
                <a:lnTo>
                  <a:pt x="256223" y="789622"/>
                </a:lnTo>
                <a:lnTo>
                  <a:pt x="256223" y="780097"/>
                </a:lnTo>
                <a:lnTo>
                  <a:pt x="265748" y="780097"/>
                </a:lnTo>
                <a:lnTo>
                  <a:pt x="265748" y="770572"/>
                </a:lnTo>
                <a:lnTo>
                  <a:pt x="284798" y="770572"/>
                </a:lnTo>
                <a:lnTo>
                  <a:pt x="284798" y="761047"/>
                </a:lnTo>
                <a:lnTo>
                  <a:pt x="294323" y="761047"/>
                </a:lnTo>
                <a:lnTo>
                  <a:pt x="294323" y="751522"/>
                </a:lnTo>
                <a:lnTo>
                  <a:pt x="303848" y="751522"/>
                </a:lnTo>
                <a:lnTo>
                  <a:pt x="303848" y="741997"/>
                </a:lnTo>
                <a:lnTo>
                  <a:pt x="313373" y="741997"/>
                </a:lnTo>
                <a:lnTo>
                  <a:pt x="313373" y="732472"/>
                </a:lnTo>
                <a:lnTo>
                  <a:pt x="332423" y="732472"/>
                </a:lnTo>
                <a:lnTo>
                  <a:pt x="332423" y="722947"/>
                </a:lnTo>
                <a:lnTo>
                  <a:pt x="341948" y="722947"/>
                </a:lnTo>
                <a:lnTo>
                  <a:pt x="341948" y="713422"/>
                </a:lnTo>
                <a:lnTo>
                  <a:pt x="351473" y="713422"/>
                </a:lnTo>
                <a:lnTo>
                  <a:pt x="351473" y="703897"/>
                </a:lnTo>
                <a:lnTo>
                  <a:pt x="370523" y="703897"/>
                </a:lnTo>
                <a:lnTo>
                  <a:pt x="370523" y="694372"/>
                </a:lnTo>
                <a:lnTo>
                  <a:pt x="380048" y="694372"/>
                </a:lnTo>
                <a:lnTo>
                  <a:pt x="380048" y="684847"/>
                </a:lnTo>
                <a:lnTo>
                  <a:pt x="399098" y="684847"/>
                </a:lnTo>
                <a:lnTo>
                  <a:pt x="399098" y="675322"/>
                </a:lnTo>
                <a:lnTo>
                  <a:pt x="408623" y="675322"/>
                </a:lnTo>
                <a:lnTo>
                  <a:pt x="408623" y="665797"/>
                </a:lnTo>
                <a:lnTo>
                  <a:pt x="418148" y="665797"/>
                </a:lnTo>
                <a:lnTo>
                  <a:pt x="418148" y="656272"/>
                </a:lnTo>
                <a:lnTo>
                  <a:pt x="427673" y="656272"/>
                </a:lnTo>
                <a:lnTo>
                  <a:pt x="427673" y="646747"/>
                </a:lnTo>
                <a:lnTo>
                  <a:pt x="446723" y="646747"/>
                </a:lnTo>
                <a:lnTo>
                  <a:pt x="446723" y="637222"/>
                </a:lnTo>
                <a:lnTo>
                  <a:pt x="456248" y="637222"/>
                </a:lnTo>
                <a:lnTo>
                  <a:pt x="456248" y="627697"/>
                </a:lnTo>
                <a:lnTo>
                  <a:pt x="465773" y="627697"/>
                </a:lnTo>
                <a:lnTo>
                  <a:pt x="465773" y="618172"/>
                </a:lnTo>
                <a:lnTo>
                  <a:pt x="484823" y="618172"/>
                </a:lnTo>
                <a:lnTo>
                  <a:pt x="484823" y="608647"/>
                </a:lnTo>
                <a:lnTo>
                  <a:pt x="494348" y="608647"/>
                </a:lnTo>
                <a:lnTo>
                  <a:pt x="494348" y="599122"/>
                </a:lnTo>
                <a:lnTo>
                  <a:pt x="503873" y="599122"/>
                </a:lnTo>
                <a:lnTo>
                  <a:pt x="503873" y="589597"/>
                </a:lnTo>
                <a:lnTo>
                  <a:pt x="522923" y="589597"/>
                </a:lnTo>
                <a:lnTo>
                  <a:pt x="522923" y="580072"/>
                </a:lnTo>
                <a:lnTo>
                  <a:pt x="532448" y="580072"/>
                </a:lnTo>
                <a:lnTo>
                  <a:pt x="532448" y="570547"/>
                </a:lnTo>
                <a:lnTo>
                  <a:pt x="541973" y="570547"/>
                </a:lnTo>
                <a:lnTo>
                  <a:pt x="541973" y="561022"/>
                </a:lnTo>
                <a:lnTo>
                  <a:pt x="551498" y="561022"/>
                </a:lnTo>
                <a:lnTo>
                  <a:pt x="551498" y="551497"/>
                </a:lnTo>
                <a:lnTo>
                  <a:pt x="570548" y="551497"/>
                </a:lnTo>
                <a:lnTo>
                  <a:pt x="570548" y="541972"/>
                </a:lnTo>
                <a:lnTo>
                  <a:pt x="580073" y="541972"/>
                </a:lnTo>
                <a:lnTo>
                  <a:pt x="580073" y="532447"/>
                </a:lnTo>
                <a:lnTo>
                  <a:pt x="589598" y="532447"/>
                </a:lnTo>
                <a:lnTo>
                  <a:pt x="589598" y="522922"/>
                </a:lnTo>
                <a:lnTo>
                  <a:pt x="608648" y="522922"/>
                </a:lnTo>
                <a:lnTo>
                  <a:pt x="608648" y="513397"/>
                </a:lnTo>
                <a:lnTo>
                  <a:pt x="618173" y="513397"/>
                </a:lnTo>
                <a:lnTo>
                  <a:pt x="618173" y="503872"/>
                </a:lnTo>
                <a:lnTo>
                  <a:pt x="627698" y="503872"/>
                </a:lnTo>
                <a:lnTo>
                  <a:pt x="627698" y="494347"/>
                </a:lnTo>
                <a:lnTo>
                  <a:pt x="646748" y="494347"/>
                </a:lnTo>
                <a:lnTo>
                  <a:pt x="646748" y="484822"/>
                </a:lnTo>
                <a:lnTo>
                  <a:pt x="656273" y="484822"/>
                </a:lnTo>
                <a:lnTo>
                  <a:pt x="656273" y="475297"/>
                </a:lnTo>
                <a:lnTo>
                  <a:pt x="665798" y="475297"/>
                </a:lnTo>
                <a:lnTo>
                  <a:pt x="665798" y="465772"/>
                </a:lnTo>
                <a:lnTo>
                  <a:pt x="675323" y="465772"/>
                </a:lnTo>
                <a:lnTo>
                  <a:pt x="675323" y="456247"/>
                </a:lnTo>
                <a:lnTo>
                  <a:pt x="694373" y="456247"/>
                </a:lnTo>
                <a:lnTo>
                  <a:pt x="694373" y="446722"/>
                </a:lnTo>
                <a:lnTo>
                  <a:pt x="703898" y="446722"/>
                </a:lnTo>
                <a:lnTo>
                  <a:pt x="703898" y="437197"/>
                </a:lnTo>
                <a:lnTo>
                  <a:pt x="713423" y="437197"/>
                </a:lnTo>
                <a:lnTo>
                  <a:pt x="713423" y="427672"/>
                </a:lnTo>
                <a:lnTo>
                  <a:pt x="732473" y="427672"/>
                </a:lnTo>
                <a:lnTo>
                  <a:pt x="732473" y="418147"/>
                </a:lnTo>
                <a:lnTo>
                  <a:pt x="741998" y="418147"/>
                </a:lnTo>
                <a:lnTo>
                  <a:pt x="741998" y="408622"/>
                </a:lnTo>
                <a:lnTo>
                  <a:pt x="751523" y="408622"/>
                </a:lnTo>
                <a:lnTo>
                  <a:pt x="751523" y="399097"/>
                </a:lnTo>
                <a:lnTo>
                  <a:pt x="761048" y="399097"/>
                </a:lnTo>
                <a:lnTo>
                  <a:pt x="761048" y="389572"/>
                </a:lnTo>
                <a:lnTo>
                  <a:pt x="780098" y="389572"/>
                </a:lnTo>
                <a:lnTo>
                  <a:pt x="780098" y="380047"/>
                </a:lnTo>
                <a:lnTo>
                  <a:pt x="789623" y="380047"/>
                </a:lnTo>
                <a:lnTo>
                  <a:pt x="789623" y="370522"/>
                </a:lnTo>
                <a:lnTo>
                  <a:pt x="799148" y="370522"/>
                </a:lnTo>
                <a:lnTo>
                  <a:pt x="799148" y="360997"/>
                </a:lnTo>
                <a:lnTo>
                  <a:pt x="818198" y="360997"/>
                </a:lnTo>
                <a:lnTo>
                  <a:pt x="818198" y="351472"/>
                </a:lnTo>
                <a:lnTo>
                  <a:pt x="827723" y="351472"/>
                </a:lnTo>
                <a:lnTo>
                  <a:pt x="827723" y="341947"/>
                </a:lnTo>
                <a:lnTo>
                  <a:pt x="837248" y="341947"/>
                </a:lnTo>
                <a:lnTo>
                  <a:pt x="837248" y="332422"/>
                </a:lnTo>
                <a:lnTo>
                  <a:pt x="856298" y="332422"/>
                </a:lnTo>
                <a:lnTo>
                  <a:pt x="856298" y="322897"/>
                </a:lnTo>
                <a:lnTo>
                  <a:pt x="865823" y="322897"/>
                </a:lnTo>
                <a:lnTo>
                  <a:pt x="865823" y="313372"/>
                </a:lnTo>
                <a:lnTo>
                  <a:pt x="875348" y="313372"/>
                </a:lnTo>
                <a:lnTo>
                  <a:pt x="875348" y="303847"/>
                </a:lnTo>
                <a:lnTo>
                  <a:pt x="894398" y="303847"/>
                </a:lnTo>
                <a:lnTo>
                  <a:pt x="894398" y="294322"/>
                </a:lnTo>
                <a:lnTo>
                  <a:pt x="903923" y="294322"/>
                </a:lnTo>
                <a:lnTo>
                  <a:pt x="903923" y="284797"/>
                </a:lnTo>
                <a:lnTo>
                  <a:pt x="913448" y="284797"/>
                </a:lnTo>
                <a:lnTo>
                  <a:pt x="913448" y="275272"/>
                </a:lnTo>
                <a:lnTo>
                  <a:pt x="922973" y="275272"/>
                </a:lnTo>
                <a:lnTo>
                  <a:pt x="922973" y="265747"/>
                </a:lnTo>
                <a:lnTo>
                  <a:pt x="942023" y="265747"/>
                </a:lnTo>
                <a:lnTo>
                  <a:pt x="942023" y="256222"/>
                </a:lnTo>
                <a:lnTo>
                  <a:pt x="951548" y="256222"/>
                </a:lnTo>
                <a:lnTo>
                  <a:pt x="951548" y="246697"/>
                </a:lnTo>
                <a:lnTo>
                  <a:pt x="961073" y="246697"/>
                </a:lnTo>
                <a:lnTo>
                  <a:pt x="961073" y="237172"/>
                </a:lnTo>
                <a:lnTo>
                  <a:pt x="980123" y="237172"/>
                </a:lnTo>
                <a:lnTo>
                  <a:pt x="980123" y="227647"/>
                </a:lnTo>
                <a:lnTo>
                  <a:pt x="989648" y="227647"/>
                </a:lnTo>
                <a:lnTo>
                  <a:pt x="989648" y="218122"/>
                </a:lnTo>
                <a:lnTo>
                  <a:pt x="999173" y="218122"/>
                </a:lnTo>
                <a:lnTo>
                  <a:pt x="999173" y="208597"/>
                </a:lnTo>
                <a:lnTo>
                  <a:pt x="1008698" y="208597"/>
                </a:lnTo>
                <a:lnTo>
                  <a:pt x="1008698" y="199072"/>
                </a:lnTo>
                <a:lnTo>
                  <a:pt x="1027748" y="199072"/>
                </a:lnTo>
                <a:lnTo>
                  <a:pt x="1027748" y="189547"/>
                </a:lnTo>
                <a:lnTo>
                  <a:pt x="1037273" y="189547"/>
                </a:lnTo>
                <a:lnTo>
                  <a:pt x="1037273" y="180022"/>
                </a:lnTo>
                <a:lnTo>
                  <a:pt x="1046798" y="180022"/>
                </a:lnTo>
                <a:lnTo>
                  <a:pt x="1046798" y="170497"/>
                </a:lnTo>
                <a:lnTo>
                  <a:pt x="1065848" y="170497"/>
                </a:lnTo>
                <a:lnTo>
                  <a:pt x="1065848" y="160972"/>
                </a:lnTo>
                <a:lnTo>
                  <a:pt x="1075373" y="160972"/>
                </a:lnTo>
                <a:lnTo>
                  <a:pt x="1075373" y="151447"/>
                </a:lnTo>
                <a:lnTo>
                  <a:pt x="1084898" y="151447"/>
                </a:lnTo>
                <a:lnTo>
                  <a:pt x="1084898" y="141922"/>
                </a:lnTo>
                <a:lnTo>
                  <a:pt x="1103948" y="141922"/>
                </a:lnTo>
                <a:lnTo>
                  <a:pt x="1103948" y="132397"/>
                </a:lnTo>
                <a:lnTo>
                  <a:pt x="1113473" y="132397"/>
                </a:lnTo>
                <a:lnTo>
                  <a:pt x="1113473" y="122872"/>
                </a:lnTo>
                <a:lnTo>
                  <a:pt x="1122998" y="122872"/>
                </a:lnTo>
                <a:lnTo>
                  <a:pt x="1122998" y="113347"/>
                </a:lnTo>
                <a:lnTo>
                  <a:pt x="1132523" y="113347"/>
                </a:lnTo>
                <a:lnTo>
                  <a:pt x="1132523" y="103822"/>
                </a:lnTo>
                <a:lnTo>
                  <a:pt x="1151573" y="103822"/>
                </a:lnTo>
                <a:lnTo>
                  <a:pt x="1151573" y="94297"/>
                </a:lnTo>
                <a:lnTo>
                  <a:pt x="1161098" y="94297"/>
                </a:lnTo>
                <a:lnTo>
                  <a:pt x="1161098" y="84772"/>
                </a:lnTo>
                <a:lnTo>
                  <a:pt x="1170623" y="84772"/>
                </a:lnTo>
                <a:lnTo>
                  <a:pt x="1170623" y="75247"/>
                </a:lnTo>
                <a:lnTo>
                  <a:pt x="1189673" y="75247"/>
                </a:lnTo>
                <a:lnTo>
                  <a:pt x="1189673" y="65722"/>
                </a:lnTo>
                <a:lnTo>
                  <a:pt x="1199198" y="65722"/>
                </a:lnTo>
                <a:lnTo>
                  <a:pt x="1199198" y="56197"/>
                </a:lnTo>
                <a:lnTo>
                  <a:pt x="1208723" y="56197"/>
                </a:lnTo>
                <a:lnTo>
                  <a:pt x="1208723" y="46672"/>
                </a:lnTo>
                <a:lnTo>
                  <a:pt x="1227773" y="46672"/>
                </a:lnTo>
                <a:lnTo>
                  <a:pt x="1227773" y="37147"/>
                </a:lnTo>
                <a:lnTo>
                  <a:pt x="1237298" y="37147"/>
                </a:lnTo>
                <a:lnTo>
                  <a:pt x="1237298" y="27622"/>
                </a:lnTo>
                <a:lnTo>
                  <a:pt x="1246823" y="27622"/>
                </a:lnTo>
                <a:lnTo>
                  <a:pt x="1246823" y="18097"/>
                </a:lnTo>
                <a:lnTo>
                  <a:pt x="1256348" y="18097"/>
                </a:lnTo>
                <a:lnTo>
                  <a:pt x="1256348" y="0"/>
                </a:lnTo>
                <a:lnTo>
                  <a:pt x="1228725" y="0"/>
                </a:lnTo>
                <a:lnTo>
                  <a:pt x="1228725" y="9525"/>
                </a:lnTo>
                <a:lnTo>
                  <a:pt x="1219200" y="9525"/>
                </a:lnTo>
                <a:lnTo>
                  <a:pt x="1219200" y="19050"/>
                </a:lnTo>
                <a:lnTo>
                  <a:pt x="1209675" y="19050"/>
                </a:lnTo>
                <a:lnTo>
                  <a:pt x="1209675" y="28575"/>
                </a:lnTo>
                <a:lnTo>
                  <a:pt x="1190625" y="28575"/>
                </a:lnTo>
                <a:lnTo>
                  <a:pt x="1190625" y="38100"/>
                </a:lnTo>
                <a:lnTo>
                  <a:pt x="1181100" y="38100"/>
                </a:lnTo>
                <a:lnTo>
                  <a:pt x="1181100" y="47625"/>
                </a:lnTo>
                <a:lnTo>
                  <a:pt x="1171575" y="47625"/>
                </a:lnTo>
                <a:lnTo>
                  <a:pt x="1171575" y="57150"/>
                </a:lnTo>
                <a:lnTo>
                  <a:pt x="1152525" y="57150"/>
                </a:lnTo>
                <a:lnTo>
                  <a:pt x="1152525" y="66675"/>
                </a:lnTo>
                <a:lnTo>
                  <a:pt x="1143000" y="66675"/>
                </a:lnTo>
                <a:lnTo>
                  <a:pt x="1143000" y="76200"/>
                </a:lnTo>
                <a:lnTo>
                  <a:pt x="1133475" y="76200"/>
                </a:lnTo>
                <a:lnTo>
                  <a:pt x="1133475" y="85725"/>
                </a:lnTo>
                <a:lnTo>
                  <a:pt x="1114425" y="85725"/>
                </a:lnTo>
                <a:lnTo>
                  <a:pt x="1114425" y="95250"/>
                </a:lnTo>
                <a:lnTo>
                  <a:pt x="1104900" y="95250"/>
                </a:lnTo>
                <a:lnTo>
                  <a:pt x="1104900" y="104775"/>
                </a:lnTo>
                <a:lnTo>
                  <a:pt x="1095375" y="104775"/>
                </a:lnTo>
                <a:lnTo>
                  <a:pt x="1095375" y="114300"/>
                </a:lnTo>
                <a:lnTo>
                  <a:pt x="1085850" y="114300"/>
                </a:lnTo>
                <a:lnTo>
                  <a:pt x="1085850" y="123825"/>
                </a:lnTo>
                <a:lnTo>
                  <a:pt x="1066800" y="123825"/>
                </a:lnTo>
                <a:lnTo>
                  <a:pt x="1066800" y="133350"/>
                </a:lnTo>
                <a:lnTo>
                  <a:pt x="1057275" y="133350"/>
                </a:lnTo>
                <a:lnTo>
                  <a:pt x="1057275" y="142875"/>
                </a:lnTo>
                <a:lnTo>
                  <a:pt x="1047750" y="142875"/>
                </a:lnTo>
                <a:lnTo>
                  <a:pt x="1047750" y="152400"/>
                </a:lnTo>
                <a:lnTo>
                  <a:pt x="1028700" y="152400"/>
                </a:lnTo>
                <a:lnTo>
                  <a:pt x="1028700" y="161925"/>
                </a:lnTo>
                <a:lnTo>
                  <a:pt x="1019175" y="161925"/>
                </a:lnTo>
                <a:lnTo>
                  <a:pt x="1019175" y="171450"/>
                </a:lnTo>
                <a:lnTo>
                  <a:pt x="1009650" y="171450"/>
                </a:lnTo>
                <a:lnTo>
                  <a:pt x="1009650" y="180975"/>
                </a:lnTo>
                <a:lnTo>
                  <a:pt x="990600" y="180975"/>
                </a:lnTo>
                <a:lnTo>
                  <a:pt x="990600" y="190500"/>
                </a:lnTo>
                <a:lnTo>
                  <a:pt x="981075" y="190500"/>
                </a:lnTo>
                <a:lnTo>
                  <a:pt x="981075" y="200025"/>
                </a:lnTo>
                <a:lnTo>
                  <a:pt x="971550" y="200025"/>
                </a:lnTo>
                <a:lnTo>
                  <a:pt x="971550" y="209550"/>
                </a:lnTo>
                <a:lnTo>
                  <a:pt x="952500" y="209550"/>
                </a:lnTo>
                <a:lnTo>
                  <a:pt x="952500" y="219075"/>
                </a:lnTo>
                <a:lnTo>
                  <a:pt x="942975" y="219075"/>
                </a:lnTo>
                <a:lnTo>
                  <a:pt x="942975" y="228600"/>
                </a:lnTo>
                <a:lnTo>
                  <a:pt x="933450" y="228600"/>
                </a:lnTo>
                <a:lnTo>
                  <a:pt x="933450" y="238125"/>
                </a:lnTo>
                <a:lnTo>
                  <a:pt x="923925" y="238125"/>
                </a:lnTo>
                <a:lnTo>
                  <a:pt x="923925" y="247650"/>
                </a:lnTo>
                <a:lnTo>
                  <a:pt x="904875" y="247650"/>
                </a:lnTo>
                <a:lnTo>
                  <a:pt x="904875" y="257175"/>
                </a:lnTo>
                <a:lnTo>
                  <a:pt x="895350" y="257175"/>
                </a:lnTo>
                <a:lnTo>
                  <a:pt x="895350" y="266700"/>
                </a:lnTo>
                <a:lnTo>
                  <a:pt x="885825" y="266700"/>
                </a:lnTo>
                <a:lnTo>
                  <a:pt x="885825" y="276225"/>
                </a:lnTo>
                <a:lnTo>
                  <a:pt x="866775" y="276225"/>
                </a:lnTo>
                <a:lnTo>
                  <a:pt x="866775" y="285750"/>
                </a:lnTo>
                <a:lnTo>
                  <a:pt x="857250" y="285750"/>
                </a:lnTo>
                <a:lnTo>
                  <a:pt x="857250" y="295275"/>
                </a:lnTo>
                <a:lnTo>
                  <a:pt x="847725" y="295275"/>
                </a:lnTo>
                <a:lnTo>
                  <a:pt x="847725" y="304800"/>
                </a:lnTo>
                <a:lnTo>
                  <a:pt x="828675" y="304800"/>
                </a:lnTo>
                <a:lnTo>
                  <a:pt x="828675" y="314325"/>
                </a:lnTo>
                <a:lnTo>
                  <a:pt x="819150" y="314325"/>
                </a:lnTo>
                <a:lnTo>
                  <a:pt x="819150" y="323850"/>
                </a:lnTo>
                <a:lnTo>
                  <a:pt x="809625" y="323850"/>
                </a:lnTo>
                <a:lnTo>
                  <a:pt x="809625" y="333375"/>
                </a:lnTo>
                <a:lnTo>
                  <a:pt x="790575" y="333375"/>
                </a:lnTo>
                <a:lnTo>
                  <a:pt x="790575" y="342900"/>
                </a:lnTo>
                <a:lnTo>
                  <a:pt x="781050" y="342900"/>
                </a:lnTo>
                <a:lnTo>
                  <a:pt x="781050" y="352425"/>
                </a:lnTo>
                <a:lnTo>
                  <a:pt x="771525" y="352425"/>
                </a:lnTo>
                <a:lnTo>
                  <a:pt x="771525" y="361950"/>
                </a:lnTo>
                <a:lnTo>
                  <a:pt x="762000" y="361950"/>
                </a:lnTo>
                <a:lnTo>
                  <a:pt x="762000" y="371475"/>
                </a:lnTo>
                <a:lnTo>
                  <a:pt x="742950" y="371475"/>
                </a:lnTo>
                <a:lnTo>
                  <a:pt x="742950" y="381000"/>
                </a:lnTo>
                <a:lnTo>
                  <a:pt x="733425" y="381000"/>
                </a:lnTo>
                <a:lnTo>
                  <a:pt x="733425" y="390525"/>
                </a:lnTo>
                <a:lnTo>
                  <a:pt x="723900" y="390525"/>
                </a:lnTo>
                <a:lnTo>
                  <a:pt x="723900" y="400050"/>
                </a:lnTo>
                <a:lnTo>
                  <a:pt x="704850" y="400050"/>
                </a:lnTo>
                <a:lnTo>
                  <a:pt x="704850" y="409575"/>
                </a:lnTo>
                <a:lnTo>
                  <a:pt x="695325" y="409575"/>
                </a:lnTo>
                <a:lnTo>
                  <a:pt x="695325" y="419100"/>
                </a:lnTo>
                <a:lnTo>
                  <a:pt x="685800" y="419100"/>
                </a:lnTo>
                <a:lnTo>
                  <a:pt x="685800" y="428625"/>
                </a:lnTo>
                <a:lnTo>
                  <a:pt x="666750" y="428625"/>
                </a:lnTo>
                <a:lnTo>
                  <a:pt x="666750" y="438150"/>
                </a:lnTo>
                <a:lnTo>
                  <a:pt x="657225" y="438150"/>
                </a:lnTo>
                <a:lnTo>
                  <a:pt x="657225" y="447675"/>
                </a:lnTo>
                <a:lnTo>
                  <a:pt x="647700" y="447675"/>
                </a:lnTo>
                <a:lnTo>
                  <a:pt x="647700" y="457200"/>
                </a:lnTo>
                <a:lnTo>
                  <a:pt x="638175" y="457200"/>
                </a:lnTo>
                <a:lnTo>
                  <a:pt x="638175" y="466725"/>
                </a:lnTo>
                <a:lnTo>
                  <a:pt x="619125" y="466725"/>
                </a:lnTo>
                <a:lnTo>
                  <a:pt x="619125" y="476250"/>
                </a:lnTo>
                <a:lnTo>
                  <a:pt x="609600" y="476250"/>
                </a:lnTo>
                <a:lnTo>
                  <a:pt x="609600" y="485775"/>
                </a:lnTo>
                <a:lnTo>
                  <a:pt x="600075" y="485775"/>
                </a:lnTo>
                <a:lnTo>
                  <a:pt x="600075" y="495300"/>
                </a:lnTo>
                <a:lnTo>
                  <a:pt x="581025" y="495300"/>
                </a:lnTo>
                <a:lnTo>
                  <a:pt x="581025" y="504825"/>
                </a:lnTo>
                <a:lnTo>
                  <a:pt x="571500" y="504825"/>
                </a:lnTo>
                <a:lnTo>
                  <a:pt x="571500" y="514350"/>
                </a:lnTo>
                <a:lnTo>
                  <a:pt x="561975" y="514350"/>
                </a:lnTo>
                <a:lnTo>
                  <a:pt x="561975" y="523875"/>
                </a:lnTo>
                <a:lnTo>
                  <a:pt x="542925" y="523875"/>
                </a:lnTo>
                <a:lnTo>
                  <a:pt x="542925" y="533400"/>
                </a:lnTo>
                <a:lnTo>
                  <a:pt x="533400" y="533400"/>
                </a:lnTo>
                <a:lnTo>
                  <a:pt x="533400" y="542925"/>
                </a:lnTo>
                <a:lnTo>
                  <a:pt x="523875" y="542925"/>
                </a:lnTo>
                <a:lnTo>
                  <a:pt x="523875" y="552450"/>
                </a:lnTo>
                <a:lnTo>
                  <a:pt x="504825" y="552450"/>
                </a:lnTo>
                <a:lnTo>
                  <a:pt x="504825" y="561975"/>
                </a:lnTo>
                <a:lnTo>
                  <a:pt x="495300" y="561975"/>
                </a:lnTo>
                <a:lnTo>
                  <a:pt x="495300" y="571500"/>
                </a:lnTo>
                <a:lnTo>
                  <a:pt x="485775" y="571500"/>
                </a:lnTo>
                <a:close/>
              </a:path>
            </a:pathLst>
          </a:custGeom>
          <a:solidFill xmlns:a="http://schemas.openxmlformats.org/drawingml/2006/main">
            <a:srgbClr val="2D3A41"/>
          </a:solidFill>
          <a:ln xmlns:a="http://schemas.openxmlformats.org/drawingml/2006/main" w="0">
            <a:noFill/>
          </a:ln>
        </p:spPr>
      </p:sp>
      <p:sp>
        <p:nvSpPr>
          <p:cNvPr id="41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A19F715-57CC-4516-B08C-2D49E2B1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289" y="1367314"/>
            <a:ext cx="37148" cy="27622"/>
          </a:xfrm>
          <a:custGeom xmlns:a="http://schemas.openxmlformats.org/drawingml/2006/main">
            <a:pathLst>
              <a:path w="37148" h="27622">
                <a:moveTo>
                  <a:pt x="27623" y="18097"/>
                </a:moveTo>
                <a:lnTo>
                  <a:pt x="37148" y="18097"/>
                </a:lnTo>
                <a:lnTo>
                  <a:pt x="37148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lnTo>
                  <a:pt x="0" y="27622"/>
                </a:lnTo>
                <a:lnTo>
                  <a:pt x="27623" y="27622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2D3A41"/>
          </a:solidFill>
          <a:ln xmlns:a="http://schemas.openxmlformats.org/drawingml/2006/main" w="0">
            <a:noFill/>
          </a:ln>
        </p:spPr>
      </p:sp>
      <p:sp>
        <p:nvSpPr>
          <p:cNvPr id="41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A2A1E38-BD45-4ED3-94F5-6BA0DB11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5939" y="1395889"/>
            <a:ext cx="132398" cy="103822"/>
          </a:xfrm>
          <a:custGeom xmlns:a="http://schemas.openxmlformats.org/drawingml/2006/main">
            <a:pathLst>
              <a:path w="132398" h="103822">
                <a:moveTo>
                  <a:pt x="66675" y="38100"/>
                </a:moveTo>
                <a:lnTo>
                  <a:pt x="57150" y="38100"/>
                </a:lnTo>
                <a:lnTo>
                  <a:pt x="57150" y="47625"/>
                </a:lnTo>
                <a:lnTo>
                  <a:pt x="47625" y="47625"/>
                </a:lnTo>
                <a:lnTo>
                  <a:pt x="47625" y="57150"/>
                </a:lnTo>
                <a:lnTo>
                  <a:pt x="28575" y="57150"/>
                </a:lnTo>
                <a:lnTo>
                  <a:pt x="28575" y="66675"/>
                </a:lnTo>
                <a:lnTo>
                  <a:pt x="19050" y="66675"/>
                </a:lnTo>
                <a:lnTo>
                  <a:pt x="19050" y="76200"/>
                </a:lnTo>
                <a:lnTo>
                  <a:pt x="9525" y="76200"/>
                </a:lnTo>
                <a:lnTo>
                  <a:pt x="9525" y="85725"/>
                </a:lnTo>
                <a:lnTo>
                  <a:pt x="0" y="85725"/>
                </a:lnTo>
                <a:lnTo>
                  <a:pt x="0" y="103822"/>
                </a:lnTo>
                <a:lnTo>
                  <a:pt x="27623" y="103822"/>
                </a:lnTo>
                <a:lnTo>
                  <a:pt x="27623" y="94297"/>
                </a:lnTo>
                <a:lnTo>
                  <a:pt x="37148" y="94297"/>
                </a:lnTo>
                <a:lnTo>
                  <a:pt x="37148" y="84772"/>
                </a:lnTo>
                <a:lnTo>
                  <a:pt x="46673" y="84772"/>
                </a:lnTo>
                <a:lnTo>
                  <a:pt x="46673" y="75247"/>
                </a:lnTo>
                <a:lnTo>
                  <a:pt x="65723" y="75247"/>
                </a:lnTo>
                <a:lnTo>
                  <a:pt x="65723" y="65722"/>
                </a:lnTo>
                <a:lnTo>
                  <a:pt x="75248" y="65722"/>
                </a:lnTo>
                <a:lnTo>
                  <a:pt x="75248" y="56197"/>
                </a:lnTo>
                <a:lnTo>
                  <a:pt x="84773" y="56197"/>
                </a:lnTo>
                <a:lnTo>
                  <a:pt x="84773" y="46672"/>
                </a:lnTo>
                <a:lnTo>
                  <a:pt x="103823" y="46672"/>
                </a:lnTo>
                <a:lnTo>
                  <a:pt x="103823" y="37147"/>
                </a:lnTo>
                <a:lnTo>
                  <a:pt x="113348" y="37147"/>
                </a:lnTo>
                <a:lnTo>
                  <a:pt x="113348" y="27622"/>
                </a:lnTo>
                <a:lnTo>
                  <a:pt x="122873" y="27622"/>
                </a:lnTo>
                <a:lnTo>
                  <a:pt x="122873" y="18097"/>
                </a:lnTo>
                <a:lnTo>
                  <a:pt x="132398" y="18097"/>
                </a:lnTo>
                <a:lnTo>
                  <a:pt x="132398" y="0"/>
                </a:lnTo>
                <a:lnTo>
                  <a:pt x="104775" y="0"/>
                </a:lnTo>
                <a:lnTo>
                  <a:pt x="104775" y="9525"/>
                </a:lnTo>
                <a:lnTo>
                  <a:pt x="95250" y="9525"/>
                </a:lnTo>
                <a:lnTo>
                  <a:pt x="95250" y="19050"/>
                </a:lnTo>
                <a:lnTo>
                  <a:pt x="85725" y="19050"/>
                </a:lnTo>
                <a:lnTo>
                  <a:pt x="85725" y="28575"/>
                </a:lnTo>
                <a:lnTo>
                  <a:pt x="66675" y="28575"/>
                </a:lnTo>
                <a:lnTo>
                  <a:pt x="66675" y="38100"/>
                </a:lnTo>
                <a:close/>
              </a:path>
            </a:pathLst>
          </a:custGeom>
          <a:solidFill xmlns:a="http://schemas.openxmlformats.org/drawingml/2006/main">
            <a:srgbClr val="2D3A41"/>
          </a:solidFill>
          <a:ln xmlns:a="http://schemas.openxmlformats.org/drawingml/2006/main" w="0">
            <a:noFill/>
          </a:ln>
        </p:spPr>
      </p:sp>
      <p:sp>
        <p:nvSpPr>
          <p:cNvPr id="41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2F86D312-587A-42EE-B906-0D192FD8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2114" y="1491139"/>
            <a:ext cx="132398" cy="103822"/>
          </a:xfrm>
          <a:custGeom xmlns:a="http://schemas.openxmlformats.org/drawingml/2006/main">
            <a:pathLst>
              <a:path w="132398" h="103822">
                <a:moveTo>
                  <a:pt x="85725" y="28575"/>
                </a:moveTo>
                <a:lnTo>
                  <a:pt x="66675" y="28575"/>
                </a:lnTo>
                <a:lnTo>
                  <a:pt x="66675" y="38100"/>
                </a:lnTo>
                <a:lnTo>
                  <a:pt x="57150" y="38100"/>
                </a:lnTo>
                <a:lnTo>
                  <a:pt x="57150" y="47625"/>
                </a:lnTo>
                <a:lnTo>
                  <a:pt x="47625" y="47625"/>
                </a:lnTo>
                <a:lnTo>
                  <a:pt x="47625" y="57150"/>
                </a:lnTo>
                <a:lnTo>
                  <a:pt x="28575" y="57150"/>
                </a:lnTo>
                <a:lnTo>
                  <a:pt x="28575" y="66675"/>
                </a:lnTo>
                <a:lnTo>
                  <a:pt x="19050" y="66675"/>
                </a:lnTo>
                <a:lnTo>
                  <a:pt x="19050" y="76200"/>
                </a:lnTo>
                <a:lnTo>
                  <a:pt x="9525" y="76200"/>
                </a:lnTo>
                <a:lnTo>
                  <a:pt x="9525" y="85725"/>
                </a:lnTo>
                <a:lnTo>
                  <a:pt x="0" y="85725"/>
                </a:lnTo>
                <a:lnTo>
                  <a:pt x="0" y="103822"/>
                </a:lnTo>
                <a:lnTo>
                  <a:pt x="27623" y="103822"/>
                </a:lnTo>
                <a:lnTo>
                  <a:pt x="27623" y="94297"/>
                </a:lnTo>
                <a:lnTo>
                  <a:pt x="37148" y="94297"/>
                </a:lnTo>
                <a:lnTo>
                  <a:pt x="37148" y="84772"/>
                </a:lnTo>
                <a:lnTo>
                  <a:pt x="46673" y="84772"/>
                </a:lnTo>
                <a:lnTo>
                  <a:pt x="46673" y="75247"/>
                </a:lnTo>
                <a:lnTo>
                  <a:pt x="65723" y="75247"/>
                </a:lnTo>
                <a:lnTo>
                  <a:pt x="65723" y="65722"/>
                </a:lnTo>
                <a:lnTo>
                  <a:pt x="75248" y="65722"/>
                </a:lnTo>
                <a:lnTo>
                  <a:pt x="75248" y="56197"/>
                </a:lnTo>
                <a:lnTo>
                  <a:pt x="84773" y="56197"/>
                </a:lnTo>
                <a:lnTo>
                  <a:pt x="84773" y="46672"/>
                </a:lnTo>
                <a:lnTo>
                  <a:pt x="103823" y="46672"/>
                </a:lnTo>
                <a:lnTo>
                  <a:pt x="103823" y="37147"/>
                </a:lnTo>
                <a:lnTo>
                  <a:pt x="113348" y="37147"/>
                </a:lnTo>
                <a:lnTo>
                  <a:pt x="113348" y="27622"/>
                </a:lnTo>
                <a:lnTo>
                  <a:pt x="122873" y="27622"/>
                </a:lnTo>
                <a:lnTo>
                  <a:pt x="122873" y="18097"/>
                </a:lnTo>
                <a:lnTo>
                  <a:pt x="132398" y="18097"/>
                </a:lnTo>
                <a:lnTo>
                  <a:pt x="132398" y="0"/>
                </a:lnTo>
                <a:lnTo>
                  <a:pt x="104775" y="0"/>
                </a:lnTo>
                <a:lnTo>
                  <a:pt x="104775" y="9525"/>
                </a:lnTo>
                <a:lnTo>
                  <a:pt x="95250" y="9525"/>
                </a:lnTo>
                <a:lnTo>
                  <a:pt x="95250" y="19050"/>
                </a:lnTo>
                <a:lnTo>
                  <a:pt x="85725" y="19050"/>
                </a:lnTo>
                <a:lnTo>
                  <a:pt x="85725" y="28575"/>
                </a:lnTo>
                <a:close/>
              </a:path>
            </a:pathLst>
          </a:custGeom>
          <a:solidFill xmlns:a="http://schemas.openxmlformats.org/drawingml/2006/main">
            <a:srgbClr val="2D3A41"/>
          </a:solidFill>
          <a:ln xmlns:a="http://schemas.openxmlformats.org/drawingml/2006/main" w="0">
            <a:noFill/>
          </a:ln>
        </p:spPr>
      </p:sp>
      <p:sp>
        <p:nvSpPr>
          <p:cNvPr id="41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3EE01662-D73C-4012-AD63-FD1B1EA5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4589" y="986314"/>
            <a:ext cx="37148" cy="27623"/>
          </a:xfrm>
          <a:custGeom xmlns:a="http://schemas.openxmlformats.org/drawingml/2006/main">
            <a:pathLst>
              <a:path w="37148" h="27623">
                <a:moveTo>
                  <a:pt x="27623" y="18098"/>
                </a:moveTo>
                <a:lnTo>
                  <a:pt x="37148" y="18098"/>
                </a:lnTo>
                <a:lnTo>
                  <a:pt x="37148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lnTo>
                  <a:pt x="0" y="27623"/>
                </a:lnTo>
                <a:lnTo>
                  <a:pt x="27623" y="27623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2D3A41"/>
          </a:solidFill>
          <a:ln xmlns:a="http://schemas.openxmlformats.org/drawingml/2006/main" w="0">
            <a:noFill/>
          </a:ln>
        </p:spPr>
      </p:sp>
      <p:sp>
        <p:nvSpPr>
          <p:cNvPr id="41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5549A4B4-8387-408B-8E79-666DFB47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489" y="102441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0"/>
                </a:move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2D3A41"/>
          </a:solidFill>
          <a:ln xmlns:a="http://schemas.openxmlformats.org/drawingml/2006/main" w="0">
            <a:noFill/>
          </a:ln>
        </p:spPr>
      </p:sp>
      <p:sp>
        <p:nvSpPr>
          <p:cNvPr id="41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A4126CD-DE3E-40C7-8633-A6A5CB01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8389" y="1052989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0"/>
                </a:move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2D3A41"/>
          </a:solidFill>
          <a:ln xmlns:a="http://schemas.openxmlformats.org/drawingml/2006/main" w="0">
            <a:noFill/>
          </a:ln>
        </p:spPr>
      </p:sp>
      <p:sp>
        <p:nvSpPr>
          <p:cNvPr id="41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1442B15-43A8-451A-B76F-3647739A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764" y="1081564"/>
            <a:ext cx="37148" cy="27623"/>
          </a:xfrm>
          <a:custGeom xmlns:a="http://schemas.openxmlformats.org/drawingml/2006/main">
            <a:pathLst>
              <a:path w="37148" h="27623">
                <a:moveTo>
                  <a:pt x="0" y="27623"/>
                </a:moveTo>
                <a:lnTo>
                  <a:pt x="27623" y="27623"/>
                </a:lnTo>
                <a:lnTo>
                  <a:pt x="27623" y="18098"/>
                </a:lnTo>
                <a:lnTo>
                  <a:pt x="37148" y="18098"/>
                </a:lnTo>
                <a:lnTo>
                  <a:pt x="37148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lnTo>
                  <a:pt x="0" y="27623"/>
                </a:lnTo>
                <a:close/>
              </a:path>
            </a:pathLst>
          </a:custGeom>
          <a:solidFill xmlns:a="http://schemas.openxmlformats.org/drawingml/2006/main">
            <a:srgbClr val="2D3A41"/>
          </a:solidFill>
          <a:ln xmlns:a="http://schemas.openxmlformats.org/drawingml/2006/main" w="0">
            <a:noFill/>
          </a:ln>
        </p:spPr>
      </p:sp>
      <p:sp>
        <p:nvSpPr>
          <p:cNvPr id="42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C74B19C6-7C27-4FD7-B473-882A7227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2664" y="111966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0"/>
                </a:move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2D3A41"/>
          </a:solidFill>
          <a:ln xmlns:a="http://schemas.openxmlformats.org/drawingml/2006/main" w="0">
            <a:noFill/>
          </a:ln>
        </p:spPr>
      </p:sp>
      <p:sp>
        <p:nvSpPr>
          <p:cNvPr id="42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603BB6C5-16BD-41A0-9806-605E9CE3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039" y="1148239"/>
            <a:ext cx="37148" cy="27623"/>
          </a:xfrm>
          <a:custGeom xmlns:a="http://schemas.openxmlformats.org/drawingml/2006/main">
            <a:pathLst>
              <a:path w="37148" h="27623">
                <a:moveTo>
                  <a:pt x="0" y="27623"/>
                </a:moveTo>
                <a:lnTo>
                  <a:pt x="27623" y="27623"/>
                </a:lnTo>
                <a:lnTo>
                  <a:pt x="27623" y="18098"/>
                </a:lnTo>
                <a:lnTo>
                  <a:pt x="37148" y="18098"/>
                </a:lnTo>
                <a:lnTo>
                  <a:pt x="37148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lnTo>
                  <a:pt x="0" y="27623"/>
                </a:lnTo>
                <a:close/>
              </a:path>
            </a:pathLst>
          </a:custGeom>
          <a:solidFill xmlns:a="http://schemas.openxmlformats.org/drawingml/2006/main">
            <a:srgbClr val="2D3A41"/>
          </a:solidFill>
          <a:ln xmlns:a="http://schemas.openxmlformats.org/drawingml/2006/main" w="0">
            <a:noFill/>
          </a:ln>
        </p:spPr>
      </p:sp>
      <p:sp>
        <p:nvSpPr>
          <p:cNvPr id="42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D267A811-E500-45DF-8060-1E3D1C0E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939" y="1176814"/>
            <a:ext cx="37148" cy="27623"/>
          </a:xfrm>
          <a:custGeom xmlns:a="http://schemas.openxmlformats.org/drawingml/2006/main">
            <a:pathLst>
              <a:path w="37148" h="27623">
                <a:moveTo>
                  <a:pt x="0" y="27623"/>
                </a:moveTo>
                <a:lnTo>
                  <a:pt x="27623" y="27623"/>
                </a:lnTo>
                <a:lnTo>
                  <a:pt x="27623" y="18098"/>
                </a:lnTo>
                <a:lnTo>
                  <a:pt x="37148" y="18098"/>
                </a:lnTo>
                <a:lnTo>
                  <a:pt x="37148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lnTo>
                  <a:pt x="0" y="27623"/>
                </a:lnTo>
                <a:close/>
              </a:path>
            </a:pathLst>
          </a:custGeom>
          <a:solidFill xmlns:a="http://schemas.openxmlformats.org/drawingml/2006/main">
            <a:srgbClr val="2D3A41"/>
          </a:solidFill>
          <a:ln xmlns:a="http://schemas.openxmlformats.org/drawingml/2006/main" w="0">
            <a:noFill/>
          </a:ln>
        </p:spPr>
      </p:sp>
      <p:sp>
        <p:nvSpPr>
          <p:cNvPr id="42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C4C97E3-92ED-4AFD-9A4F-EC487917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839" y="1205389"/>
            <a:ext cx="37148" cy="27622"/>
          </a:xfrm>
          <a:custGeom xmlns:a="http://schemas.openxmlformats.org/drawingml/2006/main">
            <a:pathLst>
              <a:path w="37148" h="27622">
                <a:moveTo>
                  <a:pt x="0" y="27622"/>
                </a:moveTo>
                <a:lnTo>
                  <a:pt x="27623" y="27622"/>
                </a:lnTo>
                <a:lnTo>
                  <a:pt x="27623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lnTo>
                  <a:pt x="0" y="27622"/>
                </a:lnTo>
                <a:close/>
              </a:path>
            </a:pathLst>
          </a:custGeom>
          <a:solidFill xmlns:a="http://schemas.openxmlformats.org/drawingml/2006/main">
            <a:srgbClr val="2D3A41"/>
          </a:solidFill>
          <a:ln xmlns:a="http://schemas.openxmlformats.org/drawingml/2006/main" w="0">
            <a:noFill/>
          </a:ln>
        </p:spPr>
      </p:sp>
      <p:sp>
        <p:nvSpPr>
          <p:cNvPr id="42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EB4BD4A-FB01-4D31-9755-D561E80A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739" y="124348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2D3A41"/>
          </a:solidFill>
          <a:ln xmlns:a="http://schemas.openxmlformats.org/drawingml/2006/main" w="0">
            <a:noFill/>
          </a:ln>
        </p:spPr>
      </p:sp>
      <p:sp>
        <p:nvSpPr>
          <p:cNvPr id="42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C4F9D008-7B96-416A-9335-FD5D0F7C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114" y="1272064"/>
            <a:ext cx="37148" cy="27622"/>
          </a:xfrm>
          <a:custGeom xmlns:a="http://schemas.openxmlformats.org/drawingml/2006/main">
            <a:pathLst>
              <a:path w="37148" h="27622">
                <a:moveTo>
                  <a:pt x="0" y="27622"/>
                </a:moveTo>
                <a:lnTo>
                  <a:pt x="27623" y="27622"/>
                </a:lnTo>
                <a:lnTo>
                  <a:pt x="27623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lnTo>
                  <a:pt x="0" y="27622"/>
                </a:lnTo>
                <a:close/>
              </a:path>
            </a:pathLst>
          </a:custGeom>
          <a:solidFill xmlns:a="http://schemas.openxmlformats.org/drawingml/2006/main">
            <a:srgbClr val="2D3A41"/>
          </a:solidFill>
          <a:ln xmlns:a="http://schemas.openxmlformats.org/drawingml/2006/main" w="0">
            <a:noFill/>
          </a:ln>
        </p:spPr>
      </p:sp>
      <p:sp>
        <p:nvSpPr>
          <p:cNvPr id="42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0F70BEA-2429-4854-8561-7F75A42E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014" y="1300639"/>
            <a:ext cx="37148" cy="27622"/>
          </a:xfrm>
          <a:custGeom xmlns:a="http://schemas.openxmlformats.org/drawingml/2006/main">
            <a:pathLst>
              <a:path w="37148" h="27622">
                <a:moveTo>
                  <a:pt x="0" y="27622"/>
                </a:moveTo>
                <a:lnTo>
                  <a:pt x="27623" y="27622"/>
                </a:lnTo>
                <a:lnTo>
                  <a:pt x="27623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lnTo>
                  <a:pt x="0" y="27622"/>
                </a:lnTo>
                <a:close/>
              </a:path>
            </a:pathLst>
          </a:custGeom>
          <a:solidFill xmlns:a="http://schemas.openxmlformats.org/drawingml/2006/main">
            <a:srgbClr val="2D3A41"/>
          </a:solidFill>
          <a:ln xmlns:a="http://schemas.openxmlformats.org/drawingml/2006/main" w="0">
            <a:noFill/>
          </a:ln>
        </p:spPr>
      </p:sp>
      <p:sp>
        <p:nvSpPr>
          <p:cNvPr id="42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8B40A7F-8DDC-4020-8398-215DD845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6914" y="1329214"/>
            <a:ext cx="37148" cy="27622"/>
          </a:xfrm>
          <a:custGeom xmlns:a="http://schemas.openxmlformats.org/drawingml/2006/main">
            <a:pathLst>
              <a:path w="37148" h="27622">
                <a:moveTo>
                  <a:pt x="0" y="27622"/>
                </a:moveTo>
                <a:lnTo>
                  <a:pt x="27623" y="27622"/>
                </a:lnTo>
                <a:lnTo>
                  <a:pt x="27623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lnTo>
                  <a:pt x="0" y="27622"/>
                </a:lnTo>
                <a:close/>
              </a:path>
            </a:pathLst>
          </a:custGeom>
          <a:solidFill xmlns:a="http://schemas.openxmlformats.org/drawingml/2006/main">
            <a:srgbClr val="2D3A41"/>
          </a:solidFill>
          <a:ln xmlns:a="http://schemas.openxmlformats.org/drawingml/2006/main" w="0">
            <a:noFill/>
          </a:ln>
        </p:spPr>
      </p:sp>
      <p:sp>
        <p:nvSpPr>
          <p:cNvPr id="42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6CDFF5E-834E-4C9F-BCC9-FFC8F3A9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7964" y="738664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18098"/>
                </a:move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close/>
              </a:path>
            </a:pathLst>
          </a:custGeom>
          <a:solidFill xmlns:a="http://schemas.openxmlformats.org/drawingml/2006/main">
            <a:srgbClr val="2D3A41"/>
          </a:solidFill>
          <a:ln xmlns:a="http://schemas.openxmlformats.org/drawingml/2006/main" w="0">
            <a:noFill/>
          </a:ln>
        </p:spPr>
      </p:sp>
      <p:sp>
        <p:nvSpPr>
          <p:cNvPr id="42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8179D90-84F0-41D7-AE45-0E4E1C6C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2239" y="805339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D3A41"/>
          </a:solidFill>
          <a:ln xmlns:a="http://schemas.openxmlformats.org/drawingml/2006/main" w="0">
            <a:noFill/>
          </a:ln>
        </p:spPr>
      </p:sp>
      <p:sp>
        <p:nvSpPr>
          <p:cNvPr id="43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75C9469-43BA-4885-A397-32A948BE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4139" y="833914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D3A41"/>
          </a:solidFill>
          <a:ln xmlns:a="http://schemas.openxmlformats.org/drawingml/2006/main" w="0">
            <a:noFill/>
          </a:ln>
        </p:spPr>
      </p:sp>
      <p:sp>
        <p:nvSpPr>
          <p:cNvPr id="43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958D1B45-8D50-420B-A4DD-D60D60FC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039" y="862489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18098"/>
                </a:move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close/>
              </a:path>
            </a:pathLst>
          </a:custGeom>
          <a:solidFill xmlns:a="http://schemas.openxmlformats.org/drawingml/2006/main">
            <a:srgbClr val="2D3A41"/>
          </a:solidFill>
          <a:ln xmlns:a="http://schemas.openxmlformats.org/drawingml/2006/main" w="0">
            <a:noFill/>
          </a:ln>
        </p:spPr>
      </p:sp>
      <p:sp>
        <p:nvSpPr>
          <p:cNvPr id="43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357802AE-62C6-4CDB-A0EC-5B40C773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414" y="900589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D3A41"/>
          </a:solidFill>
          <a:ln xmlns:a="http://schemas.openxmlformats.org/drawingml/2006/main" w="0">
            <a:noFill/>
          </a:ln>
        </p:spPr>
      </p:sp>
      <p:sp>
        <p:nvSpPr>
          <p:cNvPr id="43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13DD34C-0DAB-47A5-B34A-E5DC056B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0314" y="929164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D3A41"/>
          </a:solidFill>
          <a:ln xmlns:a="http://schemas.openxmlformats.org/drawingml/2006/main" w="0">
            <a:noFill/>
          </a:ln>
        </p:spPr>
      </p:sp>
      <p:sp>
        <p:nvSpPr>
          <p:cNvPr id="43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6442D9AA-1541-497F-A057-6D836054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2214" y="957739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D3A41"/>
          </a:solidFill>
          <a:ln xmlns:a="http://schemas.openxmlformats.org/drawingml/2006/main" w="0">
            <a:noFill/>
          </a:ln>
        </p:spPr>
      </p:sp>
      <p:sp>
        <p:nvSpPr>
          <p:cNvPr id="43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AC6EC53-6A90-416F-9BAF-DA9824C5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4689" y="2462689"/>
            <a:ext cx="18098" cy="56197"/>
          </a:xfrm>
          <a:custGeom xmlns:a="http://schemas.openxmlformats.org/drawingml/2006/main">
            <a:pathLst>
              <a:path w="18098" h="56197">
                <a:moveTo>
                  <a:pt x="0" y="0"/>
                </a:moveTo>
                <a:lnTo>
                  <a:pt x="0" y="56197"/>
                </a:lnTo>
                <a:lnTo>
                  <a:pt x="18098" y="56197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D3A41"/>
          </a:solidFill>
          <a:ln xmlns:a="http://schemas.openxmlformats.org/drawingml/2006/main" w="0">
            <a:noFill/>
          </a:ln>
        </p:spPr>
      </p:sp>
      <p:sp>
        <p:nvSpPr>
          <p:cNvPr id="43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856898E-52F7-47DC-BA6F-089230EA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6314" y="2272189"/>
            <a:ext cx="122873" cy="18097"/>
          </a:xfrm>
          <a:custGeom xmlns:a="http://schemas.openxmlformats.org/drawingml/2006/main">
            <a:pathLst>
              <a:path w="122873" h="18097">
                <a:moveTo>
                  <a:pt x="122873" y="0"/>
                </a:moveTo>
                <a:lnTo>
                  <a:pt x="0" y="0"/>
                </a:lnTo>
                <a:lnTo>
                  <a:pt x="0" y="18097"/>
                </a:lnTo>
                <a:lnTo>
                  <a:pt x="122873" y="18097"/>
                </a:lnTo>
                <a:lnTo>
                  <a:pt x="122873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3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992381A8-289E-4C4F-BF22-8DC92D3A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6314" y="2291239"/>
            <a:ext cx="122873" cy="18097"/>
          </a:xfrm>
          <a:custGeom xmlns:a="http://schemas.openxmlformats.org/drawingml/2006/main">
            <a:pathLst>
              <a:path w="122873" h="18097">
                <a:moveTo>
                  <a:pt x="0" y="0"/>
                </a:moveTo>
                <a:lnTo>
                  <a:pt x="0" y="18097"/>
                </a:lnTo>
                <a:lnTo>
                  <a:pt x="122873" y="18097"/>
                </a:lnTo>
                <a:lnTo>
                  <a:pt x="1228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3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46E58914-5304-4398-8C9B-B6551340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139" y="2291239"/>
            <a:ext cx="46673" cy="18097"/>
          </a:xfrm>
          <a:custGeom xmlns:a="http://schemas.openxmlformats.org/drawingml/2006/main">
            <a:pathLst>
              <a:path w="46673" h="18097">
                <a:moveTo>
                  <a:pt x="46673" y="0"/>
                </a:moveTo>
                <a:lnTo>
                  <a:pt x="0" y="0"/>
                </a:lnTo>
                <a:lnTo>
                  <a:pt x="0" y="18097"/>
                </a:lnTo>
                <a:lnTo>
                  <a:pt x="46673" y="18097"/>
                </a:lnTo>
                <a:lnTo>
                  <a:pt x="46673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3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D4DDC304-A3B0-4C01-A8DE-1611535B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6314" y="2348389"/>
            <a:ext cx="84773" cy="18097"/>
          </a:xfrm>
          <a:custGeom xmlns:a="http://schemas.openxmlformats.org/drawingml/2006/main">
            <a:pathLst>
              <a:path w="84773" h="18097">
                <a:moveTo>
                  <a:pt x="0" y="0"/>
                </a:moveTo>
                <a:lnTo>
                  <a:pt x="0" y="18097"/>
                </a:lnTo>
                <a:lnTo>
                  <a:pt x="84773" y="18097"/>
                </a:lnTo>
                <a:lnTo>
                  <a:pt x="847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4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6CF481A0-D3D0-4D65-8E22-9711ED52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139" y="2348389"/>
            <a:ext cx="46673" cy="18097"/>
          </a:xfrm>
          <a:custGeom xmlns:a="http://schemas.openxmlformats.org/drawingml/2006/main">
            <a:pathLst>
              <a:path w="46673" h="18097">
                <a:moveTo>
                  <a:pt x="0" y="0"/>
                </a:moveTo>
                <a:lnTo>
                  <a:pt x="0" y="18097"/>
                </a:lnTo>
                <a:lnTo>
                  <a:pt x="46673" y="18097"/>
                </a:lnTo>
                <a:lnTo>
                  <a:pt x="466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4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F3F61749-652D-453B-A347-2BACE7D0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2039" y="2348389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4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F4FAE3C5-D8C8-4776-9280-9A87E9EB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0589" y="2415064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0"/>
                </a:move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4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51F68CBA-3AF6-4266-8DF5-32735034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764" y="2415064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4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313AC0C-77B3-4EB8-90DC-3F550CD8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2039" y="2415064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4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4D90D0CA-C04A-41E4-893A-CCC8B05B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6314" y="241506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4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0657A9D-6252-4C05-BD7A-7186DE46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2964" y="241506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4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397EFAF8-BF0C-4269-8C2A-B6F4E453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039" y="241506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4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BE519859-7F5A-4A1B-A417-7486A9AA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939" y="2415064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4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A4DA6EFF-0065-48EF-B3AC-AB750ECB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214" y="241506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5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4F32D21E-3222-4D8F-95FD-718DA992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464" y="2434114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5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418DD27C-363F-4387-BDBE-5BD1B7CD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2964" y="2462689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5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43EC3C99-3717-4178-AAED-5201B5F5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0589" y="2462689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5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443D1813-C62D-4634-BB4F-17948A55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689" y="2462689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5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FD190A23-51E4-45ED-B3B4-F72AD7D4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764" y="2462689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0"/>
                </a:move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5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5985247D-1FEC-4087-8BA2-E9330234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514" y="2462689"/>
            <a:ext cx="46673" cy="18097"/>
          </a:xfrm>
          <a:custGeom xmlns:a="http://schemas.openxmlformats.org/drawingml/2006/main">
            <a:pathLst>
              <a:path w="46673" h="18097">
                <a:moveTo>
                  <a:pt x="0" y="0"/>
                </a:moveTo>
                <a:lnTo>
                  <a:pt x="0" y="18097"/>
                </a:lnTo>
                <a:lnTo>
                  <a:pt x="46673" y="18097"/>
                </a:lnTo>
                <a:lnTo>
                  <a:pt x="466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5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B1843E3-7C61-4535-99DC-FF79B05C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589" y="1967389"/>
            <a:ext cx="27623" cy="27622"/>
          </a:xfrm>
          <a:custGeom xmlns:a="http://schemas.openxmlformats.org/drawingml/2006/main">
            <a:pathLst>
              <a:path w="27623" h="27622">
                <a:moveTo>
                  <a:pt x="0" y="18097"/>
                </a:moveTo>
                <a:lnTo>
                  <a:pt x="9525" y="18097"/>
                </a:lnTo>
                <a:lnTo>
                  <a:pt x="9525" y="27622"/>
                </a:lnTo>
                <a:lnTo>
                  <a:pt x="27623" y="27622"/>
                </a:ln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5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DD1FC7FD-DF72-4732-B7E0-EB141D91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639" y="208168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5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FD2F5FB-7F7D-4F44-B2CE-E9BD39B3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7339" y="2091214"/>
            <a:ext cx="37148" cy="27622"/>
          </a:xfrm>
          <a:custGeom xmlns:a="http://schemas.openxmlformats.org/drawingml/2006/main">
            <a:pathLst>
              <a:path w="37148" h="27622">
                <a:moveTo>
                  <a:pt x="18098" y="9525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37148" y="27622"/>
                </a:lnTo>
                <a:lnTo>
                  <a:pt x="37148" y="9525"/>
                </a:lnTo>
                <a:lnTo>
                  <a:pt x="18098" y="9525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5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65A0F448-5314-4E0B-9430-2FADA7AE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3064" y="2138839"/>
            <a:ext cx="18098" cy="37147"/>
          </a:xfrm>
          <a:custGeom xmlns:a="http://schemas.openxmlformats.org/drawingml/2006/main">
            <a:pathLst>
              <a:path w="18098" h="37147">
                <a:moveTo>
                  <a:pt x="18098" y="37147"/>
                </a:moveTo>
                <a:lnTo>
                  <a:pt x="18098" y="0"/>
                </a:lnTo>
                <a:lnTo>
                  <a:pt x="0" y="0"/>
                </a:lnTo>
                <a:lnTo>
                  <a:pt x="0" y="37147"/>
                </a:lnTo>
                <a:lnTo>
                  <a:pt x="18098" y="37147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6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2800F53A-9981-49B1-99BE-C2E3E76C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0214" y="214836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0"/>
                </a:move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6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3A0CDBD4-77ED-4F1E-86A2-15501AA4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9239" y="21769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6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D5627BD2-BAA1-43CE-9882-8B49B220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789" y="2224564"/>
            <a:ext cx="46673" cy="18097"/>
          </a:xfrm>
          <a:custGeom xmlns:a="http://schemas.openxmlformats.org/drawingml/2006/main">
            <a:pathLst>
              <a:path w="46673" h="18097">
                <a:moveTo>
                  <a:pt x="46673" y="0"/>
                </a:moveTo>
                <a:lnTo>
                  <a:pt x="0" y="0"/>
                </a:lnTo>
                <a:lnTo>
                  <a:pt x="0" y="18097"/>
                </a:lnTo>
                <a:lnTo>
                  <a:pt x="46673" y="18097"/>
                </a:lnTo>
                <a:lnTo>
                  <a:pt x="46673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6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BC81F1AA-9600-4807-8895-F98DC0F9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139" y="2272189"/>
            <a:ext cx="75248" cy="18097"/>
          </a:xfrm>
          <a:custGeom xmlns:a="http://schemas.openxmlformats.org/drawingml/2006/main">
            <a:pathLst>
              <a:path w="75248" h="18097">
                <a:moveTo>
                  <a:pt x="0" y="0"/>
                </a:moveTo>
                <a:lnTo>
                  <a:pt x="0" y="18097"/>
                </a:lnTo>
                <a:lnTo>
                  <a:pt x="75248" y="18097"/>
                </a:lnTo>
                <a:lnTo>
                  <a:pt x="752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6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3B39D5E8-171F-4932-A165-DAA0E121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314" y="230076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6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641A624D-FD91-4383-B03C-A2B276E6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314" y="233886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6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A559D8A-1FC6-40F9-9F81-E3FAFAF6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689" y="233886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6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FF5184DA-D313-42E1-AC1A-EB5D857C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4014" y="2415064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0"/>
                </a:move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6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6ACE1179-8376-465A-8B4E-C27E6C0A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064" y="2415064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6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A30359A2-9D73-4A3F-8A00-4B85CEBB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139" y="2415064"/>
            <a:ext cx="160973" cy="18097"/>
          </a:xfrm>
          <a:custGeom xmlns:a="http://schemas.openxmlformats.org/drawingml/2006/main">
            <a:pathLst>
              <a:path w="160973" h="18097">
                <a:moveTo>
                  <a:pt x="0" y="0"/>
                </a:moveTo>
                <a:lnTo>
                  <a:pt x="0" y="18097"/>
                </a:lnTo>
                <a:lnTo>
                  <a:pt x="160973" y="18097"/>
                </a:lnTo>
                <a:lnTo>
                  <a:pt x="1609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7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48665F83-421A-4A43-93BA-A1E2871E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989" y="2462689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7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59232C89-9492-421E-84E2-8ECC4B8F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889" y="246268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7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F9A3C7B9-7F52-44F8-AD9B-1941D08D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964" y="2462689"/>
            <a:ext cx="65723" cy="18097"/>
          </a:xfrm>
          <a:custGeom xmlns:a="http://schemas.openxmlformats.org/drawingml/2006/main">
            <a:pathLst>
              <a:path w="65723" h="18097">
                <a:moveTo>
                  <a:pt x="65723" y="0"/>
                </a:moveTo>
                <a:lnTo>
                  <a:pt x="0" y="0"/>
                </a:lnTo>
                <a:lnTo>
                  <a:pt x="0" y="18097"/>
                </a:lnTo>
                <a:lnTo>
                  <a:pt x="65723" y="18097"/>
                </a:lnTo>
                <a:lnTo>
                  <a:pt x="65723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7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E14494D-A79E-4E6C-91BE-F0FC8441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614" y="246268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7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BBA4B750-EBDF-44B7-966E-95AAFB1F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739" y="2462689"/>
            <a:ext cx="46673" cy="18097"/>
          </a:xfrm>
          <a:custGeom xmlns:a="http://schemas.openxmlformats.org/drawingml/2006/main">
            <a:pathLst>
              <a:path w="46673" h="18097">
                <a:moveTo>
                  <a:pt x="0" y="0"/>
                </a:moveTo>
                <a:lnTo>
                  <a:pt x="0" y="18097"/>
                </a:lnTo>
                <a:lnTo>
                  <a:pt x="46673" y="18097"/>
                </a:lnTo>
                <a:lnTo>
                  <a:pt x="466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7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B5628E31-025A-4D5D-BE1F-8CE4DC9A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7339" y="246268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7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5796B4B1-0249-4DCE-89BB-80384F2F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1114" y="2462689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7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5BF187B3-9DC8-48BC-A283-B107887D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2539" y="246268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7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96FC331-A52E-4EC4-B4FA-279C5C75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6339" y="246268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7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3D739CE9-8BAA-43D7-A56E-B215967A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7864" y="136731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8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984BEBA4-E6F0-459B-8980-BC45D8F9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814" y="138636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8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488F696B-1A15-48B5-B85C-AD909886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7864" y="175783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8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0BAEBB7-A8AD-4FB0-BDE9-9F756FCB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189" y="1843564"/>
            <a:ext cx="27623" cy="27622"/>
          </a:xfrm>
          <a:custGeom xmlns:a="http://schemas.openxmlformats.org/drawingml/2006/main">
            <a:pathLst>
              <a:path w="27623" h="27622">
                <a:moveTo>
                  <a:pt x="0" y="0"/>
                </a:moveTo>
                <a:lnTo>
                  <a:pt x="0" y="27622"/>
                </a:lnTo>
                <a:lnTo>
                  <a:pt x="27623" y="27622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8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C6660913-6BC4-4A6A-A18C-BC9D2F2E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664" y="187213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8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9AA14C6C-D7A5-479F-9E51-334DD2B7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189" y="1919764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8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FCDA6A86-9521-4A67-AAF8-1F2606D8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039" y="191976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8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147BA79-F08C-4E52-842F-5209A6F0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364" y="1995964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8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B99AB1CA-170F-495B-8A76-1978ACCF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8314" y="209121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0"/>
                </a:move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8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4007F7A-A966-4A37-9B54-E0058605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364" y="2119789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8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9A8CCC2-6B1A-46D9-88EB-C19CC779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839" y="246268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9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A423EB1F-58C7-48B6-BC66-E8DCF885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039" y="124348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9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DF62B17D-B3DA-48C2-A329-C081F715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9314" y="13006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9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90EA41F-6151-47E2-928F-8E6B2FF0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289" y="153876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9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9E2CDD80-66C8-47E9-9D0D-9827B1B0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564" y="1576864"/>
            <a:ext cx="37148" cy="27622"/>
          </a:xfrm>
          <a:custGeom xmlns:a="http://schemas.openxmlformats.org/drawingml/2006/main">
            <a:pathLst>
              <a:path w="37148" h="27622">
                <a:moveTo>
                  <a:pt x="0" y="0"/>
                </a:moveTo>
                <a:lnTo>
                  <a:pt x="0" y="27622"/>
                </a:lnTo>
                <a:lnTo>
                  <a:pt x="37148" y="27622"/>
                </a:lnTo>
                <a:lnTo>
                  <a:pt x="37148" y="9525"/>
                </a:lnTo>
                <a:lnTo>
                  <a:pt x="18098" y="9525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9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3A1B6D3E-3F5D-4191-8A47-03413DC2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2664" y="1605439"/>
            <a:ext cx="18098" cy="37147"/>
          </a:xfrm>
          <a:custGeom xmlns:a="http://schemas.openxmlformats.org/drawingml/2006/main">
            <a:pathLst>
              <a:path w="18098" h="37147">
                <a:moveTo>
                  <a:pt x="0" y="0"/>
                </a:moveTo>
                <a:lnTo>
                  <a:pt x="0" y="37147"/>
                </a:lnTo>
                <a:lnTo>
                  <a:pt x="18098" y="37147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9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8C6E30B-27F9-4DEE-B37A-47E38099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564" y="1634014"/>
            <a:ext cx="27623" cy="37147"/>
          </a:xfrm>
          <a:custGeom xmlns:a="http://schemas.openxmlformats.org/drawingml/2006/main">
            <a:pathLst>
              <a:path w="27623" h="37147">
                <a:moveTo>
                  <a:pt x="9525" y="37147"/>
                </a:moveTo>
                <a:lnTo>
                  <a:pt x="27623" y="37147"/>
                </a:ln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9525" y="18097"/>
                </a:lnTo>
                <a:lnTo>
                  <a:pt x="9525" y="37147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9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CB963EE8-F2A8-40A1-A240-7BCD7335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239" y="1643539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9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CC6E5EC-2604-4068-A319-D736B4CB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364" y="1681639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9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793115A-C4D5-4862-BBC7-A0BEC861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2639" y="16816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49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BD35001-C9B6-4DBB-BDF1-1996F0D3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014" y="1700689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0"/>
                </a:move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0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A7C5503-DD2E-4B5C-B836-D00A805A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264" y="1710214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0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BFD581B7-22ED-4CB9-AFEA-2B97C630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464" y="172926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0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4468A790-FB00-4552-B067-DA519720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9864" y="1100614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0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D8F1C1FE-7D33-462B-9080-EC7F41E2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089" y="1100614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0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F866073-162F-41A5-8504-8D5DF8B4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364" y="1110139"/>
            <a:ext cx="18098" cy="27623"/>
          </a:xfrm>
          <a:custGeom xmlns:a="http://schemas.openxmlformats.org/drawingml/2006/main">
            <a:pathLst>
              <a:path w="18098" h="27623">
                <a:moveTo>
                  <a:pt x="0" y="27623"/>
                </a:moveTo>
                <a:lnTo>
                  <a:pt x="18098" y="27623"/>
                </a:lnTo>
                <a:lnTo>
                  <a:pt x="18098" y="0"/>
                </a:lnTo>
                <a:lnTo>
                  <a:pt x="0" y="0"/>
                </a:lnTo>
                <a:lnTo>
                  <a:pt x="0" y="27623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0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B9CC6EE-FA3C-4C69-AE44-738995B1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2714" y="1110139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0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19904D5-92C1-4A93-809C-9B0D1025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4589" y="1176814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0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665F1278-7730-41B1-9C4B-CB10CFF0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8389" y="1186339"/>
            <a:ext cx="46673" cy="18098"/>
          </a:xfrm>
          <a:custGeom xmlns:a="http://schemas.openxmlformats.org/drawingml/2006/main">
            <a:pathLst>
              <a:path w="46673" h="18098">
                <a:moveTo>
                  <a:pt x="0" y="0"/>
                </a:moveTo>
                <a:lnTo>
                  <a:pt x="0" y="18098"/>
                </a:lnTo>
                <a:lnTo>
                  <a:pt x="46673" y="18098"/>
                </a:lnTo>
                <a:lnTo>
                  <a:pt x="466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0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236AF34A-4727-4C5C-A2AA-E10170D9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8914" y="1262539"/>
            <a:ext cx="18098" cy="37147"/>
          </a:xfrm>
          <a:custGeom xmlns:a="http://schemas.openxmlformats.org/drawingml/2006/main">
            <a:pathLst>
              <a:path w="18098" h="37147">
                <a:moveTo>
                  <a:pt x="18098" y="37147"/>
                </a:moveTo>
                <a:lnTo>
                  <a:pt x="18098" y="0"/>
                </a:lnTo>
                <a:lnTo>
                  <a:pt x="0" y="0"/>
                </a:lnTo>
                <a:lnTo>
                  <a:pt x="0" y="37147"/>
                </a:lnTo>
                <a:lnTo>
                  <a:pt x="18098" y="37147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0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F88D7BB8-FEBD-4C60-98A7-ED6C6B16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0814" y="1310164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1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97E4F3E6-A200-4825-8B0F-E3050032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2239" y="1329214"/>
            <a:ext cx="27623" cy="27622"/>
          </a:xfrm>
          <a:custGeom xmlns:a="http://schemas.openxmlformats.org/drawingml/2006/main">
            <a:pathLst>
              <a:path w="27623" h="27622">
                <a:moveTo>
                  <a:pt x="9525" y="0"/>
                </a:moveTo>
                <a:lnTo>
                  <a:pt x="9525" y="9525"/>
                </a:lnTo>
                <a:lnTo>
                  <a:pt x="0" y="9525"/>
                </a:lnTo>
                <a:lnTo>
                  <a:pt x="0" y="27622"/>
                </a:lnTo>
                <a:lnTo>
                  <a:pt x="27623" y="27622"/>
                </a:lnTo>
                <a:lnTo>
                  <a:pt x="27623" y="0"/>
                </a:lnTo>
                <a:lnTo>
                  <a:pt x="9525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1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BC883411-15E3-4D9F-AC25-52A7D2B0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0814" y="1357789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0"/>
                </a:move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1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CD145448-31FC-45CC-A00F-4851C16B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2214" y="147208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1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C3F872F3-20D0-4E01-A284-229424E6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6014" y="149113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1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A4E0A98D-0059-47A2-AD57-92BAD880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4589" y="151018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1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635B6A2-6694-49B6-81A8-F198E73D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4639" y="995839"/>
            <a:ext cx="18098" cy="27623"/>
          </a:xfrm>
          <a:custGeom xmlns:a="http://schemas.openxmlformats.org/drawingml/2006/main">
            <a:pathLst>
              <a:path w="18098" h="27623">
                <a:moveTo>
                  <a:pt x="0" y="0"/>
                </a:moveTo>
                <a:lnTo>
                  <a:pt x="0" y="27623"/>
                </a:lnTo>
                <a:lnTo>
                  <a:pt x="18098" y="27623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1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DCE09070-164B-40DF-A656-158E37CA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314" y="995839"/>
            <a:ext cx="46673" cy="18098"/>
          </a:xfrm>
          <a:custGeom xmlns:a="http://schemas.openxmlformats.org/drawingml/2006/main">
            <a:pathLst>
              <a:path w="46673" h="18098">
                <a:moveTo>
                  <a:pt x="46673" y="0"/>
                </a:moveTo>
                <a:lnTo>
                  <a:pt x="0" y="0"/>
                </a:lnTo>
                <a:lnTo>
                  <a:pt x="0" y="18098"/>
                </a:lnTo>
                <a:lnTo>
                  <a:pt x="46673" y="18098"/>
                </a:lnTo>
                <a:lnTo>
                  <a:pt x="46673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1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5E2CE676-6CC8-46D3-90D3-6B7340A4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2739" y="1024414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1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F784578-E174-413B-96E0-A38753DF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314" y="1100614"/>
            <a:ext cx="18098" cy="27623"/>
          </a:xfrm>
          <a:custGeom xmlns:a="http://schemas.openxmlformats.org/drawingml/2006/main">
            <a:pathLst>
              <a:path w="18098" h="27623">
                <a:moveTo>
                  <a:pt x="0" y="0"/>
                </a:moveTo>
                <a:lnTo>
                  <a:pt x="0" y="27623"/>
                </a:lnTo>
                <a:lnTo>
                  <a:pt x="18098" y="27623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1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C31C6319-420E-46C4-A922-6DFAA162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8439" y="1110139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0"/>
                </a:move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2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7AABDA5-76E9-46A1-8262-213B3FE3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7964" y="113871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0"/>
                </a:move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2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2DAA9480-9F65-424E-AB33-46787F37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2264" y="1167289"/>
            <a:ext cx="18098" cy="37148"/>
          </a:xfrm>
          <a:custGeom xmlns:a="http://schemas.openxmlformats.org/drawingml/2006/main">
            <a:pathLst>
              <a:path w="18098" h="37148">
                <a:moveTo>
                  <a:pt x="18098" y="0"/>
                </a:moveTo>
                <a:lnTo>
                  <a:pt x="0" y="0"/>
                </a:lnTo>
                <a:lnTo>
                  <a:pt x="0" y="37148"/>
                </a:lnTo>
                <a:lnTo>
                  <a:pt x="18098" y="37148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2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6E9E442-C025-444D-9283-867448E6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164" y="1205389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0"/>
                </a:move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2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6EFEA45A-7752-47B2-8F60-83FE69E8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8439" y="129111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2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39B6F0B-3121-4A85-B556-EFAC5215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2739" y="136731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0"/>
                </a:move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2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2529DFA-24E9-4D2D-90D0-C69D8175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589" y="136731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0"/>
                </a:move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2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4ADA6888-635C-4F5B-AE3D-26C16091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164" y="139588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2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812887B-7E0D-43BF-B215-E5C7B671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289" y="986314"/>
            <a:ext cx="37148" cy="18098"/>
          </a:xfrm>
          <a:custGeom xmlns:a="http://schemas.openxmlformats.org/drawingml/2006/main">
            <a:pathLst>
              <a:path w="37148" h="18098">
                <a:moveTo>
                  <a:pt x="0" y="0"/>
                </a:moveTo>
                <a:lnTo>
                  <a:pt x="0" y="18098"/>
                </a:lnTo>
                <a:lnTo>
                  <a:pt x="37148" y="18098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2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D9A645A6-74CA-40A1-80D8-F6C4B995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1339" y="1052989"/>
            <a:ext cx="18098" cy="37148"/>
          </a:xfrm>
          <a:custGeom xmlns:a="http://schemas.openxmlformats.org/drawingml/2006/main">
            <a:pathLst>
              <a:path w="18098" h="37148">
                <a:moveTo>
                  <a:pt x="18098" y="37148"/>
                </a:moveTo>
                <a:lnTo>
                  <a:pt x="18098" y="0"/>
                </a:lnTo>
                <a:lnTo>
                  <a:pt x="0" y="0"/>
                </a:lnTo>
                <a:lnTo>
                  <a:pt x="0" y="37148"/>
                </a:lnTo>
                <a:lnTo>
                  <a:pt x="18098" y="37148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2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F2E7BD6C-C7EA-4275-BAE5-388C2106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164" y="1062514"/>
            <a:ext cx="18098" cy="27623"/>
          </a:xfrm>
          <a:custGeom xmlns:a="http://schemas.openxmlformats.org/drawingml/2006/main">
            <a:pathLst>
              <a:path w="18098" h="27623">
                <a:moveTo>
                  <a:pt x="18098" y="27623"/>
                </a:moveTo>
                <a:lnTo>
                  <a:pt x="18098" y="0"/>
                </a:lnTo>
                <a:lnTo>
                  <a:pt x="0" y="0"/>
                </a:lnTo>
                <a:lnTo>
                  <a:pt x="0" y="27623"/>
                </a:lnTo>
                <a:lnTo>
                  <a:pt x="18098" y="27623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3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387EE5D-016A-4C8A-8FE8-DF84FB63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0389" y="1081564"/>
            <a:ext cx="46673" cy="18098"/>
          </a:xfrm>
          <a:custGeom xmlns:a="http://schemas.openxmlformats.org/drawingml/2006/main">
            <a:pathLst>
              <a:path w="46673" h="18098">
                <a:moveTo>
                  <a:pt x="0" y="0"/>
                </a:moveTo>
                <a:lnTo>
                  <a:pt x="0" y="18098"/>
                </a:lnTo>
                <a:lnTo>
                  <a:pt x="46673" y="18098"/>
                </a:lnTo>
                <a:lnTo>
                  <a:pt x="466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3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B3C596D-8EAA-4C5B-B437-3A054971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3714" y="1100614"/>
            <a:ext cx="37148" cy="18098"/>
          </a:xfrm>
          <a:custGeom xmlns:a="http://schemas.openxmlformats.org/drawingml/2006/main">
            <a:pathLst>
              <a:path w="37148" h="18098">
                <a:moveTo>
                  <a:pt x="0" y="0"/>
                </a:moveTo>
                <a:lnTo>
                  <a:pt x="0" y="18098"/>
                </a:lnTo>
                <a:lnTo>
                  <a:pt x="37148" y="18098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3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4577E64-146F-4B54-A08C-C920050F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1339" y="1119664"/>
            <a:ext cx="18098" cy="27623"/>
          </a:xfrm>
          <a:custGeom xmlns:a="http://schemas.openxmlformats.org/drawingml/2006/main">
            <a:pathLst>
              <a:path w="18098" h="27623">
                <a:moveTo>
                  <a:pt x="0" y="0"/>
                </a:moveTo>
                <a:lnTo>
                  <a:pt x="0" y="27623"/>
                </a:lnTo>
                <a:lnTo>
                  <a:pt x="18098" y="27623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3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C553B04A-A6AD-4B10-9A56-2CB51060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5139" y="1129189"/>
            <a:ext cx="37148" cy="37148"/>
          </a:xfrm>
          <a:custGeom xmlns:a="http://schemas.openxmlformats.org/drawingml/2006/main">
            <a:pathLst>
              <a:path w="37148" h="37148">
                <a:moveTo>
                  <a:pt x="9525" y="37148"/>
                </a:moveTo>
                <a:lnTo>
                  <a:pt x="37148" y="37148"/>
                </a:lnTo>
                <a:lnTo>
                  <a:pt x="37148" y="19050"/>
                </a:lnTo>
                <a:lnTo>
                  <a:pt x="27623" y="19050"/>
                </a:lnTo>
                <a:lnTo>
                  <a:pt x="27623" y="9525"/>
                </a:lnTo>
                <a:lnTo>
                  <a:pt x="18098" y="9525"/>
                </a:lnTo>
                <a:lnTo>
                  <a:pt x="18098" y="0"/>
                </a:lnTo>
                <a:lnTo>
                  <a:pt x="0" y="0"/>
                </a:lnTo>
                <a:lnTo>
                  <a:pt x="0" y="27623"/>
                </a:lnTo>
                <a:lnTo>
                  <a:pt x="9525" y="27623"/>
                </a:lnTo>
                <a:lnTo>
                  <a:pt x="9525" y="37148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3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990F63C-818E-49C5-850F-A961950A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1339" y="1157764"/>
            <a:ext cx="18098" cy="27623"/>
          </a:xfrm>
          <a:custGeom xmlns:a="http://schemas.openxmlformats.org/drawingml/2006/main">
            <a:pathLst>
              <a:path w="18098" h="27623">
                <a:moveTo>
                  <a:pt x="18098" y="0"/>
                </a:moveTo>
                <a:lnTo>
                  <a:pt x="0" y="0"/>
                </a:lnTo>
                <a:lnTo>
                  <a:pt x="0" y="27623"/>
                </a:lnTo>
                <a:lnTo>
                  <a:pt x="18098" y="27623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3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952F19A7-4341-4CF4-8133-1A734817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164" y="1176814"/>
            <a:ext cx="18098" cy="27623"/>
          </a:xfrm>
          <a:custGeom xmlns:a="http://schemas.openxmlformats.org/drawingml/2006/main">
            <a:pathLst>
              <a:path w="18098" h="27623">
                <a:moveTo>
                  <a:pt x="18098" y="27623"/>
                </a:moveTo>
                <a:lnTo>
                  <a:pt x="18098" y="0"/>
                </a:lnTo>
                <a:lnTo>
                  <a:pt x="0" y="0"/>
                </a:lnTo>
                <a:lnTo>
                  <a:pt x="0" y="27623"/>
                </a:lnTo>
                <a:lnTo>
                  <a:pt x="18098" y="27623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3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A8A1CAF-1BE5-47ED-88B6-26D938B7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8014" y="1176814"/>
            <a:ext cx="18098" cy="27623"/>
          </a:xfrm>
          <a:custGeom xmlns:a="http://schemas.openxmlformats.org/drawingml/2006/main">
            <a:pathLst>
              <a:path w="18098" h="27623">
                <a:moveTo>
                  <a:pt x="18098" y="27623"/>
                </a:moveTo>
                <a:lnTo>
                  <a:pt x="18098" y="0"/>
                </a:lnTo>
                <a:lnTo>
                  <a:pt x="0" y="0"/>
                </a:lnTo>
                <a:lnTo>
                  <a:pt x="0" y="27623"/>
                </a:lnTo>
                <a:lnTo>
                  <a:pt x="18098" y="27623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3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BC9204E-A049-4ED2-9FBE-84F08B99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289" y="1176814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3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D28E0559-2C40-4DBA-848F-6538B5F2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7064" y="1205389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3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B644AD8C-EBAA-40E0-B521-31ED1C95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6089" y="1281589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4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26F419F-2A85-497C-BA6A-0C2E04A7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4214" y="2453164"/>
            <a:ext cx="18098" cy="65722"/>
          </a:xfrm>
          <a:custGeom xmlns:a="http://schemas.openxmlformats.org/drawingml/2006/main">
            <a:pathLst>
              <a:path w="18098" h="65722">
                <a:moveTo>
                  <a:pt x="0" y="65722"/>
                </a:moveTo>
                <a:lnTo>
                  <a:pt x="18098" y="65722"/>
                </a:lnTo>
                <a:lnTo>
                  <a:pt x="18098" y="0"/>
                </a:lnTo>
                <a:lnTo>
                  <a:pt x="0" y="0"/>
                </a:lnTo>
                <a:lnTo>
                  <a:pt x="0" y="65722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4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1E21366-7C2D-486E-AD75-200B0850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164" y="251031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BACD"/>
          </a:solidFill>
          <a:ln xmlns:a="http://schemas.openxmlformats.org/drawingml/2006/main" w="0">
            <a:noFill/>
          </a:ln>
        </p:spPr>
      </p:sp>
      <p:sp>
        <p:nvSpPr>
          <p:cNvPr id="54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2C2BD893-3EEE-4821-A6D4-7503E855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3614" y="1576864"/>
            <a:ext cx="46673" cy="18097"/>
          </a:xfrm>
          <a:custGeom xmlns:a="http://schemas.openxmlformats.org/drawingml/2006/main">
            <a:pathLst>
              <a:path w="46673" h="18097">
                <a:moveTo>
                  <a:pt x="0" y="0"/>
                </a:moveTo>
                <a:lnTo>
                  <a:pt x="0" y="18097"/>
                </a:lnTo>
                <a:lnTo>
                  <a:pt x="46673" y="18097"/>
                </a:lnTo>
                <a:lnTo>
                  <a:pt x="466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4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DC2E6AC3-07CD-4F81-AA9D-7A9035B0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889" y="1681639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4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DCC4563-2486-47F6-9117-CC7AEBD9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214" y="1700689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27622"/>
                </a:move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4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96641C60-47C9-4259-BC76-999410A6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989" y="173878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4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63C2F23A-80E6-4CAD-BE9B-81D00FF5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9739" y="2024539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4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9AE59503-1960-453F-A084-03D20F38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289" y="229123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4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F1D3A56-2802-447B-B43C-AB5E7D29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564" y="241506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4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B5D8FAF-B424-4898-9E66-2B744FD2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5564" y="1072039"/>
            <a:ext cx="18098" cy="27623"/>
          </a:xfrm>
          <a:custGeom xmlns:a="http://schemas.openxmlformats.org/drawingml/2006/main">
            <a:pathLst>
              <a:path w="18098" h="27623">
                <a:moveTo>
                  <a:pt x="0" y="27623"/>
                </a:moveTo>
                <a:lnTo>
                  <a:pt x="18098" y="27623"/>
                </a:lnTo>
                <a:lnTo>
                  <a:pt x="18098" y="0"/>
                </a:lnTo>
                <a:lnTo>
                  <a:pt x="0" y="0"/>
                </a:lnTo>
                <a:lnTo>
                  <a:pt x="0" y="27623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5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D8BF4F28-84F6-4A43-9125-58AB2596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364" y="1072039"/>
            <a:ext cx="18098" cy="27623"/>
          </a:xfrm>
          <a:custGeom xmlns:a="http://schemas.openxmlformats.org/drawingml/2006/main">
            <a:pathLst>
              <a:path w="18098" h="27623">
                <a:moveTo>
                  <a:pt x="18098" y="27623"/>
                </a:moveTo>
                <a:lnTo>
                  <a:pt x="18098" y="0"/>
                </a:lnTo>
                <a:lnTo>
                  <a:pt x="0" y="0"/>
                </a:lnTo>
                <a:lnTo>
                  <a:pt x="0" y="27623"/>
                </a:lnTo>
                <a:lnTo>
                  <a:pt x="18098" y="27623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5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CAF0C68F-66B9-469D-B9D9-CC42C2EE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264" y="111966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0"/>
                </a:move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5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C72D8FF-04CD-4446-A7D2-B700E2E0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4114" y="1119664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5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7D0E863-7CA2-4497-8621-C7F45325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5539" y="1148239"/>
            <a:ext cx="18098" cy="27623"/>
          </a:xfrm>
          <a:custGeom xmlns:a="http://schemas.openxmlformats.org/drawingml/2006/main">
            <a:pathLst>
              <a:path w="18098" h="27623">
                <a:moveTo>
                  <a:pt x="0" y="0"/>
                </a:moveTo>
                <a:lnTo>
                  <a:pt x="0" y="27623"/>
                </a:lnTo>
                <a:lnTo>
                  <a:pt x="18098" y="27623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5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FC7750FB-8607-47B2-AB2A-2564ACAD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0814" y="136731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5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4F0C4F9F-72F4-4929-8C44-1C1B66B1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7464" y="139588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5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A8A8B6B8-3148-4C64-89D1-5754209F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6014" y="150066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5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A2C2BB9-BC68-47AF-B35F-67D24467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4114" y="151971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5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99F7EBF8-F038-404F-BA11-ADBAD098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339" y="1576864"/>
            <a:ext cx="46673" cy="18097"/>
          </a:xfrm>
          <a:custGeom xmlns:a="http://schemas.openxmlformats.org/drawingml/2006/main">
            <a:pathLst>
              <a:path w="46673" h="18097">
                <a:moveTo>
                  <a:pt x="46673" y="0"/>
                </a:moveTo>
                <a:lnTo>
                  <a:pt x="0" y="0"/>
                </a:lnTo>
                <a:lnTo>
                  <a:pt x="0" y="18097"/>
                </a:lnTo>
                <a:lnTo>
                  <a:pt x="46673" y="18097"/>
                </a:lnTo>
                <a:lnTo>
                  <a:pt x="46673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5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6A220507-5729-44CF-9B8F-8F540924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4589" y="1967389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6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ACA4C993-6E08-42AA-96CB-B4B3465F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6014" y="199596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6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FA516751-7690-4017-A3F9-CC1210E9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2214" y="199596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6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94A54A8F-F45A-42E4-B5E7-8D997260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1789" y="652939"/>
            <a:ext cx="399098" cy="27623"/>
          </a:xfrm>
          <a:custGeom xmlns:a="http://schemas.openxmlformats.org/drawingml/2006/main">
            <a:pathLst>
              <a:path w="399098" h="27623">
                <a:moveTo>
                  <a:pt x="9525" y="9525"/>
                </a:moveTo>
                <a:lnTo>
                  <a:pt x="0" y="9525"/>
                </a:lnTo>
                <a:lnTo>
                  <a:pt x="0" y="27623"/>
                </a:lnTo>
                <a:lnTo>
                  <a:pt x="399098" y="27623"/>
                </a:lnTo>
                <a:lnTo>
                  <a:pt x="399098" y="9525"/>
                </a:lnTo>
                <a:lnTo>
                  <a:pt x="27623" y="9525"/>
                </a:lnTo>
                <a:lnTo>
                  <a:pt x="27623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6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DECE31EC-014D-4B64-88BE-4244C5BE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0839" y="986314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6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47DDA56D-E5B0-44FE-ADE7-24EA4C75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3214" y="1033939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6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C54052C-4EC1-49B9-88BE-C6642746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8439" y="1043464"/>
            <a:ext cx="37148" cy="18098"/>
          </a:xfrm>
          <a:custGeom xmlns:a="http://schemas.openxmlformats.org/drawingml/2006/main">
            <a:pathLst>
              <a:path w="37148" h="18098">
                <a:moveTo>
                  <a:pt x="0" y="0"/>
                </a:moveTo>
                <a:lnTo>
                  <a:pt x="0" y="18098"/>
                </a:lnTo>
                <a:lnTo>
                  <a:pt x="37148" y="18098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6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A36C5FC-77E8-414B-9237-BBB290C2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9414" y="1062514"/>
            <a:ext cx="18098" cy="37148"/>
          </a:xfrm>
          <a:custGeom xmlns:a="http://schemas.openxmlformats.org/drawingml/2006/main">
            <a:pathLst>
              <a:path w="18098" h="37148">
                <a:moveTo>
                  <a:pt x="18098" y="37148"/>
                </a:moveTo>
                <a:lnTo>
                  <a:pt x="18098" y="0"/>
                </a:lnTo>
                <a:lnTo>
                  <a:pt x="0" y="0"/>
                </a:lnTo>
                <a:lnTo>
                  <a:pt x="0" y="37148"/>
                </a:lnTo>
                <a:lnTo>
                  <a:pt x="18098" y="37148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6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F837E7C3-9E14-46F4-A961-19F58F61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9414" y="1100614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6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E0BC37E-5D6D-4BF5-A861-58186D9C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0839" y="1110139"/>
            <a:ext cx="18098" cy="27623"/>
          </a:xfrm>
          <a:custGeom xmlns:a="http://schemas.openxmlformats.org/drawingml/2006/main">
            <a:pathLst>
              <a:path w="18098" h="27623">
                <a:moveTo>
                  <a:pt x="18098" y="27623"/>
                </a:moveTo>
                <a:lnTo>
                  <a:pt x="18098" y="0"/>
                </a:lnTo>
                <a:lnTo>
                  <a:pt x="0" y="0"/>
                </a:lnTo>
                <a:lnTo>
                  <a:pt x="0" y="27623"/>
                </a:lnTo>
                <a:lnTo>
                  <a:pt x="18098" y="27623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6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4A3978F-542C-488F-BC72-023E69B7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7964" y="1119664"/>
            <a:ext cx="27623" cy="27623"/>
          </a:xfrm>
          <a:custGeom xmlns:a="http://schemas.openxmlformats.org/drawingml/2006/main">
            <a:pathLst>
              <a:path w="27623" h="27623">
                <a:moveTo>
                  <a:pt x="9525" y="0"/>
                </a:moveTo>
                <a:lnTo>
                  <a:pt x="9525" y="9525"/>
                </a:lnTo>
                <a:lnTo>
                  <a:pt x="0" y="9525"/>
                </a:lnTo>
                <a:lnTo>
                  <a:pt x="0" y="27623"/>
                </a:lnTo>
                <a:lnTo>
                  <a:pt x="27623" y="27623"/>
                </a:lnTo>
                <a:lnTo>
                  <a:pt x="27623" y="0"/>
                </a:lnTo>
                <a:lnTo>
                  <a:pt x="9525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7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5CFFEBD9-40B6-4B08-9610-B3F11B66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364" y="1186339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7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96294CC-587E-45B2-B9AC-DFE2A123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689" y="1214914"/>
            <a:ext cx="18098" cy="37147"/>
          </a:xfrm>
          <a:custGeom xmlns:a="http://schemas.openxmlformats.org/drawingml/2006/main">
            <a:pathLst>
              <a:path w="18098" h="37147">
                <a:moveTo>
                  <a:pt x="18098" y="0"/>
                </a:moveTo>
                <a:lnTo>
                  <a:pt x="0" y="0"/>
                </a:lnTo>
                <a:lnTo>
                  <a:pt x="0" y="37147"/>
                </a:lnTo>
                <a:lnTo>
                  <a:pt x="18098" y="37147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7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F488E0A3-5620-4AB6-9BD5-B72AAE16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3214" y="1253014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27622"/>
                </a:move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7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6DAFA8AB-3432-4D05-B774-6787F2A3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8439" y="1262539"/>
            <a:ext cx="27623" cy="37147"/>
          </a:xfrm>
          <a:custGeom xmlns:a="http://schemas.openxmlformats.org/drawingml/2006/main">
            <a:pathLst>
              <a:path w="27623" h="37147">
                <a:moveTo>
                  <a:pt x="0" y="0"/>
                </a:moveTo>
                <a:lnTo>
                  <a:pt x="0" y="37147"/>
                </a:lnTo>
                <a:lnTo>
                  <a:pt x="18098" y="37147"/>
                </a:lnTo>
                <a:lnTo>
                  <a:pt x="18098" y="27622"/>
                </a:lnTo>
                <a:lnTo>
                  <a:pt x="27623" y="27622"/>
                </a:lnTo>
                <a:lnTo>
                  <a:pt x="27623" y="9525"/>
                </a:lnTo>
                <a:lnTo>
                  <a:pt x="18098" y="9525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7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D0825C1F-1983-4ACE-86D1-78F1AA27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9414" y="1281589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0"/>
                </a:move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7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A3483DF9-FFEF-4E08-A346-D58B2E5A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164" y="131016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7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113D32C-62F8-4795-A3E2-AA134BC6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589" y="1319689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7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D8F36A92-57D2-4868-B27A-7BA12743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364" y="133873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7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ADB7FBE1-EFF6-4AD7-96CC-4CC292F2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0839" y="1357789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0"/>
                </a:move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7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627065A1-8D73-4747-9FE4-41EF272C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2264" y="136731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8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AA2CEFE4-B1B2-4C9B-8F6C-09637D10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539" y="1367314"/>
            <a:ext cx="27623" cy="27622"/>
          </a:xfrm>
          <a:custGeom xmlns:a="http://schemas.openxmlformats.org/drawingml/2006/main">
            <a:pathLst>
              <a:path w="27623" h="27622">
                <a:moveTo>
                  <a:pt x="0" y="0"/>
                </a:moveTo>
                <a:lnTo>
                  <a:pt x="0" y="18097"/>
                </a:lnTo>
                <a:lnTo>
                  <a:pt x="9525" y="18097"/>
                </a:lnTo>
                <a:lnTo>
                  <a:pt x="9525" y="27622"/>
                </a:lnTo>
                <a:lnTo>
                  <a:pt x="27623" y="27622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8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183CC71-E167-4F5D-83AC-72DEB8FA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364" y="138636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8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A10A98B3-C27E-427E-83CE-993173B5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914" y="957739"/>
            <a:ext cx="18098" cy="27623"/>
          </a:xfrm>
          <a:custGeom xmlns:a="http://schemas.openxmlformats.org/drawingml/2006/main">
            <a:pathLst>
              <a:path w="18098" h="27623">
                <a:moveTo>
                  <a:pt x="0" y="27623"/>
                </a:moveTo>
                <a:lnTo>
                  <a:pt x="18098" y="27623"/>
                </a:lnTo>
                <a:lnTo>
                  <a:pt x="18098" y="0"/>
                </a:lnTo>
                <a:lnTo>
                  <a:pt x="0" y="0"/>
                </a:lnTo>
                <a:lnTo>
                  <a:pt x="0" y="27623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8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C6FE4A0-9D9B-4E43-B9ED-F3FA78D1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3714" y="957739"/>
            <a:ext cx="18098" cy="27623"/>
          </a:xfrm>
          <a:custGeom xmlns:a="http://schemas.openxmlformats.org/drawingml/2006/main">
            <a:pathLst>
              <a:path w="18098" h="27623">
                <a:moveTo>
                  <a:pt x="0" y="27623"/>
                </a:moveTo>
                <a:lnTo>
                  <a:pt x="18098" y="27623"/>
                </a:lnTo>
                <a:lnTo>
                  <a:pt x="18098" y="0"/>
                </a:lnTo>
                <a:lnTo>
                  <a:pt x="0" y="0"/>
                </a:lnTo>
                <a:lnTo>
                  <a:pt x="0" y="27623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8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BC0A88C-2A8D-4BCF-9D86-3D6C8FE3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0389" y="1033939"/>
            <a:ext cx="37148" cy="18098"/>
          </a:xfrm>
          <a:custGeom xmlns:a="http://schemas.openxmlformats.org/drawingml/2006/main">
            <a:pathLst>
              <a:path w="37148" h="18098">
                <a:moveTo>
                  <a:pt x="0" y="0"/>
                </a:moveTo>
                <a:lnTo>
                  <a:pt x="0" y="18098"/>
                </a:lnTo>
                <a:lnTo>
                  <a:pt x="37148" y="18098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8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8865FB4-A31B-4DFE-A65B-B5D85D15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4689" y="1062514"/>
            <a:ext cx="18098" cy="27623"/>
          </a:xfrm>
          <a:custGeom xmlns:a="http://schemas.openxmlformats.org/drawingml/2006/main">
            <a:pathLst>
              <a:path w="18098" h="27623">
                <a:moveTo>
                  <a:pt x="18098" y="27623"/>
                </a:moveTo>
                <a:lnTo>
                  <a:pt x="18098" y="0"/>
                </a:lnTo>
                <a:lnTo>
                  <a:pt x="0" y="0"/>
                </a:lnTo>
                <a:lnTo>
                  <a:pt x="0" y="27623"/>
                </a:lnTo>
                <a:lnTo>
                  <a:pt x="18098" y="27623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8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251763DB-2D18-4227-928E-24F1B4B7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7514" y="1100614"/>
            <a:ext cx="37148" cy="18098"/>
          </a:xfrm>
          <a:custGeom xmlns:a="http://schemas.openxmlformats.org/drawingml/2006/main">
            <a:pathLst>
              <a:path w="37148" h="18098">
                <a:moveTo>
                  <a:pt x="0" y="0"/>
                </a:moveTo>
                <a:lnTo>
                  <a:pt x="0" y="18098"/>
                </a:lnTo>
                <a:lnTo>
                  <a:pt x="37148" y="18098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8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2A95C2C-24FE-4743-BA0C-13843125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8014" y="1110139"/>
            <a:ext cx="37148" cy="18098"/>
          </a:xfrm>
          <a:custGeom xmlns:a="http://schemas.openxmlformats.org/drawingml/2006/main">
            <a:pathLst>
              <a:path w="37148" h="18098">
                <a:moveTo>
                  <a:pt x="0" y="0"/>
                </a:moveTo>
                <a:lnTo>
                  <a:pt x="0" y="18098"/>
                </a:lnTo>
                <a:lnTo>
                  <a:pt x="37148" y="18098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8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F32310E-6B1F-4835-83E0-E3025BCF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0864" y="1119664"/>
            <a:ext cx="18098" cy="27623"/>
          </a:xfrm>
          <a:custGeom xmlns:a="http://schemas.openxmlformats.org/drawingml/2006/main">
            <a:pathLst>
              <a:path w="18098" h="27623">
                <a:moveTo>
                  <a:pt x="0" y="27623"/>
                </a:moveTo>
                <a:lnTo>
                  <a:pt x="18098" y="27623"/>
                </a:lnTo>
                <a:lnTo>
                  <a:pt x="18098" y="0"/>
                </a:lnTo>
                <a:lnTo>
                  <a:pt x="0" y="0"/>
                </a:lnTo>
                <a:lnTo>
                  <a:pt x="0" y="27623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8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4EB0DC7D-C24C-4745-A5E8-B6CD1981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0864" y="1157764"/>
            <a:ext cx="18098" cy="27623"/>
          </a:xfrm>
          <a:custGeom xmlns:a="http://schemas.openxmlformats.org/drawingml/2006/main">
            <a:pathLst>
              <a:path w="18098" h="27623">
                <a:moveTo>
                  <a:pt x="0" y="0"/>
                </a:moveTo>
                <a:lnTo>
                  <a:pt x="0" y="27623"/>
                </a:lnTo>
                <a:lnTo>
                  <a:pt x="18098" y="27623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9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6B170363-510C-4B13-A4CD-7F4E7970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4689" y="1176814"/>
            <a:ext cx="18098" cy="27623"/>
          </a:xfrm>
          <a:custGeom xmlns:a="http://schemas.openxmlformats.org/drawingml/2006/main">
            <a:pathLst>
              <a:path w="18098" h="27623">
                <a:moveTo>
                  <a:pt x="18098" y="27623"/>
                </a:moveTo>
                <a:lnTo>
                  <a:pt x="18098" y="0"/>
                </a:lnTo>
                <a:lnTo>
                  <a:pt x="0" y="0"/>
                </a:lnTo>
                <a:lnTo>
                  <a:pt x="0" y="27623"/>
                </a:lnTo>
                <a:lnTo>
                  <a:pt x="18098" y="27623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9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F0656914-F138-4C46-9A0D-1C0C059E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8489" y="1176814"/>
            <a:ext cx="18098" cy="27623"/>
          </a:xfrm>
          <a:custGeom xmlns:a="http://schemas.openxmlformats.org/drawingml/2006/main">
            <a:pathLst>
              <a:path w="18098" h="27623">
                <a:moveTo>
                  <a:pt x="0" y="0"/>
                </a:moveTo>
                <a:lnTo>
                  <a:pt x="0" y="27623"/>
                </a:lnTo>
                <a:lnTo>
                  <a:pt x="18098" y="27623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9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BCAC6103-0625-42B3-B47A-6C195519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6564" y="1186339"/>
            <a:ext cx="37148" cy="18098"/>
          </a:xfrm>
          <a:custGeom xmlns:a="http://schemas.openxmlformats.org/drawingml/2006/main">
            <a:pathLst>
              <a:path w="37148" h="18098">
                <a:moveTo>
                  <a:pt x="0" y="0"/>
                </a:moveTo>
                <a:lnTo>
                  <a:pt x="0" y="18098"/>
                </a:lnTo>
                <a:lnTo>
                  <a:pt x="37148" y="18098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9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9610CAC-CCD9-464E-86DB-21DB04C6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3239" y="1186339"/>
            <a:ext cx="37148" cy="18098"/>
          </a:xfrm>
          <a:custGeom xmlns:a="http://schemas.openxmlformats.org/drawingml/2006/main">
            <a:pathLst>
              <a:path w="37148" h="18098">
                <a:moveTo>
                  <a:pt x="0" y="0"/>
                </a:moveTo>
                <a:lnTo>
                  <a:pt x="0" y="18098"/>
                </a:lnTo>
                <a:lnTo>
                  <a:pt x="37148" y="18098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9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B76D5F2F-67F7-4E6E-961D-D0A2A357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2314" y="671989"/>
            <a:ext cx="18098" cy="1856422"/>
          </a:xfrm>
          <a:custGeom xmlns:a="http://schemas.openxmlformats.org/drawingml/2006/main">
            <a:pathLst>
              <a:path w="18098" h="1856422">
                <a:moveTo>
                  <a:pt x="0" y="0"/>
                </a:moveTo>
                <a:lnTo>
                  <a:pt x="0" y="1856422"/>
                </a:lnTo>
                <a:lnTo>
                  <a:pt x="18098" y="18564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9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E670275-D748-48A2-A187-51BE81EF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3739" y="2453164"/>
            <a:ext cx="18098" cy="65722"/>
          </a:xfrm>
          <a:custGeom xmlns:a="http://schemas.openxmlformats.org/drawingml/2006/main">
            <a:pathLst>
              <a:path w="18098" h="65722">
                <a:moveTo>
                  <a:pt x="18098" y="65722"/>
                </a:moveTo>
                <a:lnTo>
                  <a:pt x="18098" y="0"/>
                </a:lnTo>
                <a:lnTo>
                  <a:pt x="0" y="0"/>
                </a:lnTo>
                <a:lnTo>
                  <a:pt x="0" y="65722"/>
                </a:lnTo>
                <a:lnTo>
                  <a:pt x="18098" y="65722"/>
                </a:lnTo>
                <a:close/>
              </a:path>
            </a:pathLst>
          </a:custGeom>
          <a:solidFill xmlns:a="http://schemas.openxmlformats.org/drawingml/2006/main">
            <a:srgbClr val="D6EFEA"/>
          </a:solidFill>
          <a:ln xmlns:a="http://schemas.openxmlformats.org/drawingml/2006/main" w="0">
            <a:noFill/>
          </a:ln>
        </p:spPr>
      </p:sp>
      <p:sp>
        <p:nvSpPr>
          <p:cNvPr id="59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CD46E70D-FCFE-445E-A649-22D8B651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914" y="193881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18097"/>
                </a:move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59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115F670-8712-4F1C-8AFC-8C3C5EAF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814" y="196738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18097"/>
                </a:move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59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A3F53FEE-E927-406D-AB9C-A52C2AB5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1089" y="203406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59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52430168-A8F1-4A83-A6F4-7017DB3B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2539" y="222456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0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1B89336-38D6-4F42-9479-23290DC7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2539" y="226266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0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26A93F97-6651-459B-993F-62B89A57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964" y="226266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0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C31149FD-EE27-4799-8339-43318C73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5389" y="2300764"/>
            <a:ext cx="94298" cy="18097"/>
          </a:xfrm>
          <a:custGeom xmlns:a="http://schemas.openxmlformats.org/drawingml/2006/main">
            <a:pathLst>
              <a:path w="94298" h="18097">
                <a:moveTo>
                  <a:pt x="94298" y="0"/>
                </a:moveTo>
                <a:lnTo>
                  <a:pt x="0" y="0"/>
                </a:lnTo>
                <a:lnTo>
                  <a:pt x="0" y="18097"/>
                </a:lnTo>
                <a:lnTo>
                  <a:pt x="94298" y="18097"/>
                </a:lnTo>
                <a:lnTo>
                  <a:pt x="94298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0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84A367E-572B-4128-8FA3-B0658434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5389" y="2338864"/>
            <a:ext cx="46673" cy="18097"/>
          </a:xfrm>
          <a:custGeom xmlns:a="http://schemas.openxmlformats.org/drawingml/2006/main">
            <a:pathLst>
              <a:path w="46673" h="18097">
                <a:moveTo>
                  <a:pt x="46673" y="0"/>
                </a:moveTo>
                <a:lnTo>
                  <a:pt x="0" y="0"/>
                </a:lnTo>
                <a:lnTo>
                  <a:pt x="0" y="18097"/>
                </a:lnTo>
                <a:lnTo>
                  <a:pt x="46673" y="18097"/>
                </a:lnTo>
                <a:lnTo>
                  <a:pt x="46673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0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40CA6475-DD3A-41A7-9F7F-F94FD18E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014" y="2338864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0"/>
                </a:move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0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AB695587-CF88-4FF9-A8B8-84E5504D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839" y="242458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0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5D23652B-B6A7-437D-81C5-46F837FE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6339" y="242458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0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A6DE6139-4D62-4684-A9BD-8B3D359F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564" y="174831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18097"/>
                </a:move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0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63BDA8E5-8950-4E21-90F6-A7358E19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589" y="22150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0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6A2B6FC3-F4E5-48DD-B6DD-4C0FE93A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614" y="22150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18097"/>
                </a:move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1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2C18016-FFCF-49A7-BE1B-4994C9F4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889" y="2215039"/>
            <a:ext cx="56198" cy="18097"/>
          </a:xfrm>
          <a:custGeom xmlns:a="http://schemas.openxmlformats.org/drawingml/2006/main">
            <a:pathLst>
              <a:path w="56198" h="18097">
                <a:moveTo>
                  <a:pt x="56198" y="0"/>
                </a:moveTo>
                <a:lnTo>
                  <a:pt x="0" y="0"/>
                </a:lnTo>
                <a:lnTo>
                  <a:pt x="0" y="18097"/>
                </a:lnTo>
                <a:lnTo>
                  <a:pt x="56198" y="18097"/>
                </a:lnTo>
                <a:lnTo>
                  <a:pt x="56198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1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349FDA01-96C6-4B40-BA56-A5B0F9E9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8264" y="2215039"/>
            <a:ext cx="46673" cy="18097"/>
          </a:xfrm>
          <a:custGeom xmlns:a="http://schemas.openxmlformats.org/drawingml/2006/main">
            <a:pathLst>
              <a:path w="46673" h="18097">
                <a:moveTo>
                  <a:pt x="46673" y="0"/>
                </a:moveTo>
                <a:lnTo>
                  <a:pt x="0" y="0"/>
                </a:lnTo>
                <a:lnTo>
                  <a:pt x="0" y="18097"/>
                </a:lnTo>
                <a:lnTo>
                  <a:pt x="46673" y="18097"/>
                </a:lnTo>
                <a:lnTo>
                  <a:pt x="46673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1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19F1336-D011-4354-8FCD-73E68D62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0164" y="2224564"/>
            <a:ext cx="46673" cy="18097"/>
          </a:xfrm>
          <a:custGeom xmlns:a="http://schemas.openxmlformats.org/drawingml/2006/main">
            <a:pathLst>
              <a:path w="46673" h="18097">
                <a:moveTo>
                  <a:pt x="46673" y="0"/>
                </a:moveTo>
                <a:lnTo>
                  <a:pt x="0" y="0"/>
                </a:lnTo>
                <a:lnTo>
                  <a:pt x="0" y="18097"/>
                </a:lnTo>
                <a:lnTo>
                  <a:pt x="46673" y="18097"/>
                </a:lnTo>
                <a:lnTo>
                  <a:pt x="46673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1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45CC0F3-355C-48F3-B84E-32B56A37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514" y="2243614"/>
            <a:ext cx="27623" cy="27622"/>
          </a:xfrm>
          <a:custGeom xmlns:a="http://schemas.openxmlformats.org/drawingml/2006/main">
            <a:pathLst>
              <a:path w="27623" h="27622">
                <a:moveTo>
                  <a:pt x="9525" y="0"/>
                </a:moveTo>
                <a:lnTo>
                  <a:pt x="9525" y="9525"/>
                </a:lnTo>
                <a:lnTo>
                  <a:pt x="0" y="9525"/>
                </a:lnTo>
                <a:lnTo>
                  <a:pt x="0" y="27622"/>
                </a:lnTo>
                <a:lnTo>
                  <a:pt x="27623" y="27622"/>
                </a:lnTo>
                <a:lnTo>
                  <a:pt x="27623" y="0"/>
                </a:lnTo>
                <a:lnTo>
                  <a:pt x="9525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1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9CAFD464-87DB-44E6-AF2E-0A199FE8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664" y="2243614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1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E894CEF-8EF3-4BF5-A824-E237EAC2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9214" y="226266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1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AFD3A3A-AF1B-4252-819A-7BB9F3B1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314" y="231028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1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A728FF44-92C6-464B-B3A1-FFA2A95F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314" y="23293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1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6A1D0509-E361-4C52-92A6-051938AC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2539" y="2424589"/>
            <a:ext cx="256223" cy="18097"/>
          </a:xfrm>
          <a:custGeom xmlns:a="http://schemas.openxmlformats.org/drawingml/2006/main">
            <a:pathLst>
              <a:path w="256223" h="18097">
                <a:moveTo>
                  <a:pt x="256223" y="0"/>
                </a:moveTo>
                <a:lnTo>
                  <a:pt x="0" y="0"/>
                </a:lnTo>
                <a:lnTo>
                  <a:pt x="0" y="18097"/>
                </a:lnTo>
                <a:lnTo>
                  <a:pt x="256223" y="18097"/>
                </a:lnTo>
                <a:lnTo>
                  <a:pt x="256223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1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A0E8C32B-0915-47C3-A192-5CA625A5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389" y="165306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2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C23F04E3-7A38-447A-BBB6-85D092C3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8289" y="168163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18097"/>
                </a:move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2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314A102-E4B8-4A74-A568-DCBC14BE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539" y="207216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2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40A316FA-BF20-4379-84AE-AA7AD1D4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489" y="2081689"/>
            <a:ext cx="27623" cy="37147"/>
          </a:xfrm>
          <a:custGeom xmlns:a="http://schemas.openxmlformats.org/drawingml/2006/main">
            <a:pathLst>
              <a:path w="27623" h="3714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9525" y="18097"/>
                </a:lnTo>
                <a:lnTo>
                  <a:pt x="9525" y="37147"/>
                </a:lnTo>
                <a:lnTo>
                  <a:pt x="27623" y="3714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2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949E5C85-A1AA-4D5B-AF8C-B3722834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639" y="21007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2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B49431E3-B625-4B66-8D2E-C0DE52CF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8289" y="211026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2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429C98F5-B924-4C81-8B18-819B0985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0689" y="214836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0"/>
                </a:move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2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AD39FFD2-FD8D-4A33-B19E-3852D091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7339" y="2167414"/>
            <a:ext cx="27623" cy="27622"/>
          </a:xfrm>
          <a:custGeom xmlns:a="http://schemas.openxmlformats.org/drawingml/2006/main">
            <a:pathLst>
              <a:path w="27623" h="27622">
                <a:moveTo>
                  <a:pt x="27623" y="27622"/>
                </a:moveTo>
                <a:lnTo>
                  <a:pt x="27623" y="9525"/>
                </a:lnTo>
                <a:lnTo>
                  <a:pt x="18098" y="9525"/>
                </a:ln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27623" y="27622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2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66D4FEBA-7F0E-4363-AE80-3B91A467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964" y="22150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2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3542EE56-D2A1-4984-87AD-737B10BB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389" y="22150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2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5152317B-8995-47E1-ABCC-A8A612AA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814" y="22150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3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6D25A929-2CE4-419E-9081-E6242816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5439" y="2424589"/>
            <a:ext cx="132398" cy="18097"/>
          </a:xfrm>
          <a:custGeom xmlns:a="http://schemas.openxmlformats.org/drawingml/2006/main">
            <a:pathLst>
              <a:path w="132398" h="18097">
                <a:moveTo>
                  <a:pt x="132398" y="0"/>
                </a:moveTo>
                <a:lnTo>
                  <a:pt x="0" y="0"/>
                </a:lnTo>
                <a:lnTo>
                  <a:pt x="0" y="18097"/>
                </a:lnTo>
                <a:lnTo>
                  <a:pt x="132398" y="18097"/>
                </a:lnTo>
                <a:lnTo>
                  <a:pt x="132398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3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5BBE0817-8EFD-4762-8CE7-B7D5A4D1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7339" y="242458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3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CC05DF9-013B-41BB-A985-7B10E704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039" y="146256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18097"/>
                </a:move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3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48388B79-ABCB-468A-B676-FC72F1C6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5939" y="149113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18097"/>
                </a:move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3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9C72343D-CFEE-47A3-A6D4-6AE3D46E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564" y="180546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0"/>
                </a:move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3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2DDAA6B-55BD-495C-9939-33317F95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614" y="1891189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0"/>
                </a:move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3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B1D3052B-53BC-4BDF-AD0E-B7798266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039" y="22150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3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A02660A-F20D-4653-AC12-C3B36C32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264" y="22150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3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AC7523BD-8E30-47F0-8AB1-A059E4EB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2139" y="22150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3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F4B3F4ED-4032-4362-8E2B-AFC027B9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839" y="242458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18097"/>
                </a:move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4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4530D485-98EC-4140-93F4-6627346B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414" y="243411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4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2B5A27C-0A39-4055-8515-88E61488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739" y="129111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4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C8151745-2065-4C70-8B47-1647DB16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9314" y="131016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4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6828C423-AE07-43F1-8943-505B1E96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114" y="16435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4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50DACAEC-C89F-4D88-8FE7-2374A8CB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6914" y="1738789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4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A56A8B87-6A4A-43C3-B533-1670A4F8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814" y="1757839"/>
            <a:ext cx="37148" cy="27622"/>
          </a:xfrm>
          <a:custGeom xmlns:a="http://schemas.openxmlformats.org/drawingml/2006/main">
            <a:pathLst>
              <a:path w="37148" h="27622">
                <a:moveTo>
                  <a:pt x="0" y="27622"/>
                </a:moveTo>
                <a:lnTo>
                  <a:pt x="37148" y="27622"/>
                </a:lnTo>
                <a:lnTo>
                  <a:pt x="37148" y="9525"/>
                </a:lnTo>
                <a:lnTo>
                  <a:pt x="27623" y="9525"/>
                </a:lnTo>
                <a:lnTo>
                  <a:pt x="27623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lnTo>
                  <a:pt x="0" y="27622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4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B621ED40-2979-4FA7-BD24-85B38554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0239" y="19102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4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675A01D8-DB00-4028-9B52-371DDF05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814" y="22150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4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9CFE8BC-E305-46BF-9473-D94D64E5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114" y="22150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4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97C09FB-3864-4BD6-8165-1A9D023C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764" y="242458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5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4E3DF916-728E-4BE8-8761-37F48651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8339" y="2434114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E7AB5"/>
          </a:solidFill>
          <a:ln xmlns:a="http://schemas.openxmlformats.org/drawingml/2006/main" w="0">
            <a:noFill/>
          </a:ln>
        </p:spPr>
      </p:sp>
      <p:sp>
        <p:nvSpPr>
          <p:cNvPr id="65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BB27B2DB-6A1C-4B24-A3D8-EE6C3433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264" y="197691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5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0A59717-F121-483F-A229-72C31AF5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164" y="197691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5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972AE283-D679-4D09-B8B3-0788B2D7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8314" y="2072164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5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FE7DE2C4-2A74-43A3-962D-24F37F34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264" y="21769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5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ACBFF14F-5C35-45FA-A6DC-E6A1CB9B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3039" y="218646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5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FD6FC6F4-BF30-40E2-BC3F-FF1F6330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214" y="17578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5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2A2A037-4D9E-4F38-A061-CD324198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814" y="181498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5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B79C614D-2C4A-40F0-AEB3-1083BC4C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089" y="18721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5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C385F79-6590-475F-9ABA-CB92BB14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2139" y="203406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6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F046B70A-D4A9-4DBA-B53F-C3401889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2139" y="21769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6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3E296F89-7F9F-42A8-BA5B-0F7D18C3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114" y="21769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6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E5BFCAA-FBB2-4E4F-BB0F-092FF812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814" y="1195864"/>
            <a:ext cx="37148" cy="18098"/>
          </a:xfrm>
          <a:custGeom xmlns:a="http://schemas.openxmlformats.org/drawingml/2006/main">
            <a:pathLst>
              <a:path w="37148" h="18098">
                <a:moveTo>
                  <a:pt x="37148" y="0"/>
                </a:moveTo>
                <a:lnTo>
                  <a:pt x="0" y="0"/>
                </a:lnTo>
                <a:lnTo>
                  <a:pt x="0" y="18098"/>
                </a:lnTo>
                <a:lnTo>
                  <a:pt x="37148" y="18098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6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982BEBD4-F6AB-40BD-A780-07792692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6014" y="1205389"/>
            <a:ext cx="27623" cy="37147"/>
          </a:xfrm>
          <a:custGeom xmlns:a="http://schemas.openxmlformats.org/drawingml/2006/main">
            <a:pathLst>
              <a:path w="27623" h="37147">
                <a:moveTo>
                  <a:pt x="18098" y="19050"/>
                </a:moveTo>
                <a:lnTo>
                  <a:pt x="18098" y="0"/>
                </a:lnTo>
                <a:lnTo>
                  <a:pt x="0" y="0"/>
                </a:lnTo>
                <a:lnTo>
                  <a:pt x="0" y="37147"/>
                </a:lnTo>
                <a:lnTo>
                  <a:pt x="27623" y="37147"/>
                </a:lnTo>
                <a:lnTo>
                  <a:pt x="27623" y="19050"/>
                </a:lnTo>
                <a:lnTo>
                  <a:pt x="18098" y="1905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6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FFB1B6FE-0DB8-48B8-B91C-9C2455C5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239" y="1205389"/>
            <a:ext cx="18098" cy="37147"/>
          </a:xfrm>
          <a:custGeom xmlns:a="http://schemas.openxmlformats.org/drawingml/2006/main">
            <a:pathLst>
              <a:path w="18098" h="37147">
                <a:moveTo>
                  <a:pt x="18098" y="37147"/>
                </a:moveTo>
                <a:lnTo>
                  <a:pt x="18098" y="0"/>
                </a:lnTo>
                <a:lnTo>
                  <a:pt x="0" y="0"/>
                </a:lnTo>
                <a:lnTo>
                  <a:pt x="0" y="37147"/>
                </a:lnTo>
                <a:lnTo>
                  <a:pt x="18098" y="37147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6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B912C46-B847-445B-B9AB-1B25297D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1714" y="1500664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0"/>
                </a:move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6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F549CC7-DDCB-422F-8A75-6635D448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3614" y="1624489"/>
            <a:ext cx="46673" cy="37147"/>
          </a:xfrm>
          <a:custGeom xmlns:a="http://schemas.openxmlformats.org/drawingml/2006/main">
            <a:pathLst>
              <a:path w="46673" h="37147">
                <a:moveTo>
                  <a:pt x="0" y="0"/>
                </a:moveTo>
                <a:lnTo>
                  <a:pt x="0" y="37147"/>
                </a:lnTo>
                <a:lnTo>
                  <a:pt x="18098" y="37147"/>
                </a:lnTo>
                <a:lnTo>
                  <a:pt x="18098" y="27622"/>
                </a:lnTo>
                <a:lnTo>
                  <a:pt x="46673" y="27622"/>
                </a:lnTo>
                <a:lnTo>
                  <a:pt x="46673" y="9525"/>
                </a:lnTo>
                <a:lnTo>
                  <a:pt x="18098" y="9525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6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20045C9B-7CB4-4C70-B000-279D80E9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564" y="1700689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6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5F72BBCC-6367-4D5F-A42B-CE5A7975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414" y="1072039"/>
            <a:ext cx="18098" cy="27623"/>
          </a:xfrm>
          <a:custGeom xmlns:a="http://schemas.openxmlformats.org/drawingml/2006/main">
            <a:pathLst>
              <a:path w="18098" h="27623">
                <a:moveTo>
                  <a:pt x="0" y="0"/>
                </a:moveTo>
                <a:lnTo>
                  <a:pt x="0" y="27623"/>
                </a:lnTo>
                <a:lnTo>
                  <a:pt x="18098" y="27623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6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90694996-43EA-4D75-9A26-580AE53A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6989" y="1091089"/>
            <a:ext cx="18098" cy="27623"/>
          </a:xfrm>
          <a:custGeom xmlns:a="http://schemas.openxmlformats.org/drawingml/2006/main">
            <a:pathLst>
              <a:path w="18098" h="27623">
                <a:moveTo>
                  <a:pt x="0" y="0"/>
                </a:moveTo>
                <a:lnTo>
                  <a:pt x="0" y="27623"/>
                </a:lnTo>
                <a:lnTo>
                  <a:pt x="18098" y="27623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7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37F8EDD-E007-40C4-9CA5-2A044D1B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2239" y="1129189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0"/>
                </a:move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7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C2807D99-AEA3-4B67-BE33-FEDF3B5F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2689" y="115776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0"/>
                </a:move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7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40E57992-165F-4988-9234-B603A3D9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639" y="1167289"/>
            <a:ext cx="18098" cy="27623"/>
          </a:xfrm>
          <a:custGeom xmlns:a="http://schemas.openxmlformats.org/drawingml/2006/main">
            <a:pathLst>
              <a:path w="18098" h="27623">
                <a:moveTo>
                  <a:pt x="0" y="0"/>
                </a:moveTo>
                <a:lnTo>
                  <a:pt x="0" y="27623"/>
                </a:lnTo>
                <a:lnTo>
                  <a:pt x="18098" y="27623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7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853CB21-8FE6-4C2F-B8BE-CF96FDCE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264" y="1176814"/>
            <a:ext cx="27623" cy="27623"/>
          </a:xfrm>
          <a:custGeom xmlns:a="http://schemas.openxmlformats.org/drawingml/2006/main">
            <a:pathLst>
              <a:path w="27623" h="27623">
                <a:moveTo>
                  <a:pt x="0" y="0"/>
                </a:moveTo>
                <a:lnTo>
                  <a:pt x="0" y="27623"/>
                </a:lnTo>
                <a:lnTo>
                  <a:pt x="27623" y="27623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7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6717025F-C6CC-4F17-AF15-B13275FA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9389" y="1243489"/>
            <a:ext cx="18098" cy="37147"/>
          </a:xfrm>
          <a:custGeom xmlns:a="http://schemas.openxmlformats.org/drawingml/2006/main">
            <a:pathLst>
              <a:path w="18098" h="37147">
                <a:moveTo>
                  <a:pt x="18098" y="0"/>
                </a:moveTo>
                <a:lnTo>
                  <a:pt x="0" y="0"/>
                </a:lnTo>
                <a:lnTo>
                  <a:pt x="0" y="37147"/>
                </a:lnTo>
                <a:lnTo>
                  <a:pt x="18098" y="37147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7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5AEEA0EB-36D2-4D8D-BCC6-8332B97E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1764" y="1291114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0"/>
                </a:move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7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BB85C95C-B222-49D1-AE75-A50D419C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6514" y="131016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7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420F73F5-E38A-49FF-8B30-F4C30D2F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89" y="1386364"/>
            <a:ext cx="27623" cy="27622"/>
          </a:xfrm>
          <a:custGeom xmlns:a="http://schemas.openxmlformats.org/drawingml/2006/main">
            <a:pathLst>
              <a:path w="27623" h="27622">
                <a:moveTo>
                  <a:pt x="0" y="0"/>
                </a:moveTo>
                <a:lnTo>
                  <a:pt x="0" y="27622"/>
                </a:lnTo>
                <a:lnTo>
                  <a:pt x="27623" y="27622"/>
                </a:lnTo>
                <a:lnTo>
                  <a:pt x="27623" y="9525"/>
                </a:lnTo>
                <a:lnTo>
                  <a:pt x="18098" y="9525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7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565C1FDC-6F49-4186-890B-04586D89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0314" y="143398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7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3C669AE4-2B73-4DFA-9AE2-8C7EF47E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2689" y="1472089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8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ACAF46E-CDDF-4865-B34C-9E99DAB3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1789" y="1024414"/>
            <a:ext cx="18098" cy="27623"/>
          </a:xfrm>
          <a:custGeom xmlns:a="http://schemas.openxmlformats.org/drawingml/2006/main">
            <a:pathLst>
              <a:path w="18098" h="27623">
                <a:moveTo>
                  <a:pt x="0" y="0"/>
                </a:moveTo>
                <a:lnTo>
                  <a:pt x="0" y="27623"/>
                </a:lnTo>
                <a:lnTo>
                  <a:pt x="18098" y="27623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8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5888C5E-3491-429B-8256-94FE6636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7014" y="106251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0"/>
                </a:move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8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9C233AB8-500E-462D-B3A1-4C524406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3214" y="1062514"/>
            <a:ext cx="37148" cy="46673"/>
          </a:xfrm>
          <a:custGeom xmlns:a="http://schemas.openxmlformats.org/drawingml/2006/main">
            <a:pathLst>
              <a:path w="37148" h="46673">
                <a:moveTo>
                  <a:pt x="0" y="27623"/>
                </a:moveTo>
                <a:lnTo>
                  <a:pt x="9525" y="27623"/>
                </a:lnTo>
                <a:lnTo>
                  <a:pt x="9525" y="46673"/>
                </a:lnTo>
                <a:lnTo>
                  <a:pt x="27623" y="46673"/>
                </a:lnTo>
                <a:lnTo>
                  <a:pt x="27623" y="37148"/>
                </a:lnTo>
                <a:lnTo>
                  <a:pt x="37148" y="37148"/>
                </a:lnTo>
                <a:lnTo>
                  <a:pt x="37148" y="0"/>
                </a:lnTo>
                <a:lnTo>
                  <a:pt x="19050" y="0"/>
                </a:lnTo>
                <a:lnTo>
                  <a:pt x="19050" y="9525"/>
                </a:lnTo>
                <a:lnTo>
                  <a:pt x="0" y="9525"/>
                </a:lnTo>
                <a:lnTo>
                  <a:pt x="0" y="27623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8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B0B73BA1-B8F5-453C-A311-6EC8390C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1789" y="1100614"/>
            <a:ext cx="18098" cy="27623"/>
          </a:xfrm>
          <a:custGeom xmlns:a="http://schemas.openxmlformats.org/drawingml/2006/main">
            <a:pathLst>
              <a:path w="18098" h="27623">
                <a:moveTo>
                  <a:pt x="0" y="0"/>
                </a:moveTo>
                <a:lnTo>
                  <a:pt x="0" y="27623"/>
                </a:lnTo>
                <a:lnTo>
                  <a:pt x="18098" y="27623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8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DFF89CE-BCF0-428B-98F9-B43F0950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7964" y="1148239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0"/>
                </a:move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8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BAD39DAD-8EF5-4FE8-A705-1C9F68FB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5114" y="13006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8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4B7DA448-335B-4DB6-804C-5C308638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164" y="135778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8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10CF767-FDF6-43F7-B8A1-FFD92B63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489" y="135778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8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8BD8666-86B0-43B8-86D2-CC7168B5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5114" y="1367314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8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3C813877-BE94-4E95-B8ED-E5FF1A62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9439" y="1072039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0"/>
                </a:move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9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6F5E0BD-82D3-475E-AE1B-F1702509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1814" y="1138714"/>
            <a:ext cx="18098" cy="27623"/>
          </a:xfrm>
          <a:custGeom xmlns:a="http://schemas.openxmlformats.org/drawingml/2006/main">
            <a:pathLst>
              <a:path w="18098" h="27623">
                <a:moveTo>
                  <a:pt x="18098" y="27623"/>
                </a:moveTo>
                <a:lnTo>
                  <a:pt x="18098" y="0"/>
                </a:lnTo>
                <a:lnTo>
                  <a:pt x="0" y="0"/>
                </a:lnTo>
                <a:lnTo>
                  <a:pt x="0" y="27623"/>
                </a:lnTo>
                <a:lnTo>
                  <a:pt x="18098" y="27623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9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6A09BA92-264A-4564-A419-D7B8E8E9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7539" y="1176814"/>
            <a:ext cx="18098" cy="27623"/>
          </a:xfrm>
          <a:custGeom xmlns:a="http://schemas.openxmlformats.org/drawingml/2006/main">
            <a:pathLst>
              <a:path w="18098" h="27623">
                <a:moveTo>
                  <a:pt x="0" y="0"/>
                </a:moveTo>
                <a:lnTo>
                  <a:pt x="0" y="27623"/>
                </a:lnTo>
                <a:lnTo>
                  <a:pt x="18098" y="27623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9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5C89506-826E-4EC8-AC6F-F4FC088D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989" y="1300639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0"/>
                </a:move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9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C815F93-8BC6-40E3-858C-5BE5B559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9414" y="1348264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0"/>
                </a:move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9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AA9FC6F-42B5-49EB-8303-9B38C9DF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989" y="1357789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9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D71D9201-0789-4889-B609-5BFA3C23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9414" y="1376839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790BC"/>
          </a:solidFill>
          <a:ln xmlns:a="http://schemas.openxmlformats.org/drawingml/2006/main" w="0">
            <a:noFill/>
          </a:ln>
        </p:spPr>
      </p:sp>
      <p:sp>
        <p:nvSpPr>
          <p:cNvPr id="69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B0170B68-0253-4CAE-8F8A-9AF4AE8B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364" y="1233964"/>
            <a:ext cx="18098" cy="46672"/>
          </a:xfrm>
          <a:custGeom xmlns:a="http://schemas.openxmlformats.org/drawingml/2006/main">
            <a:pathLst>
              <a:path w="18098" h="46672">
                <a:moveTo>
                  <a:pt x="0" y="0"/>
                </a:moveTo>
                <a:lnTo>
                  <a:pt x="0" y="46672"/>
                </a:lnTo>
                <a:lnTo>
                  <a:pt x="18098" y="4667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EFEF"/>
          </a:solidFill>
          <a:ln xmlns:a="http://schemas.openxmlformats.org/drawingml/2006/main" w="0">
            <a:noFill/>
          </a:ln>
        </p:spPr>
      </p:sp>
      <p:sp>
        <p:nvSpPr>
          <p:cNvPr id="69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CEC74BD0-E787-4096-B9BE-6C3510C8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364" y="1719739"/>
            <a:ext cx="18098" cy="808672"/>
          </a:xfrm>
          <a:custGeom xmlns:a="http://schemas.openxmlformats.org/drawingml/2006/main">
            <a:pathLst>
              <a:path w="18098" h="808672">
                <a:moveTo>
                  <a:pt x="0" y="0"/>
                </a:moveTo>
                <a:lnTo>
                  <a:pt x="0" y="808672"/>
                </a:lnTo>
                <a:lnTo>
                  <a:pt x="18098" y="80867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EFEF"/>
          </a:solidFill>
          <a:ln xmlns:a="http://schemas.openxmlformats.org/drawingml/2006/main" w="0">
            <a:noFill/>
          </a:ln>
        </p:spPr>
      </p:sp>
      <p:sp>
        <p:nvSpPr>
          <p:cNvPr id="69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28CD1D58-5DAB-4BBD-A16A-6919F880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789" y="2519839"/>
            <a:ext cx="1180148" cy="18097"/>
          </a:xfrm>
          <a:custGeom xmlns:a="http://schemas.openxmlformats.org/drawingml/2006/main">
            <a:pathLst>
              <a:path w="1180148" h="18097">
                <a:moveTo>
                  <a:pt x="1180148" y="18097"/>
                </a:moveTo>
                <a:lnTo>
                  <a:pt x="1180148" y="0"/>
                </a:lnTo>
                <a:lnTo>
                  <a:pt x="0" y="0"/>
                </a:lnTo>
                <a:lnTo>
                  <a:pt x="0" y="18097"/>
                </a:lnTo>
                <a:lnTo>
                  <a:pt x="1180148" y="18097"/>
                </a:lnTo>
                <a:close/>
              </a:path>
            </a:pathLst>
          </a:custGeom>
          <a:solidFill xmlns:a="http://schemas.openxmlformats.org/drawingml/2006/main">
            <a:srgbClr val="E7EFEF"/>
          </a:solidFill>
          <a:ln xmlns:a="http://schemas.openxmlformats.org/drawingml/2006/main" w="0">
            <a:noFill/>
          </a:ln>
        </p:spPr>
      </p:sp>
      <p:sp>
        <p:nvSpPr>
          <p:cNvPr id="69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60F3219-6286-4971-8D18-F59D4BDF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3039" y="220551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18097"/>
                </a:move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3487BE"/>
          </a:solidFill>
          <a:ln xmlns:a="http://schemas.openxmlformats.org/drawingml/2006/main" w="0">
            <a:noFill/>
          </a:ln>
        </p:spPr>
      </p:sp>
      <p:sp>
        <p:nvSpPr>
          <p:cNvPr id="70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34A7120D-5902-4E90-9BE6-09F9FC64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939" y="222456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18097"/>
                </a:move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3487BE"/>
          </a:solidFill>
          <a:ln xmlns:a="http://schemas.openxmlformats.org/drawingml/2006/main" w="0">
            <a:noFill/>
          </a:ln>
        </p:spPr>
      </p:sp>
      <p:sp>
        <p:nvSpPr>
          <p:cNvPr id="70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F719A8BA-7A6B-4132-95E6-BD4C6B36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364" y="2262664"/>
            <a:ext cx="56198" cy="18097"/>
          </a:xfrm>
          <a:custGeom xmlns:a="http://schemas.openxmlformats.org/drawingml/2006/main">
            <a:pathLst>
              <a:path w="56198" h="18097">
                <a:moveTo>
                  <a:pt x="56198" y="0"/>
                </a:moveTo>
                <a:lnTo>
                  <a:pt x="0" y="0"/>
                </a:lnTo>
                <a:lnTo>
                  <a:pt x="0" y="18097"/>
                </a:lnTo>
                <a:lnTo>
                  <a:pt x="56198" y="18097"/>
                </a:lnTo>
                <a:lnTo>
                  <a:pt x="56198" y="0"/>
                </a:lnTo>
                <a:close/>
              </a:path>
            </a:pathLst>
          </a:custGeom>
          <a:solidFill xmlns:a="http://schemas.openxmlformats.org/drawingml/2006/main">
            <a:srgbClr val="3487BE"/>
          </a:solidFill>
          <a:ln xmlns:a="http://schemas.openxmlformats.org/drawingml/2006/main" w="0">
            <a:noFill/>
          </a:ln>
        </p:spPr>
      </p:sp>
      <p:sp>
        <p:nvSpPr>
          <p:cNvPr id="70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26AA6A7-7D92-4386-B438-867FA18E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589" y="2262664"/>
            <a:ext cx="56198" cy="18097"/>
          </a:xfrm>
          <a:custGeom xmlns:a="http://schemas.openxmlformats.org/drawingml/2006/main">
            <a:pathLst>
              <a:path w="56198" h="18097">
                <a:moveTo>
                  <a:pt x="56198" y="0"/>
                </a:moveTo>
                <a:lnTo>
                  <a:pt x="0" y="0"/>
                </a:lnTo>
                <a:lnTo>
                  <a:pt x="0" y="18097"/>
                </a:lnTo>
                <a:lnTo>
                  <a:pt x="56198" y="18097"/>
                </a:lnTo>
                <a:lnTo>
                  <a:pt x="56198" y="0"/>
                </a:lnTo>
                <a:close/>
              </a:path>
            </a:pathLst>
          </a:custGeom>
          <a:solidFill xmlns:a="http://schemas.openxmlformats.org/drawingml/2006/main">
            <a:srgbClr val="3487BE"/>
          </a:solidFill>
          <a:ln xmlns:a="http://schemas.openxmlformats.org/drawingml/2006/main" w="0">
            <a:noFill/>
          </a:ln>
        </p:spPr>
      </p:sp>
      <p:sp>
        <p:nvSpPr>
          <p:cNvPr id="70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64D8AE5B-FA61-496C-BB07-D78E2BE4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2089" y="226266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18097"/>
                </a:move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3487BE"/>
          </a:solidFill>
          <a:ln xmlns:a="http://schemas.openxmlformats.org/drawingml/2006/main" w="0">
            <a:noFill/>
          </a:ln>
        </p:spPr>
      </p:sp>
      <p:sp>
        <p:nvSpPr>
          <p:cNvPr id="70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F3251EF-AF6B-4875-9190-D19441F0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889" y="2300764"/>
            <a:ext cx="46673" cy="18097"/>
          </a:xfrm>
          <a:custGeom xmlns:a="http://schemas.openxmlformats.org/drawingml/2006/main">
            <a:pathLst>
              <a:path w="46673" h="18097">
                <a:moveTo>
                  <a:pt x="46673" y="18097"/>
                </a:moveTo>
                <a:lnTo>
                  <a:pt x="46673" y="0"/>
                </a:lnTo>
                <a:lnTo>
                  <a:pt x="0" y="0"/>
                </a:lnTo>
                <a:lnTo>
                  <a:pt x="0" y="18097"/>
                </a:lnTo>
                <a:lnTo>
                  <a:pt x="46673" y="18097"/>
                </a:lnTo>
                <a:close/>
              </a:path>
            </a:pathLst>
          </a:custGeom>
          <a:solidFill xmlns:a="http://schemas.openxmlformats.org/drawingml/2006/main">
            <a:srgbClr val="3487BE"/>
          </a:solidFill>
          <a:ln xmlns:a="http://schemas.openxmlformats.org/drawingml/2006/main" w="0">
            <a:noFill/>
          </a:ln>
        </p:spPr>
      </p:sp>
      <p:sp>
        <p:nvSpPr>
          <p:cNvPr id="70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BFAD5D97-8303-43EE-A67E-FF17D95A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739" y="2300764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0"/>
                </a:move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3487BE"/>
          </a:solidFill>
          <a:ln xmlns:a="http://schemas.openxmlformats.org/drawingml/2006/main" w="0">
            <a:noFill/>
          </a:ln>
        </p:spPr>
      </p:sp>
      <p:sp>
        <p:nvSpPr>
          <p:cNvPr id="70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1B75CC2-15EC-4A05-9B70-696141A6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1114" y="2300764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18097"/>
                </a:moveTo>
                <a:lnTo>
                  <a:pt x="37148" y="0"/>
                </a:ln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close/>
              </a:path>
            </a:pathLst>
          </a:custGeom>
          <a:solidFill xmlns:a="http://schemas.openxmlformats.org/drawingml/2006/main">
            <a:srgbClr val="3487BE"/>
          </a:solidFill>
          <a:ln xmlns:a="http://schemas.openxmlformats.org/drawingml/2006/main" w="0">
            <a:noFill/>
          </a:ln>
        </p:spPr>
      </p:sp>
      <p:sp>
        <p:nvSpPr>
          <p:cNvPr id="70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5C00F10E-5B5D-4C1D-9256-9C4102A6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2089" y="2300764"/>
            <a:ext cx="46673" cy="18097"/>
          </a:xfrm>
          <a:custGeom xmlns:a="http://schemas.openxmlformats.org/drawingml/2006/main">
            <a:pathLst>
              <a:path w="46673" h="18097">
                <a:moveTo>
                  <a:pt x="46673" y="18097"/>
                </a:moveTo>
                <a:lnTo>
                  <a:pt x="46673" y="0"/>
                </a:lnTo>
                <a:lnTo>
                  <a:pt x="0" y="0"/>
                </a:lnTo>
                <a:lnTo>
                  <a:pt x="0" y="18097"/>
                </a:lnTo>
                <a:lnTo>
                  <a:pt x="46673" y="18097"/>
                </a:lnTo>
                <a:close/>
              </a:path>
            </a:pathLst>
          </a:custGeom>
          <a:solidFill xmlns:a="http://schemas.openxmlformats.org/drawingml/2006/main">
            <a:srgbClr val="3487BE"/>
          </a:solidFill>
          <a:ln xmlns:a="http://schemas.openxmlformats.org/drawingml/2006/main" w="0">
            <a:noFill/>
          </a:ln>
        </p:spPr>
      </p:sp>
      <p:sp>
        <p:nvSpPr>
          <p:cNvPr id="70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D102709-EE99-4D9C-93A9-D86CE56F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764" y="2300764"/>
            <a:ext cx="56198" cy="18097"/>
          </a:xfrm>
          <a:custGeom xmlns:a="http://schemas.openxmlformats.org/drawingml/2006/main">
            <a:pathLst>
              <a:path w="56198" h="18097">
                <a:moveTo>
                  <a:pt x="56198" y="18097"/>
                </a:moveTo>
                <a:lnTo>
                  <a:pt x="56198" y="0"/>
                </a:lnTo>
                <a:lnTo>
                  <a:pt x="0" y="0"/>
                </a:lnTo>
                <a:lnTo>
                  <a:pt x="0" y="18097"/>
                </a:lnTo>
                <a:lnTo>
                  <a:pt x="56198" y="18097"/>
                </a:lnTo>
                <a:close/>
              </a:path>
            </a:pathLst>
          </a:custGeom>
          <a:solidFill xmlns:a="http://schemas.openxmlformats.org/drawingml/2006/main">
            <a:srgbClr val="3487BE"/>
          </a:solidFill>
          <a:ln xmlns:a="http://schemas.openxmlformats.org/drawingml/2006/main" w="0">
            <a:noFill/>
          </a:ln>
        </p:spPr>
      </p:sp>
      <p:sp>
        <p:nvSpPr>
          <p:cNvPr id="70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CADF2599-C1AD-4172-8739-511C5122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889" y="2338864"/>
            <a:ext cx="46673" cy="18097"/>
          </a:xfrm>
          <a:custGeom xmlns:a="http://schemas.openxmlformats.org/drawingml/2006/main">
            <a:pathLst>
              <a:path w="46673" h="18097">
                <a:moveTo>
                  <a:pt x="46673" y="0"/>
                </a:moveTo>
                <a:lnTo>
                  <a:pt x="0" y="0"/>
                </a:lnTo>
                <a:lnTo>
                  <a:pt x="0" y="18097"/>
                </a:lnTo>
                <a:lnTo>
                  <a:pt x="46673" y="18097"/>
                </a:lnTo>
                <a:lnTo>
                  <a:pt x="46673" y="0"/>
                </a:lnTo>
                <a:close/>
              </a:path>
            </a:pathLst>
          </a:custGeom>
          <a:solidFill xmlns:a="http://schemas.openxmlformats.org/drawingml/2006/main">
            <a:srgbClr val="3487BE"/>
          </a:solidFill>
          <a:ln xmlns:a="http://schemas.openxmlformats.org/drawingml/2006/main" w="0">
            <a:noFill/>
          </a:ln>
        </p:spPr>
      </p:sp>
      <p:sp>
        <p:nvSpPr>
          <p:cNvPr id="71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6CC4D51B-7156-4B0B-80D3-4F08CC43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739" y="2338864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0"/>
                </a:move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3487BE"/>
          </a:solidFill>
          <a:ln xmlns:a="http://schemas.openxmlformats.org/drawingml/2006/main" w="0">
            <a:noFill/>
          </a:ln>
        </p:spPr>
      </p:sp>
      <p:sp>
        <p:nvSpPr>
          <p:cNvPr id="71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5B1D7BE6-923F-4182-AF6F-F9760CC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589" y="2338864"/>
            <a:ext cx="46673" cy="18097"/>
          </a:xfrm>
          <a:custGeom xmlns:a="http://schemas.openxmlformats.org/drawingml/2006/main">
            <a:pathLst>
              <a:path w="46673" h="18097">
                <a:moveTo>
                  <a:pt x="46673" y="18097"/>
                </a:moveTo>
                <a:lnTo>
                  <a:pt x="46673" y="0"/>
                </a:lnTo>
                <a:lnTo>
                  <a:pt x="0" y="0"/>
                </a:lnTo>
                <a:lnTo>
                  <a:pt x="0" y="18097"/>
                </a:lnTo>
                <a:lnTo>
                  <a:pt x="46673" y="18097"/>
                </a:lnTo>
                <a:close/>
              </a:path>
            </a:pathLst>
          </a:custGeom>
          <a:solidFill xmlns:a="http://schemas.openxmlformats.org/drawingml/2006/main">
            <a:srgbClr val="3487BE"/>
          </a:solidFill>
          <a:ln xmlns:a="http://schemas.openxmlformats.org/drawingml/2006/main" w="0">
            <a:noFill/>
          </a:ln>
        </p:spPr>
      </p:sp>
      <p:sp>
        <p:nvSpPr>
          <p:cNvPr id="71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CBDF46FD-25BA-44F7-8E74-6558FD56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139" y="233886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3487BE"/>
          </a:solidFill>
          <a:ln xmlns:a="http://schemas.openxmlformats.org/drawingml/2006/main" w="0">
            <a:noFill/>
          </a:ln>
        </p:spPr>
      </p:sp>
      <p:sp>
        <p:nvSpPr>
          <p:cNvPr id="71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CD8CEA7-1525-431B-9192-2A6A3374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764" y="2338864"/>
            <a:ext cx="56198" cy="18097"/>
          </a:xfrm>
          <a:custGeom xmlns:a="http://schemas.openxmlformats.org/drawingml/2006/main">
            <a:pathLst>
              <a:path w="56198" h="18097">
                <a:moveTo>
                  <a:pt x="56198" y="18097"/>
                </a:moveTo>
                <a:lnTo>
                  <a:pt x="56198" y="0"/>
                </a:lnTo>
                <a:lnTo>
                  <a:pt x="0" y="0"/>
                </a:lnTo>
                <a:lnTo>
                  <a:pt x="0" y="18097"/>
                </a:lnTo>
                <a:lnTo>
                  <a:pt x="56198" y="18097"/>
                </a:lnTo>
                <a:close/>
              </a:path>
            </a:pathLst>
          </a:custGeom>
          <a:solidFill xmlns:a="http://schemas.openxmlformats.org/drawingml/2006/main">
            <a:srgbClr val="3487BE"/>
          </a:solidFill>
          <a:ln xmlns:a="http://schemas.openxmlformats.org/drawingml/2006/main" w="0">
            <a:noFill/>
          </a:ln>
        </p:spPr>
      </p:sp>
      <p:sp>
        <p:nvSpPr>
          <p:cNvPr id="71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EDEC11E-F143-427E-8560-216294EF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264" y="2024539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3487BE"/>
          </a:solidFill>
          <a:ln xmlns:a="http://schemas.openxmlformats.org/drawingml/2006/main" w="0">
            <a:noFill/>
          </a:ln>
        </p:spPr>
      </p:sp>
      <p:sp>
        <p:nvSpPr>
          <p:cNvPr id="71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59AE5C42-B7CE-4D13-B00C-7FA220BF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2114" y="205311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3487BE"/>
          </a:solidFill>
          <a:ln xmlns:a="http://schemas.openxmlformats.org/drawingml/2006/main" w="0">
            <a:noFill/>
          </a:ln>
        </p:spPr>
      </p:sp>
      <p:sp>
        <p:nvSpPr>
          <p:cNvPr id="71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B63DEF4D-7C6C-4B73-8004-F75AAA04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639" y="209121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3487BE"/>
          </a:solidFill>
          <a:ln xmlns:a="http://schemas.openxmlformats.org/drawingml/2006/main" w="0">
            <a:noFill/>
          </a:ln>
        </p:spPr>
      </p:sp>
      <p:sp>
        <p:nvSpPr>
          <p:cNvPr id="71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42B41FAD-2064-4CDD-B6FF-7D14CD70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589" y="212931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0"/>
                </a:move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3487BE"/>
          </a:solidFill>
          <a:ln xmlns:a="http://schemas.openxmlformats.org/drawingml/2006/main" w="0">
            <a:noFill/>
          </a:ln>
        </p:spPr>
      </p:sp>
      <p:sp>
        <p:nvSpPr>
          <p:cNvPr id="71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513907A-C02E-4134-92B9-84A0CD21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964" y="21769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18097"/>
                </a:move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3487BE"/>
          </a:solidFill>
          <a:ln xmlns:a="http://schemas.openxmlformats.org/drawingml/2006/main" w="0">
            <a:noFill/>
          </a:ln>
        </p:spPr>
      </p:sp>
      <p:sp>
        <p:nvSpPr>
          <p:cNvPr id="71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957E004A-C390-4196-9E3C-4307F0D7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8314" y="230076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3487BE"/>
          </a:solidFill>
          <a:ln xmlns:a="http://schemas.openxmlformats.org/drawingml/2006/main" w="0">
            <a:noFill/>
          </a:ln>
        </p:spPr>
      </p:sp>
      <p:sp>
        <p:nvSpPr>
          <p:cNvPr id="72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E951899E-B95D-44AB-94AA-F0C44910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8314" y="233886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18097"/>
                </a:move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3487BE"/>
          </a:solidFill>
          <a:ln xmlns:a="http://schemas.openxmlformats.org/drawingml/2006/main" w="0">
            <a:noFill/>
          </a:ln>
        </p:spPr>
      </p:sp>
      <p:sp>
        <p:nvSpPr>
          <p:cNvPr id="72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B95B8257-E199-492A-9EB9-03B47C73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389" y="242458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18097"/>
                </a:move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3487BE"/>
          </a:solidFill>
          <a:ln xmlns:a="http://schemas.openxmlformats.org/drawingml/2006/main" w="0">
            <a:noFill/>
          </a:ln>
        </p:spPr>
      </p:sp>
      <p:sp>
        <p:nvSpPr>
          <p:cNvPr id="72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A80ECF06-BDAC-42C7-A9CB-C5C4F79A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039" y="186261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487BE"/>
          </a:solidFill>
          <a:ln xmlns:a="http://schemas.openxmlformats.org/drawingml/2006/main" w="0">
            <a:noFill/>
          </a:ln>
        </p:spPr>
      </p:sp>
      <p:sp>
        <p:nvSpPr>
          <p:cNvPr id="72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D0679AA3-789B-44B6-92A8-A69A80E8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889" y="2043589"/>
            <a:ext cx="27623" cy="27622"/>
          </a:xfrm>
          <a:custGeom xmlns:a="http://schemas.openxmlformats.org/drawingml/2006/main">
            <a:pathLst>
              <a:path w="27623" h="27622">
                <a:moveTo>
                  <a:pt x="0" y="27622"/>
                </a:moveTo>
                <a:lnTo>
                  <a:pt x="18098" y="27622"/>
                </a:lnTo>
                <a:lnTo>
                  <a:pt x="18098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lnTo>
                  <a:pt x="0" y="27622"/>
                </a:lnTo>
                <a:close/>
              </a:path>
            </a:pathLst>
          </a:custGeom>
          <a:solidFill xmlns:a="http://schemas.openxmlformats.org/drawingml/2006/main">
            <a:srgbClr val="3487BE"/>
          </a:solidFill>
          <a:ln xmlns:a="http://schemas.openxmlformats.org/drawingml/2006/main" w="0">
            <a:noFill/>
          </a:ln>
        </p:spPr>
      </p:sp>
      <p:sp>
        <p:nvSpPr>
          <p:cNvPr id="72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635BF5E6-7ABE-421C-95BC-AB66DBDA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3589" y="131016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3487BE"/>
          </a:solidFill>
          <a:ln xmlns:a="http://schemas.openxmlformats.org/drawingml/2006/main" w="0">
            <a:noFill/>
          </a:ln>
        </p:spPr>
      </p:sp>
      <p:sp>
        <p:nvSpPr>
          <p:cNvPr id="72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3A092B9C-1809-4714-95C4-624E25E0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364" y="1310164"/>
            <a:ext cx="18098" cy="284797"/>
          </a:xfrm>
          <a:custGeom xmlns:a="http://schemas.openxmlformats.org/drawingml/2006/main">
            <a:pathLst>
              <a:path w="18098" h="284797">
                <a:moveTo>
                  <a:pt x="18098" y="284797"/>
                </a:moveTo>
                <a:lnTo>
                  <a:pt x="18098" y="0"/>
                </a:lnTo>
                <a:lnTo>
                  <a:pt x="0" y="0"/>
                </a:lnTo>
                <a:lnTo>
                  <a:pt x="0" y="284797"/>
                </a:lnTo>
                <a:lnTo>
                  <a:pt x="18098" y="284797"/>
                </a:lnTo>
                <a:close/>
              </a:path>
            </a:pathLst>
          </a:custGeom>
          <a:solidFill xmlns:a="http://schemas.openxmlformats.org/drawingml/2006/main">
            <a:srgbClr val="3487BE"/>
          </a:solidFill>
          <a:ln xmlns:a="http://schemas.openxmlformats.org/drawingml/2006/main" w="0">
            <a:noFill/>
          </a:ln>
        </p:spPr>
      </p:sp>
      <p:sp>
        <p:nvSpPr>
          <p:cNvPr id="72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525935C-1DBA-41F7-A72F-FEC078A3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839" y="1662589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487BE"/>
          </a:solidFill>
          <a:ln xmlns:a="http://schemas.openxmlformats.org/drawingml/2006/main" w="0">
            <a:noFill/>
          </a:ln>
        </p:spPr>
      </p:sp>
      <p:sp>
        <p:nvSpPr>
          <p:cNvPr id="72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29756722-6B10-4BD5-9484-C7D54CF2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164" y="230076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18097"/>
                </a:move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3487BE"/>
          </a:solidFill>
          <a:ln xmlns:a="http://schemas.openxmlformats.org/drawingml/2006/main" w="0">
            <a:noFill/>
          </a:ln>
        </p:spPr>
      </p:sp>
      <p:sp>
        <p:nvSpPr>
          <p:cNvPr id="72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FD15C52E-1C40-4AA1-82D9-E7A5B634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164" y="233886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18097"/>
                </a:move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3487BE"/>
          </a:solidFill>
          <a:ln xmlns:a="http://schemas.openxmlformats.org/drawingml/2006/main" w="0">
            <a:noFill/>
          </a:ln>
        </p:spPr>
      </p:sp>
      <p:sp>
        <p:nvSpPr>
          <p:cNvPr id="72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A4FC1F50-C507-48D2-9D51-0DEA30B4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364" y="1595914"/>
            <a:ext cx="18098" cy="46672"/>
          </a:xfrm>
          <a:custGeom xmlns:a="http://schemas.openxmlformats.org/drawingml/2006/main">
            <a:pathLst>
              <a:path w="18098" h="46672">
                <a:moveTo>
                  <a:pt x="0" y="46672"/>
                </a:moveTo>
                <a:lnTo>
                  <a:pt x="18098" y="46672"/>
                </a:lnTo>
                <a:lnTo>
                  <a:pt x="18098" y="0"/>
                </a:lnTo>
                <a:lnTo>
                  <a:pt x="0" y="0"/>
                </a:lnTo>
                <a:lnTo>
                  <a:pt x="0" y="46672"/>
                </a:lnTo>
                <a:close/>
              </a:path>
            </a:pathLst>
          </a:custGeom>
          <a:solidFill xmlns:a="http://schemas.openxmlformats.org/drawingml/2006/main">
            <a:srgbClr val="3487BE"/>
          </a:solidFill>
          <a:ln xmlns:a="http://schemas.openxmlformats.org/drawingml/2006/main" w="0">
            <a:noFill/>
          </a:ln>
        </p:spPr>
      </p:sp>
      <p:sp>
        <p:nvSpPr>
          <p:cNvPr id="73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CC55D24B-B2C2-45EF-9FD9-911F873C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014" y="131968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18097"/>
                </a:move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close/>
              </a:path>
            </a:pathLst>
          </a:custGeom>
          <a:solidFill xmlns:a="http://schemas.openxmlformats.org/drawingml/2006/main">
            <a:srgbClr val="5290B4"/>
          </a:solidFill>
          <a:ln xmlns:a="http://schemas.openxmlformats.org/drawingml/2006/main" w="0">
            <a:noFill/>
          </a:ln>
        </p:spPr>
      </p:sp>
      <p:sp>
        <p:nvSpPr>
          <p:cNvPr id="73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75C4FAC-E8EE-483E-836D-08724340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414" y="163401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18097"/>
                </a:move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close/>
              </a:path>
            </a:pathLst>
          </a:custGeom>
          <a:solidFill xmlns:a="http://schemas.openxmlformats.org/drawingml/2006/main">
            <a:srgbClr val="5290B4"/>
          </a:solidFill>
          <a:ln xmlns:a="http://schemas.openxmlformats.org/drawingml/2006/main" w="0">
            <a:noFill/>
          </a:ln>
        </p:spPr>
      </p:sp>
      <p:sp>
        <p:nvSpPr>
          <p:cNvPr id="73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2B94BD9-CB85-4170-89BD-15523CCA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6514" y="1072039"/>
            <a:ext cx="18098" cy="27623"/>
          </a:xfrm>
          <a:custGeom xmlns:a="http://schemas.openxmlformats.org/drawingml/2006/main">
            <a:pathLst>
              <a:path w="18098" h="27623">
                <a:moveTo>
                  <a:pt x="18098" y="0"/>
                </a:moveTo>
                <a:lnTo>
                  <a:pt x="0" y="0"/>
                </a:lnTo>
                <a:lnTo>
                  <a:pt x="0" y="27623"/>
                </a:lnTo>
                <a:lnTo>
                  <a:pt x="18098" y="27623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5290B4"/>
          </a:solidFill>
          <a:ln xmlns:a="http://schemas.openxmlformats.org/drawingml/2006/main" w="0">
            <a:noFill/>
          </a:ln>
        </p:spPr>
      </p:sp>
      <p:sp>
        <p:nvSpPr>
          <p:cNvPr id="73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27EFED9C-537B-4321-B796-FD34778B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1789" y="113871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5290B4"/>
          </a:solidFill>
          <a:ln xmlns:a="http://schemas.openxmlformats.org/drawingml/2006/main" w="0">
            <a:noFill/>
          </a:ln>
        </p:spPr>
      </p:sp>
      <p:sp>
        <p:nvSpPr>
          <p:cNvPr id="73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56DF409-75A2-4A47-A073-F42304B5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889" y="2529364"/>
            <a:ext cx="1142048" cy="18097"/>
          </a:xfrm>
          <a:custGeom xmlns:a="http://schemas.openxmlformats.org/drawingml/2006/main">
            <a:pathLst>
              <a:path w="1142048" h="18097">
                <a:moveTo>
                  <a:pt x="1142048" y="18097"/>
                </a:moveTo>
                <a:lnTo>
                  <a:pt x="1142048" y="0"/>
                </a:lnTo>
                <a:lnTo>
                  <a:pt x="0" y="0"/>
                </a:lnTo>
                <a:lnTo>
                  <a:pt x="0" y="18097"/>
                </a:lnTo>
                <a:lnTo>
                  <a:pt x="1142048" y="18097"/>
                </a:lnTo>
                <a:close/>
              </a:path>
            </a:pathLst>
          </a:custGeom>
          <a:solidFill xmlns:a="http://schemas.openxmlformats.org/drawingml/2006/main">
            <a:srgbClr val="5290B4"/>
          </a:solidFill>
          <a:ln xmlns:a="http://schemas.openxmlformats.org/drawingml/2006/main" w="0">
            <a:noFill/>
          </a:ln>
        </p:spPr>
      </p:sp>
      <p:sp>
        <p:nvSpPr>
          <p:cNvPr id="73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47B4E29-0460-44FB-A1FE-D252CBA5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614" y="2157889"/>
            <a:ext cx="27623" cy="27622"/>
          </a:xfrm>
          <a:custGeom xmlns:a="http://schemas.openxmlformats.org/drawingml/2006/main">
            <a:pathLst>
              <a:path w="27623" h="27622">
                <a:moveTo>
                  <a:pt x="27623" y="27622"/>
                </a:moveTo>
                <a:lnTo>
                  <a:pt x="27623" y="0"/>
                </a:lnTo>
                <a:lnTo>
                  <a:pt x="0" y="0"/>
                </a:lnTo>
                <a:lnTo>
                  <a:pt x="0" y="27622"/>
                </a:lnTo>
                <a:lnTo>
                  <a:pt x="27623" y="27622"/>
                </a:lnTo>
                <a:close/>
              </a:path>
            </a:pathLst>
          </a:custGeom>
          <a:solidFill xmlns:a="http://schemas.openxmlformats.org/drawingml/2006/main">
            <a:srgbClr val="E9F4F5"/>
          </a:solidFill>
          <a:ln xmlns:a="http://schemas.openxmlformats.org/drawingml/2006/main" w="0">
            <a:noFill/>
          </a:ln>
        </p:spPr>
      </p:sp>
      <p:sp>
        <p:nvSpPr>
          <p:cNvPr id="73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50F52F2-15F5-485E-B914-B199F2E6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364" y="2272189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18097"/>
                </a:move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lnTo>
                  <a:pt x="0" y="18097"/>
                </a:lnTo>
                <a:close/>
              </a:path>
            </a:pathLst>
          </a:custGeom>
          <a:solidFill xmlns:a="http://schemas.openxmlformats.org/drawingml/2006/main">
            <a:srgbClr val="E9F4F5"/>
          </a:solidFill>
          <a:ln xmlns:a="http://schemas.openxmlformats.org/drawingml/2006/main" w="0">
            <a:noFill/>
          </a:ln>
        </p:spPr>
      </p:sp>
      <p:sp>
        <p:nvSpPr>
          <p:cNvPr id="73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D74B6363-0C11-4DE2-9DA7-81F342A0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1114" y="2272189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18097"/>
                </a:moveTo>
                <a:lnTo>
                  <a:pt x="37148" y="0"/>
                </a:ln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close/>
              </a:path>
            </a:pathLst>
          </a:custGeom>
          <a:solidFill xmlns:a="http://schemas.openxmlformats.org/drawingml/2006/main">
            <a:srgbClr val="E9F4F5"/>
          </a:solidFill>
          <a:ln xmlns:a="http://schemas.openxmlformats.org/drawingml/2006/main" w="0">
            <a:noFill/>
          </a:ln>
        </p:spPr>
      </p:sp>
      <p:sp>
        <p:nvSpPr>
          <p:cNvPr id="73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351E5A2-C192-463C-A1AA-75BB74F5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2089" y="2272189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18097"/>
                </a:moveTo>
                <a:lnTo>
                  <a:pt x="37148" y="0"/>
                </a:ln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close/>
              </a:path>
            </a:pathLst>
          </a:custGeom>
          <a:solidFill xmlns:a="http://schemas.openxmlformats.org/drawingml/2006/main">
            <a:srgbClr val="E9F4F5"/>
          </a:solidFill>
          <a:ln xmlns:a="http://schemas.openxmlformats.org/drawingml/2006/main" w="0">
            <a:noFill/>
          </a:ln>
        </p:spPr>
      </p:sp>
      <p:sp>
        <p:nvSpPr>
          <p:cNvPr id="73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6FB72174-F865-4C2B-8851-4D854666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6339" y="22912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18097"/>
                </a:move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E9F4F5"/>
          </a:solidFill>
          <a:ln xmlns:a="http://schemas.openxmlformats.org/drawingml/2006/main" w="0">
            <a:noFill/>
          </a:ln>
        </p:spPr>
      </p:sp>
      <p:sp>
        <p:nvSpPr>
          <p:cNvPr id="74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DA313CDE-AEFB-4FCA-9129-8F9AF6A8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264" y="194833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18097"/>
                </a:move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close/>
              </a:path>
            </a:pathLst>
          </a:custGeom>
          <a:solidFill xmlns:a="http://schemas.openxmlformats.org/drawingml/2006/main">
            <a:srgbClr val="E9F4F5"/>
          </a:solidFill>
          <a:ln xmlns:a="http://schemas.openxmlformats.org/drawingml/2006/main" w="0">
            <a:noFill/>
          </a:ln>
        </p:spPr>
      </p:sp>
      <p:sp>
        <p:nvSpPr>
          <p:cNvPr id="74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BBE3B16E-D5D4-448E-B20A-ED3C5D2C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639" y="2062639"/>
            <a:ext cx="27623" cy="27622"/>
          </a:xfrm>
          <a:custGeom xmlns:a="http://schemas.openxmlformats.org/drawingml/2006/main">
            <a:pathLst>
              <a:path w="27623" h="27622">
                <a:moveTo>
                  <a:pt x="18098" y="9525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27623" y="27622"/>
                </a:lnTo>
                <a:lnTo>
                  <a:pt x="27623" y="9525"/>
                </a:lnTo>
                <a:lnTo>
                  <a:pt x="18098" y="9525"/>
                </a:lnTo>
                <a:close/>
              </a:path>
            </a:pathLst>
          </a:custGeom>
          <a:solidFill xmlns:a="http://schemas.openxmlformats.org/drawingml/2006/main">
            <a:srgbClr val="E9F4F5"/>
          </a:solidFill>
          <a:ln xmlns:a="http://schemas.openxmlformats.org/drawingml/2006/main" w="0">
            <a:noFill/>
          </a:ln>
        </p:spPr>
      </p:sp>
      <p:sp>
        <p:nvSpPr>
          <p:cNvPr id="74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94308CC4-B706-4E6A-8F80-3624BCA9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264" y="216741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18097"/>
                </a:move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E9F4F5"/>
          </a:solidFill>
          <a:ln xmlns:a="http://schemas.openxmlformats.org/drawingml/2006/main" w="0">
            <a:noFill/>
          </a:ln>
        </p:spPr>
      </p:sp>
      <p:sp>
        <p:nvSpPr>
          <p:cNvPr id="74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AA35A0B-A59C-4CED-AFC4-65D1254C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264" y="246268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18097"/>
                </a:move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E9F4F5"/>
          </a:solidFill>
          <a:ln xmlns:a="http://schemas.openxmlformats.org/drawingml/2006/main" w="0">
            <a:noFill/>
          </a:ln>
        </p:spPr>
      </p:sp>
      <p:sp>
        <p:nvSpPr>
          <p:cNvPr id="74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713A4A62-A2FC-400A-B414-265C3592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2139" y="202453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18097"/>
                </a:move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close/>
              </a:path>
            </a:pathLst>
          </a:custGeom>
          <a:solidFill xmlns:a="http://schemas.openxmlformats.org/drawingml/2006/main">
            <a:srgbClr val="E9F4F5"/>
          </a:solidFill>
          <a:ln xmlns:a="http://schemas.openxmlformats.org/drawingml/2006/main" w="0">
            <a:noFill/>
          </a:ln>
        </p:spPr>
      </p:sp>
      <p:sp>
        <p:nvSpPr>
          <p:cNvPr id="74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20E71465-08E2-4EDC-A5E1-9028348C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464" y="20245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18097"/>
                </a:move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E9F4F5"/>
          </a:solidFill>
          <a:ln xmlns:a="http://schemas.openxmlformats.org/drawingml/2006/main" w="0">
            <a:noFill/>
          </a:ln>
        </p:spPr>
      </p:sp>
      <p:sp>
        <p:nvSpPr>
          <p:cNvPr id="74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2C99B1CF-C1D4-4F4B-BE68-1DBECF4E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039" y="216741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18097"/>
                </a:move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E9F4F5"/>
          </a:solidFill>
          <a:ln xmlns:a="http://schemas.openxmlformats.org/drawingml/2006/main" w="0">
            <a:noFill/>
          </a:ln>
        </p:spPr>
      </p:sp>
      <p:sp>
        <p:nvSpPr>
          <p:cNvPr id="747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6D042F20-6E19-48B4-BEFE-A98E7562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2139" y="216741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18097"/>
                </a:move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E9F4F5"/>
          </a:solidFill>
          <a:ln xmlns:a="http://schemas.openxmlformats.org/drawingml/2006/main" w="0">
            <a:noFill/>
          </a:ln>
        </p:spPr>
      </p:sp>
      <p:sp>
        <p:nvSpPr>
          <p:cNvPr id="748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DFB7A73-6AB7-4CE1-9C53-6713C3C4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089" y="222456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18097"/>
                </a:move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E9F4F5"/>
          </a:solidFill>
          <a:ln xmlns:a="http://schemas.openxmlformats.org/drawingml/2006/main" w="0">
            <a:noFill/>
          </a:ln>
        </p:spPr>
      </p:sp>
      <p:sp>
        <p:nvSpPr>
          <p:cNvPr id="749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1F66B1F5-21C1-4948-A990-5BB84F3B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2639" y="129111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0"/>
                </a:move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E9F4F5"/>
          </a:solidFill>
          <a:ln xmlns:a="http://schemas.openxmlformats.org/drawingml/2006/main" w="0">
            <a:noFill/>
          </a:ln>
        </p:spPr>
      </p:sp>
      <p:sp>
        <p:nvSpPr>
          <p:cNvPr id="750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2D71140-C933-4139-8C92-3EFF90A4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114" y="216741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18097"/>
                </a:move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E9F4F5"/>
          </a:solidFill>
          <a:ln xmlns:a="http://schemas.openxmlformats.org/drawingml/2006/main" w="0">
            <a:noFill/>
          </a:ln>
        </p:spPr>
      </p:sp>
      <p:sp>
        <p:nvSpPr>
          <p:cNvPr id="751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320C720C-7297-4E5A-A5B7-1A398C39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814" y="216741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18097"/>
                </a:move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E9F4F5"/>
          </a:solidFill>
          <a:ln xmlns:a="http://schemas.openxmlformats.org/drawingml/2006/main" w="0">
            <a:noFill/>
          </a:ln>
        </p:spPr>
      </p:sp>
      <p:sp>
        <p:nvSpPr>
          <p:cNvPr id="752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9C53BA27-6308-4BFA-BEFD-5EAEDAF5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664" y="2310289"/>
            <a:ext cx="27623" cy="37147"/>
          </a:xfrm>
          <a:custGeom xmlns:a="http://schemas.openxmlformats.org/drawingml/2006/main">
            <a:pathLst>
              <a:path w="27623" h="37147">
                <a:moveTo>
                  <a:pt x="9525" y="37147"/>
                </a:moveTo>
                <a:lnTo>
                  <a:pt x="27623" y="37147"/>
                </a:ln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9525" y="18097"/>
                </a:lnTo>
                <a:lnTo>
                  <a:pt x="9525" y="37147"/>
                </a:lnTo>
                <a:close/>
              </a:path>
            </a:pathLst>
          </a:custGeom>
          <a:solidFill xmlns:a="http://schemas.openxmlformats.org/drawingml/2006/main">
            <a:srgbClr val="F7F6DD"/>
          </a:solidFill>
          <a:ln xmlns:a="http://schemas.openxmlformats.org/drawingml/2006/main" w="0">
            <a:noFill/>
          </a:ln>
        </p:spPr>
      </p:sp>
      <p:sp>
        <p:nvSpPr>
          <p:cNvPr id="753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05AE2190-52E2-4586-BC60-308E4D32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189" y="243411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F7F6DD"/>
          </a:solidFill>
          <a:ln xmlns:a="http://schemas.openxmlformats.org/drawingml/2006/main" w="0">
            <a:noFill/>
          </a:ln>
        </p:spPr>
      </p:sp>
      <p:sp>
        <p:nvSpPr>
          <p:cNvPr id="754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86DF9589-B845-40F6-87A8-1CBB27B7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9139" y="2319814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27622"/>
                </a:move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close/>
              </a:path>
            </a:pathLst>
          </a:custGeom>
          <a:solidFill xmlns:a="http://schemas.openxmlformats.org/drawingml/2006/main">
            <a:srgbClr val="DEECE7"/>
          </a:solidFill>
          <a:ln xmlns:a="http://schemas.openxmlformats.org/drawingml/2006/main" w="0">
            <a:noFill/>
          </a:ln>
        </p:spPr>
      </p:sp>
      <p:sp>
        <p:nvSpPr>
          <p:cNvPr id="755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57E87DB0-8D08-45D9-A17D-1B43D772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9139" y="2434114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EECE7"/>
          </a:solidFill>
          <a:ln xmlns:a="http://schemas.openxmlformats.org/drawingml/2006/main" w="0">
            <a:noFill/>
          </a:ln>
        </p:spPr>
      </p:sp>
      <p:sp>
        <p:nvSpPr>
          <p:cNvPr id="756" name="Source-visible observer scatter">
            <a:extLst xmlns:a="http://schemas.openxmlformats.org/drawingml/2006/main">
              <a:ext uri="{FF2B5EF4-FFF2-40B4-BE49-F238E27FC236}">
                <a16:creationId xmlns:a16="http://schemas.microsoft.com/office/drawing/2014/main" id="{2083984E-3F70-4A4C-A9F1-14821C76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939" y="241506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DAF0EC"/>
          </a:solidFill>
          <a:ln xmlns:a="http://schemas.openxmlformats.org/drawingml/2006/main" w="0">
            <a:noFill/>
          </a:ln>
        </p:spPr>
      </p:sp>
      <p:sp>
        <p:nvSpPr>
          <p:cNvPr id="757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877493DB-0FA1-4A51-82C5-CCAD18B1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5764" y="900589"/>
            <a:ext cx="1227773" cy="1942147"/>
          </a:xfrm>
          <a:custGeom xmlns:a="http://schemas.openxmlformats.org/drawingml/2006/main">
            <a:pathLst>
              <a:path w="1227773" h="1942147">
                <a:moveTo>
                  <a:pt x="0" y="0"/>
                </a:moveTo>
                <a:lnTo>
                  <a:pt x="0" y="1942147"/>
                </a:lnTo>
                <a:lnTo>
                  <a:pt x="351473" y="1942147"/>
                </a:lnTo>
                <a:lnTo>
                  <a:pt x="351473" y="1932622"/>
                </a:lnTo>
                <a:lnTo>
                  <a:pt x="360998" y="1932622"/>
                </a:lnTo>
                <a:lnTo>
                  <a:pt x="360998" y="1923097"/>
                </a:lnTo>
                <a:lnTo>
                  <a:pt x="475298" y="1923097"/>
                </a:lnTo>
                <a:lnTo>
                  <a:pt x="475298" y="1770697"/>
                </a:lnTo>
                <a:lnTo>
                  <a:pt x="494348" y="1770697"/>
                </a:lnTo>
                <a:lnTo>
                  <a:pt x="494348" y="1761172"/>
                </a:lnTo>
                <a:lnTo>
                  <a:pt x="589598" y="1761172"/>
                </a:lnTo>
                <a:lnTo>
                  <a:pt x="589598" y="1675447"/>
                </a:lnTo>
                <a:lnTo>
                  <a:pt x="684848" y="1675447"/>
                </a:lnTo>
                <a:lnTo>
                  <a:pt x="684848" y="1608772"/>
                </a:lnTo>
                <a:lnTo>
                  <a:pt x="770573" y="1608772"/>
                </a:lnTo>
                <a:lnTo>
                  <a:pt x="770573" y="1561147"/>
                </a:lnTo>
                <a:lnTo>
                  <a:pt x="837248" y="1561147"/>
                </a:lnTo>
                <a:lnTo>
                  <a:pt x="837248" y="1523047"/>
                </a:lnTo>
                <a:lnTo>
                  <a:pt x="846773" y="1523047"/>
                </a:lnTo>
                <a:lnTo>
                  <a:pt x="846773" y="1513522"/>
                </a:lnTo>
                <a:lnTo>
                  <a:pt x="894398" y="1513522"/>
                </a:lnTo>
                <a:lnTo>
                  <a:pt x="894398" y="1494472"/>
                </a:lnTo>
                <a:lnTo>
                  <a:pt x="903923" y="1494472"/>
                </a:lnTo>
                <a:lnTo>
                  <a:pt x="903923" y="1484947"/>
                </a:lnTo>
                <a:lnTo>
                  <a:pt x="961073" y="1484947"/>
                </a:lnTo>
                <a:lnTo>
                  <a:pt x="961073" y="1446847"/>
                </a:lnTo>
                <a:lnTo>
                  <a:pt x="962025" y="1446847"/>
                </a:lnTo>
                <a:lnTo>
                  <a:pt x="962025" y="1456372"/>
                </a:lnTo>
                <a:lnTo>
                  <a:pt x="1008698" y="1456372"/>
                </a:lnTo>
                <a:lnTo>
                  <a:pt x="1008698" y="1437322"/>
                </a:lnTo>
                <a:lnTo>
                  <a:pt x="1046798" y="1437322"/>
                </a:lnTo>
                <a:lnTo>
                  <a:pt x="1046798" y="1427797"/>
                </a:lnTo>
                <a:lnTo>
                  <a:pt x="1056323" y="1427797"/>
                </a:lnTo>
                <a:lnTo>
                  <a:pt x="1056323" y="1408747"/>
                </a:lnTo>
                <a:lnTo>
                  <a:pt x="1084898" y="1408747"/>
                </a:lnTo>
                <a:lnTo>
                  <a:pt x="1084898" y="1389697"/>
                </a:lnTo>
                <a:lnTo>
                  <a:pt x="1132523" y="1389697"/>
                </a:lnTo>
                <a:lnTo>
                  <a:pt x="1132523" y="1361122"/>
                </a:lnTo>
                <a:lnTo>
                  <a:pt x="1133475" y="1361122"/>
                </a:lnTo>
                <a:lnTo>
                  <a:pt x="1133475" y="1370647"/>
                </a:lnTo>
                <a:lnTo>
                  <a:pt x="1170623" y="1370647"/>
                </a:lnTo>
                <a:lnTo>
                  <a:pt x="1170623" y="1342072"/>
                </a:lnTo>
                <a:lnTo>
                  <a:pt x="1199198" y="1342072"/>
                </a:lnTo>
                <a:lnTo>
                  <a:pt x="1199198" y="1332547"/>
                </a:lnTo>
                <a:lnTo>
                  <a:pt x="1208723" y="1332547"/>
                </a:lnTo>
                <a:lnTo>
                  <a:pt x="1208723" y="1323022"/>
                </a:lnTo>
                <a:lnTo>
                  <a:pt x="1227773" y="1323022"/>
                </a:lnTo>
                <a:lnTo>
                  <a:pt x="1227773" y="1304925"/>
                </a:lnTo>
                <a:lnTo>
                  <a:pt x="1218248" y="1304925"/>
                </a:lnTo>
                <a:lnTo>
                  <a:pt x="1218248" y="1295400"/>
                </a:lnTo>
                <a:lnTo>
                  <a:pt x="1189673" y="1295400"/>
                </a:lnTo>
                <a:lnTo>
                  <a:pt x="1189673" y="1285875"/>
                </a:lnTo>
                <a:lnTo>
                  <a:pt x="1170623" y="1285875"/>
                </a:lnTo>
                <a:lnTo>
                  <a:pt x="1170623" y="1276350"/>
                </a:lnTo>
                <a:lnTo>
                  <a:pt x="1161098" y="1276350"/>
                </a:lnTo>
                <a:lnTo>
                  <a:pt x="1161098" y="1266825"/>
                </a:lnTo>
                <a:lnTo>
                  <a:pt x="1132523" y="1266825"/>
                </a:lnTo>
                <a:lnTo>
                  <a:pt x="1132523" y="1257300"/>
                </a:lnTo>
                <a:lnTo>
                  <a:pt x="1113473" y="1257300"/>
                </a:lnTo>
                <a:lnTo>
                  <a:pt x="1113473" y="1247775"/>
                </a:lnTo>
                <a:lnTo>
                  <a:pt x="1084898" y="1247775"/>
                </a:lnTo>
                <a:lnTo>
                  <a:pt x="1084898" y="1228725"/>
                </a:lnTo>
                <a:lnTo>
                  <a:pt x="1056323" y="1228725"/>
                </a:lnTo>
                <a:lnTo>
                  <a:pt x="1056323" y="1219200"/>
                </a:lnTo>
                <a:lnTo>
                  <a:pt x="1027748" y="1219200"/>
                </a:lnTo>
                <a:lnTo>
                  <a:pt x="1027748" y="1209675"/>
                </a:lnTo>
                <a:lnTo>
                  <a:pt x="1018223" y="1209675"/>
                </a:lnTo>
                <a:lnTo>
                  <a:pt x="1018223" y="1200150"/>
                </a:lnTo>
                <a:lnTo>
                  <a:pt x="999173" y="1200150"/>
                </a:lnTo>
                <a:lnTo>
                  <a:pt x="999173" y="1190625"/>
                </a:lnTo>
                <a:lnTo>
                  <a:pt x="970598" y="1190625"/>
                </a:lnTo>
                <a:lnTo>
                  <a:pt x="970598" y="1181100"/>
                </a:lnTo>
                <a:lnTo>
                  <a:pt x="922973" y="1181100"/>
                </a:lnTo>
                <a:lnTo>
                  <a:pt x="922973" y="1171575"/>
                </a:lnTo>
                <a:lnTo>
                  <a:pt x="913448" y="1171575"/>
                </a:lnTo>
                <a:lnTo>
                  <a:pt x="913448" y="1162050"/>
                </a:lnTo>
                <a:lnTo>
                  <a:pt x="884873" y="1162050"/>
                </a:lnTo>
                <a:lnTo>
                  <a:pt x="884873" y="1133475"/>
                </a:lnTo>
                <a:lnTo>
                  <a:pt x="865823" y="1133475"/>
                </a:lnTo>
                <a:lnTo>
                  <a:pt x="865823" y="1123950"/>
                </a:lnTo>
                <a:lnTo>
                  <a:pt x="846773" y="1123950"/>
                </a:lnTo>
                <a:lnTo>
                  <a:pt x="846773" y="1114425"/>
                </a:lnTo>
                <a:lnTo>
                  <a:pt x="837248" y="1114425"/>
                </a:lnTo>
                <a:lnTo>
                  <a:pt x="837248" y="1104900"/>
                </a:lnTo>
                <a:lnTo>
                  <a:pt x="818198" y="1104900"/>
                </a:lnTo>
                <a:lnTo>
                  <a:pt x="818198" y="1095375"/>
                </a:lnTo>
                <a:lnTo>
                  <a:pt x="799148" y="1095375"/>
                </a:lnTo>
                <a:lnTo>
                  <a:pt x="799148" y="1085850"/>
                </a:lnTo>
                <a:lnTo>
                  <a:pt x="780098" y="1085850"/>
                </a:lnTo>
                <a:lnTo>
                  <a:pt x="780098" y="1076325"/>
                </a:lnTo>
                <a:lnTo>
                  <a:pt x="761048" y="1076325"/>
                </a:lnTo>
                <a:lnTo>
                  <a:pt x="761048" y="1066800"/>
                </a:lnTo>
                <a:lnTo>
                  <a:pt x="741998" y="1066800"/>
                </a:lnTo>
                <a:lnTo>
                  <a:pt x="741998" y="1057275"/>
                </a:lnTo>
                <a:lnTo>
                  <a:pt x="722948" y="1057275"/>
                </a:lnTo>
                <a:lnTo>
                  <a:pt x="722948" y="1047750"/>
                </a:lnTo>
                <a:lnTo>
                  <a:pt x="713423" y="1047750"/>
                </a:lnTo>
                <a:lnTo>
                  <a:pt x="713423" y="1038225"/>
                </a:lnTo>
                <a:lnTo>
                  <a:pt x="694373" y="1038225"/>
                </a:lnTo>
                <a:lnTo>
                  <a:pt x="694373" y="1028700"/>
                </a:lnTo>
                <a:lnTo>
                  <a:pt x="675323" y="1028700"/>
                </a:lnTo>
                <a:lnTo>
                  <a:pt x="675323" y="1019175"/>
                </a:lnTo>
                <a:lnTo>
                  <a:pt x="665798" y="1019175"/>
                </a:lnTo>
                <a:lnTo>
                  <a:pt x="665798" y="1009650"/>
                </a:lnTo>
                <a:lnTo>
                  <a:pt x="656273" y="1009650"/>
                </a:lnTo>
                <a:lnTo>
                  <a:pt x="656273" y="1000125"/>
                </a:lnTo>
                <a:lnTo>
                  <a:pt x="637223" y="1000125"/>
                </a:lnTo>
                <a:lnTo>
                  <a:pt x="637223" y="990600"/>
                </a:lnTo>
                <a:lnTo>
                  <a:pt x="627698" y="990600"/>
                </a:lnTo>
                <a:lnTo>
                  <a:pt x="627698" y="981075"/>
                </a:lnTo>
                <a:lnTo>
                  <a:pt x="608648" y="981075"/>
                </a:lnTo>
                <a:lnTo>
                  <a:pt x="608648" y="971550"/>
                </a:lnTo>
                <a:lnTo>
                  <a:pt x="589598" y="971550"/>
                </a:lnTo>
                <a:lnTo>
                  <a:pt x="589598" y="962025"/>
                </a:lnTo>
                <a:lnTo>
                  <a:pt x="570548" y="962025"/>
                </a:lnTo>
                <a:lnTo>
                  <a:pt x="570548" y="952500"/>
                </a:lnTo>
                <a:lnTo>
                  <a:pt x="551498" y="952500"/>
                </a:lnTo>
                <a:lnTo>
                  <a:pt x="551498" y="942975"/>
                </a:lnTo>
                <a:lnTo>
                  <a:pt x="541973" y="942975"/>
                </a:lnTo>
                <a:lnTo>
                  <a:pt x="541973" y="933450"/>
                </a:lnTo>
                <a:lnTo>
                  <a:pt x="522923" y="933450"/>
                </a:lnTo>
                <a:lnTo>
                  <a:pt x="522923" y="923925"/>
                </a:lnTo>
                <a:lnTo>
                  <a:pt x="513398" y="923925"/>
                </a:lnTo>
                <a:lnTo>
                  <a:pt x="513398" y="914400"/>
                </a:lnTo>
                <a:lnTo>
                  <a:pt x="494348" y="914400"/>
                </a:lnTo>
                <a:lnTo>
                  <a:pt x="494348" y="904875"/>
                </a:lnTo>
                <a:lnTo>
                  <a:pt x="475298" y="904875"/>
                </a:lnTo>
                <a:lnTo>
                  <a:pt x="475298" y="895350"/>
                </a:lnTo>
                <a:lnTo>
                  <a:pt x="465773" y="895350"/>
                </a:lnTo>
                <a:lnTo>
                  <a:pt x="465773" y="885825"/>
                </a:lnTo>
                <a:lnTo>
                  <a:pt x="446723" y="885825"/>
                </a:lnTo>
                <a:lnTo>
                  <a:pt x="446723" y="876300"/>
                </a:lnTo>
                <a:lnTo>
                  <a:pt x="437198" y="876300"/>
                </a:lnTo>
                <a:lnTo>
                  <a:pt x="437198" y="866775"/>
                </a:lnTo>
                <a:lnTo>
                  <a:pt x="418148" y="866775"/>
                </a:lnTo>
                <a:lnTo>
                  <a:pt x="418148" y="857250"/>
                </a:lnTo>
                <a:lnTo>
                  <a:pt x="408623" y="857250"/>
                </a:lnTo>
                <a:lnTo>
                  <a:pt x="408623" y="847725"/>
                </a:lnTo>
                <a:lnTo>
                  <a:pt x="399098" y="847725"/>
                </a:lnTo>
                <a:lnTo>
                  <a:pt x="399098" y="838200"/>
                </a:lnTo>
                <a:lnTo>
                  <a:pt x="380048" y="838200"/>
                </a:lnTo>
                <a:lnTo>
                  <a:pt x="380048" y="828675"/>
                </a:lnTo>
                <a:lnTo>
                  <a:pt x="370523" y="828675"/>
                </a:lnTo>
                <a:lnTo>
                  <a:pt x="370523" y="819150"/>
                </a:lnTo>
                <a:lnTo>
                  <a:pt x="351473" y="819150"/>
                </a:lnTo>
                <a:lnTo>
                  <a:pt x="351473" y="809625"/>
                </a:lnTo>
                <a:lnTo>
                  <a:pt x="341948" y="809625"/>
                </a:lnTo>
                <a:lnTo>
                  <a:pt x="341948" y="800100"/>
                </a:lnTo>
                <a:lnTo>
                  <a:pt x="332423" y="800100"/>
                </a:lnTo>
                <a:lnTo>
                  <a:pt x="332423" y="790575"/>
                </a:lnTo>
                <a:lnTo>
                  <a:pt x="322898" y="790575"/>
                </a:lnTo>
                <a:lnTo>
                  <a:pt x="322898" y="781050"/>
                </a:lnTo>
                <a:lnTo>
                  <a:pt x="313373" y="781050"/>
                </a:lnTo>
                <a:lnTo>
                  <a:pt x="313373" y="771525"/>
                </a:lnTo>
                <a:lnTo>
                  <a:pt x="303848" y="771525"/>
                </a:lnTo>
                <a:lnTo>
                  <a:pt x="303848" y="762000"/>
                </a:lnTo>
                <a:lnTo>
                  <a:pt x="294323" y="762000"/>
                </a:lnTo>
                <a:lnTo>
                  <a:pt x="294323" y="752475"/>
                </a:lnTo>
                <a:lnTo>
                  <a:pt x="275273" y="752475"/>
                </a:lnTo>
                <a:lnTo>
                  <a:pt x="275273" y="742950"/>
                </a:lnTo>
                <a:lnTo>
                  <a:pt x="265748" y="742950"/>
                </a:lnTo>
                <a:lnTo>
                  <a:pt x="265748" y="733425"/>
                </a:lnTo>
                <a:lnTo>
                  <a:pt x="256223" y="733425"/>
                </a:lnTo>
                <a:lnTo>
                  <a:pt x="256223" y="723900"/>
                </a:lnTo>
                <a:lnTo>
                  <a:pt x="246698" y="723900"/>
                </a:lnTo>
                <a:lnTo>
                  <a:pt x="246698" y="714375"/>
                </a:lnTo>
                <a:lnTo>
                  <a:pt x="237173" y="714375"/>
                </a:lnTo>
                <a:lnTo>
                  <a:pt x="237173" y="704850"/>
                </a:lnTo>
                <a:lnTo>
                  <a:pt x="227648" y="704850"/>
                </a:lnTo>
                <a:lnTo>
                  <a:pt x="227648" y="695325"/>
                </a:lnTo>
                <a:lnTo>
                  <a:pt x="218123" y="695325"/>
                </a:lnTo>
                <a:lnTo>
                  <a:pt x="218123" y="685800"/>
                </a:lnTo>
                <a:lnTo>
                  <a:pt x="208598" y="685800"/>
                </a:lnTo>
                <a:lnTo>
                  <a:pt x="208598" y="676275"/>
                </a:lnTo>
                <a:lnTo>
                  <a:pt x="199073" y="676275"/>
                </a:lnTo>
                <a:lnTo>
                  <a:pt x="199073" y="666750"/>
                </a:lnTo>
                <a:lnTo>
                  <a:pt x="189548" y="666750"/>
                </a:lnTo>
                <a:lnTo>
                  <a:pt x="189548" y="657225"/>
                </a:lnTo>
                <a:lnTo>
                  <a:pt x="180023" y="657225"/>
                </a:lnTo>
                <a:lnTo>
                  <a:pt x="180023" y="647700"/>
                </a:lnTo>
                <a:lnTo>
                  <a:pt x="170498" y="647700"/>
                </a:lnTo>
                <a:lnTo>
                  <a:pt x="170498" y="638175"/>
                </a:lnTo>
                <a:lnTo>
                  <a:pt x="160973" y="638175"/>
                </a:lnTo>
                <a:lnTo>
                  <a:pt x="160973" y="628650"/>
                </a:lnTo>
                <a:lnTo>
                  <a:pt x="151448" y="628650"/>
                </a:lnTo>
                <a:lnTo>
                  <a:pt x="151448" y="609600"/>
                </a:lnTo>
                <a:lnTo>
                  <a:pt x="141923" y="609600"/>
                </a:lnTo>
                <a:lnTo>
                  <a:pt x="141923" y="600075"/>
                </a:lnTo>
                <a:lnTo>
                  <a:pt x="132398" y="600075"/>
                </a:lnTo>
                <a:lnTo>
                  <a:pt x="132398" y="590550"/>
                </a:lnTo>
                <a:lnTo>
                  <a:pt x="122873" y="590550"/>
                </a:lnTo>
                <a:lnTo>
                  <a:pt x="122873" y="571500"/>
                </a:lnTo>
                <a:lnTo>
                  <a:pt x="113348" y="571500"/>
                </a:lnTo>
                <a:lnTo>
                  <a:pt x="113348" y="561975"/>
                </a:lnTo>
                <a:lnTo>
                  <a:pt x="103823" y="561975"/>
                </a:lnTo>
                <a:lnTo>
                  <a:pt x="103823" y="542925"/>
                </a:lnTo>
                <a:lnTo>
                  <a:pt x="94298" y="542925"/>
                </a:lnTo>
                <a:lnTo>
                  <a:pt x="94298" y="523875"/>
                </a:lnTo>
                <a:lnTo>
                  <a:pt x="84773" y="523875"/>
                </a:lnTo>
                <a:lnTo>
                  <a:pt x="84773" y="504825"/>
                </a:lnTo>
                <a:lnTo>
                  <a:pt x="75248" y="504825"/>
                </a:lnTo>
                <a:lnTo>
                  <a:pt x="75248" y="485775"/>
                </a:lnTo>
                <a:lnTo>
                  <a:pt x="65723" y="485775"/>
                </a:lnTo>
                <a:lnTo>
                  <a:pt x="65723" y="447675"/>
                </a:lnTo>
                <a:lnTo>
                  <a:pt x="56198" y="447675"/>
                </a:lnTo>
                <a:lnTo>
                  <a:pt x="56198" y="428625"/>
                </a:lnTo>
                <a:lnTo>
                  <a:pt x="46673" y="428625"/>
                </a:lnTo>
                <a:lnTo>
                  <a:pt x="46673" y="381000"/>
                </a:lnTo>
                <a:lnTo>
                  <a:pt x="37148" y="381000"/>
                </a:lnTo>
                <a:lnTo>
                  <a:pt x="37148" y="333375"/>
                </a:lnTo>
                <a:lnTo>
                  <a:pt x="27623" y="333375"/>
                </a:lnTo>
                <a:lnTo>
                  <a:pt x="27623" y="9525"/>
                </a:lnTo>
                <a:lnTo>
                  <a:pt x="18098" y="9525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8DCD3"/>
          </a:solidFill>
          <a:ln xmlns:a="http://schemas.openxmlformats.org/drawingml/2006/main" w="0">
            <a:noFill/>
          </a:ln>
        </p:spPr>
      </p:sp>
      <p:sp>
        <p:nvSpPr>
          <p:cNvPr id="758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87708767-DE29-4EC8-8906-A6507C83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5764" y="595789"/>
            <a:ext cx="27623" cy="303848"/>
          </a:xfrm>
          <a:custGeom xmlns:a="http://schemas.openxmlformats.org/drawingml/2006/main">
            <a:pathLst>
              <a:path w="27623" h="303848">
                <a:moveTo>
                  <a:pt x="0" y="0"/>
                </a:moveTo>
                <a:lnTo>
                  <a:pt x="0" y="303848"/>
                </a:lnTo>
                <a:lnTo>
                  <a:pt x="27623" y="30384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5E7E1"/>
          </a:solidFill>
          <a:ln xmlns:a="http://schemas.openxmlformats.org/drawingml/2006/main" w="0">
            <a:noFill/>
          </a:ln>
        </p:spPr>
      </p:sp>
      <p:sp>
        <p:nvSpPr>
          <p:cNvPr id="759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9C0F11FA-12FA-41B5-A1B1-968612CB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4814" y="900589"/>
            <a:ext cx="18098" cy="46673"/>
          </a:xfrm>
          <a:custGeom xmlns:a="http://schemas.openxmlformats.org/drawingml/2006/main">
            <a:pathLst>
              <a:path w="18098" h="46673">
                <a:moveTo>
                  <a:pt x="18098" y="46673"/>
                </a:moveTo>
                <a:lnTo>
                  <a:pt x="18098" y="0"/>
                </a:lnTo>
                <a:lnTo>
                  <a:pt x="0" y="0"/>
                </a:lnTo>
                <a:lnTo>
                  <a:pt x="0" y="46673"/>
                </a:lnTo>
                <a:lnTo>
                  <a:pt x="18098" y="46673"/>
                </a:lnTo>
                <a:close/>
              </a:path>
            </a:pathLst>
          </a:custGeom>
          <a:solidFill xmlns:a="http://schemas.openxmlformats.org/drawingml/2006/main">
            <a:srgbClr val="C5E7E1"/>
          </a:solidFill>
          <a:ln xmlns:a="http://schemas.openxmlformats.org/drawingml/2006/main" w="0">
            <a:noFill/>
          </a:ln>
        </p:spPr>
      </p:sp>
      <p:sp>
        <p:nvSpPr>
          <p:cNvPr id="760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949C0886-40F9-48F4-AD75-09B9F6C0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4339" y="957739"/>
            <a:ext cx="1503998" cy="1246822"/>
          </a:xfrm>
          <a:custGeom xmlns:a="http://schemas.openxmlformats.org/drawingml/2006/main">
            <a:pathLst>
              <a:path w="1503998" h="1246822">
                <a:moveTo>
                  <a:pt x="0" y="0"/>
                </a:moveTo>
                <a:lnTo>
                  <a:pt x="0" y="275272"/>
                </a:lnTo>
                <a:lnTo>
                  <a:pt x="9525" y="275272"/>
                </a:lnTo>
                <a:lnTo>
                  <a:pt x="9525" y="341947"/>
                </a:lnTo>
                <a:lnTo>
                  <a:pt x="19050" y="341947"/>
                </a:lnTo>
                <a:lnTo>
                  <a:pt x="19050" y="380047"/>
                </a:lnTo>
                <a:lnTo>
                  <a:pt x="28575" y="380047"/>
                </a:lnTo>
                <a:lnTo>
                  <a:pt x="28575" y="399097"/>
                </a:lnTo>
                <a:lnTo>
                  <a:pt x="38100" y="399097"/>
                </a:lnTo>
                <a:lnTo>
                  <a:pt x="38100" y="427672"/>
                </a:lnTo>
                <a:lnTo>
                  <a:pt x="47625" y="427672"/>
                </a:lnTo>
                <a:lnTo>
                  <a:pt x="47625" y="456247"/>
                </a:lnTo>
                <a:lnTo>
                  <a:pt x="57150" y="456247"/>
                </a:lnTo>
                <a:lnTo>
                  <a:pt x="57150" y="475297"/>
                </a:lnTo>
                <a:lnTo>
                  <a:pt x="66675" y="475297"/>
                </a:lnTo>
                <a:lnTo>
                  <a:pt x="66675" y="494347"/>
                </a:lnTo>
                <a:lnTo>
                  <a:pt x="76200" y="494347"/>
                </a:lnTo>
                <a:lnTo>
                  <a:pt x="76200" y="503872"/>
                </a:lnTo>
                <a:lnTo>
                  <a:pt x="85725" y="503872"/>
                </a:lnTo>
                <a:lnTo>
                  <a:pt x="85725" y="522922"/>
                </a:lnTo>
                <a:lnTo>
                  <a:pt x="95250" y="522922"/>
                </a:lnTo>
                <a:lnTo>
                  <a:pt x="95250" y="532447"/>
                </a:lnTo>
                <a:lnTo>
                  <a:pt x="104775" y="532447"/>
                </a:lnTo>
                <a:lnTo>
                  <a:pt x="104775" y="551497"/>
                </a:lnTo>
                <a:lnTo>
                  <a:pt x="114300" y="551497"/>
                </a:lnTo>
                <a:lnTo>
                  <a:pt x="114300" y="561022"/>
                </a:lnTo>
                <a:lnTo>
                  <a:pt x="123825" y="561022"/>
                </a:lnTo>
                <a:lnTo>
                  <a:pt x="123825" y="570547"/>
                </a:lnTo>
                <a:lnTo>
                  <a:pt x="133350" y="570547"/>
                </a:lnTo>
                <a:lnTo>
                  <a:pt x="133350" y="580072"/>
                </a:lnTo>
                <a:lnTo>
                  <a:pt x="142875" y="580072"/>
                </a:lnTo>
                <a:lnTo>
                  <a:pt x="142875" y="589597"/>
                </a:lnTo>
                <a:lnTo>
                  <a:pt x="152400" y="589597"/>
                </a:lnTo>
                <a:lnTo>
                  <a:pt x="152400" y="608647"/>
                </a:lnTo>
                <a:lnTo>
                  <a:pt x="161925" y="608647"/>
                </a:lnTo>
                <a:lnTo>
                  <a:pt x="161925" y="618172"/>
                </a:lnTo>
                <a:lnTo>
                  <a:pt x="171450" y="618172"/>
                </a:lnTo>
                <a:lnTo>
                  <a:pt x="171450" y="627697"/>
                </a:lnTo>
                <a:lnTo>
                  <a:pt x="180975" y="627697"/>
                </a:lnTo>
                <a:lnTo>
                  <a:pt x="180975" y="637222"/>
                </a:lnTo>
                <a:lnTo>
                  <a:pt x="190500" y="637222"/>
                </a:lnTo>
                <a:lnTo>
                  <a:pt x="190500" y="646747"/>
                </a:lnTo>
                <a:lnTo>
                  <a:pt x="200025" y="646747"/>
                </a:lnTo>
                <a:lnTo>
                  <a:pt x="200025" y="656272"/>
                </a:lnTo>
                <a:lnTo>
                  <a:pt x="209550" y="656272"/>
                </a:lnTo>
                <a:lnTo>
                  <a:pt x="209550" y="665797"/>
                </a:lnTo>
                <a:lnTo>
                  <a:pt x="219075" y="665797"/>
                </a:lnTo>
                <a:lnTo>
                  <a:pt x="219075" y="675322"/>
                </a:lnTo>
                <a:lnTo>
                  <a:pt x="228600" y="675322"/>
                </a:lnTo>
                <a:lnTo>
                  <a:pt x="228600" y="684847"/>
                </a:lnTo>
                <a:lnTo>
                  <a:pt x="247650" y="684847"/>
                </a:lnTo>
                <a:lnTo>
                  <a:pt x="247650" y="694372"/>
                </a:lnTo>
                <a:lnTo>
                  <a:pt x="257175" y="694372"/>
                </a:lnTo>
                <a:lnTo>
                  <a:pt x="257175" y="703897"/>
                </a:lnTo>
                <a:lnTo>
                  <a:pt x="266700" y="703897"/>
                </a:lnTo>
                <a:lnTo>
                  <a:pt x="266700" y="713422"/>
                </a:lnTo>
                <a:lnTo>
                  <a:pt x="276225" y="713422"/>
                </a:lnTo>
                <a:lnTo>
                  <a:pt x="276225" y="722947"/>
                </a:lnTo>
                <a:lnTo>
                  <a:pt x="285750" y="722947"/>
                </a:lnTo>
                <a:lnTo>
                  <a:pt x="285750" y="732472"/>
                </a:lnTo>
                <a:lnTo>
                  <a:pt x="295275" y="732472"/>
                </a:lnTo>
                <a:lnTo>
                  <a:pt x="295275" y="741997"/>
                </a:lnTo>
                <a:lnTo>
                  <a:pt x="314325" y="741997"/>
                </a:lnTo>
                <a:lnTo>
                  <a:pt x="314325" y="751522"/>
                </a:lnTo>
                <a:lnTo>
                  <a:pt x="323850" y="751522"/>
                </a:lnTo>
                <a:lnTo>
                  <a:pt x="323850" y="761047"/>
                </a:lnTo>
                <a:lnTo>
                  <a:pt x="333375" y="761047"/>
                </a:lnTo>
                <a:lnTo>
                  <a:pt x="333375" y="770572"/>
                </a:lnTo>
                <a:lnTo>
                  <a:pt x="352425" y="770572"/>
                </a:lnTo>
                <a:lnTo>
                  <a:pt x="352425" y="780097"/>
                </a:lnTo>
                <a:lnTo>
                  <a:pt x="361950" y="780097"/>
                </a:lnTo>
                <a:lnTo>
                  <a:pt x="361950" y="789622"/>
                </a:lnTo>
                <a:lnTo>
                  <a:pt x="371475" y="789622"/>
                </a:lnTo>
                <a:lnTo>
                  <a:pt x="371475" y="799147"/>
                </a:lnTo>
                <a:lnTo>
                  <a:pt x="390525" y="799147"/>
                </a:lnTo>
                <a:lnTo>
                  <a:pt x="390525" y="808672"/>
                </a:lnTo>
                <a:lnTo>
                  <a:pt x="400050" y="808672"/>
                </a:lnTo>
                <a:lnTo>
                  <a:pt x="400050" y="818197"/>
                </a:lnTo>
                <a:lnTo>
                  <a:pt x="419100" y="818197"/>
                </a:lnTo>
                <a:lnTo>
                  <a:pt x="419100" y="827722"/>
                </a:lnTo>
                <a:lnTo>
                  <a:pt x="428625" y="827722"/>
                </a:lnTo>
                <a:lnTo>
                  <a:pt x="428625" y="837247"/>
                </a:lnTo>
                <a:lnTo>
                  <a:pt x="447675" y="837247"/>
                </a:lnTo>
                <a:lnTo>
                  <a:pt x="447675" y="846772"/>
                </a:lnTo>
                <a:lnTo>
                  <a:pt x="457200" y="846772"/>
                </a:lnTo>
                <a:lnTo>
                  <a:pt x="457200" y="856297"/>
                </a:lnTo>
                <a:lnTo>
                  <a:pt x="476250" y="856297"/>
                </a:lnTo>
                <a:lnTo>
                  <a:pt x="476250" y="865822"/>
                </a:lnTo>
                <a:lnTo>
                  <a:pt x="495300" y="865822"/>
                </a:lnTo>
                <a:lnTo>
                  <a:pt x="495300" y="875347"/>
                </a:lnTo>
                <a:lnTo>
                  <a:pt x="504825" y="875347"/>
                </a:lnTo>
                <a:lnTo>
                  <a:pt x="504825" y="884872"/>
                </a:lnTo>
                <a:lnTo>
                  <a:pt x="523875" y="884872"/>
                </a:lnTo>
                <a:lnTo>
                  <a:pt x="523875" y="894397"/>
                </a:lnTo>
                <a:lnTo>
                  <a:pt x="542925" y="894397"/>
                </a:lnTo>
                <a:lnTo>
                  <a:pt x="542925" y="903922"/>
                </a:lnTo>
                <a:lnTo>
                  <a:pt x="561975" y="903922"/>
                </a:lnTo>
                <a:lnTo>
                  <a:pt x="561975" y="913447"/>
                </a:lnTo>
                <a:lnTo>
                  <a:pt x="571500" y="913447"/>
                </a:lnTo>
                <a:lnTo>
                  <a:pt x="571500" y="922972"/>
                </a:lnTo>
                <a:lnTo>
                  <a:pt x="590550" y="922972"/>
                </a:lnTo>
                <a:lnTo>
                  <a:pt x="590550" y="932497"/>
                </a:lnTo>
                <a:lnTo>
                  <a:pt x="600075" y="932497"/>
                </a:lnTo>
                <a:lnTo>
                  <a:pt x="600075" y="942022"/>
                </a:lnTo>
                <a:lnTo>
                  <a:pt x="619125" y="942022"/>
                </a:lnTo>
                <a:lnTo>
                  <a:pt x="619125" y="951547"/>
                </a:lnTo>
                <a:lnTo>
                  <a:pt x="628650" y="951547"/>
                </a:lnTo>
                <a:lnTo>
                  <a:pt x="628650" y="961072"/>
                </a:lnTo>
                <a:lnTo>
                  <a:pt x="647700" y="961072"/>
                </a:lnTo>
                <a:lnTo>
                  <a:pt x="647700" y="970597"/>
                </a:lnTo>
                <a:lnTo>
                  <a:pt x="657225" y="970597"/>
                </a:lnTo>
                <a:lnTo>
                  <a:pt x="657225" y="980122"/>
                </a:lnTo>
                <a:lnTo>
                  <a:pt x="676275" y="980122"/>
                </a:lnTo>
                <a:lnTo>
                  <a:pt x="676275" y="989647"/>
                </a:lnTo>
                <a:lnTo>
                  <a:pt x="695325" y="989647"/>
                </a:lnTo>
                <a:lnTo>
                  <a:pt x="695325" y="999172"/>
                </a:lnTo>
                <a:lnTo>
                  <a:pt x="704850" y="999172"/>
                </a:lnTo>
                <a:lnTo>
                  <a:pt x="704850" y="1008697"/>
                </a:lnTo>
                <a:lnTo>
                  <a:pt x="723900" y="1008697"/>
                </a:lnTo>
                <a:lnTo>
                  <a:pt x="723900" y="1027747"/>
                </a:lnTo>
                <a:lnTo>
                  <a:pt x="742950" y="1027747"/>
                </a:lnTo>
                <a:lnTo>
                  <a:pt x="742950" y="1037272"/>
                </a:lnTo>
                <a:lnTo>
                  <a:pt x="762000" y="1037272"/>
                </a:lnTo>
                <a:lnTo>
                  <a:pt x="762000" y="1046797"/>
                </a:lnTo>
                <a:lnTo>
                  <a:pt x="781050" y="1046797"/>
                </a:lnTo>
                <a:lnTo>
                  <a:pt x="781050" y="1056323"/>
                </a:lnTo>
                <a:lnTo>
                  <a:pt x="800100" y="1056323"/>
                </a:lnTo>
                <a:lnTo>
                  <a:pt x="800100" y="1065848"/>
                </a:lnTo>
                <a:lnTo>
                  <a:pt x="809625" y="1065848"/>
                </a:lnTo>
                <a:lnTo>
                  <a:pt x="809625" y="1075373"/>
                </a:lnTo>
                <a:lnTo>
                  <a:pt x="828675" y="1075373"/>
                </a:lnTo>
                <a:lnTo>
                  <a:pt x="828675" y="1084898"/>
                </a:lnTo>
                <a:lnTo>
                  <a:pt x="847725" y="1084898"/>
                </a:lnTo>
                <a:lnTo>
                  <a:pt x="847725" y="1113473"/>
                </a:lnTo>
                <a:lnTo>
                  <a:pt x="876300" y="1113473"/>
                </a:lnTo>
                <a:lnTo>
                  <a:pt x="876300" y="1122998"/>
                </a:lnTo>
                <a:lnTo>
                  <a:pt x="885825" y="1122998"/>
                </a:lnTo>
                <a:lnTo>
                  <a:pt x="885825" y="1132523"/>
                </a:lnTo>
                <a:lnTo>
                  <a:pt x="933450" y="1132523"/>
                </a:lnTo>
                <a:lnTo>
                  <a:pt x="933450" y="1142048"/>
                </a:lnTo>
                <a:lnTo>
                  <a:pt x="962025" y="1142048"/>
                </a:lnTo>
                <a:lnTo>
                  <a:pt x="962025" y="1151573"/>
                </a:lnTo>
                <a:lnTo>
                  <a:pt x="981075" y="1151573"/>
                </a:lnTo>
                <a:lnTo>
                  <a:pt x="981075" y="1161098"/>
                </a:lnTo>
                <a:lnTo>
                  <a:pt x="990600" y="1161098"/>
                </a:lnTo>
                <a:lnTo>
                  <a:pt x="990600" y="1170623"/>
                </a:lnTo>
                <a:lnTo>
                  <a:pt x="1019175" y="1170623"/>
                </a:lnTo>
                <a:lnTo>
                  <a:pt x="1019175" y="1180148"/>
                </a:lnTo>
                <a:lnTo>
                  <a:pt x="1047750" y="1180148"/>
                </a:lnTo>
                <a:lnTo>
                  <a:pt x="1047750" y="1199198"/>
                </a:lnTo>
                <a:lnTo>
                  <a:pt x="1076325" y="1199198"/>
                </a:lnTo>
                <a:lnTo>
                  <a:pt x="1076325" y="1208723"/>
                </a:lnTo>
                <a:lnTo>
                  <a:pt x="1095375" y="1208723"/>
                </a:lnTo>
                <a:lnTo>
                  <a:pt x="1095375" y="1218248"/>
                </a:lnTo>
                <a:lnTo>
                  <a:pt x="1123950" y="1218248"/>
                </a:lnTo>
                <a:lnTo>
                  <a:pt x="1123950" y="1227772"/>
                </a:lnTo>
                <a:lnTo>
                  <a:pt x="1133475" y="1227772"/>
                </a:lnTo>
                <a:lnTo>
                  <a:pt x="1133475" y="1237297"/>
                </a:lnTo>
                <a:lnTo>
                  <a:pt x="1151573" y="1237297"/>
                </a:lnTo>
                <a:lnTo>
                  <a:pt x="1151573" y="1227772"/>
                </a:lnTo>
                <a:lnTo>
                  <a:pt x="1152525" y="1227772"/>
                </a:lnTo>
                <a:lnTo>
                  <a:pt x="1152525" y="1237297"/>
                </a:lnTo>
                <a:lnTo>
                  <a:pt x="1190625" y="1237297"/>
                </a:lnTo>
                <a:lnTo>
                  <a:pt x="1190625" y="1246822"/>
                </a:lnTo>
                <a:lnTo>
                  <a:pt x="1237298" y="1246822"/>
                </a:lnTo>
                <a:lnTo>
                  <a:pt x="1237298" y="1237297"/>
                </a:lnTo>
                <a:lnTo>
                  <a:pt x="1246823" y="1237297"/>
                </a:lnTo>
                <a:lnTo>
                  <a:pt x="1246823" y="1227772"/>
                </a:lnTo>
                <a:lnTo>
                  <a:pt x="1275398" y="1227772"/>
                </a:lnTo>
                <a:lnTo>
                  <a:pt x="1275398" y="1208723"/>
                </a:lnTo>
                <a:lnTo>
                  <a:pt x="1294448" y="1208723"/>
                </a:lnTo>
                <a:lnTo>
                  <a:pt x="1294448" y="1199198"/>
                </a:lnTo>
                <a:lnTo>
                  <a:pt x="1323023" y="1199198"/>
                </a:lnTo>
                <a:lnTo>
                  <a:pt x="1323023" y="1189673"/>
                </a:lnTo>
                <a:lnTo>
                  <a:pt x="1332548" y="1189673"/>
                </a:lnTo>
                <a:lnTo>
                  <a:pt x="1332548" y="1180148"/>
                </a:lnTo>
                <a:lnTo>
                  <a:pt x="1342073" y="1180148"/>
                </a:lnTo>
                <a:lnTo>
                  <a:pt x="1342073" y="1170623"/>
                </a:lnTo>
                <a:lnTo>
                  <a:pt x="1361123" y="1170623"/>
                </a:lnTo>
                <a:lnTo>
                  <a:pt x="1361123" y="1161098"/>
                </a:lnTo>
                <a:lnTo>
                  <a:pt x="1380173" y="1161098"/>
                </a:lnTo>
                <a:lnTo>
                  <a:pt x="1380173" y="1151573"/>
                </a:lnTo>
                <a:lnTo>
                  <a:pt x="1399223" y="1151573"/>
                </a:lnTo>
                <a:lnTo>
                  <a:pt x="1399223" y="1142048"/>
                </a:lnTo>
                <a:lnTo>
                  <a:pt x="1418273" y="1142048"/>
                </a:lnTo>
                <a:lnTo>
                  <a:pt x="1418273" y="1132523"/>
                </a:lnTo>
                <a:lnTo>
                  <a:pt x="1437323" y="1132523"/>
                </a:lnTo>
                <a:lnTo>
                  <a:pt x="1437323" y="1122998"/>
                </a:lnTo>
                <a:lnTo>
                  <a:pt x="1446848" y="1122998"/>
                </a:lnTo>
                <a:lnTo>
                  <a:pt x="1446848" y="1113473"/>
                </a:lnTo>
                <a:lnTo>
                  <a:pt x="1465898" y="1113473"/>
                </a:lnTo>
                <a:lnTo>
                  <a:pt x="1465898" y="1103948"/>
                </a:lnTo>
                <a:lnTo>
                  <a:pt x="1475423" y="1103948"/>
                </a:lnTo>
                <a:lnTo>
                  <a:pt x="1475423" y="1094423"/>
                </a:lnTo>
                <a:lnTo>
                  <a:pt x="1494473" y="1094423"/>
                </a:lnTo>
                <a:lnTo>
                  <a:pt x="1494473" y="1084898"/>
                </a:lnTo>
                <a:lnTo>
                  <a:pt x="1503998" y="1084898"/>
                </a:lnTo>
                <a:lnTo>
                  <a:pt x="1503998" y="1066800"/>
                </a:lnTo>
                <a:lnTo>
                  <a:pt x="1494473" y="1066800"/>
                </a:lnTo>
                <a:lnTo>
                  <a:pt x="1494473" y="1057275"/>
                </a:lnTo>
                <a:lnTo>
                  <a:pt x="1465898" y="1057275"/>
                </a:lnTo>
                <a:lnTo>
                  <a:pt x="1465898" y="1047750"/>
                </a:lnTo>
                <a:lnTo>
                  <a:pt x="1446848" y="1047750"/>
                </a:lnTo>
                <a:lnTo>
                  <a:pt x="1446848" y="1038225"/>
                </a:lnTo>
                <a:lnTo>
                  <a:pt x="1427798" y="1038225"/>
                </a:lnTo>
                <a:lnTo>
                  <a:pt x="1427798" y="1028700"/>
                </a:lnTo>
                <a:lnTo>
                  <a:pt x="1399223" y="1028700"/>
                </a:lnTo>
                <a:lnTo>
                  <a:pt x="1399223" y="1019175"/>
                </a:lnTo>
                <a:lnTo>
                  <a:pt x="1380173" y="1019175"/>
                </a:lnTo>
                <a:lnTo>
                  <a:pt x="1380173" y="1009650"/>
                </a:lnTo>
                <a:lnTo>
                  <a:pt x="1361123" y="1009650"/>
                </a:lnTo>
                <a:lnTo>
                  <a:pt x="1361123" y="1000125"/>
                </a:lnTo>
                <a:lnTo>
                  <a:pt x="1332548" y="1000125"/>
                </a:lnTo>
                <a:lnTo>
                  <a:pt x="1332548" y="990600"/>
                </a:lnTo>
                <a:lnTo>
                  <a:pt x="1313498" y="990600"/>
                </a:lnTo>
                <a:lnTo>
                  <a:pt x="1313498" y="981075"/>
                </a:lnTo>
                <a:lnTo>
                  <a:pt x="1294448" y="981075"/>
                </a:lnTo>
                <a:lnTo>
                  <a:pt x="1294448" y="971550"/>
                </a:lnTo>
                <a:lnTo>
                  <a:pt x="1275398" y="971550"/>
                </a:lnTo>
                <a:lnTo>
                  <a:pt x="1275398" y="962025"/>
                </a:lnTo>
                <a:lnTo>
                  <a:pt x="1256348" y="962025"/>
                </a:lnTo>
                <a:lnTo>
                  <a:pt x="1256348" y="952500"/>
                </a:lnTo>
                <a:lnTo>
                  <a:pt x="1227773" y="952500"/>
                </a:lnTo>
                <a:lnTo>
                  <a:pt x="1227773" y="942975"/>
                </a:lnTo>
                <a:lnTo>
                  <a:pt x="1208723" y="942975"/>
                </a:lnTo>
                <a:lnTo>
                  <a:pt x="1208723" y="933450"/>
                </a:lnTo>
                <a:lnTo>
                  <a:pt x="1180148" y="933450"/>
                </a:lnTo>
                <a:lnTo>
                  <a:pt x="1180148" y="923925"/>
                </a:lnTo>
                <a:lnTo>
                  <a:pt x="1161098" y="923925"/>
                </a:lnTo>
                <a:lnTo>
                  <a:pt x="1161098" y="914400"/>
                </a:lnTo>
                <a:lnTo>
                  <a:pt x="1142048" y="914400"/>
                </a:lnTo>
                <a:lnTo>
                  <a:pt x="1142048" y="904875"/>
                </a:lnTo>
                <a:lnTo>
                  <a:pt x="1122998" y="904875"/>
                </a:lnTo>
                <a:lnTo>
                  <a:pt x="1122998" y="895350"/>
                </a:lnTo>
                <a:lnTo>
                  <a:pt x="1103948" y="895350"/>
                </a:lnTo>
                <a:lnTo>
                  <a:pt x="1103948" y="885825"/>
                </a:lnTo>
                <a:lnTo>
                  <a:pt x="1084898" y="885825"/>
                </a:lnTo>
                <a:lnTo>
                  <a:pt x="1084898" y="876300"/>
                </a:lnTo>
                <a:lnTo>
                  <a:pt x="1065848" y="876300"/>
                </a:lnTo>
                <a:lnTo>
                  <a:pt x="1065848" y="866775"/>
                </a:lnTo>
                <a:lnTo>
                  <a:pt x="1037273" y="866775"/>
                </a:lnTo>
                <a:lnTo>
                  <a:pt x="1037273" y="857250"/>
                </a:lnTo>
                <a:lnTo>
                  <a:pt x="1018223" y="857250"/>
                </a:lnTo>
                <a:lnTo>
                  <a:pt x="1018223" y="847725"/>
                </a:lnTo>
                <a:lnTo>
                  <a:pt x="1008698" y="847725"/>
                </a:lnTo>
                <a:lnTo>
                  <a:pt x="1008698" y="838200"/>
                </a:lnTo>
                <a:lnTo>
                  <a:pt x="989648" y="838200"/>
                </a:lnTo>
                <a:lnTo>
                  <a:pt x="989648" y="828675"/>
                </a:lnTo>
                <a:lnTo>
                  <a:pt x="970598" y="828675"/>
                </a:lnTo>
                <a:lnTo>
                  <a:pt x="970598" y="819150"/>
                </a:lnTo>
                <a:lnTo>
                  <a:pt x="942023" y="819150"/>
                </a:lnTo>
                <a:lnTo>
                  <a:pt x="942023" y="809625"/>
                </a:lnTo>
                <a:lnTo>
                  <a:pt x="922973" y="809625"/>
                </a:lnTo>
                <a:lnTo>
                  <a:pt x="922973" y="800100"/>
                </a:lnTo>
                <a:lnTo>
                  <a:pt x="903923" y="800100"/>
                </a:lnTo>
                <a:lnTo>
                  <a:pt x="903923" y="790575"/>
                </a:lnTo>
                <a:lnTo>
                  <a:pt x="884873" y="790575"/>
                </a:lnTo>
                <a:lnTo>
                  <a:pt x="884873" y="781050"/>
                </a:lnTo>
                <a:lnTo>
                  <a:pt x="865823" y="781050"/>
                </a:lnTo>
                <a:lnTo>
                  <a:pt x="865823" y="771525"/>
                </a:lnTo>
                <a:lnTo>
                  <a:pt x="846773" y="771525"/>
                </a:lnTo>
                <a:lnTo>
                  <a:pt x="846773" y="762000"/>
                </a:lnTo>
                <a:lnTo>
                  <a:pt x="827723" y="762000"/>
                </a:lnTo>
                <a:lnTo>
                  <a:pt x="827723" y="752475"/>
                </a:lnTo>
                <a:lnTo>
                  <a:pt x="808673" y="752475"/>
                </a:lnTo>
                <a:lnTo>
                  <a:pt x="808673" y="742950"/>
                </a:lnTo>
                <a:lnTo>
                  <a:pt x="789623" y="742950"/>
                </a:lnTo>
                <a:lnTo>
                  <a:pt x="789623" y="733425"/>
                </a:lnTo>
                <a:lnTo>
                  <a:pt x="780098" y="733425"/>
                </a:lnTo>
                <a:lnTo>
                  <a:pt x="780098" y="723900"/>
                </a:lnTo>
                <a:lnTo>
                  <a:pt x="761048" y="723900"/>
                </a:lnTo>
                <a:lnTo>
                  <a:pt x="761048" y="714375"/>
                </a:lnTo>
                <a:lnTo>
                  <a:pt x="751523" y="714375"/>
                </a:lnTo>
                <a:lnTo>
                  <a:pt x="751523" y="704850"/>
                </a:lnTo>
                <a:lnTo>
                  <a:pt x="732473" y="704850"/>
                </a:lnTo>
                <a:lnTo>
                  <a:pt x="732473" y="695325"/>
                </a:lnTo>
                <a:lnTo>
                  <a:pt x="713423" y="695325"/>
                </a:lnTo>
                <a:lnTo>
                  <a:pt x="713423" y="685800"/>
                </a:lnTo>
                <a:lnTo>
                  <a:pt x="694373" y="685800"/>
                </a:lnTo>
                <a:lnTo>
                  <a:pt x="694373" y="676275"/>
                </a:lnTo>
                <a:lnTo>
                  <a:pt x="675323" y="676275"/>
                </a:lnTo>
                <a:lnTo>
                  <a:pt x="675323" y="666750"/>
                </a:lnTo>
                <a:lnTo>
                  <a:pt x="665798" y="666750"/>
                </a:lnTo>
                <a:lnTo>
                  <a:pt x="665798" y="657225"/>
                </a:lnTo>
                <a:lnTo>
                  <a:pt x="646748" y="657225"/>
                </a:lnTo>
                <a:lnTo>
                  <a:pt x="646748" y="647700"/>
                </a:lnTo>
                <a:lnTo>
                  <a:pt x="627698" y="647700"/>
                </a:lnTo>
                <a:lnTo>
                  <a:pt x="627698" y="638175"/>
                </a:lnTo>
                <a:lnTo>
                  <a:pt x="618173" y="638175"/>
                </a:lnTo>
                <a:lnTo>
                  <a:pt x="618173" y="628650"/>
                </a:lnTo>
                <a:lnTo>
                  <a:pt x="608648" y="628650"/>
                </a:lnTo>
                <a:lnTo>
                  <a:pt x="608648" y="619125"/>
                </a:lnTo>
                <a:lnTo>
                  <a:pt x="589598" y="619125"/>
                </a:lnTo>
                <a:lnTo>
                  <a:pt x="589598" y="609600"/>
                </a:lnTo>
                <a:lnTo>
                  <a:pt x="580073" y="609600"/>
                </a:lnTo>
                <a:lnTo>
                  <a:pt x="580073" y="600075"/>
                </a:lnTo>
                <a:lnTo>
                  <a:pt x="561023" y="600075"/>
                </a:lnTo>
                <a:lnTo>
                  <a:pt x="561023" y="590550"/>
                </a:lnTo>
                <a:lnTo>
                  <a:pt x="541973" y="590550"/>
                </a:lnTo>
                <a:lnTo>
                  <a:pt x="541973" y="581025"/>
                </a:lnTo>
                <a:lnTo>
                  <a:pt x="532448" y="581025"/>
                </a:lnTo>
                <a:lnTo>
                  <a:pt x="532448" y="571500"/>
                </a:lnTo>
                <a:lnTo>
                  <a:pt x="513398" y="571500"/>
                </a:lnTo>
                <a:lnTo>
                  <a:pt x="513398" y="561975"/>
                </a:lnTo>
                <a:lnTo>
                  <a:pt x="494348" y="561975"/>
                </a:lnTo>
                <a:lnTo>
                  <a:pt x="494348" y="552450"/>
                </a:lnTo>
                <a:lnTo>
                  <a:pt x="475298" y="552450"/>
                </a:lnTo>
                <a:lnTo>
                  <a:pt x="475298" y="542925"/>
                </a:lnTo>
                <a:lnTo>
                  <a:pt x="465773" y="542925"/>
                </a:lnTo>
                <a:lnTo>
                  <a:pt x="465773" y="533400"/>
                </a:lnTo>
                <a:lnTo>
                  <a:pt x="456248" y="533400"/>
                </a:lnTo>
                <a:lnTo>
                  <a:pt x="456248" y="523875"/>
                </a:lnTo>
                <a:lnTo>
                  <a:pt x="437198" y="523875"/>
                </a:lnTo>
                <a:lnTo>
                  <a:pt x="437198" y="514350"/>
                </a:lnTo>
                <a:lnTo>
                  <a:pt x="418148" y="514350"/>
                </a:lnTo>
                <a:lnTo>
                  <a:pt x="418148" y="504825"/>
                </a:lnTo>
                <a:lnTo>
                  <a:pt x="408623" y="504825"/>
                </a:lnTo>
                <a:lnTo>
                  <a:pt x="408623" y="495300"/>
                </a:lnTo>
                <a:lnTo>
                  <a:pt x="399098" y="495300"/>
                </a:lnTo>
                <a:lnTo>
                  <a:pt x="399098" y="485775"/>
                </a:lnTo>
                <a:lnTo>
                  <a:pt x="380048" y="485775"/>
                </a:lnTo>
                <a:lnTo>
                  <a:pt x="380048" y="476250"/>
                </a:lnTo>
                <a:lnTo>
                  <a:pt x="370523" y="476250"/>
                </a:lnTo>
                <a:lnTo>
                  <a:pt x="370523" y="466725"/>
                </a:lnTo>
                <a:lnTo>
                  <a:pt x="351473" y="466725"/>
                </a:lnTo>
                <a:lnTo>
                  <a:pt x="351473" y="457200"/>
                </a:lnTo>
                <a:lnTo>
                  <a:pt x="341948" y="457200"/>
                </a:lnTo>
                <a:lnTo>
                  <a:pt x="341948" y="447675"/>
                </a:lnTo>
                <a:lnTo>
                  <a:pt x="332423" y="447675"/>
                </a:lnTo>
                <a:lnTo>
                  <a:pt x="332423" y="438150"/>
                </a:lnTo>
                <a:lnTo>
                  <a:pt x="313373" y="438150"/>
                </a:lnTo>
                <a:lnTo>
                  <a:pt x="313373" y="428625"/>
                </a:lnTo>
                <a:lnTo>
                  <a:pt x="303848" y="428625"/>
                </a:lnTo>
                <a:lnTo>
                  <a:pt x="303848" y="419100"/>
                </a:lnTo>
                <a:lnTo>
                  <a:pt x="294323" y="419100"/>
                </a:lnTo>
                <a:lnTo>
                  <a:pt x="294323" y="409575"/>
                </a:lnTo>
                <a:lnTo>
                  <a:pt x="284798" y="409575"/>
                </a:lnTo>
                <a:lnTo>
                  <a:pt x="284798" y="400050"/>
                </a:lnTo>
                <a:lnTo>
                  <a:pt x="275273" y="400050"/>
                </a:lnTo>
                <a:lnTo>
                  <a:pt x="275273" y="390525"/>
                </a:lnTo>
                <a:lnTo>
                  <a:pt x="265748" y="390525"/>
                </a:lnTo>
                <a:lnTo>
                  <a:pt x="265748" y="381000"/>
                </a:lnTo>
                <a:lnTo>
                  <a:pt x="256223" y="381000"/>
                </a:lnTo>
                <a:lnTo>
                  <a:pt x="256223" y="371475"/>
                </a:lnTo>
                <a:lnTo>
                  <a:pt x="246698" y="371475"/>
                </a:lnTo>
                <a:lnTo>
                  <a:pt x="246698" y="361950"/>
                </a:lnTo>
                <a:lnTo>
                  <a:pt x="237173" y="361950"/>
                </a:lnTo>
                <a:lnTo>
                  <a:pt x="237173" y="352425"/>
                </a:lnTo>
                <a:lnTo>
                  <a:pt x="218123" y="352425"/>
                </a:lnTo>
                <a:lnTo>
                  <a:pt x="218123" y="342900"/>
                </a:lnTo>
                <a:lnTo>
                  <a:pt x="208598" y="342900"/>
                </a:lnTo>
                <a:lnTo>
                  <a:pt x="208598" y="333375"/>
                </a:lnTo>
                <a:lnTo>
                  <a:pt x="199073" y="333375"/>
                </a:lnTo>
                <a:lnTo>
                  <a:pt x="199073" y="323850"/>
                </a:lnTo>
                <a:lnTo>
                  <a:pt x="189548" y="323850"/>
                </a:lnTo>
                <a:lnTo>
                  <a:pt x="189548" y="314325"/>
                </a:lnTo>
                <a:lnTo>
                  <a:pt x="180023" y="314325"/>
                </a:lnTo>
                <a:lnTo>
                  <a:pt x="180023" y="304800"/>
                </a:lnTo>
                <a:lnTo>
                  <a:pt x="170498" y="304800"/>
                </a:lnTo>
                <a:lnTo>
                  <a:pt x="170498" y="295275"/>
                </a:lnTo>
                <a:lnTo>
                  <a:pt x="160973" y="295275"/>
                </a:lnTo>
                <a:lnTo>
                  <a:pt x="160973" y="285750"/>
                </a:lnTo>
                <a:lnTo>
                  <a:pt x="151448" y="285750"/>
                </a:lnTo>
                <a:lnTo>
                  <a:pt x="151448" y="276225"/>
                </a:lnTo>
                <a:lnTo>
                  <a:pt x="141923" y="276225"/>
                </a:lnTo>
                <a:lnTo>
                  <a:pt x="141923" y="257175"/>
                </a:lnTo>
                <a:lnTo>
                  <a:pt x="132398" y="257175"/>
                </a:lnTo>
                <a:lnTo>
                  <a:pt x="132398" y="247650"/>
                </a:lnTo>
                <a:lnTo>
                  <a:pt x="122873" y="247650"/>
                </a:lnTo>
                <a:lnTo>
                  <a:pt x="122873" y="238125"/>
                </a:lnTo>
                <a:lnTo>
                  <a:pt x="113348" y="238125"/>
                </a:lnTo>
                <a:lnTo>
                  <a:pt x="113348" y="228600"/>
                </a:lnTo>
                <a:lnTo>
                  <a:pt x="103823" y="228600"/>
                </a:lnTo>
                <a:lnTo>
                  <a:pt x="103823" y="209550"/>
                </a:lnTo>
                <a:lnTo>
                  <a:pt x="94298" y="209550"/>
                </a:lnTo>
                <a:lnTo>
                  <a:pt x="94298" y="200025"/>
                </a:lnTo>
                <a:lnTo>
                  <a:pt x="84773" y="200025"/>
                </a:lnTo>
                <a:lnTo>
                  <a:pt x="84773" y="180975"/>
                </a:lnTo>
                <a:lnTo>
                  <a:pt x="75248" y="180975"/>
                </a:lnTo>
                <a:lnTo>
                  <a:pt x="75248" y="161925"/>
                </a:lnTo>
                <a:lnTo>
                  <a:pt x="65723" y="161925"/>
                </a:lnTo>
                <a:lnTo>
                  <a:pt x="65723" y="152400"/>
                </a:lnTo>
                <a:lnTo>
                  <a:pt x="56198" y="152400"/>
                </a:lnTo>
                <a:lnTo>
                  <a:pt x="56198" y="133350"/>
                </a:lnTo>
                <a:lnTo>
                  <a:pt x="46673" y="133350"/>
                </a:lnTo>
                <a:lnTo>
                  <a:pt x="46673" y="104775"/>
                </a:lnTo>
                <a:lnTo>
                  <a:pt x="37148" y="104775"/>
                </a:lnTo>
                <a:lnTo>
                  <a:pt x="37148" y="76200"/>
                </a:lnTo>
                <a:lnTo>
                  <a:pt x="27623" y="76200"/>
                </a:lnTo>
                <a:lnTo>
                  <a:pt x="27623" y="47625"/>
                </a:lnTo>
                <a:lnTo>
                  <a:pt x="18098" y="47625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5E7E1"/>
          </a:solidFill>
          <a:ln xmlns:a="http://schemas.openxmlformats.org/drawingml/2006/main" w="0">
            <a:noFill/>
          </a:ln>
        </p:spPr>
      </p:sp>
      <p:sp>
        <p:nvSpPr>
          <p:cNvPr id="761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F7F89F0D-6F2E-45BE-A1F8-F3A49187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2989" y="2357914"/>
            <a:ext cx="1570673" cy="484822"/>
          </a:xfrm>
          <a:custGeom xmlns:a="http://schemas.openxmlformats.org/drawingml/2006/main">
            <a:pathLst>
              <a:path w="1570673" h="484822">
                <a:moveTo>
                  <a:pt x="742950" y="57150"/>
                </a:moveTo>
                <a:lnTo>
                  <a:pt x="742950" y="66675"/>
                </a:lnTo>
                <a:lnTo>
                  <a:pt x="733425" y="66675"/>
                </a:lnTo>
                <a:lnTo>
                  <a:pt x="733425" y="103822"/>
                </a:lnTo>
                <a:lnTo>
                  <a:pt x="742950" y="103822"/>
                </a:lnTo>
                <a:lnTo>
                  <a:pt x="742950" y="104775"/>
                </a:lnTo>
                <a:lnTo>
                  <a:pt x="666750" y="104775"/>
                </a:lnTo>
                <a:lnTo>
                  <a:pt x="666750" y="152400"/>
                </a:lnTo>
                <a:lnTo>
                  <a:pt x="647700" y="152400"/>
                </a:lnTo>
                <a:lnTo>
                  <a:pt x="647700" y="161925"/>
                </a:lnTo>
                <a:lnTo>
                  <a:pt x="561975" y="161925"/>
                </a:lnTo>
                <a:lnTo>
                  <a:pt x="561975" y="209550"/>
                </a:lnTo>
                <a:lnTo>
                  <a:pt x="552450" y="209550"/>
                </a:lnTo>
                <a:lnTo>
                  <a:pt x="552450" y="219075"/>
                </a:lnTo>
                <a:lnTo>
                  <a:pt x="428625" y="219075"/>
                </a:lnTo>
                <a:lnTo>
                  <a:pt x="428625" y="304800"/>
                </a:lnTo>
                <a:lnTo>
                  <a:pt x="419100" y="304800"/>
                </a:lnTo>
                <a:lnTo>
                  <a:pt x="419100" y="314325"/>
                </a:lnTo>
                <a:lnTo>
                  <a:pt x="247650" y="314325"/>
                </a:lnTo>
                <a:lnTo>
                  <a:pt x="247650" y="466725"/>
                </a:lnTo>
                <a:lnTo>
                  <a:pt x="0" y="466725"/>
                </a:lnTo>
                <a:lnTo>
                  <a:pt x="0" y="484822"/>
                </a:lnTo>
                <a:lnTo>
                  <a:pt x="1570673" y="484822"/>
                </a:lnTo>
                <a:lnTo>
                  <a:pt x="1570673" y="466725"/>
                </a:lnTo>
                <a:lnTo>
                  <a:pt x="1465898" y="466725"/>
                </a:lnTo>
                <a:lnTo>
                  <a:pt x="1465898" y="314325"/>
                </a:lnTo>
                <a:lnTo>
                  <a:pt x="1370648" y="314325"/>
                </a:lnTo>
                <a:lnTo>
                  <a:pt x="1370648" y="276225"/>
                </a:lnTo>
                <a:lnTo>
                  <a:pt x="1361123" y="276225"/>
                </a:lnTo>
                <a:lnTo>
                  <a:pt x="1361123" y="266700"/>
                </a:lnTo>
                <a:lnTo>
                  <a:pt x="1342073" y="266700"/>
                </a:lnTo>
                <a:lnTo>
                  <a:pt x="1342073" y="256222"/>
                </a:lnTo>
                <a:lnTo>
                  <a:pt x="1351598" y="256222"/>
                </a:lnTo>
                <a:lnTo>
                  <a:pt x="1351598" y="238125"/>
                </a:lnTo>
                <a:lnTo>
                  <a:pt x="1342073" y="238125"/>
                </a:lnTo>
                <a:lnTo>
                  <a:pt x="1342073" y="219075"/>
                </a:lnTo>
                <a:lnTo>
                  <a:pt x="1256348" y="219075"/>
                </a:lnTo>
                <a:lnTo>
                  <a:pt x="1256348" y="152400"/>
                </a:lnTo>
                <a:lnTo>
                  <a:pt x="1190625" y="152400"/>
                </a:lnTo>
                <a:lnTo>
                  <a:pt x="1190625" y="161925"/>
                </a:lnTo>
                <a:lnTo>
                  <a:pt x="1189673" y="161925"/>
                </a:lnTo>
                <a:lnTo>
                  <a:pt x="1189673" y="152400"/>
                </a:lnTo>
                <a:lnTo>
                  <a:pt x="1180148" y="152400"/>
                </a:lnTo>
                <a:lnTo>
                  <a:pt x="1180148" y="142875"/>
                </a:lnTo>
                <a:lnTo>
                  <a:pt x="1170623" y="142875"/>
                </a:lnTo>
                <a:lnTo>
                  <a:pt x="1170623" y="104775"/>
                </a:lnTo>
                <a:lnTo>
                  <a:pt x="1084898" y="104775"/>
                </a:lnTo>
                <a:lnTo>
                  <a:pt x="1084898" y="76200"/>
                </a:lnTo>
                <a:lnTo>
                  <a:pt x="1075373" y="76200"/>
                </a:lnTo>
                <a:lnTo>
                  <a:pt x="1075373" y="66675"/>
                </a:lnTo>
                <a:lnTo>
                  <a:pt x="999173" y="66675"/>
                </a:lnTo>
                <a:lnTo>
                  <a:pt x="999173" y="57150"/>
                </a:lnTo>
                <a:lnTo>
                  <a:pt x="989648" y="57150"/>
                </a:lnTo>
                <a:lnTo>
                  <a:pt x="989648" y="28575"/>
                </a:lnTo>
                <a:lnTo>
                  <a:pt x="932498" y="28575"/>
                </a:lnTo>
                <a:lnTo>
                  <a:pt x="932498" y="19050"/>
                </a:lnTo>
                <a:lnTo>
                  <a:pt x="922973" y="19050"/>
                </a:lnTo>
                <a:lnTo>
                  <a:pt x="922973" y="0"/>
                </a:lnTo>
                <a:lnTo>
                  <a:pt x="847725" y="0"/>
                </a:lnTo>
                <a:lnTo>
                  <a:pt x="847725" y="19050"/>
                </a:lnTo>
                <a:lnTo>
                  <a:pt x="838200" y="19050"/>
                </a:lnTo>
                <a:lnTo>
                  <a:pt x="838200" y="28575"/>
                </a:lnTo>
                <a:lnTo>
                  <a:pt x="800100" y="28575"/>
                </a:lnTo>
                <a:lnTo>
                  <a:pt x="800100" y="47625"/>
                </a:lnTo>
                <a:lnTo>
                  <a:pt x="790575" y="47625"/>
                </a:lnTo>
                <a:lnTo>
                  <a:pt x="790575" y="65722"/>
                </a:lnTo>
                <a:lnTo>
                  <a:pt x="800100" y="65722"/>
                </a:lnTo>
                <a:lnTo>
                  <a:pt x="800100" y="66675"/>
                </a:lnTo>
                <a:lnTo>
                  <a:pt x="789623" y="66675"/>
                </a:lnTo>
                <a:lnTo>
                  <a:pt x="789623" y="57150"/>
                </a:lnTo>
                <a:lnTo>
                  <a:pt x="742950" y="57150"/>
                </a:lnTo>
                <a:close/>
              </a:path>
            </a:pathLst>
          </a:custGeom>
          <a:solidFill xmlns:a="http://schemas.openxmlformats.org/drawingml/2006/main">
            <a:srgbClr val="E9E98A"/>
          </a:solidFill>
          <a:ln xmlns:a="http://schemas.openxmlformats.org/drawingml/2006/main" w="0">
            <a:noFill/>
          </a:ln>
        </p:spPr>
      </p:sp>
      <p:sp>
        <p:nvSpPr>
          <p:cNvPr id="762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E5EAB6F3-6EDD-41F0-86E1-E00014AD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714" y="2215039"/>
            <a:ext cx="1161098" cy="627697"/>
          </a:xfrm>
          <a:custGeom xmlns:a="http://schemas.openxmlformats.org/drawingml/2006/main">
            <a:pathLst>
              <a:path w="1161098" h="627697">
                <a:moveTo>
                  <a:pt x="228600" y="361950"/>
                </a:moveTo>
                <a:lnTo>
                  <a:pt x="228600" y="457200"/>
                </a:lnTo>
                <a:lnTo>
                  <a:pt x="123825" y="457200"/>
                </a:lnTo>
                <a:lnTo>
                  <a:pt x="123825" y="609600"/>
                </a:lnTo>
                <a:lnTo>
                  <a:pt x="0" y="609600"/>
                </a:lnTo>
                <a:lnTo>
                  <a:pt x="0" y="627697"/>
                </a:lnTo>
                <a:lnTo>
                  <a:pt x="284798" y="627697"/>
                </a:lnTo>
                <a:lnTo>
                  <a:pt x="284798" y="618172"/>
                </a:lnTo>
                <a:lnTo>
                  <a:pt x="294323" y="618172"/>
                </a:lnTo>
                <a:lnTo>
                  <a:pt x="294323" y="608647"/>
                </a:lnTo>
                <a:lnTo>
                  <a:pt x="532448" y="608647"/>
                </a:lnTo>
                <a:lnTo>
                  <a:pt x="532448" y="465772"/>
                </a:lnTo>
                <a:lnTo>
                  <a:pt x="541973" y="465772"/>
                </a:lnTo>
                <a:lnTo>
                  <a:pt x="541973" y="456247"/>
                </a:lnTo>
                <a:lnTo>
                  <a:pt x="713423" y="456247"/>
                </a:lnTo>
                <a:lnTo>
                  <a:pt x="713423" y="370522"/>
                </a:lnTo>
                <a:lnTo>
                  <a:pt x="722948" y="370522"/>
                </a:lnTo>
                <a:lnTo>
                  <a:pt x="722948" y="360997"/>
                </a:lnTo>
                <a:lnTo>
                  <a:pt x="846773" y="360997"/>
                </a:lnTo>
                <a:lnTo>
                  <a:pt x="846773" y="303847"/>
                </a:lnTo>
                <a:lnTo>
                  <a:pt x="856298" y="303847"/>
                </a:lnTo>
                <a:lnTo>
                  <a:pt x="856298" y="294322"/>
                </a:lnTo>
                <a:lnTo>
                  <a:pt x="951548" y="294322"/>
                </a:lnTo>
                <a:lnTo>
                  <a:pt x="951548" y="256222"/>
                </a:lnTo>
                <a:lnTo>
                  <a:pt x="961073" y="256222"/>
                </a:lnTo>
                <a:lnTo>
                  <a:pt x="961073" y="246697"/>
                </a:lnTo>
                <a:lnTo>
                  <a:pt x="990600" y="246697"/>
                </a:lnTo>
                <a:lnTo>
                  <a:pt x="990600" y="256222"/>
                </a:lnTo>
                <a:lnTo>
                  <a:pt x="1027748" y="256222"/>
                </a:lnTo>
                <a:lnTo>
                  <a:pt x="1027748" y="246697"/>
                </a:lnTo>
                <a:lnTo>
                  <a:pt x="1037273" y="246697"/>
                </a:lnTo>
                <a:lnTo>
                  <a:pt x="1037273" y="218122"/>
                </a:lnTo>
                <a:lnTo>
                  <a:pt x="1046798" y="218122"/>
                </a:lnTo>
                <a:lnTo>
                  <a:pt x="1046798" y="208597"/>
                </a:lnTo>
                <a:lnTo>
                  <a:pt x="1094423" y="208597"/>
                </a:lnTo>
                <a:lnTo>
                  <a:pt x="1094423" y="199072"/>
                </a:lnTo>
                <a:lnTo>
                  <a:pt x="1103948" y="199072"/>
                </a:lnTo>
                <a:lnTo>
                  <a:pt x="1103948" y="180022"/>
                </a:lnTo>
                <a:lnTo>
                  <a:pt x="1142048" y="180022"/>
                </a:lnTo>
                <a:lnTo>
                  <a:pt x="1142048" y="141922"/>
                </a:lnTo>
                <a:lnTo>
                  <a:pt x="1151573" y="141922"/>
                </a:lnTo>
                <a:lnTo>
                  <a:pt x="1151573" y="132397"/>
                </a:lnTo>
                <a:lnTo>
                  <a:pt x="1161098" y="132397"/>
                </a:lnTo>
                <a:lnTo>
                  <a:pt x="1161098" y="114300"/>
                </a:lnTo>
                <a:lnTo>
                  <a:pt x="1103948" y="114300"/>
                </a:lnTo>
                <a:lnTo>
                  <a:pt x="1103948" y="95250"/>
                </a:lnTo>
                <a:lnTo>
                  <a:pt x="1094423" y="95250"/>
                </a:lnTo>
                <a:lnTo>
                  <a:pt x="1094423" y="85725"/>
                </a:lnTo>
                <a:lnTo>
                  <a:pt x="1046798" y="85725"/>
                </a:lnTo>
                <a:lnTo>
                  <a:pt x="1046798" y="66675"/>
                </a:lnTo>
                <a:lnTo>
                  <a:pt x="1008698" y="66675"/>
                </a:lnTo>
                <a:lnTo>
                  <a:pt x="1008698" y="57150"/>
                </a:lnTo>
                <a:lnTo>
                  <a:pt x="999173" y="57150"/>
                </a:lnTo>
                <a:lnTo>
                  <a:pt x="999173" y="47625"/>
                </a:lnTo>
                <a:lnTo>
                  <a:pt x="961073" y="47625"/>
                </a:lnTo>
                <a:lnTo>
                  <a:pt x="961073" y="28575"/>
                </a:lnTo>
                <a:lnTo>
                  <a:pt x="922973" y="28575"/>
                </a:lnTo>
                <a:lnTo>
                  <a:pt x="922973" y="9525"/>
                </a:lnTo>
                <a:lnTo>
                  <a:pt x="894398" y="9525"/>
                </a:lnTo>
                <a:lnTo>
                  <a:pt x="894398" y="0"/>
                </a:lnTo>
                <a:lnTo>
                  <a:pt x="866775" y="0"/>
                </a:lnTo>
                <a:lnTo>
                  <a:pt x="866775" y="9525"/>
                </a:lnTo>
                <a:lnTo>
                  <a:pt x="847725" y="9525"/>
                </a:lnTo>
                <a:lnTo>
                  <a:pt x="847725" y="19050"/>
                </a:lnTo>
                <a:lnTo>
                  <a:pt x="838200" y="19050"/>
                </a:lnTo>
                <a:lnTo>
                  <a:pt x="838200" y="28575"/>
                </a:lnTo>
                <a:lnTo>
                  <a:pt x="809625" y="28575"/>
                </a:lnTo>
                <a:lnTo>
                  <a:pt x="809625" y="38100"/>
                </a:lnTo>
                <a:lnTo>
                  <a:pt x="800100" y="38100"/>
                </a:lnTo>
                <a:lnTo>
                  <a:pt x="800100" y="47625"/>
                </a:lnTo>
                <a:lnTo>
                  <a:pt x="771525" y="47625"/>
                </a:lnTo>
                <a:lnTo>
                  <a:pt x="771525" y="57150"/>
                </a:lnTo>
                <a:lnTo>
                  <a:pt x="762000" y="57150"/>
                </a:lnTo>
                <a:lnTo>
                  <a:pt x="762000" y="66675"/>
                </a:lnTo>
                <a:lnTo>
                  <a:pt x="733425" y="66675"/>
                </a:lnTo>
                <a:lnTo>
                  <a:pt x="733425" y="76200"/>
                </a:lnTo>
                <a:lnTo>
                  <a:pt x="723900" y="76200"/>
                </a:lnTo>
                <a:lnTo>
                  <a:pt x="723900" y="85725"/>
                </a:lnTo>
                <a:lnTo>
                  <a:pt x="685800" y="85725"/>
                </a:lnTo>
                <a:lnTo>
                  <a:pt x="685800" y="104775"/>
                </a:lnTo>
                <a:lnTo>
                  <a:pt x="676275" y="104775"/>
                </a:lnTo>
                <a:lnTo>
                  <a:pt x="676275" y="114300"/>
                </a:lnTo>
                <a:lnTo>
                  <a:pt x="638175" y="114300"/>
                </a:lnTo>
                <a:lnTo>
                  <a:pt x="638175" y="142875"/>
                </a:lnTo>
                <a:lnTo>
                  <a:pt x="600075" y="142875"/>
                </a:lnTo>
                <a:lnTo>
                  <a:pt x="600075" y="171450"/>
                </a:lnTo>
                <a:lnTo>
                  <a:pt x="542925" y="171450"/>
                </a:lnTo>
                <a:lnTo>
                  <a:pt x="542925" y="200025"/>
                </a:lnTo>
                <a:lnTo>
                  <a:pt x="485775" y="200025"/>
                </a:lnTo>
                <a:lnTo>
                  <a:pt x="485775" y="238125"/>
                </a:lnTo>
                <a:lnTo>
                  <a:pt x="476250" y="238125"/>
                </a:lnTo>
                <a:lnTo>
                  <a:pt x="476250" y="247650"/>
                </a:lnTo>
                <a:lnTo>
                  <a:pt x="409575" y="247650"/>
                </a:lnTo>
                <a:lnTo>
                  <a:pt x="409575" y="295275"/>
                </a:lnTo>
                <a:lnTo>
                  <a:pt x="323850" y="295275"/>
                </a:lnTo>
                <a:lnTo>
                  <a:pt x="323850" y="361950"/>
                </a:lnTo>
                <a:lnTo>
                  <a:pt x="228600" y="361950"/>
                </a:lnTo>
                <a:close/>
              </a:path>
            </a:pathLst>
          </a:custGeom>
          <a:solidFill xmlns:a="http://schemas.openxmlformats.org/drawingml/2006/main">
            <a:srgbClr val="D5E3A3"/>
          </a:solidFill>
          <a:ln xmlns:a="http://schemas.openxmlformats.org/drawingml/2006/main" w="0">
            <a:noFill/>
          </a:ln>
        </p:spPr>
      </p:sp>
      <p:sp>
        <p:nvSpPr>
          <p:cNvPr id="763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94801533-B84F-46C0-ACF5-EE2BE6DC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5039" y="872014"/>
            <a:ext cx="494348" cy="1951672"/>
          </a:xfrm>
          <a:custGeom xmlns:a="http://schemas.openxmlformats.org/drawingml/2006/main">
            <a:pathLst>
              <a:path w="494348" h="1951672">
                <a:moveTo>
                  <a:pt x="219075" y="1076325"/>
                </a:moveTo>
                <a:lnTo>
                  <a:pt x="219075" y="1085850"/>
                </a:lnTo>
                <a:lnTo>
                  <a:pt x="209550" y="1085850"/>
                </a:lnTo>
                <a:lnTo>
                  <a:pt x="209550" y="1095375"/>
                </a:lnTo>
                <a:lnTo>
                  <a:pt x="200025" y="1095375"/>
                </a:lnTo>
                <a:lnTo>
                  <a:pt x="200025" y="1104900"/>
                </a:lnTo>
                <a:lnTo>
                  <a:pt x="190500" y="1104900"/>
                </a:lnTo>
                <a:lnTo>
                  <a:pt x="190500" y="1114425"/>
                </a:lnTo>
                <a:lnTo>
                  <a:pt x="180975" y="1114425"/>
                </a:lnTo>
                <a:lnTo>
                  <a:pt x="180975" y="1123950"/>
                </a:lnTo>
                <a:lnTo>
                  <a:pt x="171450" y="1123950"/>
                </a:lnTo>
                <a:lnTo>
                  <a:pt x="171450" y="1133475"/>
                </a:lnTo>
                <a:lnTo>
                  <a:pt x="161925" y="1133475"/>
                </a:lnTo>
                <a:lnTo>
                  <a:pt x="161925" y="1143000"/>
                </a:lnTo>
                <a:lnTo>
                  <a:pt x="152400" y="1143000"/>
                </a:lnTo>
                <a:lnTo>
                  <a:pt x="152400" y="1152525"/>
                </a:lnTo>
                <a:lnTo>
                  <a:pt x="142875" y="1152525"/>
                </a:lnTo>
                <a:lnTo>
                  <a:pt x="142875" y="1162050"/>
                </a:lnTo>
                <a:lnTo>
                  <a:pt x="133350" y="1162050"/>
                </a:lnTo>
                <a:lnTo>
                  <a:pt x="133350" y="1171575"/>
                </a:lnTo>
                <a:lnTo>
                  <a:pt x="123825" y="1171575"/>
                </a:lnTo>
                <a:lnTo>
                  <a:pt x="123825" y="1181100"/>
                </a:lnTo>
                <a:lnTo>
                  <a:pt x="114300" y="1181100"/>
                </a:lnTo>
                <a:lnTo>
                  <a:pt x="114300" y="1190625"/>
                </a:lnTo>
                <a:lnTo>
                  <a:pt x="104775" y="1190625"/>
                </a:lnTo>
                <a:lnTo>
                  <a:pt x="104775" y="1200150"/>
                </a:lnTo>
                <a:lnTo>
                  <a:pt x="95250" y="1200150"/>
                </a:lnTo>
                <a:lnTo>
                  <a:pt x="95250" y="1209675"/>
                </a:lnTo>
                <a:lnTo>
                  <a:pt x="76200" y="1209675"/>
                </a:lnTo>
                <a:lnTo>
                  <a:pt x="76200" y="1219200"/>
                </a:lnTo>
                <a:lnTo>
                  <a:pt x="66675" y="1219200"/>
                </a:lnTo>
                <a:lnTo>
                  <a:pt x="66675" y="1228725"/>
                </a:lnTo>
                <a:lnTo>
                  <a:pt x="57150" y="1228725"/>
                </a:lnTo>
                <a:lnTo>
                  <a:pt x="57150" y="1238250"/>
                </a:lnTo>
                <a:lnTo>
                  <a:pt x="38100" y="1238250"/>
                </a:lnTo>
                <a:lnTo>
                  <a:pt x="38100" y="1247775"/>
                </a:lnTo>
                <a:lnTo>
                  <a:pt x="28575" y="1247775"/>
                </a:lnTo>
                <a:lnTo>
                  <a:pt x="28575" y="1257300"/>
                </a:lnTo>
                <a:lnTo>
                  <a:pt x="19050" y="1257300"/>
                </a:lnTo>
                <a:lnTo>
                  <a:pt x="19050" y="1266825"/>
                </a:lnTo>
                <a:lnTo>
                  <a:pt x="9525" y="1266825"/>
                </a:lnTo>
                <a:lnTo>
                  <a:pt x="9525" y="1276350"/>
                </a:lnTo>
                <a:lnTo>
                  <a:pt x="0" y="1276350"/>
                </a:lnTo>
                <a:lnTo>
                  <a:pt x="0" y="1294447"/>
                </a:lnTo>
                <a:lnTo>
                  <a:pt x="28575" y="1294447"/>
                </a:lnTo>
                <a:lnTo>
                  <a:pt x="28575" y="1303972"/>
                </a:lnTo>
                <a:lnTo>
                  <a:pt x="38100" y="1303972"/>
                </a:lnTo>
                <a:lnTo>
                  <a:pt x="38100" y="1313497"/>
                </a:lnTo>
                <a:lnTo>
                  <a:pt x="57150" y="1313497"/>
                </a:lnTo>
                <a:lnTo>
                  <a:pt x="57150" y="1323022"/>
                </a:lnTo>
                <a:lnTo>
                  <a:pt x="76200" y="1323022"/>
                </a:lnTo>
                <a:lnTo>
                  <a:pt x="76200" y="1332547"/>
                </a:lnTo>
                <a:lnTo>
                  <a:pt x="85725" y="1332547"/>
                </a:lnTo>
                <a:lnTo>
                  <a:pt x="85725" y="1342072"/>
                </a:lnTo>
                <a:lnTo>
                  <a:pt x="104775" y="1342072"/>
                </a:lnTo>
                <a:lnTo>
                  <a:pt x="104775" y="1351597"/>
                </a:lnTo>
                <a:lnTo>
                  <a:pt x="123825" y="1351597"/>
                </a:lnTo>
                <a:lnTo>
                  <a:pt x="123825" y="1370647"/>
                </a:lnTo>
                <a:lnTo>
                  <a:pt x="152400" y="1370647"/>
                </a:lnTo>
                <a:lnTo>
                  <a:pt x="152400" y="1389697"/>
                </a:lnTo>
                <a:lnTo>
                  <a:pt x="180975" y="1389697"/>
                </a:lnTo>
                <a:lnTo>
                  <a:pt x="180975" y="1399222"/>
                </a:lnTo>
                <a:lnTo>
                  <a:pt x="190500" y="1399222"/>
                </a:lnTo>
                <a:lnTo>
                  <a:pt x="190500" y="1408747"/>
                </a:lnTo>
                <a:lnTo>
                  <a:pt x="219075" y="1408747"/>
                </a:lnTo>
                <a:lnTo>
                  <a:pt x="219075" y="1427797"/>
                </a:lnTo>
                <a:lnTo>
                  <a:pt x="238125" y="1427797"/>
                </a:lnTo>
                <a:lnTo>
                  <a:pt x="238125" y="1437322"/>
                </a:lnTo>
                <a:lnTo>
                  <a:pt x="247650" y="1437322"/>
                </a:lnTo>
                <a:lnTo>
                  <a:pt x="247650" y="1456372"/>
                </a:lnTo>
                <a:lnTo>
                  <a:pt x="276225" y="1456372"/>
                </a:lnTo>
                <a:lnTo>
                  <a:pt x="276225" y="1484947"/>
                </a:lnTo>
                <a:lnTo>
                  <a:pt x="304800" y="1484947"/>
                </a:lnTo>
                <a:lnTo>
                  <a:pt x="304800" y="1523047"/>
                </a:lnTo>
                <a:lnTo>
                  <a:pt x="323850" y="1523047"/>
                </a:lnTo>
                <a:lnTo>
                  <a:pt x="323850" y="1532572"/>
                </a:lnTo>
                <a:lnTo>
                  <a:pt x="333375" y="1532572"/>
                </a:lnTo>
                <a:lnTo>
                  <a:pt x="333375" y="1551622"/>
                </a:lnTo>
                <a:lnTo>
                  <a:pt x="342900" y="1551622"/>
                </a:lnTo>
                <a:lnTo>
                  <a:pt x="342900" y="1561147"/>
                </a:lnTo>
                <a:lnTo>
                  <a:pt x="361950" y="1561147"/>
                </a:lnTo>
                <a:lnTo>
                  <a:pt x="361950" y="1599247"/>
                </a:lnTo>
                <a:lnTo>
                  <a:pt x="371475" y="1599247"/>
                </a:lnTo>
                <a:lnTo>
                  <a:pt x="371475" y="1646872"/>
                </a:lnTo>
                <a:lnTo>
                  <a:pt x="409575" y="1646872"/>
                </a:lnTo>
                <a:lnTo>
                  <a:pt x="409575" y="1656397"/>
                </a:lnTo>
                <a:lnTo>
                  <a:pt x="419100" y="1656397"/>
                </a:lnTo>
                <a:lnTo>
                  <a:pt x="419100" y="1713547"/>
                </a:lnTo>
                <a:lnTo>
                  <a:pt x="438150" y="1713547"/>
                </a:lnTo>
                <a:lnTo>
                  <a:pt x="438150" y="1723072"/>
                </a:lnTo>
                <a:lnTo>
                  <a:pt x="447675" y="1723072"/>
                </a:lnTo>
                <a:lnTo>
                  <a:pt x="447675" y="1808797"/>
                </a:lnTo>
                <a:lnTo>
                  <a:pt x="476250" y="1808797"/>
                </a:lnTo>
                <a:lnTo>
                  <a:pt x="476250" y="1951672"/>
                </a:lnTo>
                <a:lnTo>
                  <a:pt x="494348" y="1951672"/>
                </a:lnTo>
                <a:lnTo>
                  <a:pt x="494348" y="0"/>
                </a:lnTo>
                <a:lnTo>
                  <a:pt x="476250" y="0"/>
                </a:lnTo>
                <a:lnTo>
                  <a:pt x="476250" y="352425"/>
                </a:lnTo>
                <a:lnTo>
                  <a:pt x="466725" y="352425"/>
                </a:lnTo>
                <a:lnTo>
                  <a:pt x="466725" y="523875"/>
                </a:lnTo>
                <a:lnTo>
                  <a:pt x="457200" y="523875"/>
                </a:lnTo>
                <a:lnTo>
                  <a:pt x="457200" y="590550"/>
                </a:lnTo>
                <a:lnTo>
                  <a:pt x="447675" y="590550"/>
                </a:lnTo>
                <a:lnTo>
                  <a:pt x="447675" y="647700"/>
                </a:lnTo>
                <a:lnTo>
                  <a:pt x="438150" y="647700"/>
                </a:lnTo>
                <a:lnTo>
                  <a:pt x="438150" y="695325"/>
                </a:lnTo>
                <a:lnTo>
                  <a:pt x="428625" y="695325"/>
                </a:lnTo>
                <a:lnTo>
                  <a:pt x="428625" y="733425"/>
                </a:lnTo>
                <a:lnTo>
                  <a:pt x="419100" y="733425"/>
                </a:lnTo>
                <a:lnTo>
                  <a:pt x="419100" y="762000"/>
                </a:lnTo>
                <a:lnTo>
                  <a:pt x="409575" y="762000"/>
                </a:lnTo>
                <a:lnTo>
                  <a:pt x="409575" y="790575"/>
                </a:lnTo>
                <a:lnTo>
                  <a:pt x="400050" y="790575"/>
                </a:lnTo>
                <a:lnTo>
                  <a:pt x="400050" y="819150"/>
                </a:lnTo>
                <a:lnTo>
                  <a:pt x="390525" y="819150"/>
                </a:lnTo>
                <a:lnTo>
                  <a:pt x="390525" y="838200"/>
                </a:lnTo>
                <a:lnTo>
                  <a:pt x="381000" y="838200"/>
                </a:lnTo>
                <a:lnTo>
                  <a:pt x="381000" y="857250"/>
                </a:lnTo>
                <a:lnTo>
                  <a:pt x="371475" y="857250"/>
                </a:lnTo>
                <a:lnTo>
                  <a:pt x="371475" y="876300"/>
                </a:lnTo>
                <a:lnTo>
                  <a:pt x="361950" y="876300"/>
                </a:lnTo>
                <a:lnTo>
                  <a:pt x="361950" y="895350"/>
                </a:lnTo>
                <a:lnTo>
                  <a:pt x="352425" y="895350"/>
                </a:lnTo>
                <a:lnTo>
                  <a:pt x="352425" y="914400"/>
                </a:lnTo>
                <a:lnTo>
                  <a:pt x="342900" y="914400"/>
                </a:lnTo>
                <a:lnTo>
                  <a:pt x="342900" y="923925"/>
                </a:lnTo>
                <a:lnTo>
                  <a:pt x="333375" y="923925"/>
                </a:lnTo>
                <a:lnTo>
                  <a:pt x="333375" y="933450"/>
                </a:lnTo>
                <a:lnTo>
                  <a:pt x="323850" y="933450"/>
                </a:lnTo>
                <a:lnTo>
                  <a:pt x="323850" y="942975"/>
                </a:lnTo>
                <a:lnTo>
                  <a:pt x="314325" y="942975"/>
                </a:lnTo>
                <a:lnTo>
                  <a:pt x="314325" y="962025"/>
                </a:lnTo>
                <a:lnTo>
                  <a:pt x="304800" y="962025"/>
                </a:lnTo>
                <a:lnTo>
                  <a:pt x="304800" y="971550"/>
                </a:lnTo>
                <a:lnTo>
                  <a:pt x="295275" y="971550"/>
                </a:lnTo>
                <a:lnTo>
                  <a:pt x="295275" y="981075"/>
                </a:lnTo>
                <a:lnTo>
                  <a:pt x="285750" y="981075"/>
                </a:lnTo>
                <a:lnTo>
                  <a:pt x="285750" y="1000125"/>
                </a:lnTo>
                <a:lnTo>
                  <a:pt x="276225" y="1000125"/>
                </a:lnTo>
                <a:lnTo>
                  <a:pt x="276225" y="1009650"/>
                </a:lnTo>
                <a:lnTo>
                  <a:pt x="266700" y="1009650"/>
                </a:lnTo>
                <a:lnTo>
                  <a:pt x="266700" y="1019175"/>
                </a:lnTo>
                <a:lnTo>
                  <a:pt x="257175" y="1019175"/>
                </a:lnTo>
                <a:lnTo>
                  <a:pt x="257175" y="1038225"/>
                </a:lnTo>
                <a:lnTo>
                  <a:pt x="247650" y="1038225"/>
                </a:lnTo>
                <a:lnTo>
                  <a:pt x="247650" y="1047750"/>
                </a:lnTo>
                <a:lnTo>
                  <a:pt x="238125" y="1047750"/>
                </a:lnTo>
                <a:lnTo>
                  <a:pt x="238125" y="1057275"/>
                </a:lnTo>
                <a:lnTo>
                  <a:pt x="228600" y="1057275"/>
                </a:lnTo>
                <a:lnTo>
                  <a:pt x="228600" y="1076325"/>
                </a:lnTo>
                <a:lnTo>
                  <a:pt x="219075" y="1076325"/>
                </a:lnTo>
                <a:close/>
              </a:path>
            </a:pathLst>
          </a:custGeom>
          <a:solidFill xmlns:a="http://schemas.openxmlformats.org/drawingml/2006/main">
            <a:srgbClr val="FBF290"/>
          </a:solidFill>
          <a:ln xmlns:a="http://schemas.openxmlformats.org/drawingml/2006/main" w="0">
            <a:noFill/>
          </a:ln>
        </p:spPr>
      </p:sp>
      <p:sp>
        <p:nvSpPr>
          <p:cNvPr id="764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6A722CA9-C68C-4856-8781-E528A617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8814" y="2157889"/>
            <a:ext cx="770573" cy="684847"/>
          </a:xfrm>
          <a:custGeom xmlns:a="http://schemas.openxmlformats.org/drawingml/2006/main">
            <a:pathLst>
              <a:path w="770573" h="684847">
                <a:moveTo>
                  <a:pt x="238125" y="19050"/>
                </a:moveTo>
                <a:lnTo>
                  <a:pt x="238125" y="28575"/>
                </a:lnTo>
                <a:lnTo>
                  <a:pt x="228600" y="28575"/>
                </a:lnTo>
                <a:lnTo>
                  <a:pt x="228600" y="38100"/>
                </a:lnTo>
                <a:lnTo>
                  <a:pt x="219075" y="38100"/>
                </a:lnTo>
                <a:lnTo>
                  <a:pt x="219075" y="47625"/>
                </a:lnTo>
                <a:lnTo>
                  <a:pt x="190500" y="47625"/>
                </a:lnTo>
                <a:lnTo>
                  <a:pt x="190500" y="66675"/>
                </a:lnTo>
                <a:lnTo>
                  <a:pt x="171450" y="66675"/>
                </a:lnTo>
                <a:lnTo>
                  <a:pt x="171450" y="76200"/>
                </a:lnTo>
                <a:lnTo>
                  <a:pt x="161925" y="76200"/>
                </a:lnTo>
                <a:lnTo>
                  <a:pt x="161925" y="85725"/>
                </a:lnTo>
                <a:lnTo>
                  <a:pt x="142875" y="85725"/>
                </a:lnTo>
                <a:lnTo>
                  <a:pt x="142875" y="95250"/>
                </a:lnTo>
                <a:lnTo>
                  <a:pt x="133350" y="95250"/>
                </a:lnTo>
                <a:lnTo>
                  <a:pt x="133350" y="104775"/>
                </a:lnTo>
                <a:lnTo>
                  <a:pt x="104775" y="104775"/>
                </a:lnTo>
                <a:lnTo>
                  <a:pt x="104775" y="123825"/>
                </a:lnTo>
                <a:lnTo>
                  <a:pt x="76200" y="123825"/>
                </a:lnTo>
                <a:lnTo>
                  <a:pt x="76200" y="142875"/>
                </a:lnTo>
                <a:lnTo>
                  <a:pt x="47625" y="142875"/>
                </a:lnTo>
                <a:lnTo>
                  <a:pt x="47625" y="152400"/>
                </a:lnTo>
                <a:lnTo>
                  <a:pt x="38100" y="152400"/>
                </a:lnTo>
                <a:lnTo>
                  <a:pt x="38100" y="171450"/>
                </a:lnTo>
                <a:lnTo>
                  <a:pt x="37148" y="171450"/>
                </a:lnTo>
                <a:lnTo>
                  <a:pt x="37148" y="161925"/>
                </a:lnTo>
                <a:lnTo>
                  <a:pt x="19050" y="161925"/>
                </a:lnTo>
                <a:lnTo>
                  <a:pt x="19050" y="171450"/>
                </a:lnTo>
                <a:lnTo>
                  <a:pt x="0" y="171450"/>
                </a:lnTo>
                <a:lnTo>
                  <a:pt x="0" y="199072"/>
                </a:lnTo>
                <a:lnTo>
                  <a:pt x="38100" y="199072"/>
                </a:lnTo>
                <a:lnTo>
                  <a:pt x="38100" y="237172"/>
                </a:lnTo>
                <a:lnTo>
                  <a:pt x="104775" y="237172"/>
                </a:lnTo>
                <a:lnTo>
                  <a:pt x="104775" y="265747"/>
                </a:lnTo>
                <a:lnTo>
                  <a:pt x="180975" y="265747"/>
                </a:lnTo>
                <a:lnTo>
                  <a:pt x="180975" y="284797"/>
                </a:lnTo>
                <a:lnTo>
                  <a:pt x="190500" y="284797"/>
                </a:lnTo>
                <a:lnTo>
                  <a:pt x="190500" y="313372"/>
                </a:lnTo>
                <a:lnTo>
                  <a:pt x="276225" y="313372"/>
                </a:lnTo>
                <a:lnTo>
                  <a:pt x="276225" y="351472"/>
                </a:lnTo>
                <a:lnTo>
                  <a:pt x="285750" y="351472"/>
                </a:lnTo>
                <a:lnTo>
                  <a:pt x="285750" y="360997"/>
                </a:lnTo>
                <a:lnTo>
                  <a:pt x="295275" y="360997"/>
                </a:lnTo>
                <a:lnTo>
                  <a:pt x="295275" y="370522"/>
                </a:lnTo>
                <a:lnTo>
                  <a:pt x="313373" y="370522"/>
                </a:lnTo>
                <a:lnTo>
                  <a:pt x="313373" y="360997"/>
                </a:lnTo>
                <a:lnTo>
                  <a:pt x="361950" y="360997"/>
                </a:lnTo>
                <a:lnTo>
                  <a:pt x="361950" y="427672"/>
                </a:lnTo>
                <a:lnTo>
                  <a:pt x="447675" y="427672"/>
                </a:lnTo>
                <a:lnTo>
                  <a:pt x="447675" y="446722"/>
                </a:lnTo>
                <a:lnTo>
                  <a:pt x="457200" y="446722"/>
                </a:lnTo>
                <a:lnTo>
                  <a:pt x="457200" y="447675"/>
                </a:lnTo>
                <a:lnTo>
                  <a:pt x="447675" y="447675"/>
                </a:lnTo>
                <a:lnTo>
                  <a:pt x="447675" y="475297"/>
                </a:lnTo>
                <a:lnTo>
                  <a:pt x="466725" y="475297"/>
                </a:lnTo>
                <a:lnTo>
                  <a:pt x="466725" y="484822"/>
                </a:lnTo>
                <a:lnTo>
                  <a:pt x="476250" y="484822"/>
                </a:lnTo>
                <a:lnTo>
                  <a:pt x="476250" y="513397"/>
                </a:lnTo>
                <a:lnTo>
                  <a:pt x="571500" y="513397"/>
                </a:lnTo>
                <a:lnTo>
                  <a:pt x="571500" y="522922"/>
                </a:lnTo>
                <a:lnTo>
                  <a:pt x="581025" y="522922"/>
                </a:lnTo>
                <a:lnTo>
                  <a:pt x="581025" y="675322"/>
                </a:lnTo>
                <a:lnTo>
                  <a:pt x="685800" y="675322"/>
                </a:lnTo>
                <a:lnTo>
                  <a:pt x="685800" y="684847"/>
                </a:lnTo>
                <a:lnTo>
                  <a:pt x="770573" y="684847"/>
                </a:lnTo>
                <a:lnTo>
                  <a:pt x="770573" y="666750"/>
                </a:lnTo>
                <a:lnTo>
                  <a:pt x="751523" y="666750"/>
                </a:lnTo>
                <a:lnTo>
                  <a:pt x="751523" y="580072"/>
                </a:lnTo>
                <a:lnTo>
                  <a:pt x="761048" y="580072"/>
                </a:lnTo>
                <a:lnTo>
                  <a:pt x="761048" y="514350"/>
                </a:lnTo>
                <a:lnTo>
                  <a:pt x="732473" y="514350"/>
                </a:lnTo>
                <a:lnTo>
                  <a:pt x="732473" y="428625"/>
                </a:lnTo>
                <a:lnTo>
                  <a:pt x="722948" y="428625"/>
                </a:lnTo>
                <a:lnTo>
                  <a:pt x="722948" y="419100"/>
                </a:lnTo>
                <a:lnTo>
                  <a:pt x="703898" y="419100"/>
                </a:lnTo>
                <a:lnTo>
                  <a:pt x="703898" y="361950"/>
                </a:lnTo>
                <a:lnTo>
                  <a:pt x="694373" y="361950"/>
                </a:lnTo>
                <a:lnTo>
                  <a:pt x="694373" y="352425"/>
                </a:lnTo>
                <a:lnTo>
                  <a:pt x="656273" y="352425"/>
                </a:lnTo>
                <a:lnTo>
                  <a:pt x="656273" y="304800"/>
                </a:lnTo>
                <a:lnTo>
                  <a:pt x="646748" y="304800"/>
                </a:lnTo>
                <a:lnTo>
                  <a:pt x="646748" y="266700"/>
                </a:lnTo>
                <a:lnTo>
                  <a:pt x="627698" y="266700"/>
                </a:lnTo>
                <a:lnTo>
                  <a:pt x="627698" y="257175"/>
                </a:lnTo>
                <a:lnTo>
                  <a:pt x="618173" y="257175"/>
                </a:lnTo>
                <a:lnTo>
                  <a:pt x="618173" y="238125"/>
                </a:lnTo>
                <a:lnTo>
                  <a:pt x="608648" y="238125"/>
                </a:lnTo>
                <a:lnTo>
                  <a:pt x="608648" y="228600"/>
                </a:lnTo>
                <a:lnTo>
                  <a:pt x="589598" y="228600"/>
                </a:lnTo>
                <a:lnTo>
                  <a:pt x="589598" y="219075"/>
                </a:lnTo>
                <a:lnTo>
                  <a:pt x="580073" y="219075"/>
                </a:lnTo>
                <a:lnTo>
                  <a:pt x="580073" y="190500"/>
                </a:lnTo>
                <a:lnTo>
                  <a:pt x="551498" y="190500"/>
                </a:lnTo>
                <a:lnTo>
                  <a:pt x="551498" y="171450"/>
                </a:lnTo>
                <a:lnTo>
                  <a:pt x="541973" y="171450"/>
                </a:lnTo>
                <a:lnTo>
                  <a:pt x="541973" y="161925"/>
                </a:lnTo>
                <a:lnTo>
                  <a:pt x="522923" y="161925"/>
                </a:lnTo>
                <a:lnTo>
                  <a:pt x="522923" y="142875"/>
                </a:lnTo>
                <a:lnTo>
                  <a:pt x="503873" y="142875"/>
                </a:lnTo>
                <a:lnTo>
                  <a:pt x="503873" y="133350"/>
                </a:lnTo>
                <a:lnTo>
                  <a:pt x="494348" y="133350"/>
                </a:lnTo>
                <a:lnTo>
                  <a:pt x="494348" y="123825"/>
                </a:lnTo>
                <a:lnTo>
                  <a:pt x="475298" y="123825"/>
                </a:lnTo>
                <a:lnTo>
                  <a:pt x="475298" y="114300"/>
                </a:lnTo>
                <a:lnTo>
                  <a:pt x="465773" y="114300"/>
                </a:lnTo>
                <a:lnTo>
                  <a:pt x="465773" y="104775"/>
                </a:lnTo>
                <a:lnTo>
                  <a:pt x="437198" y="104775"/>
                </a:lnTo>
                <a:lnTo>
                  <a:pt x="437198" y="85725"/>
                </a:lnTo>
                <a:lnTo>
                  <a:pt x="408623" y="85725"/>
                </a:lnTo>
                <a:lnTo>
                  <a:pt x="408623" y="66675"/>
                </a:lnTo>
                <a:lnTo>
                  <a:pt x="380048" y="66675"/>
                </a:lnTo>
                <a:lnTo>
                  <a:pt x="380048" y="47625"/>
                </a:lnTo>
                <a:lnTo>
                  <a:pt x="360998" y="47625"/>
                </a:lnTo>
                <a:lnTo>
                  <a:pt x="360998" y="38100"/>
                </a:lnTo>
                <a:lnTo>
                  <a:pt x="341948" y="38100"/>
                </a:lnTo>
                <a:lnTo>
                  <a:pt x="341948" y="28575"/>
                </a:lnTo>
                <a:lnTo>
                  <a:pt x="332423" y="28575"/>
                </a:lnTo>
                <a:lnTo>
                  <a:pt x="332423" y="19050"/>
                </a:lnTo>
                <a:lnTo>
                  <a:pt x="313373" y="19050"/>
                </a:lnTo>
                <a:lnTo>
                  <a:pt x="313373" y="9525"/>
                </a:lnTo>
                <a:lnTo>
                  <a:pt x="284798" y="9525"/>
                </a:lnTo>
                <a:lnTo>
                  <a:pt x="284798" y="0"/>
                </a:lnTo>
                <a:lnTo>
                  <a:pt x="266700" y="0"/>
                </a:lnTo>
                <a:lnTo>
                  <a:pt x="266700" y="9525"/>
                </a:lnTo>
                <a:lnTo>
                  <a:pt x="257175" y="9525"/>
                </a:lnTo>
                <a:lnTo>
                  <a:pt x="257175" y="19050"/>
                </a:lnTo>
                <a:lnTo>
                  <a:pt x="238125" y="19050"/>
                </a:lnTo>
                <a:close/>
              </a:path>
            </a:pathLst>
          </a:custGeom>
          <a:solidFill xmlns:a="http://schemas.openxmlformats.org/drawingml/2006/main">
            <a:srgbClr val="EFEC8C"/>
          </a:solidFill>
          <a:ln xmlns:a="http://schemas.openxmlformats.org/drawingml/2006/main" w="0">
            <a:noFill/>
          </a:ln>
        </p:spPr>
      </p:sp>
      <p:sp>
        <p:nvSpPr>
          <p:cNvPr id="765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2B32964D-1247-4E4A-BD34-8A2BD9AE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8339" y="957739"/>
            <a:ext cx="751523" cy="1208723"/>
          </a:xfrm>
          <a:custGeom xmlns:a="http://schemas.openxmlformats.org/drawingml/2006/main">
            <a:pathLst>
              <a:path w="751523" h="1208723">
                <a:moveTo>
                  <a:pt x="238125" y="914400"/>
                </a:moveTo>
                <a:lnTo>
                  <a:pt x="238125" y="923925"/>
                </a:lnTo>
                <a:lnTo>
                  <a:pt x="219075" y="923925"/>
                </a:lnTo>
                <a:lnTo>
                  <a:pt x="219075" y="933450"/>
                </a:lnTo>
                <a:lnTo>
                  <a:pt x="209550" y="933450"/>
                </a:lnTo>
                <a:lnTo>
                  <a:pt x="209550" y="942975"/>
                </a:lnTo>
                <a:lnTo>
                  <a:pt x="190500" y="942975"/>
                </a:lnTo>
                <a:lnTo>
                  <a:pt x="190500" y="952500"/>
                </a:lnTo>
                <a:lnTo>
                  <a:pt x="180975" y="952500"/>
                </a:lnTo>
                <a:lnTo>
                  <a:pt x="180975" y="962025"/>
                </a:lnTo>
                <a:lnTo>
                  <a:pt x="161925" y="962025"/>
                </a:lnTo>
                <a:lnTo>
                  <a:pt x="161925" y="971550"/>
                </a:lnTo>
                <a:lnTo>
                  <a:pt x="152400" y="971550"/>
                </a:lnTo>
                <a:lnTo>
                  <a:pt x="152400" y="981075"/>
                </a:lnTo>
                <a:lnTo>
                  <a:pt x="142875" y="981075"/>
                </a:lnTo>
                <a:lnTo>
                  <a:pt x="142875" y="990600"/>
                </a:lnTo>
                <a:lnTo>
                  <a:pt x="133350" y="990600"/>
                </a:lnTo>
                <a:lnTo>
                  <a:pt x="133350" y="1000125"/>
                </a:lnTo>
                <a:lnTo>
                  <a:pt x="114300" y="1000125"/>
                </a:lnTo>
                <a:lnTo>
                  <a:pt x="114300" y="1009650"/>
                </a:lnTo>
                <a:lnTo>
                  <a:pt x="104775" y="1009650"/>
                </a:lnTo>
                <a:lnTo>
                  <a:pt x="104775" y="1019175"/>
                </a:lnTo>
                <a:lnTo>
                  <a:pt x="85725" y="1019175"/>
                </a:lnTo>
                <a:lnTo>
                  <a:pt x="85725" y="1028700"/>
                </a:lnTo>
                <a:lnTo>
                  <a:pt x="66675" y="1028700"/>
                </a:lnTo>
                <a:lnTo>
                  <a:pt x="66675" y="1038225"/>
                </a:lnTo>
                <a:lnTo>
                  <a:pt x="57150" y="1038225"/>
                </a:lnTo>
                <a:lnTo>
                  <a:pt x="57150" y="1047750"/>
                </a:lnTo>
                <a:lnTo>
                  <a:pt x="47625" y="1047750"/>
                </a:lnTo>
                <a:lnTo>
                  <a:pt x="47625" y="1057275"/>
                </a:lnTo>
                <a:lnTo>
                  <a:pt x="28575" y="1057275"/>
                </a:lnTo>
                <a:lnTo>
                  <a:pt x="28575" y="1066800"/>
                </a:lnTo>
                <a:lnTo>
                  <a:pt x="9525" y="1066800"/>
                </a:lnTo>
                <a:lnTo>
                  <a:pt x="9525" y="1076325"/>
                </a:lnTo>
                <a:lnTo>
                  <a:pt x="0" y="1076325"/>
                </a:lnTo>
                <a:lnTo>
                  <a:pt x="0" y="1094423"/>
                </a:lnTo>
                <a:lnTo>
                  <a:pt x="19050" y="1094423"/>
                </a:lnTo>
                <a:lnTo>
                  <a:pt x="19050" y="1103948"/>
                </a:lnTo>
                <a:lnTo>
                  <a:pt x="38100" y="1103948"/>
                </a:lnTo>
                <a:lnTo>
                  <a:pt x="38100" y="1113473"/>
                </a:lnTo>
                <a:lnTo>
                  <a:pt x="66675" y="1113473"/>
                </a:lnTo>
                <a:lnTo>
                  <a:pt x="66675" y="1122998"/>
                </a:lnTo>
                <a:lnTo>
                  <a:pt x="85725" y="1122998"/>
                </a:lnTo>
                <a:lnTo>
                  <a:pt x="85725" y="1132523"/>
                </a:lnTo>
                <a:lnTo>
                  <a:pt x="104775" y="1132523"/>
                </a:lnTo>
                <a:lnTo>
                  <a:pt x="104775" y="1142048"/>
                </a:lnTo>
                <a:lnTo>
                  <a:pt x="133350" y="1142048"/>
                </a:lnTo>
                <a:lnTo>
                  <a:pt x="133350" y="1151573"/>
                </a:lnTo>
                <a:lnTo>
                  <a:pt x="152400" y="1151573"/>
                </a:lnTo>
                <a:lnTo>
                  <a:pt x="152400" y="1161098"/>
                </a:lnTo>
                <a:lnTo>
                  <a:pt x="171450" y="1161098"/>
                </a:lnTo>
                <a:lnTo>
                  <a:pt x="171450" y="1170623"/>
                </a:lnTo>
                <a:lnTo>
                  <a:pt x="190500" y="1170623"/>
                </a:lnTo>
                <a:lnTo>
                  <a:pt x="190500" y="1180148"/>
                </a:lnTo>
                <a:lnTo>
                  <a:pt x="209550" y="1180148"/>
                </a:lnTo>
                <a:lnTo>
                  <a:pt x="209550" y="1189673"/>
                </a:lnTo>
                <a:lnTo>
                  <a:pt x="238125" y="1189673"/>
                </a:lnTo>
                <a:lnTo>
                  <a:pt x="238125" y="1199198"/>
                </a:lnTo>
                <a:lnTo>
                  <a:pt x="247650" y="1199198"/>
                </a:lnTo>
                <a:lnTo>
                  <a:pt x="247650" y="1208723"/>
                </a:lnTo>
                <a:lnTo>
                  <a:pt x="275273" y="1208723"/>
                </a:lnTo>
                <a:lnTo>
                  <a:pt x="275273" y="1199198"/>
                </a:lnTo>
                <a:lnTo>
                  <a:pt x="284798" y="1199198"/>
                </a:lnTo>
                <a:lnTo>
                  <a:pt x="284798" y="1189673"/>
                </a:lnTo>
                <a:lnTo>
                  <a:pt x="294323" y="1189673"/>
                </a:lnTo>
                <a:lnTo>
                  <a:pt x="294323" y="1180148"/>
                </a:lnTo>
                <a:lnTo>
                  <a:pt x="303848" y="1180148"/>
                </a:lnTo>
                <a:lnTo>
                  <a:pt x="303848" y="1170623"/>
                </a:lnTo>
                <a:lnTo>
                  <a:pt x="313373" y="1170623"/>
                </a:lnTo>
                <a:lnTo>
                  <a:pt x="313373" y="1161098"/>
                </a:lnTo>
                <a:lnTo>
                  <a:pt x="332423" y="1161098"/>
                </a:lnTo>
                <a:lnTo>
                  <a:pt x="332423" y="1151573"/>
                </a:lnTo>
                <a:lnTo>
                  <a:pt x="341948" y="1151573"/>
                </a:lnTo>
                <a:lnTo>
                  <a:pt x="341948" y="1142048"/>
                </a:lnTo>
                <a:lnTo>
                  <a:pt x="351473" y="1142048"/>
                </a:lnTo>
                <a:lnTo>
                  <a:pt x="351473" y="1132523"/>
                </a:lnTo>
                <a:lnTo>
                  <a:pt x="370523" y="1132523"/>
                </a:lnTo>
                <a:lnTo>
                  <a:pt x="370523" y="1122998"/>
                </a:lnTo>
                <a:lnTo>
                  <a:pt x="380048" y="1122998"/>
                </a:lnTo>
                <a:lnTo>
                  <a:pt x="380048" y="1113473"/>
                </a:lnTo>
                <a:lnTo>
                  <a:pt x="389573" y="1113473"/>
                </a:lnTo>
                <a:lnTo>
                  <a:pt x="389573" y="1103948"/>
                </a:lnTo>
                <a:lnTo>
                  <a:pt x="399098" y="1103948"/>
                </a:lnTo>
                <a:lnTo>
                  <a:pt x="399098" y="1094423"/>
                </a:lnTo>
                <a:lnTo>
                  <a:pt x="408623" y="1094423"/>
                </a:lnTo>
                <a:lnTo>
                  <a:pt x="408623" y="1084898"/>
                </a:lnTo>
                <a:lnTo>
                  <a:pt x="418148" y="1084898"/>
                </a:lnTo>
                <a:lnTo>
                  <a:pt x="418148" y="1075373"/>
                </a:lnTo>
                <a:lnTo>
                  <a:pt x="427673" y="1075373"/>
                </a:lnTo>
                <a:lnTo>
                  <a:pt x="427673" y="1065848"/>
                </a:lnTo>
                <a:lnTo>
                  <a:pt x="437198" y="1065848"/>
                </a:lnTo>
                <a:lnTo>
                  <a:pt x="437198" y="1056323"/>
                </a:lnTo>
                <a:lnTo>
                  <a:pt x="446723" y="1056323"/>
                </a:lnTo>
                <a:lnTo>
                  <a:pt x="446723" y="1046797"/>
                </a:lnTo>
                <a:lnTo>
                  <a:pt x="456248" y="1046797"/>
                </a:lnTo>
                <a:lnTo>
                  <a:pt x="456248" y="1037272"/>
                </a:lnTo>
                <a:lnTo>
                  <a:pt x="465773" y="1037272"/>
                </a:lnTo>
                <a:lnTo>
                  <a:pt x="465773" y="1027747"/>
                </a:lnTo>
                <a:lnTo>
                  <a:pt x="475298" y="1027747"/>
                </a:lnTo>
                <a:lnTo>
                  <a:pt x="475298" y="1018222"/>
                </a:lnTo>
                <a:lnTo>
                  <a:pt x="484823" y="1018222"/>
                </a:lnTo>
                <a:lnTo>
                  <a:pt x="484823" y="1008697"/>
                </a:lnTo>
                <a:lnTo>
                  <a:pt x="494348" y="1008697"/>
                </a:lnTo>
                <a:lnTo>
                  <a:pt x="494348" y="999172"/>
                </a:lnTo>
                <a:lnTo>
                  <a:pt x="503873" y="999172"/>
                </a:lnTo>
                <a:lnTo>
                  <a:pt x="503873" y="980122"/>
                </a:lnTo>
                <a:lnTo>
                  <a:pt x="513398" y="980122"/>
                </a:lnTo>
                <a:lnTo>
                  <a:pt x="513398" y="970597"/>
                </a:lnTo>
                <a:lnTo>
                  <a:pt x="522923" y="970597"/>
                </a:lnTo>
                <a:lnTo>
                  <a:pt x="522923" y="961072"/>
                </a:lnTo>
                <a:lnTo>
                  <a:pt x="532448" y="961072"/>
                </a:lnTo>
                <a:lnTo>
                  <a:pt x="532448" y="942022"/>
                </a:lnTo>
                <a:lnTo>
                  <a:pt x="541973" y="942022"/>
                </a:lnTo>
                <a:lnTo>
                  <a:pt x="541973" y="932497"/>
                </a:lnTo>
                <a:lnTo>
                  <a:pt x="551498" y="932497"/>
                </a:lnTo>
                <a:lnTo>
                  <a:pt x="551498" y="922972"/>
                </a:lnTo>
                <a:lnTo>
                  <a:pt x="561023" y="922972"/>
                </a:lnTo>
                <a:lnTo>
                  <a:pt x="561023" y="903922"/>
                </a:lnTo>
                <a:lnTo>
                  <a:pt x="570548" y="903922"/>
                </a:lnTo>
                <a:lnTo>
                  <a:pt x="570548" y="894397"/>
                </a:lnTo>
                <a:lnTo>
                  <a:pt x="580073" y="894397"/>
                </a:lnTo>
                <a:lnTo>
                  <a:pt x="580073" y="884872"/>
                </a:lnTo>
                <a:lnTo>
                  <a:pt x="589598" y="884872"/>
                </a:lnTo>
                <a:lnTo>
                  <a:pt x="589598" y="865822"/>
                </a:lnTo>
                <a:lnTo>
                  <a:pt x="599123" y="865822"/>
                </a:lnTo>
                <a:lnTo>
                  <a:pt x="599123" y="856297"/>
                </a:lnTo>
                <a:lnTo>
                  <a:pt x="608648" y="856297"/>
                </a:lnTo>
                <a:lnTo>
                  <a:pt x="608648" y="846772"/>
                </a:lnTo>
                <a:lnTo>
                  <a:pt x="618173" y="846772"/>
                </a:lnTo>
                <a:lnTo>
                  <a:pt x="618173" y="837247"/>
                </a:lnTo>
                <a:lnTo>
                  <a:pt x="627698" y="837247"/>
                </a:lnTo>
                <a:lnTo>
                  <a:pt x="627698" y="818197"/>
                </a:lnTo>
                <a:lnTo>
                  <a:pt x="637223" y="818197"/>
                </a:lnTo>
                <a:lnTo>
                  <a:pt x="637223" y="799147"/>
                </a:lnTo>
                <a:lnTo>
                  <a:pt x="646748" y="799147"/>
                </a:lnTo>
                <a:lnTo>
                  <a:pt x="646748" y="780097"/>
                </a:lnTo>
                <a:lnTo>
                  <a:pt x="656273" y="780097"/>
                </a:lnTo>
                <a:lnTo>
                  <a:pt x="656273" y="761047"/>
                </a:lnTo>
                <a:lnTo>
                  <a:pt x="665798" y="761047"/>
                </a:lnTo>
                <a:lnTo>
                  <a:pt x="665798" y="741997"/>
                </a:lnTo>
                <a:lnTo>
                  <a:pt x="675323" y="741997"/>
                </a:lnTo>
                <a:lnTo>
                  <a:pt x="675323" y="713422"/>
                </a:lnTo>
                <a:lnTo>
                  <a:pt x="684848" y="713422"/>
                </a:lnTo>
                <a:lnTo>
                  <a:pt x="684848" y="684847"/>
                </a:lnTo>
                <a:lnTo>
                  <a:pt x="694373" y="684847"/>
                </a:lnTo>
                <a:lnTo>
                  <a:pt x="694373" y="656272"/>
                </a:lnTo>
                <a:lnTo>
                  <a:pt x="703898" y="656272"/>
                </a:lnTo>
                <a:lnTo>
                  <a:pt x="703898" y="618172"/>
                </a:lnTo>
                <a:lnTo>
                  <a:pt x="713423" y="618172"/>
                </a:lnTo>
                <a:lnTo>
                  <a:pt x="713423" y="570547"/>
                </a:lnTo>
                <a:lnTo>
                  <a:pt x="722948" y="570547"/>
                </a:lnTo>
                <a:lnTo>
                  <a:pt x="722948" y="513397"/>
                </a:lnTo>
                <a:lnTo>
                  <a:pt x="732473" y="513397"/>
                </a:lnTo>
                <a:lnTo>
                  <a:pt x="732473" y="446722"/>
                </a:lnTo>
                <a:lnTo>
                  <a:pt x="741998" y="446722"/>
                </a:lnTo>
                <a:lnTo>
                  <a:pt x="741998" y="275272"/>
                </a:lnTo>
                <a:lnTo>
                  <a:pt x="751523" y="275272"/>
                </a:lnTo>
                <a:lnTo>
                  <a:pt x="751523" y="0"/>
                </a:lnTo>
                <a:lnTo>
                  <a:pt x="733425" y="0"/>
                </a:lnTo>
                <a:lnTo>
                  <a:pt x="733425" y="161925"/>
                </a:lnTo>
                <a:lnTo>
                  <a:pt x="723900" y="161925"/>
                </a:lnTo>
                <a:lnTo>
                  <a:pt x="723900" y="247650"/>
                </a:lnTo>
                <a:lnTo>
                  <a:pt x="714375" y="247650"/>
                </a:lnTo>
                <a:lnTo>
                  <a:pt x="714375" y="295275"/>
                </a:lnTo>
                <a:lnTo>
                  <a:pt x="704850" y="295275"/>
                </a:lnTo>
                <a:lnTo>
                  <a:pt x="704850" y="323850"/>
                </a:lnTo>
                <a:lnTo>
                  <a:pt x="695325" y="323850"/>
                </a:lnTo>
                <a:lnTo>
                  <a:pt x="695325" y="361950"/>
                </a:lnTo>
                <a:lnTo>
                  <a:pt x="685800" y="361950"/>
                </a:lnTo>
                <a:lnTo>
                  <a:pt x="685800" y="390525"/>
                </a:lnTo>
                <a:lnTo>
                  <a:pt x="676275" y="390525"/>
                </a:lnTo>
                <a:lnTo>
                  <a:pt x="676275" y="419100"/>
                </a:lnTo>
                <a:lnTo>
                  <a:pt x="666750" y="419100"/>
                </a:lnTo>
                <a:lnTo>
                  <a:pt x="666750" y="438150"/>
                </a:lnTo>
                <a:lnTo>
                  <a:pt x="657225" y="438150"/>
                </a:lnTo>
                <a:lnTo>
                  <a:pt x="657225" y="457200"/>
                </a:lnTo>
                <a:lnTo>
                  <a:pt x="647700" y="457200"/>
                </a:lnTo>
                <a:lnTo>
                  <a:pt x="647700" y="476250"/>
                </a:lnTo>
                <a:lnTo>
                  <a:pt x="638175" y="476250"/>
                </a:lnTo>
                <a:lnTo>
                  <a:pt x="638175" y="495300"/>
                </a:lnTo>
                <a:lnTo>
                  <a:pt x="628650" y="495300"/>
                </a:lnTo>
                <a:lnTo>
                  <a:pt x="628650" y="504825"/>
                </a:lnTo>
                <a:lnTo>
                  <a:pt x="619125" y="504825"/>
                </a:lnTo>
                <a:lnTo>
                  <a:pt x="619125" y="523875"/>
                </a:lnTo>
                <a:lnTo>
                  <a:pt x="609600" y="523875"/>
                </a:lnTo>
                <a:lnTo>
                  <a:pt x="609600" y="542925"/>
                </a:lnTo>
                <a:lnTo>
                  <a:pt x="600075" y="542925"/>
                </a:lnTo>
                <a:lnTo>
                  <a:pt x="600075" y="552450"/>
                </a:lnTo>
                <a:lnTo>
                  <a:pt x="590550" y="552450"/>
                </a:lnTo>
                <a:lnTo>
                  <a:pt x="590550" y="571500"/>
                </a:lnTo>
                <a:lnTo>
                  <a:pt x="581025" y="571500"/>
                </a:lnTo>
                <a:lnTo>
                  <a:pt x="581025" y="581025"/>
                </a:lnTo>
                <a:lnTo>
                  <a:pt x="571500" y="581025"/>
                </a:lnTo>
                <a:lnTo>
                  <a:pt x="571500" y="590550"/>
                </a:lnTo>
                <a:lnTo>
                  <a:pt x="561975" y="590550"/>
                </a:lnTo>
                <a:lnTo>
                  <a:pt x="561975" y="609600"/>
                </a:lnTo>
                <a:lnTo>
                  <a:pt x="552450" y="609600"/>
                </a:lnTo>
                <a:lnTo>
                  <a:pt x="552450" y="619125"/>
                </a:lnTo>
                <a:lnTo>
                  <a:pt x="542925" y="619125"/>
                </a:lnTo>
                <a:lnTo>
                  <a:pt x="542925" y="628650"/>
                </a:lnTo>
                <a:lnTo>
                  <a:pt x="533400" y="628650"/>
                </a:lnTo>
                <a:lnTo>
                  <a:pt x="533400" y="638175"/>
                </a:lnTo>
                <a:lnTo>
                  <a:pt x="523875" y="638175"/>
                </a:lnTo>
                <a:lnTo>
                  <a:pt x="523875" y="657225"/>
                </a:lnTo>
                <a:lnTo>
                  <a:pt x="514350" y="657225"/>
                </a:lnTo>
                <a:lnTo>
                  <a:pt x="514350" y="666750"/>
                </a:lnTo>
                <a:lnTo>
                  <a:pt x="504825" y="666750"/>
                </a:lnTo>
                <a:lnTo>
                  <a:pt x="504825" y="676275"/>
                </a:lnTo>
                <a:lnTo>
                  <a:pt x="495300" y="676275"/>
                </a:lnTo>
                <a:lnTo>
                  <a:pt x="495300" y="685800"/>
                </a:lnTo>
                <a:lnTo>
                  <a:pt x="485775" y="685800"/>
                </a:lnTo>
                <a:lnTo>
                  <a:pt x="485775" y="704850"/>
                </a:lnTo>
                <a:lnTo>
                  <a:pt x="476250" y="704850"/>
                </a:lnTo>
                <a:lnTo>
                  <a:pt x="476250" y="714375"/>
                </a:lnTo>
                <a:lnTo>
                  <a:pt x="466725" y="714375"/>
                </a:lnTo>
                <a:lnTo>
                  <a:pt x="466725" y="723900"/>
                </a:lnTo>
                <a:lnTo>
                  <a:pt x="457200" y="723900"/>
                </a:lnTo>
                <a:lnTo>
                  <a:pt x="457200" y="733425"/>
                </a:lnTo>
                <a:lnTo>
                  <a:pt x="447675" y="733425"/>
                </a:lnTo>
                <a:lnTo>
                  <a:pt x="447675" y="742950"/>
                </a:lnTo>
                <a:lnTo>
                  <a:pt x="438150" y="742950"/>
                </a:lnTo>
                <a:lnTo>
                  <a:pt x="438150" y="752475"/>
                </a:lnTo>
                <a:lnTo>
                  <a:pt x="428625" y="752475"/>
                </a:lnTo>
                <a:lnTo>
                  <a:pt x="428625" y="762000"/>
                </a:lnTo>
                <a:lnTo>
                  <a:pt x="419100" y="762000"/>
                </a:lnTo>
                <a:lnTo>
                  <a:pt x="419100" y="771525"/>
                </a:lnTo>
                <a:lnTo>
                  <a:pt x="409575" y="771525"/>
                </a:lnTo>
                <a:lnTo>
                  <a:pt x="409575" y="781050"/>
                </a:lnTo>
                <a:lnTo>
                  <a:pt x="400050" y="781050"/>
                </a:lnTo>
                <a:lnTo>
                  <a:pt x="400050" y="790575"/>
                </a:lnTo>
                <a:lnTo>
                  <a:pt x="390525" y="790575"/>
                </a:lnTo>
                <a:lnTo>
                  <a:pt x="390525" y="800100"/>
                </a:lnTo>
                <a:lnTo>
                  <a:pt x="371475" y="800100"/>
                </a:lnTo>
                <a:lnTo>
                  <a:pt x="371475" y="809625"/>
                </a:lnTo>
                <a:lnTo>
                  <a:pt x="361950" y="809625"/>
                </a:lnTo>
                <a:lnTo>
                  <a:pt x="361950" y="819150"/>
                </a:lnTo>
                <a:lnTo>
                  <a:pt x="352425" y="819150"/>
                </a:lnTo>
                <a:lnTo>
                  <a:pt x="352425" y="828675"/>
                </a:lnTo>
                <a:lnTo>
                  <a:pt x="342900" y="828675"/>
                </a:lnTo>
                <a:lnTo>
                  <a:pt x="342900" y="838200"/>
                </a:lnTo>
                <a:lnTo>
                  <a:pt x="333375" y="838200"/>
                </a:lnTo>
                <a:lnTo>
                  <a:pt x="333375" y="847725"/>
                </a:lnTo>
                <a:lnTo>
                  <a:pt x="314325" y="847725"/>
                </a:lnTo>
                <a:lnTo>
                  <a:pt x="314325" y="857250"/>
                </a:lnTo>
                <a:lnTo>
                  <a:pt x="304800" y="857250"/>
                </a:lnTo>
                <a:lnTo>
                  <a:pt x="304800" y="866775"/>
                </a:lnTo>
                <a:lnTo>
                  <a:pt x="295275" y="866775"/>
                </a:lnTo>
                <a:lnTo>
                  <a:pt x="295275" y="876300"/>
                </a:lnTo>
                <a:lnTo>
                  <a:pt x="285750" y="876300"/>
                </a:lnTo>
                <a:lnTo>
                  <a:pt x="285750" y="885825"/>
                </a:lnTo>
                <a:lnTo>
                  <a:pt x="266700" y="885825"/>
                </a:lnTo>
                <a:lnTo>
                  <a:pt x="266700" y="895350"/>
                </a:lnTo>
                <a:lnTo>
                  <a:pt x="257175" y="895350"/>
                </a:lnTo>
                <a:lnTo>
                  <a:pt x="257175" y="904875"/>
                </a:lnTo>
                <a:lnTo>
                  <a:pt x="247650" y="904875"/>
                </a:lnTo>
                <a:lnTo>
                  <a:pt x="247650" y="914400"/>
                </a:lnTo>
                <a:lnTo>
                  <a:pt x="238125" y="914400"/>
                </a:lnTo>
                <a:close/>
              </a:path>
            </a:pathLst>
          </a:custGeom>
          <a:solidFill xmlns:a="http://schemas.openxmlformats.org/drawingml/2006/main">
            <a:srgbClr val="FCF5B0"/>
          </a:solidFill>
          <a:ln xmlns:a="http://schemas.openxmlformats.org/drawingml/2006/main" w="0">
            <a:noFill/>
          </a:ln>
        </p:spPr>
      </p:sp>
      <p:sp>
        <p:nvSpPr>
          <p:cNvPr id="766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DC310F78-5225-4429-8908-B0963E6F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3539" y="2034064"/>
            <a:ext cx="561023" cy="322897"/>
          </a:xfrm>
          <a:custGeom xmlns:a="http://schemas.openxmlformats.org/drawingml/2006/main">
            <a:pathLst>
              <a:path w="561023" h="322897">
                <a:moveTo>
                  <a:pt x="28575" y="152400"/>
                </a:moveTo>
                <a:lnTo>
                  <a:pt x="28575" y="161925"/>
                </a:lnTo>
                <a:lnTo>
                  <a:pt x="9525" y="161925"/>
                </a:lnTo>
                <a:lnTo>
                  <a:pt x="9525" y="171450"/>
                </a:lnTo>
                <a:lnTo>
                  <a:pt x="0" y="171450"/>
                </a:lnTo>
                <a:lnTo>
                  <a:pt x="0" y="189547"/>
                </a:lnTo>
                <a:lnTo>
                  <a:pt x="28575" y="189547"/>
                </a:lnTo>
                <a:lnTo>
                  <a:pt x="28575" y="199072"/>
                </a:lnTo>
                <a:lnTo>
                  <a:pt x="38100" y="199072"/>
                </a:lnTo>
                <a:lnTo>
                  <a:pt x="38100" y="208597"/>
                </a:lnTo>
                <a:lnTo>
                  <a:pt x="66675" y="208597"/>
                </a:lnTo>
                <a:lnTo>
                  <a:pt x="66675" y="218122"/>
                </a:lnTo>
                <a:lnTo>
                  <a:pt x="76200" y="218122"/>
                </a:lnTo>
                <a:lnTo>
                  <a:pt x="76200" y="227647"/>
                </a:lnTo>
                <a:lnTo>
                  <a:pt x="114300" y="227647"/>
                </a:lnTo>
                <a:lnTo>
                  <a:pt x="114300" y="237172"/>
                </a:lnTo>
                <a:lnTo>
                  <a:pt x="123825" y="237172"/>
                </a:lnTo>
                <a:lnTo>
                  <a:pt x="123825" y="246697"/>
                </a:lnTo>
                <a:lnTo>
                  <a:pt x="161925" y="246697"/>
                </a:lnTo>
                <a:lnTo>
                  <a:pt x="161925" y="265747"/>
                </a:lnTo>
                <a:lnTo>
                  <a:pt x="209550" y="265747"/>
                </a:lnTo>
                <a:lnTo>
                  <a:pt x="209550" y="275272"/>
                </a:lnTo>
                <a:lnTo>
                  <a:pt x="219075" y="275272"/>
                </a:lnTo>
                <a:lnTo>
                  <a:pt x="219075" y="294322"/>
                </a:lnTo>
                <a:lnTo>
                  <a:pt x="276225" y="294322"/>
                </a:lnTo>
                <a:lnTo>
                  <a:pt x="276225" y="322897"/>
                </a:lnTo>
                <a:lnTo>
                  <a:pt x="303848" y="322897"/>
                </a:lnTo>
                <a:lnTo>
                  <a:pt x="303848" y="294322"/>
                </a:lnTo>
                <a:lnTo>
                  <a:pt x="341948" y="294322"/>
                </a:lnTo>
                <a:lnTo>
                  <a:pt x="341948" y="275272"/>
                </a:lnTo>
                <a:lnTo>
                  <a:pt x="351473" y="275272"/>
                </a:lnTo>
                <a:lnTo>
                  <a:pt x="351473" y="265747"/>
                </a:lnTo>
                <a:lnTo>
                  <a:pt x="380048" y="265747"/>
                </a:lnTo>
                <a:lnTo>
                  <a:pt x="380048" y="246697"/>
                </a:lnTo>
                <a:lnTo>
                  <a:pt x="408623" y="246697"/>
                </a:lnTo>
                <a:lnTo>
                  <a:pt x="408623" y="227647"/>
                </a:lnTo>
                <a:lnTo>
                  <a:pt x="437198" y="227647"/>
                </a:lnTo>
                <a:lnTo>
                  <a:pt x="437198" y="218122"/>
                </a:lnTo>
                <a:lnTo>
                  <a:pt x="446723" y="218122"/>
                </a:lnTo>
                <a:lnTo>
                  <a:pt x="446723" y="208597"/>
                </a:lnTo>
                <a:lnTo>
                  <a:pt x="465773" y="208597"/>
                </a:lnTo>
                <a:lnTo>
                  <a:pt x="465773" y="199072"/>
                </a:lnTo>
                <a:lnTo>
                  <a:pt x="475298" y="199072"/>
                </a:lnTo>
                <a:lnTo>
                  <a:pt x="475298" y="189547"/>
                </a:lnTo>
                <a:lnTo>
                  <a:pt x="494348" y="189547"/>
                </a:lnTo>
                <a:lnTo>
                  <a:pt x="494348" y="180022"/>
                </a:lnTo>
                <a:lnTo>
                  <a:pt x="513398" y="180022"/>
                </a:lnTo>
                <a:lnTo>
                  <a:pt x="513398" y="170497"/>
                </a:lnTo>
                <a:lnTo>
                  <a:pt x="522923" y="170497"/>
                </a:lnTo>
                <a:lnTo>
                  <a:pt x="522923" y="160972"/>
                </a:lnTo>
                <a:lnTo>
                  <a:pt x="532448" y="160972"/>
                </a:lnTo>
                <a:lnTo>
                  <a:pt x="532448" y="151447"/>
                </a:lnTo>
                <a:lnTo>
                  <a:pt x="551498" y="151447"/>
                </a:lnTo>
                <a:lnTo>
                  <a:pt x="551498" y="141922"/>
                </a:lnTo>
                <a:lnTo>
                  <a:pt x="561023" y="141922"/>
                </a:lnTo>
                <a:lnTo>
                  <a:pt x="561023" y="114300"/>
                </a:lnTo>
                <a:lnTo>
                  <a:pt x="551498" y="114300"/>
                </a:lnTo>
                <a:lnTo>
                  <a:pt x="551498" y="104775"/>
                </a:lnTo>
                <a:lnTo>
                  <a:pt x="522923" y="104775"/>
                </a:lnTo>
                <a:lnTo>
                  <a:pt x="522923" y="95250"/>
                </a:lnTo>
                <a:lnTo>
                  <a:pt x="503873" y="95250"/>
                </a:lnTo>
                <a:lnTo>
                  <a:pt x="503873" y="85725"/>
                </a:lnTo>
                <a:lnTo>
                  <a:pt x="484823" y="85725"/>
                </a:lnTo>
                <a:lnTo>
                  <a:pt x="484823" y="76200"/>
                </a:lnTo>
                <a:lnTo>
                  <a:pt x="465773" y="76200"/>
                </a:lnTo>
                <a:lnTo>
                  <a:pt x="465773" y="66675"/>
                </a:lnTo>
                <a:lnTo>
                  <a:pt x="446723" y="66675"/>
                </a:lnTo>
                <a:lnTo>
                  <a:pt x="446723" y="57150"/>
                </a:lnTo>
                <a:lnTo>
                  <a:pt x="418148" y="57150"/>
                </a:lnTo>
                <a:lnTo>
                  <a:pt x="418148" y="47625"/>
                </a:lnTo>
                <a:lnTo>
                  <a:pt x="399098" y="47625"/>
                </a:lnTo>
                <a:lnTo>
                  <a:pt x="399098" y="38100"/>
                </a:lnTo>
                <a:lnTo>
                  <a:pt x="380048" y="38100"/>
                </a:lnTo>
                <a:lnTo>
                  <a:pt x="380048" y="28575"/>
                </a:lnTo>
                <a:lnTo>
                  <a:pt x="351473" y="28575"/>
                </a:lnTo>
                <a:lnTo>
                  <a:pt x="351473" y="19050"/>
                </a:lnTo>
                <a:lnTo>
                  <a:pt x="332423" y="19050"/>
                </a:lnTo>
                <a:lnTo>
                  <a:pt x="332423" y="9525"/>
                </a:lnTo>
                <a:lnTo>
                  <a:pt x="313373" y="9525"/>
                </a:lnTo>
                <a:lnTo>
                  <a:pt x="313373" y="0"/>
                </a:lnTo>
                <a:lnTo>
                  <a:pt x="285750" y="0"/>
                </a:lnTo>
                <a:lnTo>
                  <a:pt x="285750" y="9525"/>
                </a:lnTo>
                <a:lnTo>
                  <a:pt x="266700" y="9525"/>
                </a:lnTo>
                <a:lnTo>
                  <a:pt x="266700" y="19050"/>
                </a:lnTo>
                <a:lnTo>
                  <a:pt x="257175" y="19050"/>
                </a:lnTo>
                <a:lnTo>
                  <a:pt x="257175" y="28575"/>
                </a:lnTo>
                <a:lnTo>
                  <a:pt x="238125" y="28575"/>
                </a:lnTo>
                <a:lnTo>
                  <a:pt x="238125" y="38100"/>
                </a:lnTo>
                <a:lnTo>
                  <a:pt x="219075" y="38100"/>
                </a:lnTo>
                <a:lnTo>
                  <a:pt x="219075" y="47625"/>
                </a:lnTo>
                <a:lnTo>
                  <a:pt x="209550" y="47625"/>
                </a:lnTo>
                <a:lnTo>
                  <a:pt x="209550" y="57150"/>
                </a:lnTo>
                <a:lnTo>
                  <a:pt x="190500" y="57150"/>
                </a:lnTo>
                <a:lnTo>
                  <a:pt x="190500" y="66675"/>
                </a:lnTo>
                <a:lnTo>
                  <a:pt x="171450" y="66675"/>
                </a:lnTo>
                <a:lnTo>
                  <a:pt x="171450" y="76200"/>
                </a:lnTo>
                <a:lnTo>
                  <a:pt x="161925" y="76200"/>
                </a:lnTo>
                <a:lnTo>
                  <a:pt x="161925" y="85725"/>
                </a:lnTo>
                <a:lnTo>
                  <a:pt x="142875" y="85725"/>
                </a:lnTo>
                <a:lnTo>
                  <a:pt x="142875" y="95250"/>
                </a:lnTo>
                <a:lnTo>
                  <a:pt x="123825" y="95250"/>
                </a:lnTo>
                <a:lnTo>
                  <a:pt x="123825" y="104775"/>
                </a:lnTo>
                <a:lnTo>
                  <a:pt x="114300" y="104775"/>
                </a:lnTo>
                <a:lnTo>
                  <a:pt x="114300" y="114300"/>
                </a:lnTo>
                <a:lnTo>
                  <a:pt x="95250" y="114300"/>
                </a:lnTo>
                <a:lnTo>
                  <a:pt x="95250" y="123825"/>
                </a:lnTo>
                <a:lnTo>
                  <a:pt x="76200" y="123825"/>
                </a:lnTo>
                <a:lnTo>
                  <a:pt x="76200" y="133350"/>
                </a:lnTo>
                <a:lnTo>
                  <a:pt x="57150" y="133350"/>
                </a:lnTo>
                <a:lnTo>
                  <a:pt x="57150" y="142875"/>
                </a:lnTo>
                <a:lnTo>
                  <a:pt x="38100" y="142875"/>
                </a:lnTo>
                <a:lnTo>
                  <a:pt x="38100" y="152400"/>
                </a:lnTo>
                <a:lnTo>
                  <a:pt x="28575" y="152400"/>
                </a:lnTo>
                <a:close/>
              </a:path>
            </a:pathLst>
          </a:custGeom>
          <a:solidFill xmlns:a="http://schemas.openxmlformats.org/drawingml/2006/main">
            <a:srgbClr val="E0EAB3"/>
          </a:solidFill>
          <a:ln xmlns:a="http://schemas.openxmlformats.org/drawingml/2006/main" w="0">
            <a:noFill/>
          </a:ln>
        </p:spPr>
      </p:sp>
      <p:sp>
        <p:nvSpPr>
          <p:cNvPr id="767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E9498AE2-6760-4AB4-8E40-AC170FFB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4814" y="862489"/>
            <a:ext cx="18098" cy="46673"/>
          </a:xfrm>
          <a:custGeom xmlns:a="http://schemas.openxmlformats.org/drawingml/2006/main">
            <a:pathLst>
              <a:path w="18098" h="46673">
                <a:moveTo>
                  <a:pt x="18098" y="46673"/>
                </a:moveTo>
                <a:lnTo>
                  <a:pt x="18098" y="0"/>
                </a:lnTo>
                <a:lnTo>
                  <a:pt x="0" y="0"/>
                </a:lnTo>
                <a:lnTo>
                  <a:pt x="0" y="46673"/>
                </a:lnTo>
                <a:lnTo>
                  <a:pt x="18098" y="46673"/>
                </a:lnTo>
                <a:close/>
              </a:path>
            </a:pathLst>
          </a:custGeom>
          <a:solidFill xmlns:a="http://schemas.openxmlformats.org/drawingml/2006/main">
            <a:srgbClr val="F5F7DD"/>
          </a:solidFill>
          <a:ln xmlns:a="http://schemas.openxmlformats.org/drawingml/2006/main" w="0">
            <a:noFill/>
          </a:ln>
        </p:spPr>
      </p:sp>
      <p:sp>
        <p:nvSpPr>
          <p:cNvPr id="768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001295AA-F941-4CB1-9092-31B94250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9764" y="2024539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0"/>
                </a:move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F5F7DD"/>
          </a:solidFill>
          <a:ln xmlns:a="http://schemas.openxmlformats.org/drawingml/2006/main" w="0">
            <a:noFill/>
          </a:ln>
        </p:spPr>
      </p:sp>
      <p:sp>
        <p:nvSpPr>
          <p:cNvPr id="769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A025D245-F08A-4573-B960-81E99088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2989" y="2843689"/>
            <a:ext cx="1646873" cy="18097"/>
          </a:xfrm>
          <a:custGeom xmlns:a="http://schemas.openxmlformats.org/drawingml/2006/main">
            <a:pathLst>
              <a:path w="1646873" h="18097">
                <a:moveTo>
                  <a:pt x="1646873" y="0"/>
                </a:moveTo>
                <a:lnTo>
                  <a:pt x="0" y="0"/>
                </a:lnTo>
                <a:lnTo>
                  <a:pt x="0" y="18097"/>
                </a:lnTo>
                <a:lnTo>
                  <a:pt x="1646873" y="18097"/>
                </a:lnTo>
                <a:lnTo>
                  <a:pt x="1646873" y="0"/>
                </a:lnTo>
                <a:close/>
              </a:path>
            </a:pathLst>
          </a:custGeom>
          <a:solidFill xmlns:a="http://schemas.openxmlformats.org/drawingml/2006/main">
            <a:srgbClr val="F5F7DD"/>
          </a:solidFill>
          <a:ln xmlns:a="http://schemas.openxmlformats.org/drawingml/2006/main" w="0">
            <a:noFill/>
          </a:ln>
        </p:spPr>
      </p:sp>
      <p:sp>
        <p:nvSpPr>
          <p:cNvPr id="770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22BCA218-0BEF-4AB4-A85F-03D3259C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1764" y="567214"/>
            <a:ext cx="18098" cy="389573"/>
          </a:xfrm>
          <a:custGeom xmlns:a="http://schemas.openxmlformats.org/drawingml/2006/main">
            <a:pathLst>
              <a:path w="18098" h="389573">
                <a:moveTo>
                  <a:pt x="0" y="0"/>
                </a:moveTo>
                <a:lnTo>
                  <a:pt x="0" y="389573"/>
                </a:lnTo>
                <a:lnTo>
                  <a:pt x="18098" y="389573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7DD"/>
          </a:solidFill>
          <a:ln xmlns:a="http://schemas.openxmlformats.org/drawingml/2006/main" w="0">
            <a:noFill/>
          </a:ln>
        </p:spPr>
      </p:sp>
      <p:sp>
        <p:nvSpPr>
          <p:cNvPr id="771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829551F5-9129-49A3-AF6C-CEBAAC6F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2239" y="1062514"/>
            <a:ext cx="18098" cy="46673"/>
          </a:xfrm>
          <a:custGeom xmlns:a="http://schemas.openxmlformats.org/drawingml/2006/main">
            <a:pathLst>
              <a:path w="18098" h="46673">
                <a:moveTo>
                  <a:pt x="18098" y="46673"/>
                </a:moveTo>
                <a:lnTo>
                  <a:pt x="18098" y="0"/>
                </a:lnTo>
                <a:lnTo>
                  <a:pt x="0" y="0"/>
                </a:lnTo>
                <a:lnTo>
                  <a:pt x="0" y="46673"/>
                </a:lnTo>
                <a:lnTo>
                  <a:pt x="18098" y="46673"/>
                </a:lnTo>
                <a:close/>
              </a:path>
            </a:pathLst>
          </a:custGeom>
          <a:solidFill xmlns:a="http://schemas.openxmlformats.org/drawingml/2006/main">
            <a:srgbClr val="F5F7DD"/>
          </a:solidFill>
          <a:ln xmlns:a="http://schemas.openxmlformats.org/drawingml/2006/main" w="0">
            <a:noFill/>
          </a:ln>
        </p:spPr>
      </p:sp>
      <p:sp>
        <p:nvSpPr>
          <p:cNvPr id="772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1FBD88C5-9A17-4EE8-9E27-9FDD278E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2714" y="1129189"/>
            <a:ext cx="18098" cy="37148"/>
          </a:xfrm>
          <a:custGeom xmlns:a="http://schemas.openxmlformats.org/drawingml/2006/main">
            <a:pathLst>
              <a:path w="18098" h="37148">
                <a:moveTo>
                  <a:pt x="18098" y="37148"/>
                </a:moveTo>
                <a:lnTo>
                  <a:pt x="18098" y="0"/>
                </a:lnTo>
                <a:lnTo>
                  <a:pt x="0" y="0"/>
                </a:lnTo>
                <a:lnTo>
                  <a:pt x="0" y="37148"/>
                </a:lnTo>
                <a:lnTo>
                  <a:pt x="18098" y="37148"/>
                </a:lnTo>
                <a:close/>
              </a:path>
            </a:pathLst>
          </a:custGeom>
          <a:solidFill xmlns:a="http://schemas.openxmlformats.org/drawingml/2006/main">
            <a:srgbClr val="F5F7DD"/>
          </a:solidFill>
          <a:ln xmlns:a="http://schemas.openxmlformats.org/drawingml/2006/main" w="0">
            <a:noFill/>
          </a:ln>
        </p:spPr>
      </p:sp>
      <p:sp>
        <p:nvSpPr>
          <p:cNvPr id="773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36C2B275-DE6E-4208-A81E-DD56ED6C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3189" y="1195864"/>
            <a:ext cx="18098" cy="37147"/>
          </a:xfrm>
          <a:custGeom xmlns:a="http://schemas.openxmlformats.org/drawingml/2006/main">
            <a:pathLst>
              <a:path w="18098" h="37147">
                <a:moveTo>
                  <a:pt x="18098" y="37147"/>
                </a:moveTo>
                <a:lnTo>
                  <a:pt x="18098" y="0"/>
                </a:lnTo>
                <a:lnTo>
                  <a:pt x="0" y="0"/>
                </a:lnTo>
                <a:lnTo>
                  <a:pt x="0" y="37147"/>
                </a:lnTo>
                <a:lnTo>
                  <a:pt x="18098" y="37147"/>
                </a:lnTo>
                <a:close/>
              </a:path>
            </a:pathLst>
          </a:custGeom>
          <a:solidFill xmlns:a="http://schemas.openxmlformats.org/drawingml/2006/main">
            <a:srgbClr val="F5F7DD"/>
          </a:solidFill>
          <a:ln xmlns:a="http://schemas.openxmlformats.org/drawingml/2006/main" w="0">
            <a:noFill/>
          </a:ln>
        </p:spPr>
      </p:sp>
      <p:sp>
        <p:nvSpPr>
          <p:cNvPr id="774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45DF1826-4753-4DEB-8ECD-682AFE70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1189" y="2357914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27622"/>
                </a:move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close/>
              </a:path>
            </a:pathLst>
          </a:custGeom>
          <a:solidFill xmlns:a="http://schemas.openxmlformats.org/drawingml/2006/main">
            <a:srgbClr val="DFE697"/>
          </a:solidFill>
          <a:ln xmlns:a="http://schemas.openxmlformats.org/drawingml/2006/main" w="0">
            <a:noFill/>
          </a:ln>
        </p:spPr>
      </p:sp>
      <p:sp>
        <p:nvSpPr>
          <p:cNvPr id="775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1AE7AA0B-E8D6-4760-9C16-75ACB6A7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0214" y="2453164"/>
            <a:ext cx="46673" cy="18097"/>
          </a:xfrm>
          <a:custGeom xmlns:a="http://schemas.openxmlformats.org/drawingml/2006/main">
            <a:pathLst>
              <a:path w="46673" h="18097">
                <a:moveTo>
                  <a:pt x="0" y="0"/>
                </a:moveTo>
                <a:lnTo>
                  <a:pt x="0" y="18097"/>
                </a:lnTo>
                <a:lnTo>
                  <a:pt x="46673" y="18097"/>
                </a:lnTo>
                <a:lnTo>
                  <a:pt x="466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FE697"/>
          </a:solidFill>
          <a:ln xmlns:a="http://schemas.openxmlformats.org/drawingml/2006/main" w="0">
            <a:noFill/>
          </a:ln>
        </p:spPr>
      </p:sp>
      <p:sp>
        <p:nvSpPr>
          <p:cNvPr id="776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2D349F05-91D6-436B-8D0E-083EBC1B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4964" y="2500789"/>
            <a:ext cx="103823" cy="18097"/>
          </a:xfrm>
          <a:custGeom xmlns:a="http://schemas.openxmlformats.org/drawingml/2006/main">
            <a:pathLst>
              <a:path w="103823" h="18097">
                <a:moveTo>
                  <a:pt x="0" y="0"/>
                </a:moveTo>
                <a:lnTo>
                  <a:pt x="0" y="18097"/>
                </a:lnTo>
                <a:lnTo>
                  <a:pt x="103823" y="18097"/>
                </a:lnTo>
                <a:lnTo>
                  <a:pt x="1038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FE697"/>
          </a:solidFill>
          <a:ln xmlns:a="http://schemas.openxmlformats.org/drawingml/2006/main" w="0">
            <a:noFill/>
          </a:ln>
        </p:spPr>
      </p:sp>
      <p:sp>
        <p:nvSpPr>
          <p:cNvPr id="777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FF733D76-52F7-435E-B5F0-8A9D9CC5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2089" y="2567464"/>
            <a:ext cx="141923" cy="18097"/>
          </a:xfrm>
          <a:custGeom xmlns:a="http://schemas.openxmlformats.org/drawingml/2006/main">
            <a:pathLst>
              <a:path w="141923" h="18097">
                <a:moveTo>
                  <a:pt x="0" y="0"/>
                </a:moveTo>
                <a:lnTo>
                  <a:pt x="0" y="18097"/>
                </a:lnTo>
                <a:lnTo>
                  <a:pt x="141923" y="18097"/>
                </a:lnTo>
                <a:lnTo>
                  <a:pt x="1419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FE697"/>
          </a:solidFill>
          <a:ln xmlns:a="http://schemas.openxmlformats.org/drawingml/2006/main" w="0">
            <a:noFill/>
          </a:ln>
        </p:spPr>
      </p:sp>
      <p:sp>
        <p:nvSpPr>
          <p:cNvPr id="778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7E791A78-1ED8-4EDA-8DAB-35A14931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2564" y="2586514"/>
            <a:ext cx="18098" cy="84772"/>
          </a:xfrm>
          <a:custGeom xmlns:a="http://schemas.openxmlformats.org/drawingml/2006/main">
            <a:pathLst>
              <a:path w="18098" h="84772">
                <a:moveTo>
                  <a:pt x="0" y="0"/>
                </a:moveTo>
                <a:lnTo>
                  <a:pt x="0" y="84772"/>
                </a:lnTo>
                <a:lnTo>
                  <a:pt x="18098" y="8477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FE697"/>
          </a:solidFill>
          <a:ln xmlns:a="http://schemas.openxmlformats.org/drawingml/2006/main" w="0">
            <a:noFill/>
          </a:ln>
        </p:spPr>
      </p:sp>
      <p:sp>
        <p:nvSpPr>
          <p:cNvPr id="779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7E382134-BF4D-47A1-BF47-C9CF9033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1114" y="2662714"/>
            <a:ext cx="180023" cy="18097"/>
          </a:xfrm>
          <a:custGeom xmlns:a="http://schemas.openxmlformats.org/drawingml/2006/main">
            <a:pathLst>
              <a:path w="180023" h="18097">
                <a:moveTo>
                  <a:pt x="0" y="0"/>
                </a:moveTo>
                <a:lnTo>
                  <a:pt x="0" y="18097"/>
                </a:lnTo>
                <a:lnTo>
                  <a:pt x="180023" y="18097"/>
                </a:lnTo>
                <a:lnTo>
                  <a:pt x="1800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FE697"/>
          </a:solidFill>
          <a:ln xmlns:a="http://schemas.openxmlformats.org/drawingml/2006/main" w="0">
            <a:noFill/>
          </a:ln>
        </p:spPr>
      </p:sp>
      <p:sp>
        <p:nvSpPr>
          <p:cNvPr id="780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8335FEFD-2669-4828-A4BE-4AA62F46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464" y="2834164"/>
            <a:ext cx="1580198" cy="18097"/>
          </a:xfrm>
          <a:custGeom xmlns:a="http://schemas.openxmlformats.org/drawingml/2006/main">
            <a:pathLst>
              <a:path w="1580198" h="18097">
                <a:moveTo>
                  <a:pt x="0" y="0"/>
                </a:moveTo>
                <a:lnTo>
                  <a:pt x="0" y="18097"/>
                </a:lnTo>
                <a:lnTo>
                  <a:pt x="1580198" y="18097"/>
                </a:lnTo>
                <a:lnTo>
                  <a:pt x="15801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FE697"/>
          </a:solidFill>
          <a:ln xmlns:a="http://schemas.openxmlformats.org/drawingml/2006/main" w="0">
            <a:noFill/>
          </a:ln>
        </p:spPr>
      </p:sp>
      <p:sp>
        <p:nvSpPr>
          <p:cNvPr id="781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26CC6515-7836-416B-8B35-0D05BB38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689" y="223408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18097"/>
                </a:move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DFE697"/>
          </a:solidFill>
          <a:ln xmlns:a="http://schemas.openxmlformats.org/drawingml/2006/main" w="0">
            <a:noFill/>
          </a:ln>
        </p:spPr>
      </p:sp>
      <p:sp>
        <p:nvSpPr>
          <p:cNvPr id="782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2525E84C-FA50-4711-ACF7-C9C58D36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3589" y="2253139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FE697"/>
          </a:solidFill>
          <a:ln xmlns:a="http://schemas.openxmlformats.org/drawingml/2006/main" w="0">
            <a:noFill/>
          </a:ln>
        </p:spPr>
      </p:sp>
      <p:sp>
        <p:nvSpPr>
          <p:cNvPr id="783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3CC44ABE-53A4-41DE-90C2-B511AF5E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5014" y="2272189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FE697"/>
          </a:solidFill>
          <a:ln xmlns:a="http://schemas.openxmlformats.org/drawingml/2006/main" w="0">
            <a:noFill/>
          </a:ln>
        </p:spPr>
      </p:sp>
      <p:sp>
        <p:nvSpPr>
          <p:cNvPr id="784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78383117-C07F-428B-9CE9-68FDB8F1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5964" y="229123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FE697"/>
          </a:solidFill>
          <a:ln xmlns:a="http://schemas.openxmlformats.org/drawingml/2006/main" w="0">
            <a:noFill/>
          </a:ln>
        </p:spPr>
      </p:sp>
      <p:sp>
        <p:nvSpPr>
          <p:cNvPr id="785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5170B5B8-BCD4-4696-8B20-EDF83208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8814" y="231981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FE697"/>
          </a:solidFill>
          <a:ln xmlns:a="http://schemas.openxmlformats.org/drawingml/2006/main" w="0">
            <a:noFill/>
          </a:ln>
        </p:spPr>
      </p:sp>
      <p:sp>
        <p:nvSpPr>
          <p:cNvPr id="786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34641D9D-A230-46BC-8699-FAC5F06D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4814" y="1119664"/>
            <a:ext cx="18098" cy="122872"/>
          </a:xfrm>
          <a:custGeom xmlns:a="http://schemas.openxmlformats.org/drawingml/2006/main">
            <a:pathLst>
              <a:path w="18098" h="122872">
                <a:moveTo>
                  <a:pt x="0" y="0"/>
                </a:moveTo>
                <a:lnTo>
                  <a:pt x="0" y="122872"/>
                </a:lnTo>
                <a:lnTo>
                  <a:pt x="18098" y="12287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2DFD5"/>
          </a:solidFill>
          <a:ln xmlns:a="http://schemas.openxmlformats.org/drawingml/2006/main" w="0">
            <a:noFill/>
          </a:ln>
        </p:spPr>
      </p:sp>
      <p:sp>
        <p:nvSpPr>
          <p:cNvPr id="787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0D77029C-99F6-4C8E-826B-E859ED8D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4339" y="1262539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0"/>
                </a:move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B2DFD5"/>
          </a:solidFill>
          <a:ln xmlns:a="http://schemas.openxmlformats.org/drawingml/2006/main" w="0">
            <a:noFill/>
          </a:ln>
        </p:spPr>
      </p:sp>
      <p:sp>
        <p:nvSpPr>
          <p:cNvPr id="788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7B9FDE85-8BEE-4464-9174-E6A03F89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3864" y="131016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B2DFD5"/>
          </a:solidFill>
          <a:ln xmlns:a="http://schemas.openxmlformats.org/drawingml/2006/main" w="0">
            <a:noFill/>
          </a:ln>
        </p:spPr>
      </p:sp>
      <p:sp>
        <p:nvSpPr>
          <p:cNvPr id="789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F42DFBD5-69EE-4558-BD37-B7ECA912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914" y="136731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B2DFD5"/>
          </a:solidFill>
          <a:ln xmlns:a="http://schemas.openxmlformats.org/drawingml/2006/main" w="0">
            <a:noFill/>
          </a:ln>
        </p:spPr>
      </p:sp>
      <p:sp>
        <p:nvSpPr>
          <p:cNvPr id="790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8C1157B5-4BF5-4CE2-819B-BA22489C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714" y="2815114"/>
            <a:ext cx="122873" cy="18097"/>
          </a:xfrm>
          <a:custGeom xmlns:a="http://schemas.openxmlformats.org/drawingml/2006/main">
            <a:pathLst>
              <a:path w="122873" h="18097">
                <a:moveTo>
                  <a:pt x="122873" y="18097"/>
                </a:moveTo>
                <a:lnTo>
                  <a:pt x="122873" y="0"/>
                </a:lnTo>
                <a:lnTo>
                  <a:pt x="0" y="0"/>
                </a:lnTo>
                <a:lnTo>
                  <a:pt x="0" y="18097"/>
                </a:lnTo>
                <a:lnTo>
                  <a:pt x="122873" y="18097"/>
                </a:lnTo>
                <a:close/>
              </a:path>
            </a:pathLst>
          </a:custGeom>
          <a:solidFill xmlns:a="http://schemas.openxmlformats.org/drawingml/2006/main">
            <a:srgbClr val="B2DFD5"/>
          </a:solidFill>
          <a:ln xmlns:a="http://schemas.openxmlformats.org/drawingml/2006/main" w="0">
            <a:noFill/>
          </a:ln>
        </p:spPr>
      </p:sp>
      <p:sp>
        <p:nvSpPr>
          <p:cNvPr id="791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13D60EDC-AB54-42D9-A516-81B35F55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5289" y="2834164"/>
            <a:ext cx="351473" cy="18097"/>
          </a:xfrm>
          <a:custGeom xmlns:a="http://schemas.openxmlformats.org/drawingml/2006/main">
            <a:pathLst>
              <a:path w="351473" h="18097">
                <a:moveTo>
                  <a:pt x="0" y="18097"/>
                </a:moveTo>
                <a:lnTo>
                  <a:pt x="351473" y="18097"/>
                </a:lnTo>
                <a:lnTo>
                  <a:pt x="351473" y="0"/>
                </a:lnTo>
                <a:lnTo>
                  <a:pt x="0" y="0"/>
                </a:lnTo>
                <a:lnTo>
                  <a:pt x="0" y="18097"/>
                </a:lnTo>
                <a:close/>
              </a:path>
            </a:pathLst>
          </a:custGeom>
          <a:solidFill xmlns:a="http://schemas.openxmlformats.org/drawingml/2006/main">
            <a:srgbClr val="B2DFD5"/>
          </a:solidFill>
          <a:ln xmlns:a="http://schemas.openxmlformats.org/drawingml/2006/main" w="0">
            <a:noFill/>
          </a:ln>
        </p:spPr>
      </p:sp>
      <p:sp>
        <p:nvSpPr>
          <p:cNvPr id="792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F4D8493C-1170-4A54-B4CE-0FA49370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2489" y="179593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2DFD5"/>
          </a:solidFill>
          <a:ln xmlns:a="http://schemas.openxmlformats.org/drawingml/2006/main" w="0">
            <a:noFill/>
          </a:ln>
        </p:spPr>
      </p:sp>
      <p:sp>
        <p:nvSpPr>
          <p:cNvPr id="793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CD119A9B-1DDB-4394-8160-B55834DA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8689" y="184356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B2DFD5"/>
          </a:solidFill>
          <a:ln xmlns:a="http://schemas.openxmlformats.org/drawingml/2006/main" w="0">
            <a:noFill/>
          </a:ln>
        </p:spPr>
      </p:sp>
      <p:sp>
        <p:nvSpPr>
          <p:cNvPr id="794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48FCBD10-F015-48DD-9927-8BF2B36D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789" y="2576989"/>
            <a:ext cx="18098" cy="94297"/>
          </a:xfrm>
          <a:custGeom xmlns:a="http://schemas.openxmlformats.org/drawingml/2006/main">
            <a:pathLst>
              <a:path w="18098" h="94297">
                <a:moveTo>
                  <a:pt x="0" y="0"/>
                </a:moveTo>
                <a:lnTo>
                  <a:pt x="0" y="94297"/>
                </a:lnTo>
                <a:lnTo>
                  <a:pt x="18098" y="94297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2DFD5"/>
          </a:solidFill>
          <a:ln xmlns:a="http://schemas.openxmlformats.org/drawingml/2006/main" w="0">
            <a:noFill/>
          </a:ln>
        </p:spPr>
      </p:sp>
      <p:sp>
        <p:nvSpPr>
          <p:cNvPr id="795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1F487A56-F54D-4785-B187-9444660F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2514" y="191976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18097"/>
                </a:move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B2DFD5"/>
          </a:solidFill>
          <a:ln xmlns:a="http://schemas.openxmlformats.org/drawingml/2006/main" w="0">
            <a:noFill/>
          </a:ln>
        </p:spPr>
      </p:sp>
      <p:sp>
        <p:nvSpPr>
          <p:cNvPr id="796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FBAFE6A9-02BD-4DC5-8881-1433DCA4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7339" y="223408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18097"/>
                </a:move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B2DFD5"/>
          </a:solidFill>
          <a:ln xmlns:a="http://schemas.openxmlformats.org/drawingml/2006/main" w="0">
            <a:noFill/>
          </a:ln>
        </p:spPr>
      </p:sp>
      <p:sp>
        <p:nvSpPr>
          <p:cNvPr id="797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C3791933-189E-4250-B8B4-97972471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7764" y="2462689"/>
            <a:ext cx="18098" cy="46672"/>
          </a:xfrm>
          <a:custGeom xmlns:a="http://schemas.openxmlformats.org/drawingml/2006/main">
            <a:pathLst>
              <a:path w="18098" h="46672">
                <a:moveTo>
                  <a:pt x="0" y="0"/>
                </a:moveTo>
                <a:lnTo>
                  <a:pt x="0" y="46672"/>
                </a:lnTo>
                <a:lnTo>
                  <a:pt x="18098" y="4667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2DFD5"/>
          </a:solidFill>
          <a:ln xmlns:a="http://schemas.openxmlformats.org/drawingml/2006/main" w="0">
            <a:noFill/>
          </a:ln>
        </p:spPr>
      </p:sp>
      <p:sp>
        <p:nvSpPr>
          <p:cNvPr id="798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9D4C5AB3-BE67-4B5F-8EE5-7E20316D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1564" y="2500789"/>
            <a:ext cx="84773" cy="18097"/>
          </a:xfrm>
          <a:custGeom xmlns:a="http://schemas.openxmlformats.org/drawingml/2006/main">
            <a:pathLst>
              <a:path w="84773" h="18097">
                <a:moveTo>
                  <a:pt x="84773" y="0"/>
                </a:moveTo>
                <a:lnTo>
                  <a:pt x="0" y="0"/>
                </a:lnTo>
                <a:lnTo>
                  <a:pt x="0" y="18097"/>
                </a:lnTo>
                <a:lnTo>
                  <a:pt x="84773" y="18097"/>
                </a:lnTo>
                <a:lnTo>
                  <a:pt x="84773" y="0"/>
                </a:lnTo>
                <a:close/>
              </a:path>
            </a:pathLst>
          </a:custGeom>
          <a:solidFill xmlns:a="http://schemas.openxmlformats.org/drawingml/2006/main">
            <a:srgbClr val="B2DFD5"/>
          </a:solidFill>
          <a:ln xmlns:a="http://schemas.openxmlformats.org/drawingml/2006/main" w="0">
            <a:noFill/>
          </a:ln>
        </p:spPr>
      </p:sp>
      <p:sp>
        <p:nvSpPr>
          <p:cNvPr id="799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856DE054-ED6E-4CE5-99FA-F23A7EFF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2039" y="2510314"/>
            <a:ext cx="18098" cy="65722"/>
          </a:xfrm>
          <a:custGeom xmlns:a="http://schemas.openxmlformats.org/drawingml/2006/main">
            <a:pathLst>
              <a:path w="18098" h="65722">
                <a:moveTo>
                  <a:pt x="0" y="0"/>
                </a:moveTo>
                <a:lnTo>
                  <a:pt x="0" y="65722"/>
                </a:lnTo>
                <a:lnTo>
                  <a:pt x="18098" y="657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2DFD5"/>
          </a:solidFill>
          <a:ln xmlns:a="http://schemas.openxmlformats.org/drawingml/2006/main" w="0">
            <a:noFill/>
          </a:ln>
        </p:spPr>
      </p:sp>
      <p:sp>
        <p:nvSpPr>
          <p:cNvPr id="800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F06A9790-C7D2-44F2-B477-BBB57828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2664" y="17959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18097"/>
                </a:move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FCF7BB"/>
          </a:solidFill>
          <a:ln xmlns:a="http://schemas.openxmlformats.org/drawingml/2006/main" w="0">
            <a:noFill/>
          </a:ln>
        </p:spPr>
      </p:sp>
      <p:sp>
        <p:nvSpPr>
          <p:cNvPr id="801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65301072-A692-4E7B-A307-E5AE4814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5039" y="18340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18097"/>
                </a:move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FCF7BB"/>
          </a:solidFill>
          <a:ln xmlns:a="http://schemas.openxmlformats.org/drawingml/2006/main" w="0">
            <a:noFill/>
          </a:ln>
        </p:spPr>
      </p:sp>
      <p:sp>
        <p:nvSpPr>
          <p:cNvPr id="802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D016534D-205E-489A-A2A9-8AB98A88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7414" y="18721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18097"/>
                </a:move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FCF7BB"/>
          </a:solidFill>
          <a:ln xmlns:a="http://schemas.openxmlformats.org/drawingml/2006/main" w="0">
            <a:noFill/>
          </a:ln>
        </p:spPr>
      </p:sp>
      <p:sp>
        <p:nvSpPr>
          <p:cNvPr id="803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847855CC-F348-4292-9E78-B17714AF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0264" y="191023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CF7BB"/>
          </a:solidFill>
          <a:ln xmlns:a="http://schemas.openxmlformats.org/drawingml/2006/main" w="0">
            <a:noFill/>
          </a:ln>
        </p:spPr>
      </p:sp>
      <p:sp>
        <p:nvSpPr>
          <p:cNvPr id="804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B1547B90-E124-435C-975C-A3D87964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2639" y="194833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CF7BB"/>
          </a:solidFill>
          <a:ln xmlns:a="http://schemas.openxmlformats.org/drawingml/2006/main" w="0">
            <a:noFill/>
          </a:ln>
        </p:spPr>
      </p:sp>
      <p:sp>
        <p:nvSpPr>
          <p:cNvPr id="805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78FAF08D-8AA9-4FE9-B365-A3749DE1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4064" y="196738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CF7BB"/>
          </a:solidFill>
          <a:ln xmlns:a="http://schemas.openxmlformats.org/drawingml/2006/main" w="0">
            <a:noFill/>
          </a:ln>
        </p:spPr>
      </p:sp>
      <p:sp>
        <p:nvSpPr>
          <p:cNvPr id="806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E7AB3390-C804-4BDE-B999-010673E0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914" y="200548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CF7BB"/>
          </a:solidFill>
          <a:ln xmlns:a="http://schemas.openxmlformats.org/drawingml/2006/main" w="0">
            <a:noFill/>
          </a:ln>
        </p:spPr>
      </p:sp>
      <p:sp>
        <p:nvSpPr>
          <p:cNvPr id="807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3541CAFC-15B0-4DBA-904A-C72D3ED4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7864" y="201501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18097"/>
                </a:move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FCF7BB"/>
          </a:solidFill>
          <a:ln xmlns:a="http://schemas.openxmlformats.org/drawingml/2006/main" w="0">
            <a:noFill/>
          </a:ln>
        </p:spPr>
      </p:sp>
      <p:sp>
        <p:nvSpPr>
          <p:cNvPr id="808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D7FF081B-7C1F-45C2-A076-A146E2A1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6989" y="1433989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0"/>
                </a:move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FCF7BB"/>
          </a:solidFill>
          <a:ln xmlns:a="http://schemas.openxmlformats.org/drawingml/2006/main" w="0">
            <a:noFill/>
          </a:ln>
        </p:spPr>
      </p:sp>
      <p:sp>
        <p:nvSpPr>
          <p:cNvPr id="809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6EA344C9-86BF-41B4-BB05-DBDB32E2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7939" y="1462564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CF7BB"/>
          </a:solidFill>
          <a:ln xmlns:a="http://schemas.openxmlformats.org/drawingml/2006/main" w="0">
            <a:noFill/>
          </a:ln>
        </p:spPr>
      </p:sp>
      <p:sp>
        <p:nvSpPr>
          <p:cNvPr id="810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0E143DA6-BBCD-4A47-8539-2D24AF4E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8414" y="1481614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27622"/>
                </a:move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close/>
              </a:path>
            </a:pathLst>
          </a:custGeom>
          <a:solidFill xmlns:a="http://schemas.openxmlformats.org/drawingml/2006/main">
            <a:srgbClr val="FCF7BB"/>
          </a:solidFill>
          <a:ln xmlns:a="http://schemas.openxmlformats.org/drawingml/2006/main" w="0">
            <a:noFill/>
          </a:ln>
        </p:spPr>
      </p:sp>
      <p:sp>
        <p:nvSpPr>
          <p:cNvPr id="811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DBC3EA22-A614-4074-BA59-06AE7ED9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0789" y="1548289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CF7BB"/>
          </a:solidFill>
          <a:ln xmlns:a="http://schemas.openxmlformats.org/drawingml/2006/main" w="0">
            <a:noFill/>
          </a:ln>
        </p:spPr>
      </p:sp>
      <p:sp>
        <p:nvSpPr>
          <p:cNvPr id="812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D0DF657D-C8BA-4B8D-9002-D933A84D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3164" y="1595914"/>
            <a:ext cx="27623" cy="37147"/>
          </a:xfrm>
          <a:custGeom xmlns:a="http://schemas.openxmlformats.org/drawingml/2006/main">
            <a:pathLst>
              <a:path w="27623" h="37147">
                <a:moveTo>
                  <a:pt x="0" y="9525"/>
                </a:moveTo>
                <a:lnTo>
                  <a:pt x="0" y="37147"/>
                </a:lnTo>
                <a:lnTo>
                  <a:pt x="18098" y="37147"/>
                </a:lnTo>
                <a:lnTo>
                  <a:pt x="18098" y="27622"/>
                </a:lnTo>
                <a:lnTo>
                  <a:pt x="27623" y="27622"/>
                </a:lnTo>
                <a:lnTo>
                  <a:pt x="27623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close/>
              </a:path>
            </a:pathLst>
          </a:custGeom>
          <a:solidFill xmlns:a="http://schemas.openxmlformats.org/drawingml/2006/main">
            <a:srgbClr val="FCF7BB"/>
          </a:solidFill>
          <a:ln xmlns:a="http://schemas.openxmlformats.org/drawingml/2006/main" w="0">
            <a:noFill/>
          </a:ln>
        </p:spPr>
      </p:sp>
      <p:sp>
        <p:nvSpPr>
          <p:cNvPr id="813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6677135B-62A2-40CE-8325-6A9E9B36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5064" y="1643539"/>
            <a:ext cx="27623" cy="37147"/>
          </a:xfrm>
          <a:custGeom xmlns:a="http://schemas.openxmlformats.org/drawingml/2006/main">
            <a:pathLst>
              <a:path w="27623" h="37147">
                <a:moveTo>
                  <a:pt x="18098" y="37147"/>
                </a:moveTo>
                <a:lnTo>
                  <a:pt x="18098" y="27622"/>
                </a:lnTo>
                <a:lnTo>
                  <a:pt x="27623" y="27622"/>
                </a:lnTo>
                <a:lnTo>
                  <a:pt x="27623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lnTo>
                  <a:pt x="0" y="37147"/>
                </a:lnTo>
                <a:lnTo>
                  <a:pt x="18098" y="37147"/>
                </a:lnTo>
                <a:close/>
              </a:path>
            </a:pathLst>
          </a:custGeom>
          <a:solidFill xmlns:a="http://schemas.openxmlformats.org/drawingml/2006/main">
            <a:srgbClr val="FCF7BB"/>
          </a:solidFill>
          <a:ln xmlns:a="http://schemas.openxmlformats.org/drawingml/2006/main" w="0">
            <a:noFill/>
          </a:ln>
        </p:spPr>
      </p:sp>
      <p:sp>
        <p:nvSpPr>
          <p:cNvPr id="814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615E6020-F423-4D86-93A5-EABDBD71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1289" y="557689"/>
            <a:ext cx="18098" cy="313373"/>
          </a:xfrm>
          <a:custGeom xmlns:a="http://schemas.openxmlformats.org/drawingml/2006/main">
            <a:pathLst>
              <a:path w="18098" h="313373">
                <a:moveTo>
                  <a:pt x="0" y="0"/>
                </a:moveTo>
                <a:lnTo>
                  <a:pt x="0" y="313373"/>
                </a:lnTo>
                <a:lnTo>
                  <a:pt x="18098" y="313373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CF7BB"/>
          </a:solidFill>
          <a:ln xmlns:a="http://schemas.openxmlformats.org/drawingml/2006/main" w="0">
            <a:noFill/>
          </a:ln>
        </p:spPr>
      </p:sp>
      <p:sp>
        <p:nvSpPr>
          <p:cNvPr id="815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FA6FC037-1B16-4DED-B93E-6B867BDF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2239" y="1100614"/>
            <a:ext cx="18098" cy="27623"/>
          </a:xfrm>
          <a:custGeom xmlns:a="http://schemas.openxmlformats.org/drawingml/2006/main">
            <a:pathLst>
              <a:path w="18098" h="27623">
                <a:moveTo>
                  <a:pt x="18098" y="0"/>
                </a:moveTo>
                <a:lnTo>
                  <a:pt x="0" y="0"/>
                </a:lnTo>
                <a:lnTo>
                  <a:pt x="0" y="27623"/>
                </a:lnTo>
                <a:lnTo>
                  <a:pt x="18098" y="27623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FCF7BB"/>
          </a:solidFill>
          <a:ln xmlns:a="http://schemas.openxmlformats.org/drawingml/2006/main" w="0">
            <a:noFill/>
          </a:ln>
        </p:spPr>
      </p:sp>
      <p:sp>
        <p:nvSpPr>
          <p:cNvPr id="816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84D2147D-4994-4699-B759-1BCCB6C8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2714" y="1157764"/>
            <a:ext cx="18098" cy="56198"/>
          </a:xfrm>
          <a:custGeom xmlns:a="http://schemas.openxmlformats.org/drawingml/2006/main">
            <a:pathLst>
              <a:path w="18098" h="56198">
                <a:moveTo>
                  <a:pt x="0" y="56198"/>
                </a:moveTo>
                <a:lnTo>
                  <a:pt x="18098" y="56198"/>
                </a:lnTo>
                <a:lnTo>
                  <a:pt x="18098" y="0"/>
                </a:lnTo>
                <a:lnTo>
                  <a:pt x="0" y="0"/>
                </a:lnTo>
                <a:lnTo>
                  <a:pt x="0" y="56198"/>
                </a:lnTo>
                <a:close/>
              </a:path>
            </a:pathLst>
          </a:custGeom>
          <a:solidFill xmlns:a="http://schemas.openxmlformats.org/drawingml/2006/main">
            <a:srgbClr val="FCF7BB"/>
          </a:solidFill>
          <a:ln xmlns:a="http://schemas.openxmlformats.org/drawingml/2006/main" w="0">
            <a:noFill/>
          </a:ln>
        </p:spPr>
      </p:sp>
      <p:sp>
        <p:nvSpPr>
          <p:cNvPr id="817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07E6CAC1-C734-41FC-91B7-2518F764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3189" y="1224439"/>
            <a:ext cx="18098" cy="37147"/>
          </a:xfrm>
          <a:custGeom xmlns:a="http://schemas.openxmlformats.org/drawingml/2006/main">
            <a:pathLst>
              <a:path w="18098" h="37147">
                <a:moveTo>
                  <a:pt x="0" y="0"/>
                </a:moveTo>
                <a:lnTo>
                  <a:pt x="0" y="37147"/>
                </a:lnTo>
                <a:lnTo>
                  <a:pt x="18098" y="37147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CF7BB"/>
          </a:solidFill>
          <a:ln xmlns:a="http://schemas.openxmlformats.org/drawingml/2006/main" w="0">
            <a:noFill/>
          </a:ln>
        </p:spPr>
      </p:sp>
      <p:sp>
        <p:nvSpPr>
          <p:cNvPr id="818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092F94FD-A49A-4810-B16A-6EBD0659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3664" y="1262539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FCF7BB"/>
          </a:solidFill>
          <a:ln xmlns:a="http://schemas.openxmlformats.org/drawingml/2006/main" w="0">
            <a:noFill/>
          </a:ln>
        </p:spPr>
      </p:sp>
      <p:sp>
        <p:nvSpPr>
          <p:cNvPr id="819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265DD6CE-7776-48AF-9708-5C5E6708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4139" y="1291114"/>
            <a:ext cx="18098" cy="37147"/>
          </a:xfrm>
          <a:custGeom xmlns:a="http://schemas.openxmlformats.org/drawingml/2006/main">
            <a:pathLst>
              <a:path w="18098" h="37147">
                <a:moveTo>
                  <a:pt x="18098" y="37147"/>
                </a:moveTo>
                <a:lnTo>
                  <a:pt x="18098" y="0"/>
                </a:lnTo>
                <a:lnTo>
                  <a:pt x="0" y="0"/>
                </a:lnTo>
                <a:lnTo>
                  <a:pt x="0" y="37147"/>
                </a:lnTo>
                <a:lnTo>
                  <a:pt x="18098" y="37147"/>
                </a:lnTo>
                <a:close/>
              </a:path>
            </a:pathLst>
          </a:custGeom>
          <a:solidFill xmlns:a="http://schemas.openxmlformats.org/drawingml/2006/main">
            <a:srgbClr val="FCF7BB"/>
          </a:solidFill>
          <a:ln xmlns:a="http://schemas.openxmlformats.org/drawingml/2006/main" w="0">
            <a:noFill/>
          </a:ln>
        </p:spPr>
      </p:sp>
      <p:sp>
        <p:nvSpPr>
          <p:cNvPr id="820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A0680397-69A1-47FF-8EBC-79CE2CD3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4614" y="1319689"/>
            <a:ext cx="18098" cy="37147"/>
          </a:xfrm>
          <a:custGeom xmlns:a="http://schemas.openxmlformats.org/drawingml/2006/main">
            <a:pathLst>
              <a:path w="18098" h="37147">
                <a:moveTo>
                  <a:pt x="18098" y="37147"/>
                </a:moveTo>
                <a:lnTo>
                  <a:pt x="18098" y="0"/>
                </a:lnTo>
                <a:lnTo>
                  <a:pt x="0" y="0"/>
                </a:lnTo>
                <a:lnTo>
                  <a:pt x="0" y="37147"/>
                </a:lnTo>
                <a:lnTo>
                  <a:pt x="18098" y="37147"/>
                </a:lnTo>
                <a:close/>
              </a:path>
            </a:pathLst>
          </a:custGeom>
          <a:solidFill xmlns:a="http://schemas.openxmlformats.org/drawingml/2006/main">
            <a:srgbClr val="FCF7BB"/>
          </a:solidFill>
          <a:ln xmlns:a="http://schemas.openxmlformats.org/drawingml/2006/main" w="0">
            <a:noFill/>
          </a:ln>
        </p:spPr>
      </p:sp>
      <p:sp>
        <p:nvSpPr>
          <p:cNvPr id="821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100F7035-7CB2-4408-B19A-09D335AB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5089" y="1357789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FCF7BB"/>
          </a:solidFill>
          <a:ln xmlns:a="http://schemas.openxmlformats.org/drawingml/2006/main" w="0">
            <a:noFill/>
          </a:ln>
        </p:spPr>
      </p:sp>
      <p:sp>
        <p:nvSpPr>
          <p:cNvPr id="822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BB275A57-1F5D-4244-91D0-7C4BA03B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5564" y="1376839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CF7BB"/>
          </a:solidFill>
          <a:ln xmlns:a="http://schemas.openxmlformats.org/drawingml/2006/main" w="0">
            <a:noFill/>
          </a:ln>
        </p:spPr>
      </p:sp>
      <p:sp>
        <p:nvSpPr>
          <p:cNvPr id="823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496299D2-32B1-452E-AA1A-908F1438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6039" y="1395889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27622"/>
                </a:move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close/>
              </a:path>
            </a:pathLst>
          </a:custGeom>
          <a:solidFill xmlns:a="http://schemas.openxmlformats.org/drawingml/2006/main">
            <a:srgbClr val="FCF7BB"/>
          </a:solidFill>
          <a:ln xmlns:a="http://schemas.openxmlformats.org/drawingml/2006/main" w="0">
            <a:noFill/>
          </a:ln>
        </p:spPr>
      </p:sp>
      <p:sp>
        <p:nvSpPr>
          <p:cNvPr id="824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AE4E7DD9-E403-4236-86AF-19CC738E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6514" y="1414939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0"/>
                </a:move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FCF7BB"/>
          </a:solidFill>
          <a:ln xmlns:a="http://schemas.openxmlformats.org/drawingml/2006/main" w="0">
            <a:noFill/>
          </a:ln>
        </p:spPr>
      </p:sp>
      <p:sp>
        <p:nvSpPr>
          <p:cNvPr id="825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323E0A06-2D26-4A84-A98E-C3C71822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5764" y="891064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18098"/>
                </a:move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close/>
              </a:path>
            </a:pathLst>
          </a:custGeom>
          <a:solidFill xmlns:a="http://schemas.openxmlformats.org/drawingml/2006/main">
            <a:srgbClr val="C5E7DF"/>
          </a:solidFill>
          <a:ln xmlns:a="http://schemas.openxmlformats.org/drawingml/2006/main" w="0">
            <a:noFill/>
          </a:ln>
        </p:spPr>
      </p:sp>
      <p:sp>
        <p:nvSpPr>
          <p:cNvPr id="826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88B372A3-0633-4A0A-984D-8D4DE099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4814" y="938689"/>
            <a:ext cx="18098" cy="189548"/>
          </a:xfrm>
          <a:custGeom xmlns:a="http://schemas.openxmlformats.org/drawingml/2006/main">
            <a:pathLst>
              <a:path w="18098" h="189548">
                <a:moveTo>
                  <a:pt x="0" y="0"/>
                </a:moveTo>
                <a:lnTo>
                  <a:pt x="0" y="189548"/>
                </a:lnTo>
                <a:lnTo>
                  <a:pt x="18098" y="189548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5E7DF"/>
          </a:solidFill>
          <a:ln xmlns:a="http://schemas.openxmlformats.org/drawingml/2006/main" w="0">
            <a:noFill/>
          </a:ln>
        </p:spPr>
      </p:sp>
      <p:sp>
        <p:nvSpPr>
          <p:cNvPr id="827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34F7F61D-1C34-4125-A9B2-A99B0AA0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4339" y="1224439"/>
            <a:ext cx="18098" cy="46672"/>
          </a:xfrm>
          <a:custGeom xmlns:a="http://schemas.openxmlformats.org/drawingml/2006/main">
            <a:pathLst>
              <a:path w="18098" h="46672">
                <a:moveTo>
                  <a:pt x="18098" y="0"/>
                </a:moveTo>
                <a:lnTo>
                  <a:pt x="0" y="0"/>
                </a:lnTo>
                <a:lnTo>
                  <a:pt x="0" y="46672"/>
                </a:lnTo>
                <a:lnTo>
                  <a:pt x="18098" y="46672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C5E7DF"/>
          </a:solidFill>
          <a:ln xmlns:a="http://schemas.openxmlformats.org/drawingml/2006/main" w="0">
            <a:noFill/>
          </a:ln>
        </p:spPr>
      </p:sp>
      <p:sp>
        <p:nvSpPr>
          <p:cNvPr id="828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0A47379A-7BE7-449D-AA87-8F7338B4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3864" y="129111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C5E7DF"/>
          </a:solidFill>
          <a:ln xmlns:a="http://schemas.openxmlformats.org/drawingml/2006/main" w="0">
            <a:noFill/>
          </a:ln>
        </p:spPr>
      </p:sp>
      <p:sp>
        <p:nvSpPr>
          <p:cNvPr id="829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49C54197-FBCE-471A-9F24-3DA54E19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914" y="134826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C5E7DF"/>
          </a:solidFill>
          <a:ln xmlns:a="http://schemas.openxmlformats.org/drawingml/2006/main" w="0">
            <a:noFill/>
          </a:ln>
        </p:spPr>
      </p:sp>
      <p:sp>
        <p:nvSpPr>
          <p:cNvPr id="830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3C01AFD8-259D-4189-BC9F-2DB94A59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439" y="1376839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C5E7DF"/>
          </a:solidFill>
          <a:ln xmlns:a="http://schemas.openxmlformats.org/drawingml/2006/main" w="0">
            <a:noFill/>
          </a:ln>
        </p:spPr>
      </p:sp>
      <p:sp>
        <p:nvSpPr>
          <p:cNvPr id="831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653BA92F-9427-4006-BE22-02ACAFA4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7264" y="185308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18097"/>
                </a:move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close/>
              </a:path>
            </a:pathLst>
          </a:custGeom>
          <a:solidFill xmlns:a="http://schemas.openxmlformats.org/drawingml/2006/main">
            <a:srgbClr val="C5E7DF"/>
          </a:solidFill>
          <a:ln xmlns:a="http://schemas.openxmlformats.org/drawingml/2006/main" w="0">
            <a:noFill/>
          </a:ln>
        </p:spPr>
      </p:sp>
      <p:sp>
        <p:nvSpPr>
          <p:cNvPr id="832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8D57E21D-8706-4044-96DE-E52CFF2A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1189" y="204358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C5E7DF"/>
          </a:solidFill>
          <a:ln xmlns:a="http://schemas.openxmlformats.org/drawingml/2006/main" w="0">
            <a:noFill/>
          </a:ln>
        </p:spPr>
      </p:sp>
      <p:sp>
        <p:nvSpPr>
          <p:cNvPr id="833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F92BE9D4-1361-4A8F-B406-DA4267DA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4989" y="209121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18097"/>
                </a:move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C5E7DF"/>
          </a:solidFill>
          <a:ln xmlns:a="http://schemas.openxmlformats.org/drawingml/2006/main" w="0">
            <a:noFill/>
          </a:ln>
        </p:spPr>
      </p:sp>
      <p:sp>
        <p:nvSpPr>
          <p:cNvPr id="834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972B3CB6-75AB-4FA5-9629-BB2B5A99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5939" y="21007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C5E7DF"/>
          </a:solidFill>
          <a:ln xmlns:a="http://schemas.openxmlformats.org/drawingml/2006/main" w="0">
            <a:noFill/>
          </a:ln>
        </p:spPr>
      </p:sp>
      <p:sp>
        <p:nvSpPr>
          <p:cNvPr id="835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E41CD9D5-47B7-426C-82FD-5B9726F9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6889" y="211026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5E7DF"/>
          </a:solidFill>
          <a:ln xmlns:a="http://schemas.openxmlformats.org/drawingml/2006/main" w="0">
            <a:noFill/>
          </a:ln>
        </p:spPr>
      </p:sp>
      <p:sp>
        <p:nvSpPr>
          <p:cNvPr id="836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7436500C-AAB9-4744-BEFA-4FD6A7CE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7839" y="211978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18097"/>
                </a:move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C5E7DF"/>
          </a:solidFill>
          <a:ln xmlns:a="http://schemas.openxmlformats.org/drawingml/2006/main" w="0">
            <a:noFill/>
          </a:ln>
        </p:spPr>
      </p:sp>
      <p:sp>
        <p:nvSpPr>
          <p:cNvPr id="837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CA0F9AB8-D51C-4E9A-907A-C9642CF2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0214" y="214836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18097"/>
                </a:move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C5E7DF"/>
          </a:solidFill>
          <a:ln xmlns:a="http://schemas.openxmlformats.org/drawingml/2006/main" w="0">
            <a:noFill/>
          </a:ln>
        </p:spPr>
      </p:sp>
      <p:sp>
        <p:nvSpPr>
          <p:cNvPr id="838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67ECF230-AA86-45F5-9378-D73FCEC2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164" y="2157889"/>
            <a:ext cx="27623" cy="27622"/>
          </a:xfrm>
          <a:custGeom xmlns:a="http://schemas.openxmlformats.org/drawingml/2006/main">
            <a:pathLst>
              <a:path w="27623" h="27622">
                <a:moveTo>
                  <a:pt x="18098" y="27622"/>
                </a:moveTo>
                <a:lnTo>
                  <a:pt x="18098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C5E7DF"/>
          </a:solidFill>
          <a:ln xmlns:a="http://schemas.openxmlformats.org/drawingml/2006/main" w="0">
            <a:noFill/>
          </a:ln>
        </p:spPr>
      </p:sp>
      <p:sp>
        <p:nvSpPr>
          <p:cNvPr id="839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D1E021D6-B6C9-4839-A24D-B8D1970C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3064" y="2176939"/>
            <a:ext cx="27623" cy="27622"/>
          </a:xfrm>
          <a:custGeom xmlns:a="http://schemas.openxmlformats.org/drawingml/2006/main">
            <a:pathLst>
              <a:path w="27623" h="27622">
                <a:moveTo>
                  <a:pt x="0" y="27622"/>
                </a:moveTo>
                <a:lnTo>
                  <a:pt x="27623" y="27622"/>
                </a:lnTo>
                <a:lnTo>
                  <a:pt x="27623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lnTo>
                  <a:pt x="0" y="27622"/>
                </a:lnTo>
                <a:close/>
              </a:path>
            </a:pathLst>
          </a:custGeom>
          <a:solidFill xmlns:a="http://schemas.openxmlformats.org/drawingml/2006/main">
            <a:srgbClr val="C5E7DF"/>
          </a:solidFill>
          <a:ln xmlns:a="http://schemas.openxmlformats.org/drawingml/2006/main" w="0">
            <a:noFill/>
          </a:ln>
        </p:spPr>
      </p:sp>
      <p:sp>
        <p:nvSpPr>
          <p:cNvPr id="840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FEA80471-7183-4657-A84D-767A461C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6389" y="2186464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5E7DF"/>
          </a:solidFill>
          <a:ln xmlns:a="http://schemas.openxmlformats.org/drawingml/2006/main" w="0">
            <a:noFill/>
          </a:ln>
        </p:spPr>
      </p:sp>
      <p:sp>
        <p:nvSpPr>
          <p:cNvPr id="841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8AE58DA9-250F-4020-A8D7-A1E19FEA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4964" y="2195989"/>
            <a:ext cx="46673" cy="18097"/>
          </a:xfrm>
          <a:custGeom xmlns:a="http://schemas.openxmlformats.org/drawingml/2006/main">
            <a:pathLst>
              <a:path w="46673" h="18097">
                <a:moveTo>
                  <a:pt x="46673" y="18097"/>
                </a:moveTo>
                <a:lnTo>
                  <a:pt x="46673" y="0"/>
                </a:lnTo>
                <a:lnTo>
                  <a:pt x="0" y="0"/>
                </a:lnTo>
                <a:lnTo>
                  <a:pt x="0" y="18097"/>
                </a:lnTo>
                <a:lnTo>
                  <a:pt x="46673" y="18097"/>
                </a:lnTo>
                <a:close/>
              </a:path>
            </a:pathLst>
          </a:custGeom>
          <a:solidFill xmlns:a="http://schemas.openxmlformats.org/drawingml/2006/main">
            <a:srgbClr val="C5E7DF"/>
          </a:solidFill>
          <a:ln xmlns:a="http://schemas.openxmlformats.org/drawingml/2006/main" w="0">
            <a:noFill/>
          </a:ln>
        </p:spPr>
      </p:sp>
      <p:sp>
        <p:nvSpPr>
          <p:cNvPr id="842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E9F05A5B-2713-4B13-A449-D890C546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1589" y="2672239"/>
            <a:ext cx="18098" cy="151447"/>
          </a:xfrm>
          <a:custGeom xmlns:a="http://schemas.openxmlformats.org/drawingml/2006/main">
            <a:pathLst>
              <a:path w="18098" h="151447">
                <a:moveTo>
                  <a:pt x="0" y="0"/>
                </a:moveTo>
                <a:lnTo>
                  <a:pt x="0" y="151447"/>
                </a:lnTo>
                <a:lnTo>
                  <a:pt x="18098" y="151447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8E4A3"/>
          </a:solidFill>
          <a:ln xmlns:a="http://schemas.openxmlformats.org/drawingml/2006/main" w="0">
            <a:noFill/>
          </a:ln>
        </p:spPr>
      </p:sp>
      <p:sp>
        <p:nvSpPr>
          <p:cNvPr id="843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8BE5D161-793B-4024-A892-7179F8FE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464" y="2815114"/>
            <a:ext cx="246698" cy="18097"/>
          </a:xfrm>
          <a:custGeom xmlns:a="http://schemas.openxmlformats.org/drawingml/2006/main">
            <a:pathLst>
              <a:path w="246698" h="18097">
                <a:moveTo>
                  <a:pt x="246698" y="0"/>
                </a:moveTo>
                <a:lnTo>
                  <a:pt x="0" y="0"/>
                </a:lnTo>
                <a:lnTo>
                  <a:pt x="0" y="18097"/>
                </a:lnTo>
                <a:lnTo>
                  <a:pt x="246698" y="18097"/>
                </a:lnTo>
                <a:lnTo>
                  <a:pt x="246698" y="0"/>
                </a:lnTo>
                <a:close/>
              </a:path>
            </a:pathLst>
          </a:custGeom>
          <a:solidFill xmlns:a="http://schemas.openxmlformats.org/drawingml/2006/main">
            <a:srgbClr val="D8E4A3"/>
          </a:solidFill>
          <a:ln xmlns:a="http://schemas.openxmlformats.org/drawingml/2006/main" w="0">
            <a:noFill/>
          </a:ln>
        </p:spPr>
      </p:sp>
      <p:sp>
        <p:nvSpPr>
          <p:cNvPr id="844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78152290-707B-414C-BE2F-F50B6365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0689" y="2462689"/>
            <a:ext cx="18098" cy="46672"/>
          </a:xfrm>
          <a:custGeom xmlns:a="http://schemas.openxmlformats.org/drawingml/2006/main">
            <a:pathLst>
              <a:path w="18098" h="46672">
                <a:moveTo>
                  <a:pt x="0" y="46672"/>
                </a:moveTo>
                <a:lnTo>
                  <a:pt x="18098" y="46672"/>
                </a:lnTo>
                <a:lnTo>
                  <a:pt x="18098" y="0"/>
                </a:lnTo>
                <a:lnTo>
                  <a:pt x="0" y="0"/>
                </a:lnTo>
                <a:lnTo>
                  <a:pt x="0" y="46672"/>
                </a:lnTo>
                <a:close/>
              </a:path>
            </a:pathLst>
          </a:custGeom>
          <a:solidFill xmlns:a="http://schemas.openxmlformats.org/drawingml/2006/main">
            <a:srgbClr val="D8E4A3"/>
          </a:solidFill>
          <a:ln xmlns:a="http://schemas.openxmlformats.org/drawingml/2006/main" w="0">
            <a:noFill/>
          </a:ln>
        </p:spPr>
      </p:sp>
      <p:sp>
        <p:nvSpPr>
          <p:cNvPr id="845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E8733E0B-FA60-42C8-9DB6-C6702D7E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5914" y="2510314"/>
            <a:ext cx="18098" cy="65722"/>
          </a:xfrm>
          <a:custGeom xmlns:a="http://schemas.openxmlformats.org/drawingml/2006/main">
            <a:pathLst>
              <a:path w="18098" h="65722">
                <a:moveTo>
                  <a:pt x="0" y="0"/>
                </a:moveTo>
                <a:lnTo>
                  <a:pt x="0" y="65722"/>
                </a:lnTo>
                <a:lnTo>
                  <a:pt x="18098" y="657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8E4A3"/>
          </a:solidFill>
          <a:ln xmlns:a="http://schemas.openxmlformats.org/drawingml/2006/main" w="0">
            <a:noFill/>
          </a:ln>
        </p:spPr>
      </p:sp>
      <p:sp>
        <p:nvSpPr>
          <p:cNvPr id="846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35E5F86F-504C-41B9-A049-A77C3407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0214" y="2243614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8E4A3"/>
          </a:solidFill>
          <a:ln xmlns:a="http://schemas.openxmlformats.org/drawingml/2006/main" w="0">
            <a:noFill/>
          </a:ln>
        </p:spPr>
      </p:sp>
      <p:sp>
        <p:nvSpPr>
          <p:cNvPr id="847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4C4ADFA3-8CE5-4738-8349-920E16D3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7839" y="2272189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8E4A3"/>
          </a:solidFill>
          <a:ln xmlns:a="http://schemas.openxmlformats.org/drawingml/2006/main" w="0">
            <a:noFill/>
          </a:ln>
        </p:spPr>
      </p:sp>
      <p:sp>
        <p:nvSpPr>
          <p:cNvPr id="848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C3248B2A-B975-4B3C-91FA-6751BF35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5939" y="228171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D8E4A3"/>
          </a:solidFill>
          <a:ln xmlns:a="http://schemas.openxmlformats.org/drawingml/2006/main" w="0">
            <a:noFill/>
          </a:ln>
        </p:spPr>
      </p:sp>
      <p:sp>
        <p:nvSpPr>
          <p:cNvPr id="849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44E669BE-4FE0-4780-9E7A-A3917F02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3089" y="2319814"/>
            <a:ext cx="65723" cy="18097"/>
          </a:xfrm>
          <a:custGeom xmlns:a="http://schemas.openxmlformats.org/drawingml/2006/main">
            <a:pathLst>
              <a:path w="65723" h="18097">
                <a:moveTo>
                  <a:pt x="0" y="18097"/>
                </a:moveTo>
                <a:lnTo>
                  <a:pt x="65723" y="18097"/>
                </a:lnTo>
                <a:lnTo>
                  <a:pt x="65723" y="0"/>
                </a:lnTo>
                <a:lnTo>
                  <a:pt x="0" y="0"/>
                </a:lnTo>
                <a:lnTo>
                  <a:pt x="0" y="18097"/>
                </a:lnTo>
                <a:close/>
              </a:path>
            </a:pathLst>
          </a:custGeom>
          <a:solidFill xmlns:a="http://schemas.openxmlformats.org/drawingml/2006/main">
            <a:srgbClr val="D8E4A3"/>
          </a:solidFill>
          <a:ln xmlns:a="http://schemas.openxmlformats.org/drawingml/2006/main" w="0">
            <a:noFill/>
          </a:ln>
        </p:spPr>
      </p:sp>
      <p:sp>
        <p:nvSpPr>
          <p:cNvPr id="850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6AC7C72E-1E8C-4D24-A6BF-66B99882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0714" y="2329339"/>
            <a:ext cx="27623" cy="27622"/>
          </a:xfrm>
          <a:custGeom xmlns:a="http://schemas.openxmlformats.org/drawingml/2006/main">
            <a:pathLst>
              <a:path w="27623" h="27622">
                <a:moveTo>
                  <a:pt x="0" y="27622"/>
                </a:moveTo>
                <a:lnTo>
                  <a:pt x="27623" y="27622"/>
                </a:lnTo>
                <a:lnTo>
                  <a:pt x="27623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lnTo>
                  <a:pt x="0" y="27622"/>
                </a:lnTo>
                <a:close/>
              </a:path>
            </a:pathLst>
          </a:custGeom>
          <a:solidFill xmlns:a="http://schemas.openxmlformats.org/drawingml/2006/main">
            <a:srgbClr val="D8E4A3"/>
          </a:solidFill>
          <a:ln xmlns:a="http://schemas.openxmlformats.org/drawingml/2006/main" w="0">
            <a:noFill/>
          </a:ln>
        </p:spPr>
      </p:sp>
      <p:sp>
        <p:nvSpPr>
          <p:cNvPr id="851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99F57DB9-ECFA-43E3-837B-C1340D51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2014" y="2672239"/>
            <a:ext cx="18098" cy="160972"/>
          </a:xfrm>
          <a:custGeom xmlns:a="http://schemas.openxmlformats.org/drawingml/2006/main">
            <a:pathLst>
              <a:path w="18098" h="160972">
                <a:moveTo>
                  <a:pt x="0" y="0"/>
                </a:moveTo>
                <a:lnTo>
                  <a:pt x="0" y="160972"/>
                </a:lnTo>
                <a:lnTo>
                  <a:pt x="18098" y="16097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E3B9"/>
          </a:solidFill>
          <a:ln xmlns:a="http://schemas.openxmlformats.org/drawingml/2006/main" w="0">
            <a:noFill/>
          </a:ln>
        </p:spPr>
      </p:sp>
      <p:sp>
        <p:nvSpPr>
          <p:cNvPr id="852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DDAA46BE-A0A4-4B39-B515-921E59C4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8189" y="2824639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CCE3B9"/>
          </a:solidFill>
          <a:ln xmlns:a="http://schemas.openxmlformats.org/drawingml/2006/main" w="0">
            <a:noFill/>
          </a:ln>
        </p:spPr>
      </p:sp>
      <p:sp>
        <p:nvSpPr>
          <p:cNvPr id="853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2FBCB2A9-A784-49D6-AA4C-6300471F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7789" y="2348389"/>
            <a:ext cx="46673" cy="18097"/>
          </a:xfrm>
          <a:custGeom xmlns:a="http://schemas.openxmlformats.org/drawingml/2006/main">
            <a:pathLst>
              <a:path w="46673" h="18097">
                <a:moveTo>
                  <a:pt x="0" y="18097"/>
                </a:moveTo>
                <a:lnTo>
                  <a:pt x="46673" y="18097"/>
                </a:lnTo>
                <a:lnTo>
                  <a:pt x="46673" y="0"/>
                </a:lnTo>
                <a:lnTo>
                  <a:pt x="0" y="0"/>
                </a:lnTo>
                <a:lnTo>
                  <a:pt x="0" y="18097"/>
                </a:lnTo>
                <a:close/>
              </a:path>
            </a:pathLst>
          </a:custGeom>
          <a:solidFill xmlns:a="http://schemas.openxmlformats.org/drawingml/2006/main">
            <a:srgbClr val="CCE3B9"/>
          </a:solidFill>
          <a:ln xmlns:a="http://schemas.openxmlformats.org/drawingml/2006/main" w="0">
            <a:noFill/>
          </a:ln>
        </p:spPr>
      </p:sp>
      <p:sp>
        <p:nvSpPr>
          <p:cNvPr id="854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1F75E32A-9301-407D-A3EF-1C1860A5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8264" y="235791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CCE3B9"/>
          </a:solidFill>
          <a:ln xmlns:a="http://schemas.openxmlformats.org/drawingml/2006/main" w="0">
            <a:noFill/>
          </a:ln>
        </p:spPr>
      </p:sp>
      <p:sp>
        <p:nvSpPr>
          <p:cNvPr id="855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FAFC3AFD-6489-49CF-9193-8FB2C151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0639" y="2376964"/>
            <a:ext cx="56198" cy="18097"/>
          </a:xfrm>
          <a:custGeom xmlns:a="http://schemas.openxmlformats.org/drawingml/2006/main">
            <a:pathLst>
              <a:path w="56198" h="18097">
                <a:moveTo>
                  <a:pt x="0" y="18097"/>
                </a:moveTo>
                <a:lnTo>
                  <a:pt x="56198" y="18097"/>
                </a:lnTo>
                <a:lnTo>
                  <a:pt x="56198" y="0"/>
                </a:lnTo>
                <a:lnTo>
                  <a:pt x="0" y="0"/>
                </a:lnTo>
                <a:lnTo>
                  <a:pt x="0" y="18097"/>
                </a:lnTo>
                <a:close/>
              </a:path>
            </a:pathLst>
          </a:custGeom>
          <a:solidFill xmlns:a="http://schemas.openxmlformats.org/drawingml/2006/main">
            <a:srgbClr val="CCE3B9"/>
          </a:solidFill>
          <a:ln xmlns:a="http://schemas.openxmlformats.org/drawingml/2006/main" w="0">
            <a:noFill/>
          </a:ln>
        </p:spPr>
      </p:sp>
      <p:sp>
        <p:nvSpPr>
          <p:cNvPr id="856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507C39AB-AD3B-4394-86F1-DEE10F4D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1114" y="2386489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CCE3B9"/>
          </a:solidFill>
          <a:ln xmlns:a="http://schemas.openxmlformats.org/drawingml/2006/main" w="0">
            <a:noFill/>
          </a:ln>
        </p:spPr>
      </p:sp>
      <p:sp>
        <p:nvSpPr>
          <p:cNvPr id="857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47562F1B-8C87-4CFF-90B3-7EBC1252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3964" y="2415064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E3B9"/>
          </a:solidFill>
          <a:ln xmlns:a="http://schemas.openxmlformats.org/drawingml/2006/main" w="0">
            <a:noFill/>
          </a:ln>
        </p:spPr>
      </p:sp>
      <p:sp>
        <p:nvSpPr>
          <p:cNvPr id="858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884B6E52-ED90-4A3A-9A6D-06799063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7289" y="2453164"/>
            <a:ext cx="75248" cy="18097"/>
          </a:xfrm>
          <a:custGeom xmlns:a="http://schemas.openxmlformats.org/drawingml/2006/main">
            <a:pathLst>
              <a:path w="75248" h="18097">
                <a:moveTo>
                  <a:pt x="0" y="0"/>
                </a:moveTo>
                <a:lnTo>
                  <a:pt x="0" y="18097"/>
                </a:lnTo>
                <a:lnTo>
                  <a:pt x="75248" y="18097"/>
                </a:lnTo>
                <a:lnTo>
                  <a:pt x="752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E3B9"/>
          </a:solidFill>
          <a:ln xmlns:a="http://schemas.openxmlformats.org/drawingml/2006/main" w="0">
            <a:noFill/>
          </a:ln>
        </p:spPr>
      </p:sp>
      <p:sp>
        <p:nvSpPr>
          <p:cNvPr id="859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AC62C912-8987-4FD0-BC69-8ABFBBCD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5839" y="2567464"/>
            <a:ext cx="94298" cy="18097"/>
          </a:xfrm>
          <a:custGeom xmlns:a="http://schemas.openxmlformats.org/drawingml/2006/main">
            <a:pathLst>
              <a:path w="94298" h="18097">
                <a:moveTo>
                  <a:pt x="0" y="18097"/>
                </a:moveTo>
                <a:lnTo>
                  <a:pt x="94298" y="18097"/>
                </a:lnTo>
                <a:lnTo>
                  <a:pt x="94298" y="0"/>
                </a:lnTo>
                <a:lnTo>
                  <a:pt x="0" y="0"/>
                </a:lnTo>
                <a:lnTo>
                  <a:pt x="0" y="18097"/>
                </a:lnTo>
                <a:close/>
              </a:path>
            </a:pathLst>
          </a:custGeom>
          <a:solidFill xmlns:a="http://schemas.openxmlformats.org/drawingml/2006/main">
            <a:srgbClr val="CCE3B9"/>
          </a:solidFill>
          <a:ln xmlns:a="http://schemas.openxmlformats.org/drawingml/2006/main" w="0">
            <a:noFill/>
          </a:ln>
        </p:spPr>
      </p:sp>
      <p:sp>
        <p:nvSpPr>
          <p:cNvPr id="860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057049F6-C545-4361-BB6B-B3DCF4DF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1539" y="2662714"/>
            <a:ext cx="103823" cy="18097"/>
          </a:xfrm>
          <a:custGeom xmlns:a="http://schemas.openxmlformats.org/drawingml/2006/main">
            <a:pathLst>
              <a:path w="103823" h="18097">
                <a:moveTo>
                  <a:pt x="0" y="18097"/>
                </a:moveTo>
                <a:lnTo>
                  <a:pt x="103823" y="18097"/>
                </a:lnTo>
                <a:lnTo>
                  <a:pt x="103823" y="0"/>
                </a:lnTo>
                <a:lnTo>
                  <a:pt x="0" y="0"/>
                </a:lnTo>
                <a:lnTo>
                  <a:pt x="0" y="18097"/>
                </a:lnTo>
                <a:close/>
              </a:path>
            </a:pathLst>
          </a:custGeom>
          <a:solidFill xmlns:a="http://schemas.openxmlformats.org/drawingml/2006/main">
            <a:srgbClr val="CCE3B9"/>
          </a:solidFill>
          <a:ln xmlns:a="http://schemas.openxmlformats.org/drawingml/2006/main" w="0">
            <a:noFill/>
          </a:ln>
        </p:spPr>
      </p:sp>
      <p:sp>
        <p:nvSpPr>
          <p:cNvPr id="861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1CEA6066-D06F-4D05-8AFA-00FD17E0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4489" y="220551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18097"/>
                </a:move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CCE3B9"/>
          </a:solidFill>
          <a:ln xmlns:a="http://schemas.openxmlformats.org/drawingml/2006/main" w="0">
            <a:noFill/>
          </a:ln>
        </p:spPr>
      </p:sp>
      <p:sp>
        <p:nvSpPr>
          <p:cNvPr id="862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DF0345D1-8252-4EE2-A05B-24C98437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1114" y="2672239"/>
            <a:ext cx="18098" cy="160972"/>
          </a:xfrm>
          <a:custGeom xmlns:a="http://schemas.openxmlformats.org/drawingml/2006/main">
            <a:pathLst>
              <a:path w="18098" h="160972">
                <a:moveTo>
                  <a:pt x="0" y="0"/>
                </a:moveTo>
                <a:lnTo>
                  <a:pt x="0" y="160972"/>
                </a:lnTo>
                <a:lnTo>
                  <a:pt x="18098" y="16097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9E98B"/>
          </a:solidFill>
          <a:ln xmlns:a="http://schemas.openxmlformats.org/drawingml/2006/main" w="0">
            <a:noFill/>
          </a:ln>
        </p:spPr>
      </p:sp>
      <p:sp>
        <p:nvSpPr>
          <p:cNvPr id="863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561CFEFD-625D-4E53-A371-F67CC909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5439" y="2510314"/>
            <a:ext cx="103823" cy="65722"/>
          </a:xfrm>
          <a:custGeom xmlns:a="http://schemas.openxmlformats.org/drawingml/2006/main">
            <a:pathLst>
              <a:path w="103823" h="65722">
                <a:moveTo>
                  <a:pt x="0" y="65722"/>
                </a:moveTo>
                <a:lnTo>
                  <a:pt x="18098" y="65722"/>
                </a:lnTo>
                <a:lnTo>
                  <a:pt x="18098" y="18097"/>
                </a:lnTo>
                <a:lnTo>
                  <a:pt x="103823" y="18097"/>
                </a:lnTo>
                <a:lnTo>
                  <a:pt x="103823" y="0"/>
                </a:lnTo>
                <a:lnTo>
                  <a:pt x="0" y="0"/>
                </a:lnTo>
                <a:lnTo>
                  <a:pt x="0" y="65722"/>
                </a:lnTo>
                <a:close/>
              </a:path>
            </a:pathLst>
          </a:custGeom>
          <a:solidFill xmlns:a="http://schemas.openxmlformats.org/drawingml/2006/main">
            <a:srgbClr val="E9E98B"/>
          </a:solidFill>
          <a:ln xmlns:a="http://schemas.openxmlformats.org/drawingml/2006/main" w="0">
            <a:noFill/>
          </a:ln>
        </p:spPr>
      </p:sp>
      <p:sp>
        <p:nvSpPr>
          <p:cNvPr id="864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A659FA2F-7670-4B6C-9E7D-CE031C29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2089" y="2576989"/>
            <a:ext cx="18098" cy="94297"/>
          </a:xfrm>
          <a:custGeom xmlns:a="http://schemas.openxmlformats.org/drawingml/2006/main">
            <a:pathLst>
              <a:path w="18098" h="94297">
                <a:moveTo>
                  <a:pt x="0" y="0"/>
                </a:moveTo>
                <a:lnTo>
                  <a:pt x="0" y="94297"/>
                </a:lnTo>
                <a:lnTo>
                  <a:pt x="18098" y="94297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9E98B"/>
          </a:solidFill>
          <a:ln xmlns:a="http://schemas.openxmlformats.org/drawingml/2006/main" w="0">
            <a:noFill/>
          </a:ln>
        </p:spPr>
      </p:sp>
      <p:sp>
        <p:nvSpPr>
          <p:cNvPr id="865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25FD488D-C922-4F35-94B5-89D91115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0714" y="2348389"/>
            <a:ext cx="56198" cy="18097"/>
          </a:xfrm>
          <a:custGeom xmlns:a="http://schemas.openxmlformats.org/drawingml/2006/main">
            <a:pathLst>
              <a:path w="56198" h="18097">
                <a:moveTo>
                  <a:pt x="0" y="0"/>
                </a:moveTo>
                <a:lnTo>
                  <a:pt x="0" y="18097"/>
                </a:lnTo>
                <a:lnTo>
                  <a:pt x="56198" y="18097"/>
                </a:lnTo>
                <a:lnTo>
                  <a:pt x="561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9E98B"/>
          </a:solidFill>
          <a:ln xmlns:a="http://schemas.openxmlformats.org/drawingml/2006/main" w="0">
            <a:noFill/>
          </a:ln>
        </p:spPr>
      </p:sp>
      <p:sp>
        <p:nvSpPr>
          <p:cNvPr id="866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D2040D88-FE44-48CE-9FAC-3B7950F9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4039" y="241506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18097"/>
                </a:move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close/>
              </a:path>
            </a:pathLst>
          </a:custGeom>
          <a:solidFill xmlns:a="http://schemas.openxmlformats.org/drawingml/2006/main">
            <a:srgbClr val="E9E98B"/>
          </a:solidFill>
          <a:ln xmlns:a="http://schemas.openxmlformats.org/drawingml/2006/main" w="0">
            <a:noFill/>
          </a:ln>
        </p:spPr>
      </p:sp>
      <p:sp>
        <p:nvSpPr>
          <p:cNvPr id="867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6DBF5456-266E-4E53-AAB3-D7F5023F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3589" y="2415064"/>
            <a:ext cx="75248" cy="18097"/>
          </a:xfrm>
          <a:custGeom xmlns:a="http://schemas.openxmlformats.org/drawingml/2006/main">
            <a:pathLst>
              <a:path w="75248" h="18097">
                <a:moveTo>
                  <a:pt x="0" y="18097"/>
                </a:moveTo>
                <a:lnTo>
                  <a:pt x="75248" y="18097"/>
                </a:lnTo>
                <a:lnTo>
                  <a:pt x="75248" y="0"/>
                </a:lnTo>
                <a:lnTo>
                  <a:pt x="0" y="0"/>
                </a:lnTo>
                <a:lnTo>
                  <a:pt x="0" y="18097"/>
                </a:lnTo>
                <a:close/>
              </a:path>
            </a:pathLst>
          </a:custGeom>
          <a:solidFill xmlns:a="http://schemas.openxmlformats.org/drawingml/2006/main">
            <a:srgbClr val="E9E98B"/>
          </a:solidFill>
          <a:ln xmlns:a="http://schemas.openxmlformats.org/drawingml/2006/main" w="0">
            <a:noFill/>
          </a:ln>
        </p:spPr>
      </p:sp>
      <p:sp>
        <p:nvSpPr>
          <p:cNvPr id="868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BFC4E2E2-819D-4E86-BAB5-E42F72C1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6889" y="245316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9E98B"/>
          </a:solidFill>
          <a:ln xmlns:a="http://schemas.openxmlformats.org/drawingml/2006/main" w="0">
            <a:noFill/>
          </a:ln>
        </p:spPr>
      </p:sp>
      <p:sp>
        <p:nvSpPr>
          <p:cNvPr id="869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5D0ED839-452C-4979-871F-14697ACD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0214" y="2462689"/>
            <a:ext cx="18098" cy="56197"/>
          </a:xfrm>
          <a:custGeom xmlns:a="http://schemas.openxmlformats.org/drawingml/2006/main">
            <a:pathLst>
              <a:path w="18098" h="56197">
                <a:moveTo>
                  <a:pt x="0" y="0"/>
                </a:moveTo>
                <a:lnTo>
                  <a:pt x="0" y="56197"/>
                </a:lnTo>
                <a:lnTo>
                  <a:pt x="18098" y="56197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9E98B"/>
          </a:solidFill>
          <a:ln xmlns:a="http://schemas.openxmlformats.org/drawingml/2006/main" w="0">
            <a:noFill/>
          </a:ln>
        </p:spPr>
      </p:sp>
      <p:sp>
        <p:nvSpPr>
          <p:cNvPr id="870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D1530936-CC21-431B-BFEC-07011E22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3539" y="2215039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0"/>
                </a:move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D8E5AA"/>
          </a:solidFill>
          <a:ln xmlns:a="http://schemas.openxmlformats.org/drawingml/2006/main" w="0">
            <a:noFill/>
          </a:ln>
        </p:spPr>
      </p:sp>
      <p:sp>
        <p:nvSpPr>
          <p:cNvPr id="871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A2891389-69C9-4251-A210-E3F98490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3964" y="243411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D8E5AA"/>
          </a:solidFill>
          <a:ln xmlns:a="http://schemas.openxmlformats.org/drawingml/2006/main" w="0">
            <a:noFill/>
          </a:ln>
        </p:spPr>
      </p:sp>
      <p:sp>
        <p:nvSpPr>
          <p:cNvPr id="872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00D56AD2-B011-483F-A12D-68E9C1B0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714" y="2834164"/>
            <a:ext cx="294323" cy="18097"/>
          </a:xfrm>
          <a:custGeom xmlns:a="http://schemas.openxmlformats.org/drawingml/2006/main">
            <a:pathLst>
              <a:path w="294323" h="18097">
                <a:moveTo>
                  <a:pt x="294323" y="0"/>
                </a:moveTo>
                <a:lnTo>
                  <a:pt x="0" y="0"/>
                </a:lnTo>
                <a:lnTo>
                  <a:pt x="0" y="18097"/>
                </a:lnTo>
                <a:lnTo>
                  <a:pt x="294323" y="18097"/>
                </a:lnTo>
                <a:lnTo>
                  <a:pt x="294323" y="0"/>
                </a:lnTo>
                <a:close/>
              </a:path>
            </a:pathLst>
          </a:custGeom>
          <a:solidFill xmlns:a="http://schemas.openxmlformats.org/drawingml/2006/main">
            <a:srgbClr val="D8E5AA"/>
          </a:solidFill>
          <a:ln xmlns:a="http://schemas.openxmlformats.org/drawingml/2006/main" w="0">
            <a:noFill/>
          </a:ln>
        </p:spPr>
      </p:sp>
      <p:sp>
        <p:nvSpPr>
          <p:cNvPr id="873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9AAE9EB7-CEF6-4CCB-B9F8-D77A39E7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1639" y="2234089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0"/>
                </a:move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D8E5AA"/>
          </a:solidFill>
          <a:ln xmlns:a="http://schemas.openxmlformats.org/drawingml/2006/main" w="0">
            <a:noFill/>
          </a:ln>
        </p:spPr>
      </p:sp>
      <p:sp>
        <p:nvSpPr>
          <p:cNvPr id="874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CC63C0F2-27A2-47EE-93A2-AF7D456E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9739" y="2253139"/>
            <a:ext cx="46673" cy="18097"/>
          </a:xfrm>
          <a:custGeom xmlns:a="http://schemas.openxmlformats.org/drawingml/2006/main">
            <a:pathLst>
              <a:path w="46673" h="18097">
                <a:moveTo>
                  <a:pt x="46673" y="18097"/>
                </a:moveTo>
                <a:lnTo>
                  <a:pt x="46673" y="0"/>
                </a:lnTo>
                <a:lnTo>
                  <a:pt x="0" y="0"/>
                </a:lnTo>
                <a:lnTo>
                  <a:pt x="0" y="18097"/>
                </a:lnTo>
                <a:lnTo>
                  <a:pt x="46673" y="18097"/>
                </a:lnTo>
                <a:close/>
              </a:path>
            </a:pathLst>
          </a:custGeom>
          <a:solidFill xmlns:a="http://schemas.openxmlformats.org/drawingml/2006/main">
            <a:srgbClr val="D8E5AA"/>
          </a:solidFill>
          <a:ln xmlns:a="http://schemas.openxmlformats.org/drawingml/2006/main" w="0">
            <a:noFill/>
          </a:ln>
        </p:spPr>
      </p:sp>
      <p:sp>
        <p:nvSpPr>
          <p:cNvPr id="875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AFD6797B-1F4F-48BA-90B9-5EFA1673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6414" y="227218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D8E5AA"/>
          </a:solidFill>
          <a:ln xmlns:a="http://schemas.openxmlformats.org/drawingml/2006/main" w="0">
            <a:noFill/>
          </a:ln>
        </p:spPr>
      </p:sp>
      <p:sp>
        <p:nvSpPr>
          <p:cNvPr id="876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05D60F6F-5102-4F1D-BDAD-64F0E9CB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5464" y="2291239"/>
            <a:ext cx="56198" cy="18097"/>
          </a:xfrm>
          <a:custGeom xmlns:a="http://schemas.openxmlformats.org/drawingml/2006/main">
            <a:pathLst>
              <a:path w="56198" h="18097">
                <a:moveTo>
                  <a:pt x="56198" y="0"/>
                </a:moveTo>
                <a:lnTo>
                  <a:pt x="0" y="0"/>
                </a:lnTo>
                <a:lnTo>
                  <a:pt x="0" y="18097"/>
                </a:lnTo>
                <a:lnTo>
                  <a:pt x="56198" y="18097"/>
                </a:lnTo>
                <a:lnTo>
                  <a:pt x="56198" y="0"/>
                </a:lnTo>
                <a:close/>
              </a:path>
            </a:pathLst>
          </a:custGeom>
          <a:solidFill xmlns:a="http://schemas.openxmlformats.org/drawingml/2006/main">
            <a:srgbClr val="D8E5AA"/>
          </a:solidFill>
          <a:ln xmlns:a="http://schemas.openxmlformats.org/drawingml/2006/main" w="0">
            <a:noFill/>
          </a:ln>
        </p:spPr>
      </p:sp>
      <p:sp>
        <p:nvSpPr>
          <p:cNvPr id="877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72222716-D0D5-4ABD-B6DE-13F0A818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3089" y="2300764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27622"/>
                </a:move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close/>
              </a:path>
            </a:pathLst>
          </a:custGeom>
          <a:solidFill xmlns:a="http://schemas.openxmlformats.org/drawingml/2006/main">
            <a:srgbClr val="D8E5AA"/>
          </a:solidFill>
          <a:ln xmlns:a="http://schemas.openxmlformats.org/drawingml/2006/main" w="0">
            <a:noFill/>
          </a:ln>
        </p:spPr>
      </p:sp>
      <p:sp>
        <p:nvSpPr>
          <p:cNvPr id="878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F88C01BB-B292-42D7-B563-14283302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5039" y="2157889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0"/>
                </a:move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F7F090"/>
          </a:solidFill>
          <a:ln xmlns:a="http://schemas.openxmlformats.org/drawingml/2006/main" w="0">
            <a:noFill/>
          </a:ln>
        </p:spPr>
      </p:sp>
      <p:sp>
        <p:nvSpPr>
          <p:cNvPr id="879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14CA5661-C44B-456E-8ECD-43DF5DE7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2189" y="2186464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18097"/>
                </a:move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close/>
              </a:path>
            </a:pathLst>
          </a:custGeom>
          <a:solidFill xmlns:a="http://schemas.openxmlformats.org/drawingml/2006/main">
            <a:srgbClr val="F7F090"/>
          </a:solidFill>
          <a:ln xmlns:a="http://schemas.openxmlformats.org/drawingml/2006/main" w="0">
            <a:noFill/>
          </a:ln>
        </p:spPr>
      </p:sp>
      <p:sp>
        <p:nvSpPr>
          <p:cNvPr id="880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E9E8B99D-2C7A-479E-9F4A-CE0D6EF1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0289" y="2205514"/>
            <a:ext cx="37148" cy="27622"/>
          </a:xfrm>
          <a:custGeom xmlns:a="http://schemas.openxmlformats.org/drawingml/2006/main">
            <a:pathLst>
              <a:path w="37148" h="27622">
                <a:moveTo>
                  <a:pt x="37148" y="9525"/>
                </a:moveTo>
                <a:lnTo>
                  <a:pt x="18098" y="9525"/>
                </a:ln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37148" y="27622"/>
                </a:lnTo>
                <a:lnTo>
                  <a:pt x="37148" y="9525"/>
                </a:lnTo>
                <a:close/>
              </a:path>
            </a:pathLst>
          </a:custGeom>
          <a:solidFill xmlns:a="http://schemas.openxmlformats.org/drawingml/2006/main">
            <a:srgbClr val="F7F090"/>
          </a:solidFill>
          <a:ln xmlns:a="http://schemas.openxmlformats.org/drawingml/2006/main" w="0">
            <a:noFill/>
          </a:ln>
        </p:spPr>
      </p:sp>
      <p:sp>
        <p:nvSpPr>
          <p:cNvPr id="881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40F0D053-5859-43F2-BE56-121F2C94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8864" y="2234089"/>
            <a:ext cx="37148" cy="18097"/>
          </a:xfrm>
          <a:custGeom xmlns:a="http://schemas.openxmlformats.org/drawingml/2006/main">
            <a:pathLst>
              <a:path w="37148" h="18097">
                <a:moveTo>
                  <a:pt x="0" y="0"/>
                </a:move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F090"/>
          </a:solidFill>
          <a:ln xmlns:a="http://schemas.openxmlformats.org/drawingml/2006/main" w="0">
            <a:noFill/>
          </a:ln>
        </p:spPr>
      </p:sp>
      <p:sp>
        <p:nvSpPr>
          <p:cNvPr id="882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858E401D-7A7A-403B-9A9C-93D26C49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7439" y="2253139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0"/>
                </a:move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F7F090"/>
          </a:solidFill>
          <a:ln xmlns:a="http://schemas.openxmlformats.org/drawingml/2006/main" w="0">
            <a:noFill/>
          </a:ln>
        </p:spPr>
      </p:sp>
      <p:sp>
        <p:nvSpPr>
          <p:cNvPr id="883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8601FE14-1361-4E61-9888-72D629F4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5539" y="2272189"/>
            <a:ext cx="37148" cy="27622"/>
          </a:xfrm>
          <a:custGeom xmlns:a="http://schemas.openxmlformats.org/drawingml/2006/main">
            <a:pathLst>
              <a:path w="37148" h="27622">
                <a:moveTo>
                  <a:pt x="19050" y="27622"/>
                </a:moveTo>
                <a:lnTo>
                  <a:pt x="37148" y="27622"/>
                </a:lnTo>
                <a:lnTo>
                  <a:pt x="37148" y="0"/>
                </a:lnTo>
                <a:lnTo>
                  <a:pt x="0" y="0"/>
                </a:lnTo>
                <a:lnTo>
                  <a:pt x="0" y="18097"/>
                </a:lnTo>
                <a:lnTo>
                  <a:pt x="19050" y="18097"/>
                </a:lnTo>
                <a:lnTo>
                  <a:pt x="19050" y="27622"/>
                </a:lnTo>
                <a:close/>
              </a:path>
            </a:pathLst>
          </a:custGeom>
          <a:solidFill xmlns:a="http://schemas.openxmlformats.org/drawingml/2006/main">
            <a:srgbClr val="F7F090"/>
          </a:solidFill>
          <a:ln xmlns:a="http://schemas.openxmlformats.org/drawingml/2006/main" w="0">
            <a:noFill/>
          </a:ln>
        </p:spPr>
      </p:sp>
      <p:sp>
        <p:nvSpPr>
          <p:cNvPr id="884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CEB37EEE-BDA1-43FF-B981-C0C6A3D7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4114" y="2291239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0"/>
                </a:move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F7F090"/>
          </a:solidFill>
          <a:ln xmlns:a="http://schemas.openxmlformats.org/drawingml/2006/main" w="0">
            <a:noFill/>
          </a:ln>
        </p:spPr>
      </p:sp>
      <p:sp>
        <p:nvSpPr>
          <p:cNvPr id="885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EA7FA0CD-882C-4BB7-A631-E57A30BC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3164" y="2300764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27622"/>
                </a:move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close/>
              </a:path>
            </a:pathLst>
          </a:custGeom>
          <a:solidFill xmlns:a="http://schemas.openxmlformats.org/drawingml/2006/main">
            <a:srgbClr val="F7F090"/>
          </a:solidFill>
          <a:ln xmlns:a="http://schemas.openxmlformats.org/drawingml/2006/main" w="0">
            <a:noFill/>
          </a:ln>
        </p:spPr>
      </p:sp>
      <p:sp>
        <p:nvSpPr>
          <p:cNvPr id="886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00F2176B-9546-47A1-919F-104F79CB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2214" y="2319814"/>
            <a:ext cx="27623" cy="37147"/>
          </a:xfrm>
          <a:custGeom xmlns:a="http://schemas.openxmlformats.org/drawingml/2006/main">
            <a:pathLst>
              <a:path w="27623" h="37147">
                <a:moveTo>
                  <a:pt x="0" y="0"/>
                </a:moveTo>
                <a:lnTo>
                  <a:pt x="0" y="18097"/>
                </a:lnTo>
                <a:lnTo>
                  <a:pt x="9525" y="18097"/>
                </a:lnTo>
                <a:lnTo>
                  <a:pt x="9525" y="37147"/>
                </a:lnTo>
                <a:lnTo>
                  <a:pt x="27623" y="3714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F090"/>
          </a:solidFill>
          <a:ln xmlns:a="http://schemas.openxmlformats.org/drawingml/2006/main" w="0">
            <a:noFill/>
          </a:ln>
        </p:spPr>
      </p:sp>
      <p:sp>
        <p:nvSpPr>
          <p:cNvPr id="887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40EA0B11-3BBC-4A4D-BE78-E1E62E26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0314" y="2348389"/>
            <a:ext cx="18098" cy="37147"/>
          </a:xfrm>
          <a:custGeom xmlns:a="http://schemas.openxmlformats.org/drawingml/2006/main">
            <a:pathLst>
              <a:path w="18098" h="37147">
                <a:moveTo>
                  <a:pt x="0" y="37147"/>
                </a:moveTo>
                <a:lnTo>
                  <a:pt x="18098" y="37147"/>
                </a:lnTo>
                <a:lnTo>
                  <a:pt x="18098" y="0"/>
                </a:lnTo>
                <a:lnTo>
                  <a:pt x="0" y="0"/>
                </a:lnTo>
                <a:lnTo>
                  <a:pt x="0" y="37147"/>
                </a:lnTo>
                <a:close/>
              </a:path>
            </a:pathLst>
          </a:custGeom>
          <a:solidFill xmlns:a="http://schemas.openxmlformats.org/drawingml/2006/main">
            <a:srgbClr val="F7F090"/>
          </a:solidFill>
          <a:ln xmlns:a="http://schemas.openxmlformats.org/drawingml/2006/main" w="0">
            <a:noFill/>
          </a:ln>
        </p:spPr>
      </p:sp>
      <p:sp>
        <p:nvSpPr>
          <p:cNvPr id="888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A4E5CD5D-0AB5-4E40-8204-A7736C2F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1764" y="2729389"/>
            <a:ext cx="27623" cy="103822"/>
          </a:xfrm>
          <a:custGeom xmlns:a="http://schemas.openxmlformats.org/drawingml/2006/main">
            <a:pathLst>
              <a:path w="27623" h="103822">
                <a:moveTo>
                  <a:pt x="0" y="0"/>
                </a:moveTo>
                <a:lnTo>
                  <a:pt x="0" y="103822"/>
                </a:lnTo>
                <a:lnTo>
                  <a:pt x="27623" y="103822"/>
                </a:lnTo>
                <a:lnTo>
                  <a:pt x="27623" y="85725"/>
                </a:lnTo>
                <a:lnTo>
                  <a:pt x="18098" y="85725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F090"/>
          </a:solidFill>
          <a:ln xmlns:a="http://schemas.openxmlformats.org/drawingml/2006/main" w="0">
            <a:noFill/>
          </a:ln>
        </p:spPr>
      </p:sp>
      <p:sp>
        <p:nvSpPr>
          <p:cNvPr id="889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5E599FF8-DF8B-4BBB-B13C-F380F915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4614" y="2834164"/>
            <a:ext cx="84773" cy="18097"/>
          </a:xfrm>
          <a:custGeom xmlns:a="http://schemas.openxmlformats.org/drawingml/2006/main">
            <a:pathLst>
              <a:path w="84773" h="18097">
                <a:moveTo>
                  <a:pt x="0" y="0"/>
                </a:moveTo>
                <a:lnTo>
                  <a:pt x="0" y="18097"/>
                </a:lnTo>
                <a:lnTo>
                  <a:pt x="84773" y="18097"/>
                </a:lnTo>
                <a:lnTo>
                  <a:pt x="847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F090"/>
          </a:solidFill>
          <a:ln xmlns:a="http://schemas.openxmlformats.org/drawingml/2006/main" w="0">
            <a:noFill/>
          </a:ln>
        </p:spPr>
      </p:sp>
      <p:sp>
        <p:nvSpPr>
          <p:cNvPr id="890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7CC96F28-6F83-4B1D-B2BF-2FBCB185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1539" y="2653189"/>
            <a:ext cx="103823" cy="18097"/>
          </a:xfrm>
          <a:custGeom xmlns:a="http://schemas.openxmlformats.org/drawingml/2006/main">
            <a:pathLst>
              <a:path w="103823" h="18097">
                <a:moveTo>
                  <a:pt x="0" y="0"/>
                </a:moveTo>
                <a:lnTo>
                  <a:pt x="0" y="18097"/>
                </a:lnTo>
                <a:lnTo>
                  <a:pt x="103823" y="18097"/>
                </a:lnTo>
                <a:lnTo>
                  <a:pt x="1038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8DCD2"/>
          </a:solidFill>
          <a:ln xmlns:a="http://schemas.openxmlformats.org/drawingml/2006/main" w="0">
            <a:noFill/>
          </a:ln>
        </p:spPr>
      </p:sp>
      <p:sp>
        <p:nvSpPr>
          <p:cNvPr id="891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6C44627B-B68C-40F0-A824-FC3C010F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2489" y="2662714"/>
            <a:ext cx="18098" cy="160972"/>
          </a:xfrm>
          <a:custGeom xmlns:a="http://schemas.openxmlformats.org/drawingml/2006/main">
            <a:pathLst>
              <a:path w="18098" h="160972">
                <a:moveTo>
                  <a:pt x="0" y="0"/>
                </a:moveTo>
                <a:lnTo>
                  <a:pt x="0" y="160972"/>
                </a:lnTo>
                <a:lnTo>
                  <a:pt x="18098" y="16097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8DCD2"/>
          </a:solidFill>
          <a:ln xmlns:a="http://schemas.openxmlformats.org/drawingml/2006/main" w="0">
            <a:noFill/>
          </a:ln>
        </p:spPr>
      </p:sp>
      <p:sp>
        <p:nvSpPr>
          <p:cNvPr id="892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E3355C1F-DFE0-4ACB-8AF6-D558EC84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7814" y="2234089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A8DCD2"/>
          </a:solidFill>
          <a:ln xmlns:a="http://schemas.openxmlformats.org/drawingml/2006/main" w="0">
            <a:noFill/>
          </a:ln>
        </p:spPr>
      </p:sp>
      <p:sp>
        <p:nvSpPr>
          <p:cNvPr id="893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9DDEDE9F-7483-4C6E-B8D8-C37ECF73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9714" y="2253139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A8DCD2"/>
          </a:solidFill>
          <a:ln xmlns:a="http://schemas.openxmlformats.org/drawingml/2006/main" w="0">
            <a:noFill/>
          </a:ln>
        </p:spPr>
      </p:sp>
      <p:sp>
        <p:nvSpPr>
          <p:cNvPr id="894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00D0969A-4FB3-4ADA-8673-4FA79269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2089" y="2281714"/>
            <a:ext cx="27623" cy="27622"/>
          </a:xfrm>
          <a:custGeom xmlns:a="http://schemas.openxmlformats.org/drawingml/2006/main">
            <a:pathLst>
              <a:path w="27623" h="27622">
                <a:moveTo>
                  <a:pt x="0" y="27622"/>
                </a:moveTo>
                <a:lnTo>
                  <a:pt x="18098" y="27622"/>
                </a:lnTo>
                <a:lnTo>
                  <a:pt x="18098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lnTo>
                  <a:pt x="0" y="27622"/>
                </a:lnTo>
                <a:close/>
              </a:path>
            </a:pathLst>
          </a:custGeom>
          <a:solidFill xmlns:a="http://schemas.openxmlformats.org/drawingml/2006/main">
            <a:srgbClr val="A8DCD2"/>
          </a:solidFill>
          <a:ln xmlns:a="http://schemas.openxmlformats.org/drawingml/2006/main" w="0">
            <a:noFill/>
          </a:ln>
        </p:spPr>
      </p:sp>
      <p:sp>
        <p:nvSpPr>
          <p:cNvPr id="895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9994D566-0023-4496-A2B6-D9D86D1D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3964" y="2386489"/>
            <a:ext cx="65723" cy="37147"/>
          </a:xfrm>
          <a:custGeom xmlns:a="http://schemas.openxmlformats.org/drawingml/2006/main">
            <a:pathLst>
              <a:path w="65723" h="37147">
                <a:moveTo>
                  <a:pt x="0" y="19050"/>
                </a:moveTo>
                <a:lnTo>
                  <a:pt x="0" y="37147"/>
                </a:lnTo>
                <a:lnTo>
                  <a:pt x="65723" y="37147"/>
                </a:lnTo>
                <a:lnTo>
                  <a:pt x="65723" y="0"/>
                </a:lnTo>
                <a:lnTo>
                  <a:pt x="47625" y="0"/>
                </a:lnTo>
                <a:lnTo>
                  <a:pt x="47625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A8DCD2"/>
          </a:solidFill>
          <a:ln xmlns:a="http://schemas.openxmlformats.org/drawingml/2006/main" w="0">
            <a:noFill/>
          </a:ln>
        </p:spPr>
      </p:sp>
      <p:sp>
        <p:nvSpPr>
          <p:cNvPr id="896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B3D8818D-F6FB-4BD5-93A2-891D587C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4439" y="2415064"/>
            <a:ext cx="18098" cy="46672"/>
          </a:xfrm>
          <a:custGeom xmlns:a="http://schemas.openxmlformats.org/drawingml/2006/main">
            <a:pathLst>
              <a:path w="18098" h="46672">
                <a:moveTo>
                  <a:pt x="0" y="46672"/>
                </a:moveTo>
                <a:lnTo>
                  <a:pt x="18098" y="46672"/>
                </a:lnTo>
                <a:lnTo>
                  <a:pt x="18098" y="0"/>
                </a:lnTo>
                <a:lnTo>
                  <a:pt x="0" y="0"/>
                </a:lnTo>
                <a:lnTo>
                  <a:pt x="0" y="46672"/>
                </a:lnTo>
                <a:close/>
              </a:path>
            </a:pathLst>
          </a:custGeom>
          <a:solidFill xmlns:a="http://schemas.openxmlformats.org/drawingml/2006/main">
            <a:srgbClr val="A8DCD2"/>
          </a:solidFill>
          <a:ln xmlns:a="http://schemas.openxmlformats.org/drawingml/2006/main" w="0">
            <a:noFill/>
          </a:ln>
        </p:spPr>
      </p:sp>
      <p:sp>
        <p:nvSpPr>
          <p:cNvPr id="897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BA7CA660-4E1F-4766-A27D-B8EFEE7B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8339" y="2348389"/>
            <a:ext cx="37148" cy="37147"/>
          </a:xfrm>
          <a:custGeom xmlns:a="http://schemas.openxmlformats.org/drawingml/2006/main">
            <a:pathLst>
              <a:path w="37148" h="37147">
                <a:moveTo>
                  <a:pt x="19050" y="18097"/>
                </a:moveTo>
                <a:lnTo>
                  <a:pt x="19050" y="37147"/>
                </a:lnTo>
                <a:lnTo>
                  <a:pt x="37148" y="37147"/>
                </a:lnTo>
                <a:lnTo>
                  <a:pt x="37148" y="0"/>
                </a:lnTo>
                <a:lnTo>
                  <a:pt x="0" y="0"/>
                </a:lnTo>
                <a:lnTo>
                  <a:pt x="0" y="18097"/>
                </a:lnTo>
                <a:lnTo>
                  <a:pt x="19050" y="18097"/>
                </a:lnTo>
                <a:close/>
              </a:path>
            </a:pathLst>
          </a:custGeom>
          <a:solidFill xmlns:a="http://schemas.openxmlformats.org/drawingml/2006/main">
            <a:srgbClr val="EAE98B"/>
          </a:solidFill>
          <a:ln xmlns:a="http://schemas.openxmlformats.org/drawingml/2006/main" w="0">
            <a:noFill/>
          </a:ln>
        </p:spPr>
      </p:sp>
      <p:sp>
        <p:nvSpPr>
          <p:cNvPr id="898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D201EE92-6975-43FB-AD19-740907A1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4064" y="2386489"/>
            <a:ext cx="18098" cy="37147"/>
          </a:xfrm>
          <a:custGeom xmlns:a="http://schemas.openxmlformats.org/drawingml/2006/main">
            <a:pathLst>
              <a:path w="18098" h="37147">
                <a:moveTo>
                  <a:pt x="0" y="0"/>
                </a:moveTo>
                <a:lnTo>
                  <a:pt x="0" y="37147"/>
                </a:lnTo>
                <a:lnTo>
                  <a:pt x="18098" y="37147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E98B"/>
          </a:solidFill>
          <a:ln xmlns:a="http://schemas.openxmlformats.org/drawingml/2006/main" w="0">
            <a:noFill/>
          </a:ln>
        </p:spPr>
      </p:sp>
      <p:sp>
        <p:nvSpPr>
          <p:cNvPr id="899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BDAF9900-6F60-4879-A124-CE27A579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5064" y="2662714"/>
            <a:ext cx="103823" cy="18097"/>
          </a:xfrm>
          <a:custGeom xmlns:a="http://schemas.openxmlformats.org/drawingml/2006/main">
            <a:pathLst>
              <a:path w="103823" h="18097">
                <a:moveTo>
                  <a:pt x="103823" y="0"/>
                </a:moveTo>
                <a:lnTo>
                  <a:pt x="0" y="0"/>
                </a:lnTo>
                <a:lnTo>
                  <a:pt x="0" y="18097"/>
                </a:lnTo>
                <a:lnTo>
                  <a:pt x="103823" y="18097"/>
                </a:lnTo>
                <a:lnTo>
                  <a:pt x="103823" y="0"/>
                </a:lnTo>
                <a:close/>
              </a:path>
            </a:pathLst>
          </a:custGeom>
          <a:solidFill xmlns:a="http://schemas.openxmlformats.org/drawingml/2006/main">
            <a:srgbClr val="EAE98B"/>
          </a:solidFill>
          <a:ln xmlns:a="http://schemas.openxmlformats.org/drawingml/2006/main" w="0">
            <a:noFill/>
          </a:ln>
        </p:spPr>
      </p:sp>
      <p:sp>
        <p:nvSpPr>
          <p:cNvPr id="900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124AFA48-3E24-499F-BB90-21889AAA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0314" y="2672239"/>
            <a:ext cx="18098" cy="160972"/>
          </a:xfrm>
          <a:custGeom xmlns:a="http://schemas.openxmlformats.org/drawingml/2006/main">
            <a:pathLst>
              <a:path w="18098" h="160972">
                <a:moveTo>
                  <a:pt x="0" y="0"/>
                </a:moveTo>
                <a:lnTo>
                  <a:pt x="0" y="160972"/>
                </a:lnTo>
                <a:lnTo>
                  <a:pt x="18098" y="16097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E98B"/>
          </a:solidFill>
          <a:ln xmlns:a="http://schemas.openxmlformats.org/drawingml/2006/main" w="0">
            <a:noFill/>
          </a:ln>
        </p:spPr>
      </p:sp>
      <p:sp>
        <p:nvSpPr>
          <p:cNvPr id="901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292003FE-D844-4570-A20B-F4004ED7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464" y="2053114"/>
            <a:ext cx="18098" cy="37147"/>
          </a:xfrm>
          <a:custGeom xmlns:a="http://schemas.openxmlformats.org/drawingml/2006/main">
            <a:pathLst>
              <a:path w="18098" h="37147">
                <a:moveTo>
                  <a:pt x="0" y="0"/>
                </a:moveTo>
                <a:lnTo>
                  <a:pt x="0" y="37147"/>
                </a:lnTo>
                <a:lnTo>
                  <a:pt x="18098" y="37147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7DBD3"/>
          </a:solidFill>
          <a:ln xmlns:a="http://schemas.openxmlformats.org/drawingml/2006/main" w="0">
            <a:noFill/>
          </a:ln>
        </p:spPr>
      </p:sp>
      <p:sp>
        <p:nvSpPr>
          <p:cNvPr id="902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27EA8467-92CA-4CA1-BDBC-76FFF3BD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1514" y="2062639"/>
            <a:ext cx="37148" cy="37147"/>
          </a:xfrm>
          <a:custGeom xmlns:a="http://schemas.openxmlformats.org/drawingml/2006/main">
            <a:pathLst>
              <a:path w="37148" h="37147">
                <a:moveTo>
                  <a:pt x="19050" y="0"/>
                </a:moveTo>
                <a:lnTo>
                  <a:pt x="19050" y="9525"/>
                </a:lnTo>
                <a:lnTo>
                  <a:pt x="9525" y="9525"/>
                </a:lnTo>
                <a:lnTo>
                  <a:pt x="9525" y="19050"/>
                </a:lnTo>
                <a:lnTo>
                  <a:pt x="0" y="19050"/>
                </a:lnTo>
                <a:lnTo>
                  <a:pt x="0" y="37147"/>
                </a:lnTo>
                <a:lnTo>
                  <a:pt x="37148" y="37147"/>
                </a:lnTo>
                <a:lnTo>
                  <a:pt x="37148" y="0"/>
                </a:lnTo>
                <a:lnTo>
                  <a:pt x="19050" y="0"/>
                </a:lnTo>
                <a:close/>
              </a:path>
            </a:pathLst>
          </a:custGeom>
          <a:solidFill xmlns:a="http://schemas.openxmlformats.org/drawingml/2006/main">
            <a:srgbClr val="A7DBD3"/>
          </a:solidFill>
          <a:ln xmlns:a="http://schemas.openxmlformats.org/drawingml/2006/main" w="0">
            <a:noFill/>
          </a:ln>
        </p:spPr>
      </p:sp>
      <p:sp>
        <p:nvSpPr>
          <p:cNvPr id="903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9510211C-F60B-47E2-BAEA-BF655010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5814" y="2234089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18097"/>
                </a:moveTo>
                <a:lnTo>
                  <a:pt x="37148" y="0"/>
                </a:ln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close/>
              </a:path>
            </a:pathLst>
          </a:custGeom>
          <a:solidFill xmlns:a="http://schemas.openxmlformats.org/drawingml/2006/main">
            <a:srgbClr val="A7DBD3"/>
          </a:solidFill>
          <a:ln xmlns:a="http://schemas.openxmlformats.org/drawingml/2006/main" w="0">
            <a:noFill/>
          </a:ln>
        </p:spPr>
      </p:sp>
      <p:sp>
        <p:nvSpPr>
          <p:cNvPr id="904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D4C9C0C4-A811-449E-AF82-7ED5EE18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3964" y="2148364"/>
            <a:ext cx="37148" cy="46672"/>
          </a:xfrm>
          <a:custGeom xmlns:a="http://schemas.openxmlformats.org/drawingml/2006/main">
            <a:pathLst>
              <a:path w="37148" h="46672">
                <a:moveTo>
                  <a:pt x="0" y="27622"/>
                </a:moveTo>
                <a:lnTo>
                  <a:pt x="9525" y="27622"/>
                </a:lnTo>
                <a:lnTo>
                  <a:pt x="9525" y="37147"/>
                </a:lnTo>
                <a:lnTo>
                  <a:pt x="19050" y="37147"/>
                </a:lnTo>
                <a:lnTo>
                  <a:pt x="19050" y="46672"/>
                </a:lnTo>
                <a:lnTo>
                  <a:pt x="37148" y="46672"/>
                </a:lnTo>
                <a:lnTo>
                  <a:pt x="37148" y="0"/>
                </a:lnTo>
                <a:lnTo>
                  <a:pt x="0" y="0"/>
                </a:lnTo>
                <a:lnTo>
                  <a:pt x="0" y="27622"/>
                </a:lnTo>
                <a:close/>
              </a:path>
            </a:pathLst>
          </a:custGeom>
          <a:solidFill xmlns:a="http://schemas.openxmlformats.org/drawingml/2006/main">
            <a:srgbClr val="A7DBD3"/>
          </a:solidFill>
          <a:ln xmlns:a="http://schemas.openxmlformats.org/drawingml/2006/main" w="0">
            <a:noFill/>
          </a:ln>
        </p:spPr>
      </p:sp>
      <p:sp>
        <p:nvSpPr>
          <p:cNvPr id="905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9A46E6BD-DBF8-4B7E-83C3-65CC5CCD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1564" y="2234089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0"/>
                </a:move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A7DBD3"/>
          </a:solidFill>
          <a:ln xmlns:a="http://schemas.openxmlformats.org/drawingml/2006/main" w="0">
            <a:noFill/>
          </a:ln>
        </p:spPr>
      </p:sp>
      <p:sp>
        <p:nvSpPr>
          <p:cNvPr id="906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66B470D8-C3BD-42B9-8B00-0FA62865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7289" y="2234089"/>
            <a:ext cx="37148" cy="18097"/>
          </a:xfrm>
          <a:custGeom xmlns:a="http://schemas.openxmlformats.org/drawingml/2006/main">
            <a:pathLst>
              <a:path w="37148" h="18097">
                <a:moveTo>
                  <a:pt x="37148" y="0"/>
                </a:moveTo>
                <a:lnTo>
                  <a:pt x="0" y="0"/>
                </a:lnTo>
                <a:lnTo>
                  <a:pt x="0" y="18097"/>
                </a:lnTo>
                <a:lnTo>
                  <a:pt x="37148" y="18097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A7DBD3"/>
          </a:solidFill>
          <a:ln xmlns:a="http://schemas.openxmlformats.org/drawingml/2006/main" w="0">
            <a:noFill/>
          </a:ln>
        </p:spPr>
      </p:sp>
      <p:sp>
        <p:nvSpPr>
          <p:cNvPr id="907" name="Source-visible observer ranks">
            <a:extLst xmlns:a="http://schemas.openxmlformats.org/drawingml/2006/main">
              <a:ext uri="{FF2B5EF4-FFF2-40B4-BE49-F238E27FC236}">
                <a16:creationId xmlns:a16="http://schemas.microsoft.com/office/drawing/2014/main" id="{F7AEC040-552B-44C3-B1E0-8D34353E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4889" y="2148364"/>
            <a:ext cx="37148" cy="37147"/>
          </a:xfrm>
          <a:custGeom xmlns:a="http://schemas.openxmlformats.org/drawingml/2006/main">
            <a:pathLst>
              <a:path w="37148" h="37147">
                <a:moveTo>
                  <a:pt x="37148" y="0"/>
                </a:moveTo>
                <a:lnTo>
                  <a:pt x="0" y="0"/>
                </a:lnTo>
                <a:lnTo>
                  <a:pt x="0" y="37147"/>
                </a:lnTo>
                <a:lnTo>
                  <a:pt x="27623" y="37147"/>
                </a:lnTo>
                <a:lnTo>
                  <a:pt x="27623" y="27622"/>
                </a:lnTo>
                <a:lnTo>
                  <a:pt x="37148" y="27622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A8DBD3"/>
          </a:solidFill>
          <a:ln xmlns:a="http://schemas.openxmlformats.org/drawingml/2006/main" w="0">
            <a:noFill/>
          </a:ln>
        </p:spPr>
      </p:sp>
      <p:sp>
        <p:nvSpPr>
          <p:cNvPr id="908" name="Source-visible temporal rank seam underlay">
            <a:extLst xmlns:a="http://schemas.openxmlformats.org/drawingml/2006/main">
              <a:ext uri="{FF2B5EF4-FFF2-40B4-BE49-F238E27FC236}">
                <a16:creationId xmlns:a16="http://schemas.microsoft.com/office/drawing/2014/main" id="{6D18F5FE-731E-49C4-89D6-EDAD653F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2971" y="3751421"/>
            <a:ext cx="2317433" cy="2165033"/>
          </a:xfrm>
          <a:custGeom xmlns:a="http://schemas.openxmlformats.org/drawingml/2006/main">
            <a:pathLst>
              <a:path w="2317433" h="2165033">
                <a:moveTo>
                  <a:pt x="371475" y="1485900"/>
                </a:moveTo>
                <a:lnTo>
                  <a:pt x="371475" y="1495425"/>
                </a:lnTo>
                <a:lnTo>
                  <a:pt x="342900" y="1495425"/>
                </a:lnTo>
                <a:lnTo>
                  <a:pt x="342900" y="1504950"/>
                </a:lnTo>
                <a:lnTo>
                  <a:pt x="323850" y="1504950"/>
                </a:lnTo>
                <a:lnTo>
                  <a:pt x="323850" y="1514475"/>
                </a:lnTo>
                <a:lnTo>
                  <a:pt x="304800" y="1514475"/>
                </a:lnTo>
                <a:lnTo>
                  <a:pt x="304800" y="1524000"/>
                </a:lnTo>
                <a:lnTo>
                  <a:pt x="276225" y="1524000"/>
                </a:lnTo>
                <a:lnTo>
                  <a:pt x="276225" y="1533525"/>
                </a:lnTo>
                <a:lnTo>
                  <a:pt x="257175" y="1533525"/>
                </a:lnTo>
                <a:lnTo>
                  <a:pt x="257175" y="1543050"/>
                </a:lnTo>
                <a:lnTo>
                  <a:pt x="219075" y="1543050"/>
                </a:lnTo>
                <a:lnTo>
                  <a:pt x="219075" y="1562100"/>
                </a:lnTo>
                <a:lnTo>
                  <a:pt x="190500" y="1562100"/>
                </a:lnTo>
                <a:lnTo>
                  <a:pt x="190500" y="1571625"/>
                </a:lnTo>
                <a:lnTo>
                  <a:pt x="171450" y="1571625"/>
                </a:lnTo>
                <a:lnTo>
                  <a:pt x="171450" y="1581150"/>
                </a:lnTo>
                <a:lnTo>
                  <a:pt x="152400" y="1581150"/>
                </a:lnTo>
                <a:lnTo>
                  <a:pt x="152400" y="1590675"/>
                </a:lnTo>
                <a:lnTo>
                  <a:pt x="133350" y="1590675"/>
                </a:lnTo>
                <a:lnTo>
                  <a:pt x="133350" y="1600200"/>
                </a:lnTo>
                <a:lnTo>
                  <a:pt x="95250" y="1600200"/>
                </a:lnTo>
                <a:lnTo>
                  <a:pt x="95250" y="1619250"/>
                </a:lnTo>
                <a:lnTo>
                  <a:pt x="76200" y="1619250"/>
                </a:lnTo>
                <a:lnTo>
                  <a:pt x="76200" y="1628775"/>
                </a:lnTo>
                <a:lnTo>
                  <a:pt x="66675" y="1628775"/>
                </a:lnTo>
                <a:lnTo>
                  <a:pt x="66675" y="1638300"/>
                </a:lnTo>
                <a:lnTo>
                  <a:pt x="57150" y="1638300"/>
                </a:lnTo>
                <a:lnTo>
                  <a:pt x="57150" y="1647825"/>
                </a:lnTo>
                <a:lnTo>
                  <a:pt x="47625" y="1647825"/>
                </a:lnTo>
                <a:lnTo>
                  <a:pt x="47625" y="1657350"/>
                </a:lnTo>
                <a:lnTo>
                  <a:pt x="38100" y="1657350"/>
                </a:lnTo>
                <a:lnTo>
                  <a:pt x="38100" y="1676400"/>
                </a:lnTo>
                <a:lnTo>
                  <a:pt x="28575" y="1676400"/>
                </a:lnTo>
                <a:lnTo>
                  <a:pt x="28575" y="1685925"/>
                </a:lnTo>
                <a:lnTo>
                  <a:pt x="19050" y="1685925"/>
                </a:lnTo>
                <a:lnTo>
                  <a:pt x="19050" y="1707833"/>
                </a:lnTo>
                <a:lnTo>
                  <a:pt x="28575" y="1707833"/>
                </a:lnTo>
                <a:lnTo>
                  <a:pt x="28575" y="1714500"/>
                </a:lnTo>
                <a:lnTo>
                  <a:pt x="19050" y="1714500"/>
                </a:lnTo>
                <a:lnTo>
                  <a:pt x="19050" y="1733550"/>
                </a:lnTo>
                <a:lnTo>
                  <a:pt x="9525" y="1733550"/>
                </a:lnTo>
                <a:lnTo>
                  <a:pt x="9525" y="1828800"/>
                </a:lnTo>
                <a:lnTo>
                  <a:pt x="0" y="1828800"/>
                </a:lnTo>
                <a:lnTo>
                  <a:pt x="0" y="2165033"/>
                </a:lnTo>
                <a:lnTo>
                  <a:pt x="2317433" y="2165033"/>
                </a:lnTo>
                <a:lnTo>
                  <a:pt x="2317433" y="276225"/>
                </a:lnTo>
                <a:lnTo>
                  <a:pt x="2307908" y="276225"/>
                </a:lnTo>
                <a:lnTo>
                  <a:pt x="2307908" y="269557"/>
                </a:lnTo>
                <a:lnTo>
                  <a:pt x="2317433" y="269557"/>
                </a:lnTo>
                <a:lnTo>
                  <a:pt x="2317433" y="0"/>
                </a:lnTo>
                <a:lnTo>
                  <a:pt x="2305050" y="0"/>
                </a:lnTo>
                <a:lnTo>
                  <a:pt x="2305050" y="247650"/>
                </a:lnTo>
                <a:lnTo>
                  <a:pt x="2295525" y="247650"/>
                </a:lnTo>
                <a:lnTo>
                  <a:pt x="2295525" y="361950"/>
                </a:lnTo>
                <a:lnTo>
                  <a:pt x="2286000" y="361950"/>
                </a:lnTo>
                <a:lnTo>
                  <a:pt x="2286000" y="400050"/>
                </a:lnTo>
                <a:lnTo>
                  <a:pt x="2276475" y="400050"/>
                </a:lnTo>
                <a:lnTo>
                  <a:pt x="2276475" y="428625"/>
                </a:lnTo>
                <a:lnTo>
                  <a:pt x="2266950" y="428625"/>
                </a:lnTo>
                <a:lnTo>
                  <a:pt x="2266950" y="447675"/>
                </a:lnTo>
                <a:lnTo>
                  <a:pt x="2257425" y="447675"/>
                </a:lnTo>
                <a:lnTo>
                  <a:pt x="2257425" y="476250"/>
                </a:lnTo>
                <a:lnTo>
                  <a:pt x="2247900" y="476250"/>
                </a:lnTo>
                <a:lnTo>
                  <a:pt x="2247900" y="504825"/>
                </a:lnTo>
                <a:lnTo>
                  <a:pt x="2238375" y="504825"/>
                </a:lnTo>
                <a:lnTo>
                  <a:pt x="2238375" y="523875"/>
                </a:lnTo>
                <a:lnTo>
                  <a:pt x="2228850" y="523875"/>
                </a:lnTo>
                <a:lnTo>
                  <a:pt x="2228850" y="542925"/>
                </a:lnTo>
                <a:lnTo>
                  <a:pt x="2219325" y="542925"/>
                </a:lnTo>
                <a:lnTo>
                  <a:pt x="2219325" y="552450"/>
                </a:lnTo>
                <a:lnTo>
                  <a:pt x="2209800" y="552450"/>
                </a:lnTo>
                <a:lnTo>
                  <a:pt x="2209800" y="571500"/>
                </a:lnTo>
                <a:lnTo>
                  <a:pt x="2200275" y="571500"/>
                </a:lnTo>
                <a:lnTo>
                  <a:pt x="2200275" y="581025"/>
                </a:lnTo>
                <a:lnTo>
                  <a:pt x="2190750" y="581025"/>
                </a:lnTo>
                <a:lnTo>
                  <a:pt x="2190750" y="590550"/>
                </a:lnTo>
                <a:lnTo>
                  <a:pt x="2181225" y="590550"/>
                </a:lnTo>
                <a:lnTo>
                  <a:pt x="2181225" y="600075"/>
                </a:lnTo>
                <a:lnTo>
                  <a:pt x="2171700" y="600075"/>
                </a:lnTo>
                <a:lnTo>
                  <a:pt x="2171700" y="609600"/>
                </a:lnTo>
                <a:lnTo>
                  <a:pt x="2162175" y="609600"/>
                </a:lnTo>
                <a:lnTo>
                  <a:pt x="2162175" y="619125"/>
                </a:lnTo>
                <a:lnTo>
                  <a:pt x="2152650" y="619125"/>
                </a:lnTo>
                <a:lnTo>
                  <a:pt x="2152650" y="628650"/>
                </a:lnTo>
                <a:lnTo>
                  <a:pt x="2143125" y="628650"/>
                </a:lnTo>
                <a:lnTo>
                  <a:pt x="2143125" y="638175"/>
                </a:lnTo>
                <a:lnTo>
                  <a:pt x="2133600" y="638175"/>
                </a:lnTo>
                <a:lnTo>
                  <a:pt x="2133600" y="647700"/>
                </a:lnTo>
                <a:lnTo>
                  <a:pt x="2124075" y="647700"/>
                </a:lnTo>
                <a:lnTo>
                  <a:pt x="2124075" y="657225"/>
                </a:lnTo>
                <a:lnTo>
                  <a:pt x="2114550" y="657225"/>
                </a:lnTo>
                <a:lnTo>
                  <a:pt x="2114550" y="666750"/>
                </a:lnTo>
                <a:lnTo>
                  <a:pt x="2105025" y="666750"/>
                </a:lnTo>
                <a:lnTo>
                  <a:pt x="2105025" y="676275"/>
                </a:lnTo>
                <a:lnTo>
                  <a:pt x="2095500" y="676275"/>
                </a:lnTo>
                <a:lnTo>
                  <a:pt x="2095500" y="685800"/>
                </a:lnTo>
                <a:lnTo>
                  <a:pt x="2085975" y="685800"/>
                </a:lnTo>
                <a:lnTo>
                  <a:pt x="2085975" y="695325"/>
                </a:lnTo>
                <a:lnTo>
                  <a:pt x="2076450" y="695325"/>
                </a:lnTo>
                <a:lnTo>
                  <a:pt x="2076450" y="704850"/>
                </a:lnTo>
                <a:lnTo>
                  <a:pt x="2066925" y="704850"/>
                </a:lnTo>
                <a:lnTo>
                  <a:pt x="2066925" y="714375"/>
                </a:lnTo>
                <a:lnTo>
                  <a:pt x="2047875" y="714375"/>
                </a:lnTo>
                <a:lnTo>
                  <a:pt x="2047875" y="723900"/>
                </a:lnTo>
                <a:lnTo>
                  <a:pt x="2038350" y="723900"/>
                </a:lnTo>
                <a:lnTo>
                  <a:pt x="2038350" y="733425"/>
                </a:lnTo>
                <a:lnTo>
                  <a:pt x="2028825" y="733425"/>
                </a:lnTo>
                <a:lnTo>
                  <a:pt x="2028825" y="742950"/>
                </a:lnTo>
                <a:lnTo>
                  <a:pt x="2009775" y="742950"/>
                </a:lnTo>
                <a:lnTo>
                  <a:pt x="2009775" y="752475"/>
                </a:lnTo>
                <a:lnTo>
                  <a:pt x="2000250" y="752475"/>
                </a:lnTo>
                <a:lnTo>
                  <a:pt x="2000250" y="762000"/>
                </a:lnTo>
                <a:lnTo>
                  <a:pt x="1981200" y="762000"/>
                </a:lnTo>
                <a:lnTo>
                  <a:pt x="1981200" y="771525"/>
                </a:lnTo>
                <a:lnTo>
                  <a:pt x="1971675" y="771525"/>
                </a:lnTo>
                <a:lnTo>
                  <a:pt x="1971675" y="781050"/>
                </a:lnTo>
                <a:lnTo>
                  <a:pt x="1962150" y="781050"/>
                </a:lnTo>
                <a:lnTo>
                  <a:pt x="1962150" y="790575"/>
                </a:lnTo>
                <a:lnTo>
                  <a:pt x="1943100" y="790575"/>
                </a:lnTo>
                <a:lnTo>
                  <a:pt x="1943100" y="800100"/>
                </a:lnTo>
                <a:lnTo>
                  <a:pt x="1933575" y="800100"/>
                </a:lnTo>
                <a:lnTo>
                  <a:pt x="1933575" y="809625"/>
                </a:lnTo>
                <a:lnTo>
                  <a:pt x="1924050" y="809625"/>
                </a:lnTo>
                <a:lnTo>
                  <a:pt x="1924050" y="819150"/>
                </a:lnTo>
                <a:lnTo>
                  <a:pt x="1905000" y="819150"/>
                </a:lnTo>
                <a:lnTo>
                  <a:pt x="1905000" y="828675"/>
                </a:lnTo>
                <a:lnTo>
                  <a:pt x="1895475" y="828675"/>
                </a:lnTo>
                <a:lnTo>
                  <a:pt x="1895475" y="838200"/>
                </a:lnTo>
                <a:lnTo>
                  <a:pt x="1876425" y="838200"/>
                </a:lnTo>
                <a:lnTo>
                  <a:pt x="1876425" y="847725"/>
                </a:lnTo>
                <a:lnTo>
                  <a:pt x="1866900" y="847725"/>
                </a:lnTo>
                <a:lnTo>
                  <a:pt x="1866900" y="857250"/>
                </a:lnTo>
                <a:lnTo>
                  <a:pt x="1847850" y="857250"/>
                </a:lnTo>
                <a:lnTo>
                  <a:pt x="1847850" y="866775"/>
                </a:lnTo>
                <a:lnTo>
                  <a:pt x="1828800" y="866775"/>
                </a:lnTo>
                <a:lnTo>
                  <a:pt x="1828800" y="876300"/>
                </a:lnTo>
                <a:lnTo>
                  <a:pt x="1809750" y="876300"/>
                </a:lnTo>
                <a:lnTo>
                  <a:pt x="1809750" y="885825"/>
                </a:lnTo>
                <a:lnTo>
                  <a:pt x="1790700" y="885825"/>
                </a:lnTo>
                <a:lnTo>
                  <a:pt x="1790700" y="895350"/>
                </a:lnTo>
                <a:lnTo>
                  <a:pt x="1781175" y="895350"/>
                </a:lnTo>
                <a:lnTo>
                  <a:pt x="1781175" y="904875"/>
                </a:lnTo>
                <a:lnTo>
                  <a:pt x="1762125" y="904875"/>
                </a:lnTo>
                <a:lnTo>
                  <a:pt x="1762125" y="914400"/>
                </a:lnTo>
                <a:lnTo>
                  <a:pt x="1743075" y="914400"/>
                </a:lnTo>
                <a:lnTo>
                  <a:pt x="1743075" y="923925"/>
                </a:lnTo>
                <a:lnTo>
                  <a:pt x="1724025" y="923925"/>
                </a:lnTo>
                <a:lnTo>
                  <a:pt x="1724025" y="933450"/>
                </a:lnTo>
                <a:lnTo>
                  <a:pt x="1714500" y="933450"/>
                </a:lnTo>
                <a:lnTo>
                  <a:pt x="1714500" y="942975"/>
                </a:lnTo>
                <a:lnTo>
                  <a:pt x="1695450" y="942975"/>
                </a:lnTo>
                <a:lnTo>
                  <a:pt x="1695450" y="952500"/>
                </a:lnTo>
                <a:lnTo>
                  <a:pt x="1676400" y="952500"/>
                </a:lnTo>
                <a:lnTo>
                  <a:pt x="1676400" y="962025"/>
                </a:lnTo>
                <a:lnTo>
                  <a:pt x="1657350" y="962025"/>
                </a:lnTo>
                <a:lnTo>
                  <a:pt x="1657350" y="971550"/>
                </a:lnTo>
                <a:lnTo>
                  <a:pt x="1638300" y="971550"/>
                </a:lnTo>
                <a:lnTo>
                  <a:pt x="1638300" y="981075"/>
                </a:lnTo>
                <a:lnTo>
                  <a:pt x="1619250" y="981075"/>
                </a:lnTo>
                <a:lnTo>
                  <a:pt x="1619250" y="990600"/>
                </a:lnTo>
                <a:lnTo>
                  <a:pt x="1600200" y="990600"/>
                </a:lnTo>
                <a:lnTo>
                  <a:pt x="1600200" y="1000125"/>
                </a:lnTo>
                <a:lnTo>
                  <a:pt x="1581150" y="1000125"/>
                </a:lnTo>
                <a:lnTo>
                  <a:pt x="1581150" y="1009650"/>
                </a:lnTo>
                <a:lnTo>
                  <a:pt x="1562100" y="1009650"/>
                </a:lnTo>
                <a:lnTo>
                  <a:pt x="1562100" y="1019175"/>
                </a:lnTo>
                <a:lnTo>
                  <a:pt x="1543050" y="1019175"/>
                </a:lnTo>
                <a:lnTo>
                  <a:pt x="1543050" y="1028700"/>
                </a:lnTo>
                <a:lnTo>
                  <a:pt x="1524000" y="1028700"/>
                </a:lnTo>
                <a:lnTo>
                  <a:pt x="1524000" y="1038225"/>
                </a:lnTo>
                <a:lnTo>
                  <a:pt x="1504950" y="1038225"/>
                </a:lnTo>
                <a:lnTo>
                  <a:pt x="1504950" y="1047750"/>
                </a:lnTo>
                <a:lnTo>
                  <a:pt x="1485900" y="1047750"/>
                </a:lnTo>
                <a:lnTo>
                  <a:pt x="1485900" y="1057275"/>
                </a:lnTo>
                <a:lnTo>
                  <a:pt x="1466850" y="1057275"/>
                </a:lnTo>
                <a:lnTo>
                  <a:pt x="1466850" y="1066800"/>
                </a:lnTo>
                <a:lnTo>
                  <a:pt x="1447800" y="1066800"/>
                </a:lnTo>
                <a:lnTo>
                  <a:pt x="1447800" y="1076325"/>
                </a:lnTo>
                <a:lnTo>
                  <a:pt x="1419225" y="1076325"/>
                </a:lnTo>
                <a:lnTo>
                  <a:pt x="1419225" y="1085850"/>
                </a:lnTo>
                <a:lnTo>
                  <a:pt x="1400175" y="1085850"/>
                </a:lnTo>
                <a:lnTo>
                  <a:pt x="1400175" y="1095375"/>
                </a:lnTo>
                <a:lnTo>
                  <a:pt x="1390650" y="1095375"/>
                </a:lnTo>
                <a:lnTo>
                  <a:pt x="1390650" y="1104900"/>
                </a:lnTo>
                <a:lnTo>
                  <a:pt x="1371600" y="1104900"/>
                </a:lnTo>
                <a:lnTo>
                  <a:pt x="1371600" y="1114425"/>
                </a:lnTo>
                <a:lnTo>
                  <a:pt x="1343025" y="1114425"/>
                </a:lnTo>
                <a:lnTo>
                  <a:pt x="1343025" y="1123950"/>
                </a:lnTo>
                <a:lnTo>
                  <a:pt x="1314450" y="1123950"/>
                </a:lnTo>
                <a:lnTo>
                  <a:pt x="1314450" y="1133475"/>
                </a:lnTo>
                <a:lnTo>
                  <a:pt x="1295400" y="1133475"/>
                </a:lnTo>
                <a:lnTo>
                  <a:pt x="1295400" y="1143000"/>
                </a:lnTo>
                <a:lnTo>
                  <a:pt x="1276350" y="1143000"/>
                </a:lnTo>
                <a:lnTo>
                  <a:pt x="1276350" y="1152525"/>
                </a:lnTo>
                <a:lnTo>
                  <a:pt x="1247775" y="1152525"/>
                </a:lnTo>
                <a:lnTo>
                  <a:pt x="1247775" y="1162050"/>
                </a:lnTo>
                <a:lnTo>
                  <a:pt x="1228725" y="1162050"/>
                </a:lnTo>
                <a:lnTo>
                  <a:pt x="1228725" y="1171575"/>
                </a:lnTo>
                <a:lnTo>
                  <a:pt x="1200150" y="1171575"/>
                </a:lnTo>
                <a:lnTo>
                  <a:pt x="1200150" y="1181100"/>
                </a:lnTo>
                <a:lnTo>
                  <a:pt x="1181100" y="1181100"/>
                </a:lnTo>
                <a:lnTo>
                  <a:pt x="1181100" y="1190625"/>
                </a:lnTo>
                <a:lnTo>
                  <a:pt x="1162050" y="1190625"/>
                </a:lnTo>
                <a:lnTo>
                  <a:pt x="1162050" y="1200150"/>
                </a:lnTo>
                <a:lnTo>
                  <a:pt x="1123950" y="1200150"/>
                </a:lnTo>
                <a:lnTo>
                  <a:pt x="1123950" y="1209675"/>
                </a:lnTo>
                <a:lnTo>
                  <a:pt x="1104900" y="1209675"/>
                </a:lnTo>
                <a:lnTo>
                  <a:pt x="1104900" y="1219200"/>
                </a:lnTo>
                <a:lnTo>
                  <a:pt x="1076325" y="1219200"/>
                </a:lnTo>
                <a:lnTo>
                  <a:pt x="1076325" y="1228725"/>
                </a:lnTo>
                <a:lnTo>
                  <a:pt x="1047750" y="1228725"/>
                </a:lnTo>
                <a:lnTo>
                  <a:pt x="1047750" y="1238250"/>
                </a:lnTo>
                <a:lnTo>
                  <a:pt x="1028700" y="1238250"/>
                </a:lnTo>
                <a:lnTo>
                  <a:pt x="1028700" y="1247775"/>
                </a:lnTo>
                <a:lnTo>
                  <a:pt x="1009650" y="1247775"/>
                </a:lnTo>
                <a:lnTo>
                  <a:pt x="1009650" y="1257300"/>
                </a:lnTo>
                <a:lnTo>
                  <a:pt x="981075" y="1257300"/>
                </a:lnTo>
                <a:lnTo>
                  <a:pt x="981075" y="1266825"/>
                </a:lnTo>
                <a:lnTo>
                  <a:pt x="962025" y="1266825"/>
                </a:lnTo>
                <a:lnTo>
                  <a:pt x="962025" y="1276350"/>
                </a:lnTo>
                <a:lnTo>
                  <a:pt x="933450" y="1276350"/>
                </a:lnTo>
                <a:lnTo>
                  <a:pt x="933450" y="1285875"/>
                </a:lnTo>
                <a:lnTo>
                  <a:pt x="904875" y="1285875"/>
                </a:lnTo>
                <a:lnTo>
                  <a:pt x="904875" y="1295400"/>
                </a:lnTo>
                <a:lnTo>
                  <a:pt x="876300" y="1295400"/>
                </a:lnTo>
                <a:lnTo>
                  <a:pt x="876300" y="1304925"/>
                </a:lnTo>
                <a:lnTo>
                  <a:pt x="847725" y="1304925"/>
                </a:lnTo>
                <a:lnTo>
                  <a:pt x="847725" y="1314450"/>
                </a:lnTo>
                <a:lnTo>
                  <a:pt x="819150" y="1314450"/>
                </a:lnTo>
                <a:lnTo>
                  <a:pt x="819150" y="1323975"/>
                </a:lnTo>
                <a:lnTo>
                  <a:pt x="790575" y="1323975"/>
                </a:lnTo>
                <a:lnTo>
                  <a:pt x="790575" y="1333500"/>
                </a:lnTo>
                <a:lnTo>
                  <a:pt x="771525" y="1333500"/>
                </a:lnTo>
                <a:lnTo>
                  <a:pt x="771525" y="1343025"/>
                </a:lnTo>
                <a:lnTo>
                  <a:pt x="752475" y="1343025"/>
                </a:lnTo>
                <a:lnTo>
                  <a:pt x="752475" y="1352550"/>
                </a:lnTo>
                <a:lnTo>
                  <a:pt x="723900" y="1352550"/>
                </a:lnTo>
                <a:lnTo>
                  <a:pt x="723900" y="1362075"/>
                </a:lnTo>
                <a:lnTo>
                  <a:pt x="685800" y="1362075"/>
                </a:lnTo>
                <a:lnTo>
                  <a:pt x="685800" y="1371600"/>
                </a:lnTo>
                <a:lnTo>
                  <a:pt x="666750" y="1371600"/>
                </a:lnTo>
                <a:lnTo>
                  <a:pt x="666750" y="1381125"/>
                </a:lnTo>
                <a:lnTo>
                  <a:pt x="638175" y="1381125"/>
                </a:lnTo>
                <a:lnTo>
                  <a:pt x="638175" y="1390650"/>
                </a:lnTo>
                <a:lnTo>
                  <a:pt x="619125" y="1390650"/>
                </a:lnTo>
                <a:lnTo>
                  <a:pt x="619125" y="1400175"/>
                </a:lnTo>
                <a:lnTo>
                  <a:pt x="590550" y="1400175"/>
                </a:lnTo>
                <a:lnTo>
                  <a:pt x="590550" y="1409700"/>
                </a:lnTo>
                <a:lnTo>
                  <a:pt x="561975" y="1409700"/>
                </a:lnTo>
                <a:lnTo>
                  <a:pt x="561975" y="1419225"/>
                </a:lnTo>
                <a:lnTo>
                  <a:pt x="542925" y="1419225"/>
                </a:lnTo>
                <a:lnTo>
                  <a:pt x="542925" y="1428750"/>
                </a:lnTo>
                <a:lnTo>
                  <a:pt x="514350" y="1428750"/>
                </a:lnTo>
                <a:lnTo>
                  <a:pt x="514350" y="1438275"/>
                </a:lnTo>
                <a:lnTo>
                  <a:pt x="485775" y="1438275"/>
                </a:lnTo>
                <a:lnTo>
                  <a:pt x="485775" y="1447800"/>
                </a:lnTo>
                <a:lnTo>
                  <a:pt x="457200" y="1447800"/>
                </a:lnTo>
                <a:lnTo>
                  <a:pt x="457200" y="1457325"/>
                </a:lnTo>
                <a:lnTo>
                  <a:pt x="438150" y="1457325"/>
                </a:lnTo>
                <a:lnTo>
                  <a:pt x="438150" y="1466850"/>
                </a:lnTo>
                <a:lnTo>
                  <a:pt x="419100" y="1466850"/>
                </a:lnTo>
                <a:lnTo>
                  <a:pt x="419100" y="1476375"/>
                </a:lnTo>
                <a:lnTo>
                  <a:pt x="390525" y="1476375"/>
                </a:lnTo>
                <a:lnTo>
                  <a:pt x="390525" y="1485900"/>
                </a:lnTo>
                <a:lnTo>
                  <a:pt x="371475" y="1485900"/>
                </a:lnTo>
                <a:close/>
              </a:path>
            </a:pathLst>
          </a:custGeom>
          <a:solidFill xmlns:a="http://schemas.openxmlformats.org/drawingml/2006/main">
            <a:srgbClr val="F8BCB4"/>
          </a:solidFill>
          <a:ln xmlns:a="http://schemas.openxmlformats.org/drawingml/2006/main" w="0">
            <a:noFill/>
          </a:ln>
        </p:spPr>
      </p:sp>
      <p:sp>
        <p:nvSpPr>
          <p:cNvPr id="909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77BAFD2E-7A69-48CD-9B8A-83C11D99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389" y="4053364"/>
            <a:ext cx="1646873" cy="1846898"/>
          </a:xfrm>
          <a:custGeom xmlns:a="http://schemas.openxmlformats.org/drawingml/2006/main">
            <a:pathLst>
              <a:path w="1646873" h="1846898">
                <a:moveTo>
                  <a:pt x="57150" y="1333500"/>
                </a:moveTo>
                <a:lnTo>
                  <a:pt x="19050" y="1333500"/>
                </a:lnTo>
                <a:lnTo>
                  <a:pt x="19050" y="1343025"/>
                </a:lnTo>
                <a:lnTo>
                  <a:pt x="9525" y="1343025"/>
                </a:lnTo>
                <a:lnTo>
                  <a:pt x="9525" y="1352550"/>
                </a:lnTo>
                <a:lnTo>
                  <a:pt x="0" y="1352550"/>
                </a:lnTo>
                <a:lnTo>
                  <a:pt x="0" y="1370648"/>
                </a:lnTo>
                <a:lnTo>
                  <a:pt x="19050" y="1370648"/>
                </a:lnTo>
                <a:lnTo>
                  <a:pt x="19050" y="1389698"/>
                </a:lnTo>
                <a:lnTo>
                  <a:pt x="47625" y="1389698"/>
                </a:lnTo>
                <a:lnTo>
                  <a:pt x="47625" y="1408748"/>
                </a:lnTo>
                <a:lnTo>
                  <a:pt x="85725" y="1408748"/>
                </a:lnTo>
                <a:lnTo>
                  <a:pt x="85725" y="1418273"/>
                </a:lnTo>
                <a:lnTo>
                  <a:pt x="95250" y="1418273"/>
                </a:lnTo>
                <a:lnTo>
                  <a:pt x="95250" y="1427798"/>
                </a:lnTo>
                <a:lnTo>
                  <a:pt x="114300" y="1427798"/>
                </a:lnTo>
                <a:lnTo>
                  <a:pt x="114300" y="1437323"/>
                </a:lnTo>
                <a:lnTo>
                  <a:pt x="123825" y="1437323"/>
                </a:lnTo>
                <a:lnTo>
                  <a:pt x="123825" y="1456373"/>
                </a:lnTo>
                <a:lnTo>
                  <a:pt x="171450" y="1456373"/>
                </a:lnTo>
                <a:lnTo>
                  <a:pt x="171450" y="1494473"/>
                </a:lnTo>
                <a:lnTo>
                  <a:pt x="209550" y="1494473"/>
                </a:lnTo>
                <a:lnTo>
                  <a:pt x="209550" y="1503998"/>
                </a:lnTo>
                <a:lnTo>
                  <a:pt x="219075" y="1503998"/>
                </a:lnTo>
                <a:lnTo>
                  <a:pt x="219075" y="1551623"/>
                </a:lnTo>
                <a:lnTo>
                  <a:pt x="246698" y="1551623"/>
                </a:lnTo>
                <a:lnTo>
                  <a:pt x="246698" y="1542098"/>
                </a:lnTo>
                <a:lnTo>
                  <a:pt x="266700" y="1542098"/>
                </a:lnTo>
                <a:lnTo>
                  <a:pt x="266700" y="1551623"/>
                </a:lnTo>
                <a:lnTo>
                  <a:pt x="276225" y="1551623"/>
                </a:lnTo>
                <a:lnTo>
                  <a:pt x="276225" y="1570673"/>
                </a:lnTo>
                <a:lnTo>
                  <a:pt x="303848" y="1570673"/>
                </a:lnTo>
                <a:lnTo>
                  <a:pt x="303848" y="1551623"/>
                </a:lnTo>
                <a:lnTo>
                  <a:pt x="304800" y="1551623"/>
                </a:lnTo>
                <a:lnTo>
                  <a:pt x="304800" y="1561148"/>
                </a:lnTo>
                <a:lnTo>
                  <a:pt x="314325" y="1561148"/>
                </a:lnTo>
                <a:lnTo>
                  <a:pt x="314325" y="1570673"/>
                </a:lnTo>
                <a:lnTo>
                  <a:pt x="323850" y="1570673"/>
                </a:lnTo>
                <a:lnTo>
                  <a:pt x="323850" y="1580198"/>
                </a:lnTo>
                <a:lnTo>
                  <a:pt x="333375" y="1580198"/>
                </a:lnTo>
                <a:lnTo>
                  <a:pt x="333375" y="1590675"/>
                </a:lnTo>
                <a:lnTo>
                  <a:pt x="323850" y="1590675"/>
                </a:lnTo>
                <a:lnTo>
                  <a:pt x="323850" y="1618298"/>
                </a:lnTo>
                <a:lnTo>
                  <a:pt x="342900" y="1618298"/>
                </a:lnTo>
                <a:lnTo>
                  <a:pt x="342900" y="1627823"/>
                </a:lnTo>
                <a:lnTo>
                  <a:pt x="370523" y="1627823"/>
                </a:lnTo>
                <a:lnTo>
                  <a:pt x="370523" y="1608773"/>
                </a:lnTo>
                <a:lnTo>
                  <a:pt x="390525" y="1608773"/>
                </a:lnTo>
                <a:lnTo>
                  <a:pt x="390525" y="1637348"/>
                </a:lnTo>
                <a:lnTo>
                  <a:pt x="409575" y="1637348"/>
                </a:lnTo>
                <a:lnTo>
                  <a:pt x="409575" y="1646873"/>
                </a:lnTo>
                <a:lnTo>
                  <a:pt x="428625" y="1646873"/>
                </a:lnTo>
                <a:lnTo>
                  <a:pt x="428625" y="1656398"/>
                </a:lnTo>
                <a:lnTo>
                  <a:pt x="438150" y="1656398"/>
                </a:lnTo>
                <a:lnTo>
                  <a:pt x="438150" y="1704023"/>
                </a:lnTo>
                <a:lnTo>
                  <a:pt x="476250" y="1704023"/>
                </a:lnTo>
                <a:lnTo>
                  <a:pt x="476250" y="1713548"/>
                </a:lnTo>
                <a:lnTo>
                  <a:pt x="503873" y="1713548"/>
                </a:lnTo>
                <a:lnTo>
                  <a:pt x="503873" y="1704023"/>
                </a:lnTo>
                <a:lnTo>
                  <a:pt x="542925" y="1704023"/>
                </a:lnTo>
                <a:lnTo>
                  <a:pt x="542925" y="1713548"/>
                </a:lnTo>
                <a:lnTo>
                  <a:pt x="561975" y="1713548"/>
                </a:lnTo>
                <a:lnTo>
                  <a:pt x="561975" y="1837373"/>
                </a:lnTo>
                <a:lnTo>
                  <a:pt x="695325" y="1837373"/>
                </a:lnTo>
                <a:lnTo>
                  <a:pt x="695325" y="1846898"/>
                </a:lnTo>
                <a:lnTo>
                  <a:pt x="1646873" y="1846898"/>
                </a:lnTo>
                <a:lnTo>
                  <a:pt x="1646873" y="0"/>
                </a:lnTo>
                <a:lnTo>
                  <a:pt x="1628775" y="0"/>
                </a:lnTo>
                <a:lnTo>
                  <a:pt x="1628775" y="304800"/>
                </a:lnTo>
                <a:lnTo>
                  <a:pt x="1619250" y="304800"/>
                </a:lnTo>
                <a:lnTo>
                  <a:pt x="1619250" y="361950"/>
                </a:lnTo>
                <a:lnTo>
                  <a:pt x="1609725" y="361950"/>
                </a:lnTo>
                <a:lnTo>
                  <a:pt x="1609725" y="390525"/>
                </a:lnTo>
                <a:lnTo>
                  <a:pt x="1600200" y="390525"/>
                </a:lnTo>
                <a:lnTo>
                  <a:pt x="1600200" y="409575"/>
                </a:lnTo>
                <a:lnTo>
                  <a:pt x="1590675" y="409575"/>
                </a:lnTo>
                <a:lnTo>
                  <a:pt x="1590675" y="438150"/>
                </a:lnTo>
                <a:lnTo>
                  <a:pt x="1581150" y="438150"/>
                </a:lnTo>
                <a:lnTo>
                  <a:pt x="1581150" y="466725"/>
                </a:lnTo>
                <a:lnTo>
                  <a:pt x="1571625" y="466725"/>
                </a:lnTo>
                <a:lnTo>
                  <a:pt x="1571625" y="485775"/>
                </a:lnTo>
                <a:lnTo>
                  <a:pt x="1562100" y="485775"/>
                </a:lnTo>
                <a:lnTo>
                  <a:pt x="1562100" y="514350"/>
                </a:lnTo>
                <a:lnTo>
                  <a:pt x="1552575" y="514350"/>
                </a:lnTo>
                <a:lnTo>
                  <a:pt x="1552575" y="523875"/>
                </a:lnTo>
                <a:lnTo>
                  <a:pt x="1543050" y="523875"/>
                </a:lnTo>
                <a:lnTo>
                  <a:pt x="1543050" y="533400"/>
                </a:lnTo>
                <a:lnTo>
                  <a:pt x="1533525" y="533400"/>
                </a:lnTo>
                <a:lnTo>
                  <a:pt x="1533525" y="542925"/>
                </a:lnTo>
                <a:lnTo>
                  <a:pt x="1524000" y="542925"/>
                </a:lnTo>
                <a:lnTo>
                  <a:pt x="1524000" y="561975"/>
                </a:lnTo>
                <a:lnTo>
                  <a:pt x="1514475" y="561975"/>
                </a:lnTo>
                <a:lnTo>
                  <a:pt x="1514475" y="571500"/>
                </a:lnTo>
                <a:lnTo>
                  <a:pt x="1504950" y="571500"/>
                </a:lnTo>
                <a:lnTo>
                  <a:pt x="1504950" y="581025"/>
                </a:lnTo>
                <a:lnTo>
                  <a:pt x="1495425" y="581025"/>
                </a:lnTo>
                <a:lnTo>
                  <a:pt x="1495425" y="590550"/>
                </a:lnTo>
                <a:lnTo>
                  <a:pt x="1485900" y="590550"/>
                </a:lnTo>
                <a:lnTo>
                  <a:pt x="1485900" y="600075"/>
                </a:lnTo>
                <a:lnTo>
                  <a:pt x="1476375" y="600075"/>
                </a:lnTo>
                <a:lnTo>
                  <a:pt x="1476375" y="609600"/>
                </a:lnTo>
                <a:lnTo>
                  <a:pt x="1466850" y="609600"/>
                </a:lnTo>
                <a:lnTo>
                  <a:pt x="1466850" y="619125"/>
                </a:lnTo>
                <a:lnTo>
                  <a:pt x="1457325" y="619125"/>
                </a:lnTo>
                <a:lnTo>
                  <a:pt x="1457325" y="628650"/>
                </a:lnTo>
                <a:lnTo>
                  <a:pt x="1447800" y="628650"/>
                </a:lnTo>
                <a:lnTo>
                  <a:pt x="1447800" y="638175"/>
                </a:lnTo>
                <a:lnTo>
                  <a:pt x="1438275" y="638175"/>
                </a:lnTo>
                <a:lnTo>
                  <a:pt x="1438275" y="647700"/>
                </a:lnTo>
                <a:lnTo>
                  <a:pt x="1428750" y="647700"/>
                </a:lnTo>
                <a:lnTo>
                  <a:pt x="1428750" y="657225"/>
                </a:lnTo>
                <a:lnTo>
                  <a:pt x="1419225" y="657225"/>
                </a:lnTo>
                <a:lnTo>
                  <a:pt x="1419225" y="666750"/>
                </a:lnTo>
                <a:lnTo>
                  <a:pt x="1409700" y="666750"/>
                </a:lnTo>
                <a:lnTo>
                  <a:pt x="1409700" y="676275"/>
                </a:lnTo>
                <a:lnTo>
                  <a:pt x="1390650" y="676275"/>
                </a:lnTo>
                <a:lnTo>
                  <a:pt x="1390650" y="685800"/>
                </a:lnTo>
                <a:lnTo>
                  <a:pt x="1381125" y="685800"/>
                </a:lnTo>
                <a:lnTo>
                  <a:pt x="1381125" y="695325"/>
                </a:lnTo>
                <a:lnTo>
                  <a:pt x="1371600" y="695325"/>
                </a:lnTo>
                <a:lnTo>
                  <a:pt x="1371600" y="704850"/>
                </a:lnTo>
                <a:lnTo>
                  <a:pt x="1362075" y="704850"/>
                </a:lnTo>
                <a:lnTo>
                  <a:pt x="1362075" y="714375"/>
                </a:lnTo>
                <a:lnTo>
                  <a:pt x="1343025" y="714375"/>
                </a:lnTo>
                <a:lnTo>
                  <a:pt x="1343025" y="723900"/>
                </a:lnTo>
                <a:lnTo>
                  <a:pt x="1333500" y="723900"/>
                </a:lnTo>
                <a:lnTo>
                  <a:pt x="1333500" y="733425"/>
                </a:lnTo>
                <a:lnTo>
                  <a:pt x="1323975" y="733425"/>
                </a:lnTo>
                <a:lnTo>
                  <a:pt x="1323975" y="742950"/>
                </a:lnTo>
                <a:lnTo>
                  <a:pt x="1304925" y="742950"/>
                </a:lnTo>
                <a:lnTo>
                  <a:pt x="1304925" y="752475"/>
                </a:lnTo>
                <a:lnTo>
                  <a:pt x="1295400" y="752475"/>
                </a:lnTo>
                <a:lnTo>
                  <a:pt x="1295400" y="762000"/>
                </a:lnTo>
                <a:lnTo>
                  <a:pt x="1285875" y="762000"/>
                </a:lnTo>
                <a:lnTo>
                  <a:pt x="1285875" y="771525"/>
                </a:lnTo>
                <a:lnTo>
                  <a:pt x="1266825" y="771525"/>
                </a:lnTo>
                <a:lnTo>
                  <a:pt x="1266825" y="781050"/>
                </a:lnTo>
                <a:lnTo>
                  <a:pt x="1257300" y="781050"/>
                </a:lnTo>
                <a:lnTo>
                  <a:pt x="1257300" y="790575"/>
                </a:lnTo>
                <a:lnTo>
                  <a:pt x="1238250" y="790575"/>
                </a:lnTo>
                <a:lnTo>
                  <a:pt x="1238250" y="800100"/>
                </a:lnTo>
                <a:lnTo>
                  <a:pt x="1228725" y="800100"/>
                </a:lnTo>
                <a:lnTo>
                  <a:pt x="1228725" y="809625"/>
                </a:lnTo>
                <a:lnTo>
                  <a:pt x="1209675" y="809625"/>
                </a:lnTo>
                <a:lnTo>
                  <a:pt x="1209675" y="819150"/>
                </a:lnTo>
                <a:lnTo>
                  <a:pt x="1190625" y="819150"/>
                </a:lnTo>
                <a:lnTo>
                  <a:pt x="1190625" y="828675"/>
                </a:lnTo>
                <a:lnTo>
                  <a:pt x="1181100" y="828675"/>
                </a:lnTo>
                <a:lnTo>
                  <a:pt x="1181100" y="838200"/>
                </a:lnTo>
                <a:lnTo>
                  <a:pt x="1162050" y="838200"/>
                </a:lnTo>
                <a:lnTo>
                  <a:pt x="1162050" y="847725"/>
                </a:lnTo>
                <a:lnTo>
                  <a:pt x="1143000" y="847725"/>
                </a:lnTo>
                <a:lnTo>
                  <a:pt x="1143000" y="857250"/>
                </a:lnTo>
                <a:lnTo>
                  <a:pt x="1123950" y="857250"/>
                </a:lnTo>
                <a:lnTo>
                  <a:pt x="1123950" y="866775"/>
                </a:lnTo>
                <a:lnTo>
                  <a:pt x="1114425" y="866775"/>
                </a:lnTo>
                <a:lnTo>
                  <a:pt x="1114425" y="876300"/>
                </a:lnTo>
                <a:lnTo>
                  <a:pt x="1095375" y="876300"/>
                </a:lnTo>
                <a:lnTo>
                  <a:pt x="1095375" y="885825"/>
                </a:lnTo>
                <a:lnTo>
                  <a:pt x="1076325" y="885825"/>
                </a:lnTo>
                <a:lnTo>
                  <a:pt x="1076325" y="895350"/>
                </a:lnTo>
                <a:lnTo>
                  <a:pt x="1066800" y="895350"/>
                </a:lnTo>
                <a:lnTo>
                  <a:pt x="1066800" y="904875"/>
                </a:lnTo>
                <a:lnTo>
                  <a:pt x="1038225" y="904875"/>
                </a:lnTo>
                <a:lnTo>
                  <a:pt x="1038225" y="914400"/>
                </a:lnTo>
                <a:lnTo>
                  <a:pt x="1019175" y="914400"/>
                </a:lnTo>
                <a:lnTo>
                  <a:pt x="1019175" y="923925"/>
                </a:lnTo>
                <a:lnTo>
                  <a:pt x="1000125" y="923925"/>
                </a:lnTo>
                <a:lnTo>
                  <a:pt x="1000125" y="933450"/>
                </a:lnTo>
                <a:lnTo>
                  <a:pt x="981075" y="933450"/>
                </a:lnTo>
                <a:lnTo>
                  <a:pt x="981075" y="942975"/>
                </a:lnTo>
                <a:lnTo>
                  <a:pt x="971550" y="942975"/>
                </a:lnTo>
                <a:lnTo>
                  <a:pt x="971550" y="952500"/>
                </a:lnTo>
                <a:lnTo>
                  <a:pt x="952500" y="952500"/>
                </a:lnTo>
                <a:lnTo>
                  <a:pt x="952500" y="962025"/>
                </a:lnTo>
                <a:lnTo>
                  <a:pt x="933450" y="962025"/>
                </a:lnTo>
                <a:lnTo>
                  <a:pt x="933450" y="971550"/>
                </a:lnTo>
                <a:lnTo>
                  <a:pt x="914400" y="971550"/>
                </a:lnTo>
                <a:lnTo>
                  <a:pt x="914400" y="981075"/>
                </a:lnTo>
                <a:lnTo>
                  <a:pt x="895350" y="981075"/>
                </a:lnTo>
                <a:lnTo>
                  <a:pt x="895350" y="990600"/>
                </a:lnTo>
                <a:lnTo>
                  <a:pt x="876300" y="990600"/>
                </a:lnTo>
                <a:lnTo>
                  <a:pt x="876300" y="1000125"/>
                </a:lnTo>
                <a:lnTo>
                  <a:pt x="857250" y="1000125"/>
                </a:lnTo>
                <a:lnTo>
                  <a:pt x="857250" y="1009650"/>
                </a:lnTo>
                <a:lnTo>
                  <a:pt x="838200" y="1009650"/>
                </a:lnTo>
                <a:lnTo>
                  <a:pt x="838200" y="1019175"/>
                </a:lnTo>
                <a:lnTo>
                  <a:pt x="819150" y="1019175"/>
                </a:lnTo>
                <a:lnTo>
                  <a:pt x="819150" y="1028700"/>
                </a:lnTo>
                <a:lnTo>
                  <a:pt x="800100" y="1028700"/>
                </a:lnTo>
                <a:lnTo>
                  <a:pt x="800100" y="1038225"/>
                </a:lnTo>
                <a:lnTo>
                  <a:pt x="771525" y="1038225"/>
                </a:lnTo>
                <a:lnTo>
                  <a:pt x="771525" y="1047750"/>
                </a:lnTo>
                <a:lnTo>
                  <a:pt x="752475" y="1047750"/>
                </a:lnTo>
                <a:lnTo>
                  <a:pt x="752475" y="1057275"/>
                </a:lnTo>
                <a:lnTo>
                  <a:pt x="723900" y="1057275"/>
                </a:lnTo>
                <a:lnTo>
                  <a:pt x="723900" y="1066800"/>
                </a:lnTo>
                <a:lnTo>
                  <a:pt x="704850" y="1066800"/>
                </a:lnTo>
                <a:lnTo>
                  <a:pt x="704850" y="1076325"/>
                </a:lnTo>
                <a:lnTo>
                  <a:pt x="685800" y="1076325"/>
                </a:lnTo>
                <a:lnTo>
                  <a:pt x="685800" y="1085850"/>
                </a:lnTo>
                <a:lnTo>
                  <a:pt x="666750" y="1085850"/>
                </a:lnTo>
                <a:lnTo>
                  <a:pt x="666750" y="1095375"/>
                </a:lnTo>
                <a:lnTo>
                  <a:pt x="638175" y="1095375"/>
                </a:lnTo>
                <a:lnTo>
                  <a:pt x="638175" y="1104900"/>
                </a:lnTo>
                <a:lnTo>
                  <a:pt x="619125" y="1104900"/>
                </a:lnTo>
                <a:lnTo>
                  <a:pt x="619125" y="1114425"/>
                </a:lnTo>
                <a:lnTo>
                  <a:pt x="600075" y="1114425"/>
                </a:lnTo>
                <a:lnTo>
                  <a:pt x="600075" y="1123950"/>
                </a:lnTo>
                <a:lnTo>
                  <a:pt x="571500" y="1123950"/>
                </a:lnTo>
                <a:lnTo>
                  <a:pt x="571500" y="1133475"/>
                </a:lnTo>
                <a:lnTo>
                  <a:pt x="552450" y="1133475"/>
                </a:lnTo>
                <a:lnTo>
                  <a:pt x="552450" y="1143000"/>
                </a:lnTo>
                <a:lnTo>
                  <a:pt x="533400" y="1143000"/>
                </a:lnTo>
                <a:lnTo>
                  <a:pt x="533400" y="1152525"/>
                </a:lnTo>
                <a:lnTo>
                  <a:pt x="514350" y="1152525"/>
                </a:lnTo>
                <a:lnTo>
                  <a:pt x="514350" y="1162050"/>
                </a:lnTo>
                <a:lnTo>
                  <a:pt x="476250" y="1162050"/>
                </a:lnTo>
                <a:lnTo>
                  <a:pt x="476250" y="1171575"/>
                </a:lnTo>
                <a:lnTo>
                  <a:pt x="457200" y="1171575"/>
                </a:lnTo>
                <a:lnTo>
                  <a:pt x="457200" y="1181100"/>
                </a:lnTo>
                <a:lnTo>
                  <a:pt x="428625" y="1181100"/>
                </a:lnTo>
                <a:lnTo>
                  <a:pt x="428625" y="1190625"/>
                </a:lnTo>
                <a:lnTo>
                  <a:pt x="409575" y="1190625"/>
                </a:lnTo>
                <a:lnTo>
                  <a:pt x="409575" y="1200150"/>
                </a:lnTo>
                <a:lnTo>
                  <a:pt x="381000" y="1200150"/>
                </a:lnTo>
                <a:lnTo>
                  <a:pt x="381000" y="1209675"/>
                </a:lnTo>
                <a:lnTo>
                  <a:pt x="361950" y="1209675"/>
                </a:lnTo>
                <a:lnTo>
                  <a:pt x="361950" y="1219200"/>
                </a:lnTo>
                <a:lnTo>
                  <a:pt x="342900" y="1219200"/>
                </a:lnTo>
                <a:lnTo>
                  <a:pt x="342900" y="1228725"/>
                </a:lnTo>
                <a:lnTo>
                  <a:pt x="314325" y="1228725"/>
                </a:lnTo>
                <a:lnTo>
                  <a:pt x="314325" y="1238250"/>
                </a:lnTo>
                <a:lnTo>
                  <a:pt x="285750" y="1238250"/>
                </a:lnTo>
                <a:lnTo>
                  <a:pt x="285750" y="1247775"/>
                </a:lnTo>
                <a:lnTo>
                  <a:pt x="257175" y="1247775"/>
                </a:lnTo>
                <a:lnTo>
                  <a:pt x="257175" y="1257300"/>
                </a:lnTo>
                <a:lnTo>
                  <a:pt x="228600" y="1257300"/>
                </a:lnTo>
                <a:lnTo>
                  <a:pt x="228600" y="1266825"/>
                </a:lnTo>
                <a:lnTo>
                  <a:pt x="190500" y="1266825"/>
                </a:lnTo>
                <a:lnTo>
                  <a:pt x="190500" y="1285875"/>
                </a:lnTo>
                <a:lnTo>
                  <a:pt x="161925" y="1285875"/>
                </a:lnTo>
                <a:lnTo>
                  <a:pt x="161925" y="1295400"/>
                </a:lnTo>
                <a:lnTo>
                  <a:pt x="123825" y="1295400"/>
                </a:lnTo>
                <a:lnTo>
                  <a:pt x="123825" y="1304925"/>
                </a:lnTo>
                <a:lnTo>
                  <a:pt x="95250" y="1304925"/>
                </a:lnTo>
                <a:lnTo>
                  <a:pt x="95250" y="1314450"/>
                </a:lnTo>
                <a:lnTo>
                  <a:pt x="85725" y="1314450"/>
                </a:lnTo>
                <a:lnTo>
                  <a:pt x="85725" y="1323975"/>
                </a:lnTo>
                <a:lnTo>
                  <a:pt x="57150" y="1323975"/>
                </a:lnTo>
                <a:lnTo>
                  <a:pt x="57150" y="1333500"/>
                </a:lnTo>
                <a:close/>
              </a:path>
            </a:pathLst>
          </a:custGeom>
          <a:solidFill xmlns:a="http://schemas.openxmlformats.org/drawingml/2006/main">
            <a:srgbClr val="F59D93"/>
          </a:solidFill>
          <a:ln xmlns:a="http://schemas.openxmlformats.org/drawingml/2006/main" w="0">
            <a:noFill/>
          </a:ln>
        </p:spPr>
      </p:sp>
      <p:sp>
        <p:nvSpPr>
          <p:cNvPr id="910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F5050251-5654-4FB3-98FA-EC90CE70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264" y="4110514"/>
            <a:ext cx="1865948" cy="1284923"/>
          </a:xfrm>
          <a:custGeom xmlns:a="http://schemas.openxmlformats.org/drawingml/2006/main">
            <a:pathLst>
              <a:path w="1865948" h="1284923">
                <a:moveTo>
                  <a:pt x="314325" y="981075"/>
                </a:moveTo>
                <a:lnTo>
                  <a:pt x="314325" y="990600"/>
                </a:lnTo>
                <a:lnTo>
                  <a:pt x="285750" y="990600"/>
                </a:lnTo>
                <a:lnTo>
                  <a:pt x="285750" y="1000125"/>
                </a:lnTo>
                <a:lnTo>
                  <a:pt x="247650" y="1000125"/>
                </a:lnTo>
                <a:lnTo>
                  <a:pt x="247650" y="1009650"/>
                </a:lnTo>
                <a:lnTo>
                  <a:pt x="228600" y="1009650"/>
                </a:lnTo>
                <a:lnTo>
                  <a:pt x="228600" y="1019175"/>
                </a:lnTo>
                <a:lnTo>
                  <a:pt x="200025" y="1019175"/>
                </a:lnTo>
                <a:lnTo>
                  <a:pt x="200025" y="1028700"/>
                </a:lnTo>
                <a:lnTo>
                  <a:pt x="180975" y="1028700"/>
                </a:lnTo>
                <a:lnTo>
                  <a:pt x="180975" y="1038225"/>
                </a:lnTo>
                <a:lnTo>
                  <a:pt x="152400" y="1038225"/>
                </a:lnTo>
                <a:lnTo>
                  <a:pt x="152400" y="1047750"/>
                </a:lnTo>
                <a:lnTo>
                  <a:pt x="123825" y="1047750"/>
                </a:lnTo>
                <a:lnTo>
                  <a:pt x="123825" y="1057275"/>
                </a:lnTo>
                <a:lnTo>
                  <a:pt x="104775" y="1057275"/>
                </a:lnTo>
                <a:lnTo>
                  <a:pt x="104775" y="1066800"/>
                </a:lnTo>
                <a:lnTo>
                  <a:pt x="76200" y="1066800"/>
                </a:lnTo>
                <a:lnTo>
                  <a:pt x="76200" y="1076325"/>
                </a:lnTo>
                <a:lnTo>
                  <a:pt x="47625" y="1076325"/>
                </a:lnTo>
                <a:lnTo>
                  <a:pt x="47625" y="1085850"/>
                </a:lnTo>
                <a:lnTo>
                  <a:pt x="19050" y="1085850"/>
                </a:lnTo>
                <a:lnTo>
                  <a:pt x="19050" y="1095375"/>
                </a:lnTo>
                <a:lnTo>
                  <a:pt x="0" y="1095375"/>
                </a:lnTo>
                <a:lnTo>
                  <a:pt x="0" y="1122998"/>
                </a:lnTo>
                <a:lnTo>
                  <a:pt x="9525" y="1122998"/>
                </a:lnTo>
                <a:lnTo>
                  <a:pt x="9525" y="1132523"/>
                </a:lnTo>
                <a:lnTo>
                  <a:pt x="19050" y="1132523"/>
                </a:lnTo>
                <a:lnTo>
                  <a:pt x="19050" y="1142048"/>
                </a:lnTo>
                <a:lnTo>
                  <a:pt x="28575" y="1142048"/>
                </a:lnTo>
                <a:lnTo>
                  <a:pt x="28575" y="1151573"/>
                </a:lnTo>
                <a:lnTo>
                  <a:pt x="47625" y="1151573"/>
                </a:lnTo>
                <a:lnTo>
                  <a:pt x="47625" y="1161098"/>
                </a:lnTo>
                <a:lnTo>
                  <a:pt x="57150" y="1161098"/>
                </a:lnTo>
                <a:lnTo>
                  <a:pt x="57150" y="1170623"/>
                </a:lnTo>
                <a:lnTo>
                  <a:pt x="66675" y="1170623"/>
                </a:lnTo>
                <a:lnTo>
                  <a:pt x="66675" y="1180148"/>
                </a:lnTo>
                <a:lnTo>
                  <a:pt x="76200" y="1180148"/>
                </a:lnTo>
                <a:lnTo>
                  <a:pt x="76200" y="1189673"/>
                </a:lnTo>
                <a:lnTo>
                  <a:pt x="95250" y="1189673"/>
                </a:lnTo>
                <a:lnTo>
                  <a:pt x="95250" y="1199198"/>
                </a:lnTo>
                <a:lnTo>
                  <a:pt x="114300" y="1199198"/>
                </a:lnTo>
                <a:lnTo>
                  <a:pt x="114300" y="1208723"/>
                </a:lnTo>
                <a:lnTo>
                  <a:pt x="123825" y="1208723"/>
                </a:lnTo>
                <a:lnTo>
                  <a:pt x="123825" y="1218248"/>
                </a:lnTo>
                <a:lnTo>
                  <a:pt x="142875" y="1218248"/>
                </a:lnTo>
                <a:lnTo>
                  <a:pt x="142875" y="1227773"/>
                </a:lnTo>
                <a:lnTo>
                  <a:pt x="152400" y="1227773"/>
                </a:lnTo>
                <a:lnTo>
                  <a:pt x="152400" y="1246823"/>
                </a:lnTo>
                <a:lnTo>
                  <a:pt x="171450" y="1246823"/>
                </a:lnTo>
                <a:lnTo>
                  <a:pt x="171450" y="1256348"/>
                </a:lnTo>
                <a:lnTo>
                  <a:pt x="180975" y="1256348"/>
                </a:lnTo>
                <a:lnTo>
                  <a:pt x="180975" y="1265873"/>
                </a:lnTo>
                <a:lnTo>
                  <a:pt x="190500" y="1265873"/>
                </a:lnTo>
                <a:lnTo>
                  <a:pt x="190500" y="1275398"/>
                </a:lnTo>
                <a:lnTo>
                  <a:pt x="209550" y="1275398"/>
                </a:lnTo>
                <a:lnTo>
                  <a:pt x="209550" y="1284923"/>
                </a:lnTo>
                <a:lnTo>
                  <a:pt x="246698" y="1284923"/>
                </a:lnTo>
                <a:lnTo>
                  <a:pt x="246698" y="1275398"/>
                </a:lnTo>
                <a:lnTo>
                  <a:pt x="284798" y="1275398"/>
                </a:lnTo>
                <a:lnTo>
                  <a:pt x="284798" y="1265873"/>
                </a:lnTo>
                <a:lnTo>
                  <a:pt x="294323" y="1265873"/>
                </a:lnTo>
                <a:lnTo>
                  <a:pt x="294323" y="1256348"/>
                </a:lnTo>
                <a:lnTo>
                  <a:pt x="322898" y="1256348"/>
                </a:lnTo>
                <a:lnTo>
                  <a:pt x="322898" y="1246823"/>
                </a:lnTo>
                <a:lnTo>
                  <a:pt x="360998" y="1246823"/>
                </a:lnTo>
                <a:lnTo>
                  <a:pt x="360998" y="1237298"/>
                </a:lnTo>
                <a:lnTo>
                  <a:pt x="370523" y="1237298"/>
                </a:lnTo>
                <a:lnTo>
                  <a:pt x="370523" y="1227773"/>
                </a:lnTo>
                <a:lnTo>
                  <a:pt x="399098" y="1227773"/>
                </a:lnTo>
                <a:lnTo>
                  <a:pt x="399098" y="1218248"/>
                </a:lnTo>
                <a:lnTo>
                  <a:pt x="427673" y="1218248"/>
                </a:lnTo>
                <a:lnTo>
                  <a:pt x="427673" y="1208723"/>
                </a:lnTo>
                <a:lnTo>
                  <a:pt x="456248" y="1208723"/>
                </a:lnTo>
                <a:lnTo>
                  <a:pt x="456248" y="1199198"/>
                </a:lnTo>
                <a:lnTo>
                  <a:pt x="484823" y="1199198"/>
                </a:lnTo>
                <a:lnTo>
                  <a:pt x="484823" y="1189673"/>
                </a:lnTo>
                <a:lnTo>
                  <a:pt x="513398" y="1189673"/>
                </a:lnTo>
                <a:lnTo>
                  <a:pt x="513398" y="1180148"/>
                </a:lnTo>
                <a:lnTo>
                  <a:pt x="541973" y="1180148"/>
                </a:lnTo>
                <a:lnTo>
                  <a:pt x="541973" y="1170623"/>
                </a:lnTo>
                <a:lnTo>
                  <a:pt x="561023" y="1170623"/>
                </a:lnTo>
                <a:lnTo>
                  <a:pt x="561023" y="1161098"/>
                </a:lnTo>
                <a:lnTo>
                  <a:pt x="580073" y="1161098"/>
                </a:lnTo>
                <a:lnTo>
                  <a:pt x="580073" y="1151573"/>
                </a:lnTo>
                <a:lnTo>
                  <a:pt x="599123" y="1151573"/>
                </a:lnTo>
                <a:lnTo>
                  <a:pt x="599123" y="1142048"/>
                </a:lnTo>
                <a:lnTo>
                  <a:pt x="627698" y="1142048"/>
                </a:lnTo>
                <a:lnTo>
                  <a:pt x="627698" y="1132523"/>
                </a:lnTo>
                <a:lnTo>
                  <a:pt x="656273" y="1132523"/>
                </a:lnTo>
                <a:lnTo>
                  <a:pt x="656273" y="1122998"/>
                </a:lnTo>
                <a:lnTo>
                  <a:pt x="684848" y="1122998"/>
                </a:lnTo>
                <a:lnTo>
                  <a:pt x="684848" y="1113473"/>
                </a:lnTo>
                <a:lnTo>
                  <a:pt x="703898" y="1113473"/>
                </a:lnTo>
                <a:lnTo>
                  <a:pt x="703898" y="1103948"/>
                </a:lnTo>
                <a:lnTo>
                  <a:pt x="732473" y="1103948"/>
                </a:lnTo>
                <a:lnTo>
                  <a:pt x="732473" y="1094423"/>
                </a:lnTo>
                <a:lnTo>
                  <a:pt x="751523" y="1094423"/>
                </a:lnTo>
                <a:lnTo>
                  <a:pt x="751523" y="1084898"/>
                </a:lnTo>
                <a:lnTo>
                  <a:pt x="770573" y="1084898"/>
                </a:lnTo>
                <a:lnTo>
                  <a:pt x="770573" y="1075373"/>
                </a:lnTo>
                <a:lnTo>
                  <a:pt x="799148" y="1075373"/>
                </a:lnTo>
                <a:lnTo>
                  <a:pt x="799148" y="1065848"/>
                </a:lnTo>
                <a:lnTo>
                  <a:pt x="818198" y="1065848"/>
                </a:lnTo>
                <a:lnTo>
                  <a:pt x="818198" y="1056323"/>
                </a:lnTo>
                <a:lnTo>
                  <a:pt x="846773" y="1056323"/>
                </a:lnTo>
                <a:lnTo>
                  <a:pt x="846773" y="1046798"/>
                </a:lnTo>
                <a:lnTo>
                  <a:pt x="865823" y="1046798"/>
                </a:lnTo>
                <a:lnTo>
                  <a:pt x="865823" y="1037273"/>
                </a:lnTo>
                <a:lnTo>
                  <a:pt x="884873" y="1037273"/>
                </a:lnTo>
                <a:lnTo>
                  <a:pt x="884873" y="1027748"/>
                </a:lnTo>
                <a:lnTo>
                  <a:pt x="903923" y="1027748"/>
                </a:lnTo>
                <a:lnTo>
                  <a:pt x="903923" y="1018223"/>
                </a:lnTo>
                <a:lnTo>
                  <a:pt x="932498" y="1018223"/>
                </a:lnTo>
                <a:lnTo>
                  <a:pt x="932498" y="1008698"/>
                </a:lnTo>
                <a:lnTo>
                  <a:pt x="951548" y="1008698"/>
                </a:lnTo>
                <a:lnTo>
                  <a:pt x="951548" y="999173"/>
                </a:lnTo>
                <a:lnTo>
                  <a:pt x="970598" y="999173"/>
                </a:lnTo>
                <a:lnTo>
                  <a:pt x="970598" y="989648"/>
                </a:lnTo>
                <a:lnTo>
                  <a:pt x="999173" y="989648"/>
                </a:lnTo>
                <a:lnTo>
                  <a:pt x="999173" y="980123"/>
                </a:lnTo>
                <a:lnTo>
                  <a:pt x="1027748" y="980123"/>
                </a:lnTo>
                <a:lnTo>
                  <a:pt x="1027748" y="970598"/>
                </a:lnTo>
                <a:lnTo>
                  <a:pt x="1046798" y="970598"/>
                </a:lnTo>
                <a:lnTo>
                  <a:pt x="1046798" y="961073"/>
                </a:lnTo>
                <a:lnTo>
                  <a:pt x="1065848" y="961073"/>
                </a:lnTo>
                <a:lnTo>
                  <a:pt x="1065848" y="951548"/>
                </a:lnTo>
                <a:lnTo>
                  <a:pt x="1084898" y="951548"/>
                </a:lnTo>
                <a:lnTo>
                  <a:pt x="1084898" y="942023"/>
                </a:lnTo>
                <a:lnTo>
                  <a:pt x="1103948" y="942023"/>
                </a:lnTo>
                <a:lnTo>
                  <a:pt x="1103948" y="932498"/>
                </a:lnTo>
                <a:lnTo>
                  <a:pt x="1122998" y="932498"/>
                </a:lnTo>
                <a:lnTo>
                  <a:pt x="1122998" y="922973"/>
                </a:lnTo>
                <a:lnTo>
                  <a:pt x="1142048" y="922973"/>
                </a:lnTo>
                <a:lnTo>
                  <a:pt x="1142048" y="913448"/>
                </a:lnTo>
                <a:lnTo>
                  <a:pt x="1161098" y="913448"/>
                </a:lnTo>
                <a:lnTo>
                  <a:pt x="1161098" y="903923"/>
                </a:lnTo>
                <a:lnTo>
                  <a:pt x="1180148" y="903923"/>
                </a:lnTo>
                <a:lnTo>
                  <a:pt x="1180148" y="894398"/>
                </a:lnTo>
                <a:lnTo>
                  <a:pt x="1199198" y="894398"/>
                </a:lnTo>
                <a:lnTo>
                  <a:pt x="1199198" y="884873"/>
                </a:lnTo>
                <a:lnTo>
                  <a:pt x="1208723" y="884873"/>
                </a:lnTo>
                <a:lnTo>
                  <a:pt x="1208723" y="875348"/>
                </a:lnTo>
                <a:lnTo>
                  <a:pt x="1227773" y="875348"/>
                </a:lnTo>
                <a:lnTo>
                  <a:pt x="1227773" y="865823"/>
                </a:lnTo>
                <a:lnTo>
                  <a:pt x="1256348" y="865823"/>
                </a:lnTo>
                <a:lnTo>
                  <a:pt x="1256348" y="856298"/>
                </a:lnTo>
                <a:lnTo>
                  <a:pt x="1265873" y="856298"/>
                </a:lnTo>
                <a:lnTo>
                  <a:pt x="1265873" y="846773"/>
                </a:lnTo>
                <a:lnTo>
                  <a:pt x="1294448" y="846773"/>
                </a:lnTo>
                <a:lnTo>
                  <a:pt x="1294448" y="837248"/>
                </a:lnTo>
                <a:lnTo>
                  <a:pt x="1313498" y="837248"/>
                </a:lnTo>
                <a:lnTo>
                  <a:pt x="1313498" y="827723"/>
                </a:lnTo>
                <a:lnTo>
                  <a:pt x="1323023" y="827723"/>
                </a:lnTo>
                <a:lnTo>
                  <a:pt x="1323023" y="818198"/>
                </a:lnTo>
                <a:lnTo>
                  <a:pt x="1342073" y="818198"/>
                </a:lnTo>
                <a:lnTo>
                  <a:pt x="1342073" y="808673"/>
                </a:lnTo>
                <a:lnTo>
                  <a:pt x="1361123" y="808673"/>
                </a:lnTo>
                <a:lnTo>
                  <a:pt x="1361123" y="799148"/>
                </a:lnTo>
                <a:lnTo>
                  <a:pt x="1370648" y="799148"/>
                </a:lnTo>
                <a:lnTo>
                  <a:pt x="1370648" y="789623"/>
                </a:lnTo>
                <a:lnTo>
                  <a:pt x="1389698" y="789623"/>
                </a:lnTo>
                <a:lnTo>
                  <a:pt x="1389698" y="780098"/>
                </a:lnTo>
                <a:lnTo>
                  <a:pt x="1408748" y="780098"/>
                </a:lnTo>
                <a:lnTo>
                  <a:pt x="1408748" y="770573"/>
                </a:lnTo>
                <a:lnTo>
                  <a:pt x="1418273" y="770573"/>
                </a:lnTo>
                <a:lnTo>
                  <a:pt x="1418273" y="761047"/>
                </a:lnTo>
                <a:lnTo>
                  <a:pt x="1437323" y="761047"/>
                </a:lnTo>
                <a:lnTo>
                  <a:pt x="1437323" y="751522"/>
                </a:lnTo>
                <a:lnTo>
                  <a:pt x="1456373" y="751522"/>
                </a:lnTo>
                <a:lnTo>
                  <a:pt x="1456373" y="741997"/>
                </a:lnTo>
                <a:lnTo>
                  <a:pt x="1465898" y="741997"/>
                </a:lnTo>
                <a:lnTo>
                  <a:pt x="1465898" y="732472"/>
                </a:lnTo>
                <a:lnTo>
                  <a:pt x="1484948" y="732472"/>
                </a:lnTo>
                <a:lnTo>
                  <a:pt x="1484948" y="722947"/>
                </a:lnTo>
                <a:lnTo>
                  <a:pt x="1494473" y="722947"/>
                </a:lnTo>
                <a:lnTo>
                  <a:pt x="1494473" y="713422"/>
                </a:lnTo>
                <a:lnTo>
                  <a:pt x="1513523" y="713422"/>
                </a:lnTo>
                <a:lnTo>
                  <a:pt x="1513523" y="703897"/>
                </a:lnTo>
                <a:lnTo>
                  <a:pt x="1523048" y="703897"/>
                </a:lnTo>
                <a:lnTo>
                  <a:pt x="1523048" y="694372"/>
                </a:lnTo>
                <a:lnTo>
                  <a:pt x="1542098" y="694372"/>
                </a:lnTo>
                <a:lnTo>
                  <a:pt x="1542098" y="684847"/>
                </a:lnTo>
                <a:lnTo>
                  <a:pt x="1551623" y="684847"/>
                </a:lnTo>
                <a:lnTo>
                  <a:pt x="1551623" y="675322"/>
                </a:lnTo>
                <a:lnTo>
                  <a:pt x="1561148" y="675322"/>
                </a:lnTo>
                <a:lnTo>
                  <a:pt x="1561148" y="665797"/>
                </a:lnTo>
                <a:lnTo>
                  <a:pt x="1580198" y="665797"/>
                </a:lnTo>
                <a:lnTo>
                  <a:pt x="1580198" y="656272"/>
                </a:lnTo>
                <a:lnTo>
                  <a:pt x="1589723" y="656272"/>
                </a:lnTo>
                <a:lnTo>
                  <a:pt x="1589723" y="646747"/>
                </a:lnTo>
                <a:lnTo>
                  <a:pt x="1599248" y="646747"/>
                </a:lnTo>
                <a:lnTo>
                  <a:pt x="1599248" y="637222"/>
                </a:lnTo>
                <a:lnTo>
                  <a:pt x="1608773" y="637222"/>
                </a:lnTo>
                <a:lnTo>
                  <a:pt x="1608773" y="627697"/>
                </a:lnTo>
                <a:lnTo>
                  <a:pt x="1627823" y="627697"/>
                </a:lnTo>
                <a:lnTo>
                  <a:pt x="1627823" y="618172"/>
                </a:lnTo>
                <a:lnTo>
                  <a:pt x="1637348" y="618172"/>
                </a:lnTo>
                <a:lnTo>
                  <a:pt x="1637348" y="608647"/>
                </a:lnTo>
                <a:lnTo>
                  <a:pt x="1646873" y="608647"/>
                </a:lnTo>
                <a:lnTo>
                  <a:pt x="1646873" y="599122"/>
                </a:lnTo>
                <a:lnTo>
                  <a:pt x="1656398" y="599122"/>
                </a:lnTo>
                <a:lnTo>
                  <a:pt x="1656398" y="589597"/>
                </a:lnTo>
                <a:lnTo>
                  <a:pt x="1665923" y="589597"/>
                </a:lnTo>
                <a:lnTo>
                  <a:pt x="1665923" y="580072"/>
                </a:lnTo>
                <a:lnTo>
                  <a:pt x="1675448" y="580072"/>
                </a:lnTo>
                <a:lnTo>
                  <a:pt x="1675448" y="570547"/>
                </a:lnTo>
                <a:lnTo>
                  <a:pt x="1684973" y="570547"/>
                </a:lnTo>
                <a:lnTo>
                  <a:pt x="1684973" y="561022"/>
                </a:lnTo>
                <a:lnTo>
                  <a:pt x="1694498" y="561022"/>
                </a:lnTo>
                <a:lnTo>
                  <a:pt x="1694498" y="551497"/>
                </a:lnTo>
                <a:lnTo>
                  <a:pt x="1704023" y="551497"/>
                </a:lnTo>
                <a:lnTo>
                  <a:pt x="1704023" y="541972"/>
                </a:lnTo>
                <a:lnTo>
                  <a:pt x="1723073" y="541972"/>
                </a:lnTo>
                <a:lnTo>
                  <a:pt x="1723073" y="522922"/>
                </a:lnTo>
                <a:lnTo>
                  <a:pt x="1732598" y="522922"/>
                </a:lnTo>
                <a:lnTo>
                  <a:pt x="1732598" y="513397"/>
                </a:lnTo>
                <a:lnTo>
                  <a:pt x="1742123" y="513397"/>
                </a:lnTo>
                <a:lnTo>
                  <a:pt x="1742123" y="503872"/>
                </a:lnTo>
                <a:lnTo>
                  <a:pt x="1751648" y="503872"/>
                </a:lnTo>
                <a:lnTo>
                  <a:pt x="1751648" y="494347"/>
                </a:lnTo>
                <a:lnTo>
                  <a:pt x="1761173" y="494347"/>
                </a:lnTo>
                <a:lnTo>
                  <a:pt x="1761173" y="484822"/>
                </a:lnTo>
                <a:lnTo>
                  <a:pt x="1770698" y="484822"/>
                </a:lnTo>
                <a:lnTo>
                  <a:pt x="1770698" y="465772"/>
                </a:lnTo>
                <a:lnTo>
                  <a:pt x="1780223" y="465772"/>
                </a:lnTo>
                <a:lnTo>
                  <a:pt x="1780223" y="456247"/>
                </a:lnTo>
                <a:lnTo>
                  <a:pt x="1789748" y="456247"/>
                </a:lnTo>
                <a:lnTo>
                  <a:pt x="1789748" y="437197"/>
                </a:lnTo>
                <a:lnTo>
                  <a:pt x="1799273" y="437197"/>
                </a:lnTo>
                <a:lnTo>
                  <a:pt x="1799273" y="418147"/>
                </a:lnTo>
                <a:lnTo>
                  <a:pt x="1808798" y="418147"/>
                </a:lnTo>
                <a:lnTo>
                  <a:pt x="1808798" y="399097"/>
                </a:lnTo>
                <a:lnTo>
                  <a:pt x="1818323" y="399097"/>
                </a:lnTo>
                <a:lnTo>
                  <a:pt x="1818323" y="370522"/>
                </a:lnTo>
                <a:lnTo>
                  <a:pt x="1827848" y="370522"/>
                </a:lnTo>
                <a:lnTo>
                  <a:pt x="1827848" y="341947"/>
                </a:lnTo>
                <a:lnTo>
                  <a:pt x="1837373" y="341947"/>
                </a:lnTo>
                <a:lnTo>
                  <a:pt x="1837373" y="313372"/>
                </a:lnTo>
                <a:lnTo>
                  <a:pt x="1846898" y="313372"/>
                </a:lnTo>
                <a:lnTo>
                  <a:pt x="1846898" y="275272"/>
                </a:lnTo>
                <a:lnTo>
                  <a:pt x="1856423" y="275272"/>
                </a:lnTo>
                <a:lnTo>
                  <a:pt x="1856423" y="113347"/>
                </a:lnTo>
                <a:lnTo>
                  <a:pt x="1865948" y="113347"/>
                </a:lnTo>
                <a:lnTo>
                  <a:pt x="1865948" y="0"/>
                </a:lnTo>
                <a:lnTo>
                  <a:pt x="1847850" y="0"/>
                </a:lnTo>
                <a:lnTo>
                  <a:pt x="1847850" y="38100"/>
                </a:lnTo>
                <a:lnTo>
                  <a:pt x="1838325" y="38100"/>
                </a:lnTo>
                <a:lnTo>
                  <a:pt x="1838325" y="66675"/>
                </a:lnTo>
                <a:lnTo>
                  <a:pt x="1828800" y="66675"/>
                </a:lnTo>
                <a:lnTo>
                  <a:pt x="1828800" y="85725"/>
                </a:lnTo>
                <a:lnTo>
                  <a:pt x="1819275" y="85725"/>
                </a:lnTo>
                <a:lnTo>
                  <a:pt x="1819275" y="114300"/>
                </a:lnTo>
                <a:lnTo>
                  <a:pt x="1809750" y="114300"/>
                </a:lnTo>
                <a:lnTo>
                  <a:pt x="1809750" y="142875"/>
                </a:lnTo>
                <a:lnTo>
                  <a:pt x="1800225" y="142875"/>
                </a:lnTo>
                <a:lnTo>
                  <a:pt x="1800225" y="161925"/>
                </a:lnTo>
                <a:lnTo>
                  <a:pt x="1790700" y="161925"/>
                </a:lnTo>
                <a:lnTo>
                  <a:pt x="1790700" y="180975"/>
                </a:lnTo>
                <a:lnTo>
                  <a:pt x="1781175" y="180975"/>
                </a:lnTo>
                <a:lnTo>
                  <a:pt x="1781175" y="190500"/>
                </a:lnTo>
                <a:lnTo>
                  <a:pt x="1771650" y="190500"/>
                </a:lnTo>
                <a:lnTo>
                  <a:pt x="1771650" y="209550"/>
                </a:lnTo>
                <a:lnTo>
                  <a:pt x="1762125" y="209550"/>
                </a:lnTo>
                <a:lnTo>
                  <a:pt x="1762125" y="219075"/>
                </a:lnTo>
                <a:lnTo>
                  <a:pt x="1752600" y="219075"/>
                </a:lnTo>
                <a:lnTo>
                  <a:pt x="1752600" y="228600"/>
                </a:lnTo>
                <a:lnTo>
                  <a:pt x="1743075" y="228600"/>
                </a:lnTo>
                <a:lnTo>
                  <a:pt x="1743075" y="238125"/>
                </a:lnTo>
                <a:lnTo>
                  <a:pt x="1733550" y="238125"/>
                </a:lnTo>
                <a:lnTo>
                  <a:pt x="1733550" y="247650"/>
                </a:lnTo>
                <a:lnTo>
                  <a:pt x="1724025" y="247650"/>
                </a:lnTo>
                <a:lnTo>
                  <a:pt x="1724025" y="257175"/>
                </a:lnTo>
                <a:lnTo>
                  <a:pt x="1714500" y="257175"/>
                </a:lnTo>
                <a:lnTo>
                  <a:pt x="1714500" y="266700"/>
                </a:lnTo>
                <a:lnTo>
                  <a:pt x="1704975" y="266700"/>
                </a:lnTo>
                <a:lnTo>
                  <a:pt x="1704975" y="276225"/>
                </a:lnTo>
                <a:lnTo>
                  <a:pt x="1695450" y="276225"/>
                </a:lnTo>
                <a:lnTo>
                  <a:pt x="1695450" y="285750"/>
                </a:lnTo>
                <a:lnTo>
                  <a:pt x="1685925" y="285750"/>
                </a:lnTo>
                <a:lnTo>
                  <a:pt x="1685925" y="295275"/>
                </a:lnTo>
                <a:lnTo>
                  <a:pt x="1676400" y="295275"/>
                </a:lnTo>
                <a:lnTo>
                  <a:pt x="1676400" y="304800"/>
                </a:lnTo>
                <a:lnTo>
                  <a:pt x="1666875" y="304800"/>
                </a:lnTo>
                <a:lnTo>
                  <a:pt x="1666875" y="314325"/>
                </a:lnTo>
                <a:lnTo>
                  <a:pt x="1657350" y="314325"/>
                </a:lnTo>
                <a:lnTo>
                  <a:pt x="1657350" y="323850"/>
                </a:lnTo>
                <a:lnTo>
                  <a:pt x="1647825" y="323850"/>
                </a:lnTo>
                <a:lnTo>
                  <a:pt x="1647825" y="333375"/>
                </a:lnTo>
                <a:lnTo>
                  <a:pt x="1638300" y="333375"/>
                </a:lnTo>
                <a:lnTo>
                  <a:pt x="1638300" y="342900"/>
                </a:lnTo>
                <a:lnTo>
                  <a:pt x="1628775" y="342900"/>
                </a:lnTo>
                <a:lnTo>
                  <a:pt x="1628775" y="352425"/>
                </a:lnTo>
                <a:lnTo>
                  <a:pt x="1609725" y="352425"/>
                </a:lnTo>
                <a:lnTo>
                  <a:pt x="1609725" y="361950"/>
                </a:lnTo>
                <a:lnTo>
                  <a:pt x="1600200" y="361950"/>
                </a:lnTo>
                <a:lnTo>
                  <a:pt x="1600200" y="371475"/>
                </a:lnTo>
                <a:lnTo>
                  <a:pt x="1590675" y="371475"/>
                </a:lnTo>
                <a:lnTo>
                  <a:pt x="1590675" y="381000"/>
                </a:lnTo>
                <a:lnTo>
                  <a:pt x="1571625" y="381000"/>
                </a:lnTo>
                <a:lnTo>
                  <a:pt x="1571625" y="390525"/>
                </a:lnTo>
                <a:lnTo>
                  <a:pt x="1562100" y="390525"/>
                </a:lnTo>
                <a:lnTo>
                  <a:pt x="1562100" y="400050"/>
                </a:lnTo>
                <a:lnTo>
                  <a:pt x="1543050" y="400050"/>
                </a:lnTo>
                <a:lnTo>
                  <a:pt x="1543050" y="409575"/>
                </a:lnTo>
                <a:lnTo>
                  <a:pt x="1533525" y="409575"/>
                </a:lnTo>
                <a:lnTo>
                  <a:pt x="1533525" y="419100"/>
                </a:lnTo>
                <a:lnTo>
                  <a:pt x="1524000" y="419100"/>
                </a:lnTo>
                <a:lnTo>
                  <a:pt x="1524000" y="428625"/>
                </a:lnTo>
                <a:lnTo>
                  <a:pt x="1504950" y="428625"/>
                </a:lnTo>
                <a:lnTo>
                  <a:pt x="1504950" y="438150"/>
                </a:lnTo>
                <a:lnTo>
                  <a:pt x="1495425" y="438150"/>
                </a:lnTo>
                <a:lnTo>
                  <a:pt x="1495425" y="447675"/>
                </a:lnTo>
                <a:lnTo>
                  <a:pt x="1485900" y="447675"/>
                </a:lnTo>
                <a:lnTo>
                  <a:pt x="1485900" y="457200"/>
                </a:lnTo>
                <a:lnTo>
                  <a:pt x="1466850" y="457200"/>
                </a:lnTo>
                <a:lnTo>
                  <a:pt x="1466850" y="466725"/>
                </a:lnTo>
                <a:lnTo>
                  <a:pt x="1457325" y="466725"/>
                </a:lnTo>
                <a:lnTo>
                  <a:pt x="1457325" y="476250"/>
                </a:lnTo>
                <a:lnTo>
                  <a:pt x="1438275" y="476250"/>
                </a:lnTo>
                <a:lnTo>
                  <a:pt x="1438275" y="485775"/>
                </a:lnTo>
                <a:lnTo>
                  <a:pt x="1428750" y="485775"/>
                </a:lnTo>
                <a:lnTo>
                  <a:pt x="1428750" y="495300"/>
                </a:lnTo>
                <a:lnTo>
                  <a:pt x="1409700" y="495300"/>
                </a:lnTo>
                <a:lnTo>
                  <a:pt x="1409700" y="504825"/>
                </a:lnTo>
                <a:lnTo>
                  <a:pt x="1390650" y="504825"/>
                </a:lnTo>
                <a:lnTo>
                  <a:pt x="1390650" y="514350"/>
                </a:lnTo>
                <a:lnTo>
                  <a:pt x="1371600" y="514350"/>
                </a:lnTo>
                <a:lnTo>
                  <a:pt x="1371600" y="523875"/>
                </a:lnTo>
                <a:lnTo>
                  <a:pt x="1352550" y="523875"/>
                </a:lnTo>
                <a:lnTo>
                  <a:pt x="1352550" y="533400"/>
                </a:lnTo>
                <a:lnTo>
                  <a:pt x="1343025" y="533400"/>
                </a:lnTo>
                <a:lnTo>
                  <a:pt x="1343025" y="542925"/>
                </a:lnTo>
                <a:lnTo>
                  <a:pt x="1323975" y="542925"/>
                </a:lnTo>
                <a:lnTo>
                  <a:pt x="1323975" y="552450"/>
                </a:lnTo>
                <a:lnTo>
                  <a:pt x="1304925" y="552450"/>
                </a:lnTo>
                <a:lnTo>
                  <a:pt x="1304925" y="561975"/>
                </a:lnTo>
                <a:lnTo>
                  <a:pt x="1285875" y="561975"/>
                </a:lnTo>
                <a:lnTo>
                  <a:pt x="1285875" y="571500"/>
                </a:lnTo>
                <a:lnTo>
                  <a:pt x="1276350" y="571500"/>
                </a:lnTo>
                <a:lnTo>
                  <a:pt x="1276350" y="581025"/>
                </a:lnTo>
                <a:lnTo>
                  <a:pt x="1257300" y="581025"/>
                </a:lnTo>
                <a:lnTo>
                  <a:pt x="1257300" y="590550"/>
                </a:lnTo>
                <a:lnTo>
                  <a:pt x="1238250" y="590550"/>
                </a:lnTo>
                <a:lnTo>
                  <a:pt x="1238250" y="600075"/>
                </a:lnTo>
                <a:lnTo>
                  <a:pt x="1219200" y="600075"/>
                </a:lnTo>
                <a:lnTo>
                  <a:pt x="1219200" y="609600"/>
                </a:lnTo>
                <a:lnTo>
                  <a:pt x="1200150" y="609600"/>
                </a:lnTo>
                <a:lnTo>
                  <a:pt x="1200150" y="619125"/>
                </a:lnTo>
                <a:lnTo>
                  <a:pt x="1181100" y="619125"/>
                </a:lnTo>
                <a:lnTo>
                  <a:pt x="1181100" y="628650"/>
                </a:lnTo>
                <a:lnTo>
                  <a:pt x="1162050" y="628650"/>
                </a:lnTo>
                <a:lnTo>
                  <a:pt x="1162050" y="638175"/>
                </a:lnTo>
                <a:lnTo>
                  <a:pt x="1143000" y="638175"/>
                </a:lnTo>
                <a:lnTo>
                  <a:pt x="1143000" y="647700"/>
                </a:lnTo>
                <a:lnTo>
                  <a:pt x="1123950" y="647700"/>
                </a:lnTo>
                <a:lnTo>
                  <a:pt x="1123950" y="657225"/>
                </a:lnTo>
                <a:lnTo>
                  <a:pt x="1104900" y="657225"/>
                </a:lnTo>
                <a:lnTo>
                  <a:pt x="1104900" y="666750"/>
                </a:lnTo>
                <a:lnTo>
                  <a:pt x="1085850" y="666750"/>
                </a:lnTo>
                <a:lnTo>
                  <a:pt x="1085850" y="676275"/>
                </a:lnTo>
                <a:lnTo>
                  <a:pt x="1066800" y="676275"/>
                </a:lnTo>
                <a:lnTo>
                  <a:pt x="1066800" y="685800"/>
                </a:lnTo>
                <a:lnTo>
                  <a:pt x="1047750" y="685800"/>
                </a:lnTo>
                <a:lnTo>
                  <a:pt x="1047750" y="695325"/>
                </a:lnTo>
                <a:lnTo>
                  <a:pt x="1028700" y="695325"/>
                </a:lnTo>
                <a:lnTo>
                  <a:pt x="1028700" y="704850"/>
                </a:lnTo>
                <a:lnTo>
                  <a:pt x="1009650" y="704850"/>
                </a:lnTo>
                <a:lnTo>
                  <a:pt x="1009650" y="714375"/>
                </a:lnTo>
                <a:lnTo>
                  <a:pt x="981075" y="714375"/>
                </a:lnTo>
                <a:lnTo>
                  <a:pt x="981075" y="723900"/>
                </a:lnTo>
                <a:lnTo>
                  <a:pt x="962025" y="723900"/>
                </a:lnTo>
                <a:lnTo>
                  <a:pt x="962025" y="733425"/>
                </a:lnTo>
                <a:lnTo>
                  <a:pt x="952500" y="733425"/>
                </a:lnTo>
                <a:lnTo>
                  <a:pt x="952500" y="742950"/>
                </a:lnTo>
                <a:lnTo>
                  <a:pt x="933450" y="742950"/>
                </a:lnTo>
                <a:lnTo>
                  <a:pt x="933450" y="752475"/>
                </a:lnTo>
                <a:lnTo>
                  <a:pt x="904875" y="752475"/>
                </a:lnTo>
                <a:lnTo>
                  <a:pt x="904875" y="762000"/>
                </a:lnTo>
                <a:lnTo>
                  <a:pt x="876300" y="762000"/>
                </a:lnTo>
                <a:lnTo>
                  <a:pt x="876300" y="771525"/>
                </a:lnTo>
                <a:lnTo>
                  <a:pt x="857250" y="771525"/>
                </a:lnTo>
                <a:lnTo>
                  <a:pt x="857250" y="781050"/>
                </a:lnTo>
                <a:lnTo>
                  <a:pt x="838200" y="781050"/>
                </a:lnTo>
                <a:lnTo>
                  <a:pt x="838200" y="790575"/>
                </a:lnTo>
                <a:lnTo>
                  <a:pt x="809625" y="790575"/>
                </a:lnTo>
                <a:lnTo>
                  <a:pt x="809625" y="800100"/>
                </a:lnTo>
                <a:lnTo>
                  <a:pt x="790575" y="800100"/>
                </a:lnTo>
                <a:lnTo>
                  <a:pt x="790575" y="809625"/>
                </a:lnTo>
                <a:lnTo>
                  <a:pt x="762000" y="809625"/>
                </a:lnTo>
                <a:lnTo>
                  <a:pt x="762000" y="819150"/>
                </a:lnTo>
                <a:lnTo>
                  <a:pt x="742950" y="819150"/>
                </a:lnTo>
                <a:lnTo>
                  <a:pt x="742950" y="828675"/>
                </a:lnTo>
                <a:lnTo>
                  <a:pt x="723900" y="828675"/>
                </a:lnTo>
                <a:lnTo>
                  <a:pt x="723900" y="838200"/>
                </a:lnTo>
                <a:lnTo>
                  <a:pt x="685800" y="838200"/>
                </a:lnTo>
                <a:lnTo>
                  <a:pt x="685800" y="847725"/>
                </a:lnTo>
                <a:lnTo>
                  <a:pt x="666750" y="847725"/>
                </a:lnTo>
                <a:lnTo>
                  <a:pt x="666750" y="857250"/>
                </a:lnTo>
                <a:lnTo>
                  <a:pt x="638175" y="857250"/>
                </a:lnTo>
                <a:lnTo>
                  <a:pt x="638175" y="866775"/>
                </a:lnTo>
                <a:lnTo>
                  <a:pt x="609600" y="866775"/>
                </a:lnTo>
                <a:lnTo>
                  <a:pt x="609600" y="876300"/>
                </a:lnTo>
                <a:lnTo>
                  <a:pt x="590550" y="876300"/>
                </a:lnTo>
                <a:lnTo>
                  <a:pt x="590550" y="885825"/>
                </a:lnTo>
                <a:lnTo>
                  <a:pt x="571500" y="885825"/>
                </a:lnTo>
                <a:lnTo>
                  <a:pt x="571500" y="895350"/>
                </a:lnTo>
                <a:lnTo>
                  <a:pt x="542925" y="895350"/>
                </a:lnTo>
                <a:lnTo>
                  <a:pt x="542925" y="904875"/>
                </a:lnTo>
                <a:lnTo>
                  <a:pt x="523875" y="904875"/>
                </a:lnTo>
                <a:lnTo>
                  <a:pt x="523875" y="914400"/>
                </a:lnTo>
                <a:lnTo>
                  <a:pt x="495300" y="914400"/>
                </a:lnTo>
                <a:lnTo>
                  <a:pt x="495300" y="923925"/>
                </a:lnTo>
                <a:lnTo>
                  <a:pt x="466725" y="923925"/>
                </a:lnTo>
                <a:lnTo>
                  <a:pt x="466725" y="933450"/>
                </a:lnTo>
                <a:lnTo>
                  <a:pt x="438150" y="933450"/>
                </a:lnTo>
                <a:lnTo>
                  <a:pt x="438150" y="942975"/>
                </a:lnTo>
                <a:lnTo>
                  <a:pt x="409575" y="942975"/>
                </a:lnTo>
                <a:lnTo>
                  <a:pt x="409575" y="952500"/>
                </a:lnTo>
                <a:lnTo>
                  <a:pt x="381000" y="952500"/>
                </a:lnTo>
                <a:lnTo>
                  <a:pt x="381000" y="962025"/>
                </a:lnTo>
                <a:lnTo>
                  <a:pt x="352425" y="962025"/>
                </a:lnTo>
                <a:lnTo>
                  <a:pt x="352425" y="971550"/>
                </a:lnTo>
                <a:lnTo>
                  <a:pt x="333375" y="971550"/>
                </a:lnTo>
                <a:lnTo>
                  <a:pt x="333375" y="981075"/>
                </a:lnTo>
                <a:lnTo>
                  <a:pt x="314325" y="981075"/>
                </a:lnTo>
                <a:close/>
              </a:path>
            </a:pathLst>
          </a:custGeom>
          <a:solidFill xmlns:a="http://schemas.openxmlformats.org/drawingml/2006/main">
            <a:srgbClr val="F8BDB7"/>
          </a:solidFill>
          <a:ln xmlns:a="http://schemas.openxmlformats.org/drawingml/2006/main" w="0">
            <a:noFill/>
          </a:ln>
        </p:spPr>
      </p:sp>
      <p:sp>
        <p:nvSpPr>
          <p:cNvPr id="911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63B74975-98AF-420A-9CFB-EC97496B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5639" y="3748564"/>
            <a:ext cx="27623" cy="303847"/>
          </a:xfrm>
          <a:custGeom xmlns:a="http://schemas.openxmlformats.org/drawingml/2006/main">
            <a:pathLst>
              <a:path w="27623" h="303847">
                <a:moveTo>
                  <a:pt x="9525" y="0"/>
                </a:moveTo>
                <a:lnTo>
                  <a:pt x="9525" y="247650"/>
                </a:lnTo>
                <a:lnTo>
                  <a:pt x="0" y="247650"/>
                </a:lnTo>
                <a:lnTo>
                  <a:pt x="0" y="303847"/>
                </a:lnTo>
                <a:lnTo>
                  <a:pt x="18098" y="303847"/>
                </a:lnTo>
                <a:lnTo>
                  <a:pt x="18098" y="275272"/>
                </a:lnTo>
                <a:lnTo>
                  <a:pt x="27623" y="275272"/>
                </a:lnTo>
                <a:lnTo>
                  <a:pt x="27623" y="0"/>
                </a:lnTo>
                <a:lnTo>
                  <a:pt x="9525" y="0"/>
                </a:lnTo>
                <a:close/>
              </a:path>
            </a:pathLst>
          </a:custGeom>
          <a:solidFill xmlns:a="http://schemas.openxmlformats.org/drawingml/2006/main">
            <a:srgbClr val="F8BDB7"/>
          </a:solidFill>
          <a:ln xmlns:a="http://schemas.openxmlformats.org/drawingml/2006/main" w="0">
            <a:noFill/>
          </a:ln>
        </p:spPr>
      </p:sp>
      <p:sp>
        <p:nvSpPr>
          <p:cNvPr id="912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A7E692F8-8ABE-4841-A4B6-CB96FF1D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8214" y="5501164"/>
            <a:ext cx="837248" cy="399098"/>
          </a:xfrm>
          <a:custGeom xmlns:a="http://schemas.openxmlformats.org/drawingml/2006/main">
            <a:pathLst>
              <a:path w="837248" h="399098">
                <a:moveTo>
                  <a:pt x="247650" y="38100"/>
                </a:moveTo>
                <a:lnTo>
                  <a:pt x="247650" y="76200"/>
                </a:lnTo>
                <a:lnTo>
                  <a:pt x="171450" y="76200"/>
                </a:lnTo>
                <a:lnTo>
                  <a:pt x="171450" y="114300"/>
                </a:lnTo>
                <a:lnTo>
                  <a:pt x="161925" y="114300"/>
                </a:lnTo>
                <a:lnTo>
                  <a:pt x="161925" y="123825"/>
                </a:lnTo>
                <a:lnTo>
                  <a:pt x="95250" y="123825"/>
                </a:lnTo>
                <a:lnTo>
                  <a:pt x="95250" y="171450"/>
                </a:lnTo>
                <a:lnTo>
                  <a:pt x="85725" y="171450"/>
                </a:lnTo>
                <a:lnTo>
                  <a:pt x="85725" y="180975"/>
                </a:lnTo>
                <a:lnTo>
                  <a:pt x="47625" y="180975"/>
                </a:lnTo>
                <a:lnTo>
                  <a:pt x="47625" y="247650"/>
                </a:lnTo>
                <a:lnTo>
                  <a:pt x="38100" y="247650"/>
                </a:lnTo>
                <a:lnTo>
                  <a:pt x="38100" y="257175"/>
                </a:lnTo>
                <a:lnTo>
                  <a:pt x="0" y="257175"/>
                </a:lnTo>
                <a:lnTo>
                  <a:pt x="0" y="399098"/>
                </a:lnTo>
                <a:lnTo>
                  <a:pt x="837248" y="399098"/>
                </a:lnTo>
                <a:lnTo>
                  <a:pt x="837248" y="257175"/>
                </a:lnTo>
                <a:lnTo>
                  <a:pt x="694373" y="257175"/>
                </a:lnTo>
                <a:lnTo>
                  <a:pt x="694373" y="247650"/>
                </a:lnTo>
                <a:lnTo>
                  <a:pt x="684848" y="247650"/>
                </a:lnTo>
                <a:lnTo>
                  <a:pt x="684848" y="171450"/>
                </a:lnTo>
                <a:lnTo>
                  <a:pt x="599123" y="171450"/>
                </a:lnTo>
                <a:lnTo>
                  <a:pt x="599123" y="114300"/>
                </a:lnTo>
                <a:lnTo>
                  <a:pt x="522923" y="114300"/>
                </a:lnTo>
                <a:lnTo>
                  <a:pt x="522923" y="76200"/>
                </a:lnTo>
                <a:lnTo>
                  <a:pt x="465773" y="76200"/>
                </a:lnTo>
                <a:lnTo>
                  <a:pt x="465773" y="38100"/>
                </a:lnTo>
                <a:lnTo>
                  <a:pt x="427673" y="38100"/>
                </a:lnTo>
                <a:lnTo>
                  <a:pt x="427673" y="9525"/>
                </a:lnTo>
                <a:lnTo>
                  <a:pt x="399098" y="9525"/>
                </a:lnTo>
                <a:lnTo>
                  <a:pt x="399098" y="0"/>
                </a:lnTo>
                <a:lnTo>
                  <a:pt x="381000" y="0"/>
                </a:lnTo>
                <a:lnTo>
                  <a:pt x="381000" y="9525"/>
                </a:lnTo>
                <a:lnTo>
                  <a:pt x="314325" y="9525"/>
                </a:lnTo>
                <a:lnTo>
                  <a:pt x="314325" y="38100"/>
                </a:lnTo>
                <a:lnTo>
                  <a:pt x="247650" y="38100"/>
                </a:lnTo>
                <a:close/>
              </a:path>
            </a:pathLst>
          </a:custGeom>
          <a:solidFill xmlns:a="http://schemas.openxmlformats.org/drawingml/2006/main">
            <a:srgbClr val="EB928B"/>
          </a:solidFill>
          <a:ln xmlns:a="http://schemas.openxmlformats.org/drawingml/2006/main" w="0">
            <a:noFill/>
          </a:ln>
        </p:spPr>
      </p:sp>
      <p:sp>
        <p:nvSpPr>
          <p:cNvPr id="913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C421C0A6-D2E2-40E6-92D5-84E78B21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2714" y="5691664"/>
            <a:ext cx="37148" cy="46673"/>
          </a:xfrm>
          <a:custGeom xmlns:a="http://schemas.openxmlformats.org/drawingml/2006/main">
            <a:pathLst>
              <a:path w="37148" h="46673">
                <a:moveTo>
                  <a:pt x="0" y="0"/>
                </a:moveTo>
                <a:lnTo>
                  <a:pt x="0" y="46673"/>
                </a:lnTo>
                <a:lnTo>
                  <a:pt x="18098" y="46673"/>
                </a:lnTo>
                <a:lnTo>
                  <a:pt x="18098" y="37148"/>
                </a:lnTo>
                <a:lnTo>
                  <a:pt x="27623" y="37148"/>
                </a:lnTo>
                <a:lnTo>
                  <a:pt x="27623" y="18098"/>
                </a:lnTo>
                <a:lnTo>
                  <a:pt x="37148" y="18098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B928B"/>
          </a:solidFill>
          <a:ln xmlns:a="http://schemas.openxmlformats.org/drawingml/2006/main" w="0">
            <a:noFill/>
          </a:ln>
        </p:spPr>
      </p:sp>
      <p:sp>
        <p:nvSpPr>
          <p:cNvPr id="914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CF3AA901-C320-425E-A1FD-CCCC0E95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8339" y="5729764"/>
            <a:ext cx="37148" cy="18098"/>
          </a:xfrm>
          <a:custGeom xmlns:a="http://schemas.openxmlformats.org/drawingml/2006/main">
            <a:pathLst>
              <a:path w="37148" h="18098">
                <a:moveTo>
                  <a:pt x="0" y="18098"/>
                </a:moveTo>
                <a:lnTo>
                  <a:pt x="37148" y="18098"/>
                </a:lnTo>
                <a:lnTo>
                  <a:pt x="37148" y="0"/>
                </a:lnTo>
                <a:lnTo>
                  <a:pt x="0" y="0"/>
                </a:lnTo>
                <a:lnTo>
                  <a:pt x="0" y="18098"/>
                </a:lnTo>
                <a:close/>
              </a:path>
            </a:pathLst>
          </a:custGeom>
          <a:solidFill xmlns:a="http://schemas.openxmlformats.org/drawingml/2006/main">
            <a:srgbClr val="EB928B"/>
          </a:solidFill>
          <a:ln xmlns:a="http://schemas.openxmlformats.org/drawingml/2006/main" w="0">
            <a:noFill/>
          </a:ln>
        </p:spPr>
      </p:sp>
      <p:sp>
        <p:nvSpPr>
          <p:cNvPr id="915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D2B41F4C-FA6C-4174-8ACD-EEE1222C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739" y="5405914"/>
            <a:ext cx="818198" cy="494348"/>
          </a:xfrm>
          <a:custGeom xmlns:a="http://schemas.openxmlformats.org/drawingml/2006/main">
            <a:pathLst>
              <a:path w="818198" h="494348">
                <a:moveTo>
                  <a:pt x="161925" y="19050"/>
                </a:moveTo>
                <a:lnTo>
                  <a:pt x="161925" y="28575"/>
                </a:lnTo>
                <a:lnTo>
                  <a:pt x="152400" y="28575"/>
                </a:lnTo>
                <a:lnTo>
                  <a:pt x="152400" y="38100"/>
                </a:lnTo>
                <a:lnTo>
                  <a:pt x="104775" y="38100"/>
                </a:lnTo>
                <a:lnTo>
                  <a:pt x="104775" y="57150"/>
                </a:lnTo>
                <a:lnTo>
                  <a:pt x="57150" y="57150"/>
                </a:lnTo>
                <a:lnTo>
                  <a:pt x="57150" y="76200"/>
                </a:lnTo>
                <a:lnTo>
                  <a:pt x="0" y="76200"/>
                </a:lnTo>
                <a:lnTo>
                  <a:pt x="0" y="103823"/>
                </a:lnTo>
                <a:lnTo>
                  <a:pt x="28575" y="103823"/>
                </a:lnTo>
                <a:lnTo>
                  <a:pt x="28575" y="113348"/>
                </a:lnTo>
                <a:lnTo>
                  <a:pt x="38100" y="113348"/>
                </a:lnTo>
                <a:lnTo>
                  <a:pt x="38100" y="132398"/>
                </a:lnTo>
                <a:lnTo>
                  <a:pt x="66675" y="132398"/>
                </a:lnTo>
                <a:lnTo>
                  <a:pt x="66675" y="141923"/>
                </a:lnTo>
                <a:lnTo>
                  <a:pt x="76200" y="141923"/>
                </a:lnTo>
                <a:lnTo>
                  <a:pt x="76200" y="170498"/>
                </a:lnTo>
                <a:lnTo>
                  <a:pt x="123825" y="170498"/>
                </a:lnTo>
                <a:lnTo>
                  <a:pt x="123825" y="180023"/>
                </a:lnTo>
                <a:lnTo>
                  <a:pt x="133350" y="180023"/>
                </a:lnTo>
                <a:lnTo>
                  <a:pt x="133350" y="218123"/>
                </a:lnTo>
                <a:lnTo>
                  <a:pt x="200025" y="218123"/>
                </a:lnTo>
                <a:lnTo>
                  <a:pt x="200025" y="275273"/>
                </a:lnTo>
                <a:lnTo>
                  <a:pt x="218123" y="275273"/>
                </a:lnTo>
                <a:lnTo>
                  <a:pt x="218123" y="265748"/>
                </a:lnTo>
                <a:lnTo>
                  <a:pt x="285750" y="265748"/>
                </a:lnTo>
                <a:lnTo>
                  <a:pt x="285750" y="275273"/>
                </a:lnTo>
                <a:lnTo>
                  <a:pt x="295275" y="275273"/>
                </a:lnTo>
                <a:lnTo>
                  <a:pt x="295275" y="351473"/>
                </a:lnTo>
                <a:lnTo>
                  <a:pt x="381000" y="351473"/>
                </a:lnTo>
                <a:lnTo>
                  <a:pt x="381000" y="360998"/>
                </a:lnTo>
                <a:lnTo>
                  <a:pt x="438150" y="360998"/>
                </a:lnTo>
                <a:lnTo>
                  <a:pt x="438150" y="484823"/>
                </a:lnTo>
                <a:lnTo>
                  <a:pt x="638175" y="484823"/>
                </a:lnTo>
                <a:lnTo>
                  <a:pt x="638175" y="494348"/>
                </a:lnTo>
                <a:lnTo>
                  <a:pt x="808673" y="494348"/>
                </a:lnTo>
                <a:lnTo>
                  <a:pt x="808673" y="484823"/>
                </a:lnTo>
                <a:lnTo>
                  <a:pt x="818198" y="484823"/>
                </a:lnTo>
                <a:lnTo>
                  <a:pt x="818198" y="352425"/>
                </a:lnTo>
                <a:lnTo>
                  <a:pt x="799148" y="352425"/>
                </a:lnTo>
                <a:lnTo>
                  <a:pt x="799148" y="342900"/>
                </a:lnTo>
                <a:lnTo>
                  <a:pt x="742950" y="342900"/>
                </a:lnTo>
                <a:lnTo>
                  <a:pt x="742950" y="352425"/>
                </a:lnTo>
                <a:lnTo>
                  <a:pt x="732473" y="352425"/>
                </a:lnTo>
                <a:lnTo>
                  <a:pt x="732473" y="342900"/>
                </a:lnTo>
                <a:lnTo>
                  <a:pt x="694373" y="342900"/>
                </a:lnTo>
                <a:lnTo>
                  <a:pt x="694373" y="295275"/>
                </a:lnTo>
                <a:lnTo>
                  <a:pt x="684848" y="295275"/>
                </a:lnTo>
                <a:lnTo>
                  <a:pt x="684848" y="285750"/>
                </a:lnTo>
                <a:lnTo>
                  <a:pt x="665798" y="285750"/>
                </a:lnTo>
                <a:lnTo>
                  <a:pt x="665798" y="276225"/>
                </a:lnTo>
                <a:lnTo>
                  <a:pt x="646748" y="276225"/>
                </a:lnTo>
                <a:lnTo>
                  <a:pt x="646748" y="266700"/>
                </a:lnTo>
                <a:lnTo>
                  <a:pt x="600075" y="266700"/>
                </a:lnTo>
                <a:lnTo>
                  <a:pt x="600075" y="276225"/>
                </a:lnTo>
                <a:lnTo>
                  <a:pt x="599123" y="276225"/>
                </a:lnTo>
                <a:lnTo>
                  <a:pt x="599123" y="257175"/>
                </a:lnTo>
                <a:lnTo>
                  <a:pt x="580073" y="257175"/>
                </a:lnTo>
                <a:lnTo>
                  <a:pt x="580073" y="246698"/>
                </a:lnTo>
                <a:lnTo>
                  <a:pt x="589598" y="246698"/>
                </a:lnTo>
                <a:lnTo>
                  <a:pt x="589598" y="219075"/>
                </a:lnTo>
                <a:lnTo>
                  <a:pt x="522923" y="219075"/>
                </a:lnTo>
                <a:lnTo>
                  <a:pt x="522923" y="218123"/>
                </a:lnTo>
                <a:lnTo>
                  <a:pt x="532448" y="218123"/>
                </a:lnTo>
                <a:lnTo>
                  <a:pt x="532448" y="190500"/>
                </a:lnTo>
                <a:lnTo>
                  <a:pt x="522923" y="190500"/>
                </a:lnTo>
                <a:lnTo>
                  <a:pt x="522923" y="180975"/>
                </a:lnTo>
                <a:lnTo>
                  <a:pt x="485775" y="180975"/>
                </a:lnTo>
                <a:lnTo>
                  <a:pt x="485775" y="190500"/>
                </a:lnTo>
                <a:lnTo>
                  <a:pt x="475298" y="190500"/>
                </a:lnTo>
                <a:lnTo>
                  <a:pt x="475298" y="142875"/>
                </a:lnTo>
                <a:lnTo>
                  <a:pt x="465773" y="142875"/>
                </a:lnTo>
                <a:lnTo>
                  <a:pt x="465773" y="133350"/>
                </a:lnTo>
                <a:lnTo>
                  <a:pt x="427673" y="133350"/>
                </a:lnTo>
                <a:lnTo>
                  <a:pt x="427673" y="114300"/>
                </a:lnTo>
                <a:lnTo>
                  <a:pt x="418148" y="114300"/>
                </a:lnTo>
                <a:lnTo>
                  <a:pt x="418148" y="104775"/>
                </a:lnTo>
                <a:lnTo>
                  <a:pt x="370523" y="104775"/>
                </a:lnTo>
                <a:lnTo>
                  <a:pt x="370523" y="76200"/>
                </a:lnTo>
                <a:lnTo>
                  <a:pt x="332423" y="76200"/>
                </a:lnTo>
                <a:lnTo>
                  <a:pt x="332423" y="57150"/>
                </a:lnTo>
                <a:lnTo>
                  <a:pt x="294323" y="57150"/>
                </a:lnTo>
                <a:lnTo>
                  <a:pt x="294323" y="38100"/>
                </a:lnTo>
                <a:lnTo>
                  <a:pt x="275273" y="38100"/>
                </a:lnTo>
                <a:lnTo>
                  <a:pt x="275273" y="28575"/>
                </a:lnTo>
                <a:lnTo>
                  <a:pt x="265748" y="28575"/>
                </a:lnTo>
                <a:lnTo>
                  <a:pt x="265748" y="19050"/>
                </a:lnTo>
                <a:lnTo>
                  <a:pt x="256223" y="19050"/>
                </a:lnTo>
                <a:lnTo>
                  <a:pt x="256223" y="9525"/>
                </a:lnTo>
                <a:lnTo>
                  <a:pt x="237173" y="9525"/>
                </a:lnTo>
                <a:lnTo>
                  <a:pt x="237173" y="0"/>
                </a:lnTo>
                <a:lnTo>
                  <a:pt x="209550" y="0"/>
                </a:lnTo>
                <a:lnTo>
                  <a:pt x="209550" y="9525"/>
                </a:lnTo>
                <a:lnTo>
                  <a:pt x="200025" y="9525"/>
                </a:lnTo>
                <a:lnTo>
                  <a:pt x="200025" y="19050"/>
                </a:lnTo>
                <a:lnTo>
                  <a:pt x="161925" y="19050"/>
                </a:lnTo>
                <a:close/>
              </a:path>
            </a:pathLst>
          </a:custGeom>
          <a:solidFill xmlns:a="http://schemas.openxmlformats.org/drawingml/2006/main">
            <a:srgbClr val="EE968E"/>
          </a:solidFill>
          <a:ln xmlns:a="http://schemas.openxmlformats.org/drawingml/2006/main" w="0">
            <a:noFill/>
          </a:ln>
        </p:spPr>
      </p:sp>
      <p:sp>
        <p:nvSpPr>
          <p:cNvPr id="916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C4F17E76-3D1F-4C4F-BA84-52F42753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739" y="5663089"/>
            <a:ext cx="27623" cy="37148"/>
          </a:xfrm>
          <a:custGeom xmlns:a="http://schemas.openxmlformats.org/drawingml/2006/main">
            <a:pathLst>
              <a:path w="27623" h="37148">
                <a:moveTo>
                  <a:pt x="27623" y="37148"/>
                </a:moveTo>
                <a:lnTo>
                  <a:pt x="27623" y="0"/>
                </a:lnTo>
                <a:lnTo>
                  <a:pt x="0" y="0"/>
                </a:lnTo>
                <a:lnTo>
                  <a:pt x="0" y="27623"/>
                </a:lnTo>
                <a:lnTo>
                  <a:pt x="9525" y="27623"/>
                </a:lnTo>
                <a:lnTo>
                  <a:pt x="9525" y="37148"/>
                </a:lnTo>
                <a:lnTo>
                  <a:pt x="27623" y="37148"/>
                </a:lnTo>
                <a:close/>
              </a:path>
            </a:pathLst>
          </a:custGeom>
          <a:solidFill xmlns:a="http://schemas.openxmlformats.org/drawingml/2006/main">
            <a:srgbClr val="EE968E"/>
          </a:solidFill>
          <a:ln xmlns:a="http://schemas.openxmlformats.org/drawingml/2006/main" w="0">
            <a:noFill/>
          </a:ln>
        </p:spPr>
      </p:sp>
      <p:sp>
        <p:nvSpPr>
          <p:cNvPr id="917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6ED79FDA-641F-459D-A5E6-5EE7FB04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564" y="5663089"/>
            <a:ext cx="37148" cy="27623"/>
          </a:xfrm>
          <a:custGeom xmlns:a="http://schemas.openxmlformats.org/drawingml/2006/main">
            <a:pathLst>
              <a:path w="37148" h="27623">
                <a:moveTo>
                  <a:pt x="37148" y="0"/>
                </a:moveTo>
                <a:lnTo>
                  <a:pt x="0" y="0"/>
                </a:lnTo>
                <a:lnTo>
                  <a:pt x="0" y="27623"/>
                </a:lnTo>
                <a:lnTo>
                  <a:pt x="37148" y="27623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EE968E"/>
          </a:solidFill>
          <a:ln xmlns:a="http://schemas.openxmlformats.org/drawingml/2006/main" w="0">
            <a:noFill/>
          </a:ln>
        </p:spPr>
      </p:sp>
      <p:sp>
        <p:nvSpPr>
          <p:cNvPr id="918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43D4262C-1B9E-4498-961E-332F302F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8389" y="5710714"/>
            <a:ext cx="37148" cy="46673"/>
          </a:xfrm>
          <a:custGeom xmlns:a="http://schemas.openxmlformats.org/drawingml/2006/main">
            <a:pathLst>
              <a:path w="37148" h="46673">
                <a:moveTo>
                  <a:pt x="9525" y="37148"/>
                </a:moveTo>
                <a:lnTo>
                  <a:pt x="19050" y="37148"/>
                </a:lnTo>
                <a:lnTo>
                  <a:pt x="19050" y="46673"/>
                </a:lnTo>
                <a:lnTo>
                  <a:pt x="37148" y="46673"/>
                </a:lnTo>
                <a:lnTo>
                  <a:pt x="37148" y="0"/>
                </a:lnTo>
                <a:lnTo>
                  <a:pt x="0" y="0"/>
                </a:lnTo>
                <a:lnTo>
                  <a:pt x="0" y="18098"/>
                </a:lnTo>
                <a:lnTo>
                  <a:pt x="9525" y="18098"/>
                </a:lnTo>
                <a:lnTo>
                  <a:pt x="9525" y="37148"/>
                </a:lnTo>
                <a:close/>
              </a:path>
            </a:pathLst>
          </a:custGeom>
          <a:solidFill xmlns:a="http://schemas.openxmlformats.org/drawingml/2006/main">
            <a:srgbClr val="EE968E"/>
          </a:solidFill>
          <a:ln xmlns:a="http://schemas.openxmlformats.org/drawingml/2006/main" w="0">
            <a:noFill/>
          </a:ln>
        </p:spPr>
      </p:sp>
      <p:sp>
        <p:nvSpPr>
          <p:cNvPr id="919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FAB629DD-452A-4DA6-9042-F03F3659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089" y="5777389"/>
            <a:ext cx="18098" cy="37148"/>
          </a:xfrm>
          <a:custGeom xmlns:a="http://schemas.openxmlformats.org/drawingml/2006/main">
            <a:pathLst>
              <a:path w="18098" h="37148">
                <a:moveTo>
                  <a:pt x="18098" y="37148"/>
                </a:moveTo>
                <a:lnTo>
                  <a:pt x="18098" y="0"/>
                </a:lnTo>
                <a:lnTo>
                  <a:pt x="0" y="0"/>
                </a:lnTo>
                <a:lnTo>
                  <a:pt x="0" y="37148"/>
                </a:lnTo>
                <a:lnTo>
                  <a:pt x="18098" y="37148"/>
                </a:lnTo>
                <a:close/>
              </a:path>
            </a:pathLst>
          </a:custGeom>
          <a:solidFill xmlns:a="http://schemas.openxmlformats.org/drawingml/2006/main">
            <a:srgbClr val="EE968E"/>
          </a:solidFill>
          <a:ln xmlns:a="http://schemas.openxmlformats.org/drawingml/2006/main" w="0">
            <a:noFill/>
          </a:ln>
        </p:spPr>
      </p:sp>
      <p:sp>
        <p:nvSpPr>
          <p:cNvPr id="920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8EF5D082-F6B1-4F60-8E54-EB681085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114" y="5301139"/>
            <a:ext cx="475298" cy="599123"/>
          </a:xfrm>
          <a:custGeom xmlns:a="http://schemas.openxmlformats.org/drawingml/2006/main">
            <a:pathLst>
              <a:path w="475298" h="599123">
                <a:moveTo>
                  <a:pt x="0" y="371475"/>
                </a:moveTo>
                <a:lnTo>
                  <a:pt x="0" y="599123"/>
                </a:lnTo>
                <a:lnTo>
                  <a:pt x="18097" y="599123"/>
                </a:lnTo>
                <a:lnTo>
                  <a:pt x="18097" y="589598"/>
                </a:lnTo>
                <a:lnTo>
                  <a:pt x="37147" y="589598"/>
                </a:lnTo>
                <a:lnTo>
                  <a:pt x="37147" y="456248"/>
                </a:lnTo>
                <a:lnTo>
                  <a:pt x="84772" y="456248"/>
                </a:lnTo>
                <a:lnTo>
                  <a:pt x="84772" y="380048"/>
                </a:lnTo>
                <a:lnTo>
                  <a:pt x="132397" y="380048"/>
                </a:lnTo>
                <a:lnTo>
                  <a:pt x="132397" y="322898"/>
                </a:lnTo>
                <a:lnTo>
                  <a:pt x="208598" y="322898"/>
                </a:lnTo>
                <a:lnTo>
                  <a:pt x="208598" y="275273"/>
                </a:lnTo>
                <a:lnTo>
                  <a:pt x="284798" y="275273"/>
                </a:lnTo>
                <a:lnTo>
                  <a:pt x="284798" y="246698"/>
                </a:lnTo>
                <a:lnTo>
                  <a:pt x="294323" y="246698"/>
                </a:lnTo>
                <a:lnTo>
                  <a:pt x="294323" y="237173"/>
                </a:lnTo>
                <a:lnTo>
                  <a:pt x="351473" y="237173"/>
                </a:lnTo>
                <a:lnTo>
                  <a:pt x="351473" y="218123"/>
                </a:lnTo>
                <a:lnTo>
                  <a:pt x="360998" y="218123"/>
                </a:lnTo>
                <a:lnTo>
                  <a:pt x="360998" y="208598"/>
                </a:lnTo>
                <a:lnTo>
                  <a:pt x="418148" y="208598"/>
                </a:lnTo>
                <a:lnTo>
                  <a:pt x="418148" y="189548"/>
                </a:lnTo>
                <a:lnTo>
                  <a:pt x="475298" y="189548"/>
                </a:lnTo>
                <a:lnTo>
                  <a:pt x="475298" y="171450"/>
                </a:lnTo>
                <a:lnTo>
                  <a:pt x="408623" y="171450"/>
                </a:lnTo>
                <a:lnTo>
                  <a:pt x="408623" y="152400"/>
                </a:lnTo>
                <a:lnTo>
                  <a:pt x="380048" y="152400"/>
                </a:lnTo>
                <a:lnTo>
                  <a:pt x="380048" y="133350"/>
                </a:lnTo>
                <a:lnTo>
                  <a:pt x="360998" y="133350"/>
                </a:lnTo>
                <a:lnTo>
                  <a:pt x="360998" y="114300"/>
                </a:lnTo>
                <a:lnTo>
                  <a:pt x="341948" y="114300"/>
                </a:lnTo>
                <a:lnTo>
                  <a:pt x="341948" y="95250"/>
                </a:lnTo>
                <a:lnTo>
                  <a:pt x="322898" y="95250"/>
                </a:lnTo>
                <a:lnTo>
                  <a:pt x="322898" y="85725"/>
                </a:lnTo>
                <a:lnTo>
                  <a:pt x="313373" y="85725"/>
                </a:lnTo>
                <a:lnTo>
                  <a:pt x="313373" y="76200"/>
                </a:lnTo>
                <a:lnTo>
                  <a:pt x="303848" y="76200"/>
                </a:lnTo>
                <a:lnTo>
                  <a:pt x="303848" y="66675"/>
                </a:lnTo>
                <a:lnTo>
                  <a:pt x="294323" y="66675"/>
                </a:lnTo>
                <a:lnTo>
                  <a:pt x="294323" y="57150"/>
                </a:lnTo>
                <a:lnTo>
                  <a:pt x="284798" y="57150"/>
                </a:lnTo>
                <a:lnTo>
                  <a:pt x="284798" y="38100"/>
                </a:lnTo>
                <a:lnTo>
                  <a:pt x="275273" y="38100"/>
                </a:lnTo>
                <a:lnTo>
                  <a:pt x="275273" y="28575"/>
                </a:lnTo>
                <a:lnTo>
                  <a:pt x="265748" y="28575"/>
                </a:lnTo>
                <a:lnTo>
                  <a:pt x="265748" y="19050"/>
                </a:lnTo>
                <a:lnTo>
                  <a:pt x="256223" y="19050"/>
                </a:lnTo>
                <a:lnTo>
                  <a:pt x="256223" y="9525"/>
                </a:lnTo>
                <a:lnTo>
                  <a:pt x="246698" y="9525"/>
                </a:lnTo>
                <a:lnTo>
                  <a:pt x="246698" y="0"/>
                </a:lnTo>
                <a:lnTo>
                  <a:pt x="219075" y="0"/>
                </a:lnTo>
                <a:lnTo>
                  <a:pt x="219075" y="9525"/>
                </a:lnTo>
                <a:lnTo>
                  <a:pt x="190500" y="9525"/>
                </a:lnTo>
                <a:lnTo>
                  <a:pt x="190500" y="19050"/>
                </a:lnTo>
                <a:lnTo>
                  <a:pt x="171450" y="19050"/>
                </a:lnTo>
                <a:lnTo>
                  <a:pt x="171450" y="28575"/>
                </a:lnTo>
                <a:lnTo>
                  <a:pt x="152400" y="28575"/>
                </a:lnTo>
                <a:lnTo>
                  <a:pt x="152400" y="38100"/>
                </a:lnTo>
                <a:lnTo>
                  <a:pt x="133350" y="38100"/>
                </a:lnTo>
                <a:lnTo>
                  <a:pt x="133350" y="47625"/>
                </a:lnTo>
                <a:lnTo>
                  <a:pt x="114300" y="47625"/>
                </a:lnTo>
                <a:lnTo>
                  <a:pt x="114300" y="57150"/>
                </a:lnTo>
                <a:lnTo>
                  <a:pt x="95250" y="57150"/>
                </a:lnTo>
                <a:lnTo>
                  <a:pt x="95250" y="66675"/>
                </a:lnTo>
                <a:lnTo>
                  <a:pt x="76200" y="66675"/>
                </a:lnTo>
                <a:lnTo>
                  <a:pt x="76200" y="76200"/>
                </a:lnTo>
                <a:lnTo>
                  <a:pt x="66675" y="76200"/>
                </a:lnTo>
                <a:lnTo>
                  <a:pt x="66675" y="85725"/>
                </a:lnTo>
                <a:lnTo>
                  <a:pt x="57150" y="85725"/>
                </a:lnTo>
                <a:lnTo>
                  <a:pt x="57150" y="95250"/>
                </a:lnTo>
                <a:lnTo>
                  <a:pt x="47625" y="95250"/>
                </a:lnTo>
                <a:lnTo>
                  <a:pt x="47625" y="104775"/>
                </a:lnTo>
                <a:lnTo>
                  <a:pt x="38100" y="104775"/>
                </a:lnTo>
                <a:lnTo>
                  <a:pt x="38100" y="123825"/>
                </a:lnTo>
                <a:lnTo>
                  <a:pt x="28575" y="123825"/>
                </a:lnTo>
                <a:lnTo>
                  <a:pt x="28575" y="161925"/>
                </a:lnTo>
                <a:lnTo>
                  <a:pt x="19050" y="161925"/>
                </a:lnTo>
                <a:lnTo>
                  <a:pt x="19050" y="238125"/>
                </a:lnTo>
                <a:lnTo>
                  <a:pt x="9525" y="238125"/>
                </a:lnTo>
                <a:lnTo>
                  <a:pt x="9525" y="371475"/>
                </a:lnTo>
                <a:lnTo>
                  <a:pt x="0" y="371475"/>
                </a:lnTo>
                <a:close/>
              </a:path>
            </a:pathLst>
          </a:custGeom>
          <a:solidFill xmlns:a="http://schemas.openxmlformats.org/drawingml/2006/main">
            <a:srgbClr val="E2A5A6"/>
          </a:solidFill>
          <a:ln xmlns:a="http://schemas.openxmlformats.org/drawingml/2006/main" w="0">
            <a:noFill/>
          </a:ln>
        </p:spPr>
      </p:sp>
      <p:sp>
        <p:nvSpPr>
          <p:cNvPr id="921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74807BAD-AC22-427A-9489-72FE3BD0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114" y="4329589"/>
            <a:ext cx="418148" cy="961073"/>
          </a:xfrm>
          <a:custGeom xmlns:a="http://schemas.openxmlformats.org/drawingml/2006/main">
            <a:pathLst>
              <a:path w="418148" h="961073">
                <a:moveTo>
                  <a:pt x="0" y="0"/>
                </a:moveTo>
                <a:lnTo>
                  <a:pt x="0" y="275272"/>
                </a:lnTo>
                <a:lnTo>
                  <a:pt x="19050" y="275272"/>
                </a:lnTo>
                <a:lnTo>
                  <a:pt x="19050" y="427672"/>
                </a:lnTo>
                <a:lnTo>
                  <a:pt x="28575" y="427672"/>
                </a:lnTo>
                <a:lnTo>
                  <a:pt x="28575" y="561023"/>
                </a:lnTo>
                <a:lnTo>
                  <a:pt x="38100" y="561023"/>
                </a:lnTo>
                <a:lnTo>
                  <a:pt x="38100" y="599123"/>
                </a:lnTo>
                <a:lnTo>
                  <a:pt x="47625" y="599123"/>
                </a:lnTo>
                <a:lnTo>
                  <a:pt x="47625" y="646748"/>
                </a:lnTo>
                <a:lnTo>
                  <a:pt x="57150" y="646748"/>
                </a:lnTo>
                <a:lnTo>
                  <a:pt x="57150" y="675323"/>
                </a:lnTo>
                <a:lnTo>
                  <a:pt x="66675" y="675323"/>
                </a:lnTo>
                <a:lnTo>
                  <a:pt x="66675" y="703898"/>
                </a:lnTo>
                <a:lnTo>
                  <a:pt x="76200" y="703898"/>
                </a:lnTo>
                <a:lnTo>
                  <a:pt x="76200" y="722948"/>
                </a:lnTo>
                <a:lnTo>
                  <a:pt x="85725" y="722948"/>
                </a:lnTo>
                <a:lnTo>
                  <a:pt x="85725" y="761048"/>
                </a:lnTo>
                <a:lnTo>
                  <a:pt x="95250" y="761048"/>
                </a:lnTo>
                <a:lnTo>
                  <a:pt x="95250" y="770573"/>
                </a:lnTo>
                <a:lnTo>
                  <a:pt x="104775" y="770573"/>
                </a:lnTo>
                <a:lnTo>
                  <a:pt x="104775" y="789623"/>
                </a:lnTo>
                <a:lnTo>
                  <a:pt x="114300" y="789623"/>
                </a:lnTo>
                <a:lnTo>
                  <a:pt x="114300" y="808673"/>
                </a:lnTo>
                <a:lnTo>
                  <a:pt x="123825" y="808673"/>
                </a:lnTo>
                <a:lnTo>
                  <a:pt x="123825" y="827723"/>
                </a:lnTo>
                <a:lnTo>
                  <a:pt x="133350" y="827723"/>
                </a:lnTo>
                <a:lnTo>
                  <a:pt x="133350" y="846773"/>
                </a:lnTo>
                <a:lnTo>
                  <a:pt x="142875" y="846773"/>
                </a:lnTo>
                <a:lnTo>
                  <a:pt x="142875" y="856298"/>
                </a:lnTo>
                <a:lnTo>
                  <a:pt x="152400" y="856298"/>
                </a:lnTo>
                <a:lnTo>
                  <a:pt x="152400" y="875348"/>
                </a:lnTo>
                <a:lnTo>
                  <a:pt x="161925" y="875348"/>
                </a:lnTo>
                <a:lnTo>
                  <a:pt x="161925" y="894398"/>
                </a:lnTo>
                <a:lnTo>
                  <a:pt x="171450" y="894398"/>
                </a:lnTo>
                <a:lnTo>
                  <a:pt x="171450" y="903923"/>
                </a:lnTo>
                <a:lnTo>
                  <a:pt x="180975" y="903923"/>
                </a:lnTo>
                <a:lnTo>
                  <a:pt x="180975" y="913448"/>
                </a:lnTo>
                <a:lnTo>
                  <a:pt x="190500" y="913448"/>
                </a:lnTo>
                <a:lnTo>
                  <a:pt x="190500" y="922973"/>
                </a:lnTo>
                <a:lnTo>
                  <a:pt x="200025" y="922973"/>
                </a:lnTo>
                <a:lnTo>
                  <a:pt x="200025" y="932498"/>
                </a:lnTo>
                <a:lnTo>
                  <a:pt x="209550" y="932498"/>
                </a:lnTo>
                <a:lnTo>
                  <a:pt x="209550" y="951548"/>
                </a:lnTo>
                <a:lnTo>
                  <a:pt x="219075" y="951548"/>
                </a:lnTo>
                <a:lnTo>
                  <a:pt x="219075" y="961073"/>
                </a:lnTo>
                <a:lnTo>
                  <a:pt x="256223" y="961073"/>
                </a:lnTo>
                <a:lnTo>
                  <a:pt x="256223" y="951548"/>
                </a:lnTo>
                <a:lnTo>
                  <a:pt x="284798" y="951548"/>
                </a:lnTo>
                <a:lnTo>
                  <a:pt x="284798" y="942023"/>
                </a:lnTo>
                <a:lnTo>
                  <a:pt x="303848" y="942023"/>
                </a:lnTo>
                <a:lnTo>
                  <a:pt x="303848" y="932498"/>
                </a:lnTo>
                <a:lnTo>
                  <a:pt x="322898" y="932498"/>
                </a:lnTo>
                <a:lnTo>
                  <a:pt x="322898" y="922973"/>
                </a:lnTo>
                <a:lnTo>
                  <a:pt x="341948" y="922973"/>
                </a:lnTo>
                <a:lnTo>
                  <a:pt x="341948" y="913448"/>
                </a:lnTo>
                <a:lnTo>
                  <a:pt x="370523" y="913448"/>
                </a:lnTo>
                <a:lnTo>
                  <a:pt x="370523" y="903923"/>
                </a:lnTo>
                <a:lnTo>
                  <a:pt x="389573" y="903923"/>
                </a:lnTo>
                <a:lnTo>
                  <a:pt x="389573" y="894398"/>
                </a:lnTo>
                <a:lnTo>
                  <a:pt x="418148" y="894398"/>
                </a:lnTo>
                <a:lnTo>
                  <a:pt x="418148" y="876300"/>
                </a:lnTo>
                <a:lnTo>
                  <a:pt x="408623" y="876300"/>
                </a:lnTo>
                <a:lnTo>
                  <a:pt x="408623" y="866775"/>
                </a:lnTo>
                <a:lnTo>
                  <a:pt x="399098" y="866775"/>
                </a:lnTo>
                <a:lnTo>
                  <a:pt x="399098" y="857250"/>
                </a:lnTo>
                <a:lnTo>
                  <a:pt x="389573" y="857250"/>
                </a:lnTo>
                <a:lnTo>
                  <a:pt x="389573" y="847725"/>
                </a:lnTo>
                <a:lnTo>
                  <a:pt x="380048" y="847725"/>
                </a:lnTo>
                <a:lnTo>
                  <a:pt x="380048" y="838200"/>
                </a:lnTo>
                <a:lnTo>
                  <a:pt x="370523" y="838200"/>
                </a:lnTo>
                <a:lnTo>
                  <a:pt x="370523" y="828675"/>
                </a:lnTo>
                <a:lnTo>
                  <a:pt x="360998" y="828675"/>
                </a:lnTo>
                <a:lnTo>
                  <a:pt x="360998" y="819150"/>
                </a:lnTo>
                <a:lnTo>
                  <a:pt x="351473" y="819150"/>
                </a:lnTo>
                <a:lnTo>
                  <a:pt x="351473" y="809625"/>
                </a:lnTo>
                <a:lnTo>
                  <a:pt x="341948" y="809625"/>
                </a:lnTo>
                <a:lnTo>
                  <a:pt x="341948" y="800100"/>
                </a:lnTo>
                <a:lnTo>
                  <a:pt x="332423" y="800100"/>
                </a:lnTo>
                <a:lnTo>
                  <a:pt x="332423" y="790575"/>
                </a:lnTo>
                <a:lnTo>
                  <a:pt x="322898" y="790575"/>
                </a:lnTo>
                <a:lnTo>
                  <a:pt x="322898" y="781050"/>
                </a:lnTo>
                <a:lnTo>
                  <a:pt x="313373" y="781050"/>
                </a:lnTo>
                <a:lnTo>
                  <a:pt x="313373" y="771525"/>
                </a:lnTo>
                <a:lnTo>
                  <a:pt x="303848" y="771525"/>
                </a:lnTo>
                <a:lnTo>
                  <a:pt x="303848" y="762000"/>
                </a:lnTo>
                <a:lnTo>
                  <a:pt x="294323" y="762000"/>
                </a:lnTo>
                <a:lnTo>
                  <a:pt x="294323" y="752475"/>
                </a:lnTo>
                <a:lnTo>
                  <a:pt x="284798" y="752475"/>
                </a:lnTo>
                <a:lnTo>
                  <a:pt x="284798" y="742950"/>
                </a:lnTo>
                <a:lnTo>
                  <a:pt x="275273" y="742950"/>
                </a:lnTo>
                <a:lnTo>
                  <a:pt x="275273" y="733425"/>
                </a:lnTo>
                <a:lnTo>
                  <a:pt x="265748" y="733425"/>
                </a:lnTo>
                <a:lnTo>
                  <a:pt x="265748" y="723900"/>
                </a:lnTo>
                <a:lnTo>
                  <a:pt x="256223" y="723900"/>
                </a:lnTo>
                <a:lnTo>
                  <a:pt x="256223" y="714375"/>
                </a:lnTo>
                <a:lnTo>
                  <a:pt x="246698" y="714375"/>
                </a:lnTo>
                <a:lnTo>
                  <a:pt x="246698" y="704850"/>
                </a:lnTo>
                <a:lnTo>
                  <a:pt x="237173" y="704850"/>
                </a:lnTo>
                <a:lnTo>
                  <a:pt x="237173" y="685800"/>
                </a:lnTo>
                <a:lnTo>
                  <a:pt x="227648" y="685800"/>
                </a:lnTo>
                <a:lnTo>
                  <a:pt x="227648" y="676275"/>
                </a:lnTo>
                <a:lnTo>
                  <a:pt x="218123" y="676275"/>
                </a:lnTo>
                <a:lnTo>
                  <a:pt x="218123" y="666750"/>
                </a:lnTo>
                <a:lnTo>
                  <a:pt x="208598" y="666750"/>
                </a:lnTo>
                <a:lnTo>
                  <a:pt x="208598" y="657225"/>
                </a:lnTo>
                <a:lnTo>
                  <a:pt x="199073" y="657225"/>
                </a:lnTo>
                <a:lnTo>
                  <a:pt x="199073" y="638175"/>
                </a:lnTo>
                <a:lnTo>
                  <a:pt x="189548" y="638175"/>
                </a:lnTo>
                <a:lnTo>
                  <a:pt x="189548" y="628650"/>
                </a:lnTo>
                <a:lnTo>
                  <a:pt x="180023" y="628650"/>
                </a:lnTo>
                <a:lnTo>
                  <a:pt x="180023" y="619125"/>
                </a:lnTo>
                <a:lnTo>
                  <a:pt x="160973" y="619125"/>
                </a:lnTo>
                <a:lnTo>
                  <a:pt x="160973" y="600075"/>
                </a:lnTo>
                <a:lnTo>
                  <a:pt x="151447" y="600075"/>
                </a:lnTo>
                <a:lnTo>
                  <a:pt x="151447" y="590550"/>
                </a:lnTo>
                <a:lnTo>
                  <a:pt x="141922" y="590550"/>
                </a:lnTo>
                <a:lnTo>
                  <a:pt x="141922" y="571500"/>
                </a:lnTo>
                <a:lnTo>
                  <a:pt x="132397" y="571500"/>
                </a:lnTo>
                <a:lnTo>
                  <a:pt x="132397" y="552450"/>
                </a:lnTo>
                <a:lnTo>
                  <a:pt x="122872" y="552450"/>
                </a:lnTo>
                <a:lnTo>
                  <a:pt x="122872" y="533400"/>
                </a:lnTo>
                <a:lnTo>
                  <a:pt x="113347" y="533400"/>
                </a:lnTo>
                <a:lnTo>
                  <a:pt x="113347" y="523875"/>
                </a:lnTo>
                <a:lnTo>
                  <a:pt x="103822" y="523875"/>
                </a:lnTo>
                <a:lnTo>
                  <a:pt x="103822" y="495300"/>
                </a:lnTo>
                <a:lnTo>
                  <a:pt x="94297" y="495300"/>
                </a:lnTo>
                <a:lnTo>
                  <a:pt x="94297" y="466725"/>
                </a:lnTo>
                <a:lnTo>
                  <a:pt x="84772" y="466725"/>
                </a:lnTo>
                <a:lnTo>
                  <a:pt x="84772" y="447675"/>
                </a:lnTo>
                <a:lnTo>
                  <a:pt x="75247" y="447675"/>
                </a:lnTo>
                <a:lnTo>
                  <a:pt x="75247" y="419100"/>
                </a:lnTo>
                <a:lnTo>
                  <a:pt x="65722" y="419100"/>
                </a:lnTo>
                <a:lnTo>
                  <a:pt x="65722" y="390525"/>
                </a:lnTo>
                <a:lnTo>
                  <a:pt x="56197" y="390525"/>
                </a:lnTo>
                <a:lnTo>
                  <a:pt x="56197" y="352425"/>
                </a:lnTo>
                <a:lnTo>
                  <a:pt x="46672" y="352425"/>
                </a:lnTo>
                <a:lnTo>
                  <a:pt x="46672" y="314325"/>
                </a:lnTo>
                <a:lnTo>
                  <a:pt x="37147" y="314325"/>
                </a:lnTo>
                <a:lnTo>
                  <a:pt x="37147" y="238125"/>
                </a:lnTo>
                <a:lnTo>
                  <a:pt x="27622" y="238125"/>
                </a:lnTo>
                <a:lnTo>
                  <a:pt x="27622" y="9525"/>
                </a:lnTo>
                <a:lnTo>
                  <a:pt x="18097" y="9525"/>
                </a:lnTo>
                <a:lnTo>
                  <a:pt x="180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CEAF3"/>
          </a:solidFill>
          <a:ln xmlns:a="http://schemas.openxmlformats.org/drawingml/2006/main" w="0">
            <a:noFill/>
          </a:ln>
        </p:spPr>
      </p:sp>
      <p:sp>
        <p:nvSpPr>
          <p:cNvPr id="922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39022FFA-6DF8-47DD-8705-B50C7B36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414" y="517731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ECEAF3"/>
          </a:solidFill>
          <a:ln xmlns:a="http://schemas.openxmlformats.org/drawingml/2006/main" w="0">
            <a:noFill/>
          </a:ln>
        </p:spPr>
      </p:sp>
      <p:sp>
        <p:nvSpPr>
          <p:cNvPr id="923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D9A5285B-2BD4-4B37-BED9-8F42A372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3089" y="5015389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0"/>
                </a:move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ECEAF3"/>
          </a:solidFill>
          <a:ln xmlns:a="http://schemas.openxmlformats.org/drawingml/2006/main" w="0">
            <a:noFill/>
          </a:ln>
        </p:spPr>
      </p:sp>
      <p:sp>
        <p:nvSpPr>
          <p:cNvPr id="924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E99F6126-89AD-4FB0-A6A3-0C688B56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539" y="5091589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0"/>
                </a:move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ECEAF3"/>
          </a:solidFill>
          <a:ln xmlns:a="http://schemas.openxmlformats.org/drawingml/2006/main" w="0">
            <a:noFill/>
          </a:ln>
        </p:spPr>
      </p:sp>
      <p:sp>
        <p:nvSpPr>
          <p:cNvPr id="925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49AF86AF-94D2-4F2B-ADA0-CD9074D2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4964" y="510111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0"/>
                </a:move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ECEAF3"/>
          </a:solidFill>
          <a:ln xmlns:a="http://schemas.openxmlformats.org/drawingml/2006/main" w="0">
            <a:noFill/>
          </a:ln>
        </p:spPr>
      </p:sp>
      <p:sp>
        <p:nvSpPr>
          <p:cNvPr id="926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DC0A3F2F-49F6-4B67-AF05-4A456C06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189" y="513921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ECEAF3"/>
          </a:solidFill>
          <a:ln xmlns:a="http://schemas.openxmlformats.org/drawingml/2006/main" w="0">
            <a:noFill/>
          </a:ln>
        </p:spPr>
      </p:sp>
      <p:sp>
        <p:nvSpPr>
          <p:cNvPr id="927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6C744842-DAF9-4B8F-B24A-4F400970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5639" y="3929539"/>
            <a:ext cx="18098" cy="75247"/>
          </a:xfrm>
          <a:custGeom xmlns:a="http://schemas.openxmlformats.org/drawingml/2006/main">
            <a:pathLst>
              <a:path w="18098" h="75247">
                <a:moveTo>
                  <a:pt x="0" y="0"/>
                </a:moveTo>
                <a:lnTo>
                  <a:pt x="0" y="75247"/>
                </a:lnTo>
                <a:lnTo>
                  <a:pt x="18098" y="75247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CEAF3"/>
          </a:solidFill>
          <a:ln xmlns:a="http://schemas.openxmlformats.org/drawingml/2006/main" w="0">
            <a:noFill/>
          </a:ln>
        </p:spPr>
      </p:sp>
      <p:sp>
        <p:nvSpPr>
          <p:cNvPr id="928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EDED7FDC-EDB1-4FBB-9187-4EF7B673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6114" y="409146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ECEAF3"/>
          </a:solidFill>
          <a:ln xmlns:a="http://schemas.openxmlformats.org/drawingml/2006/main" w="0">
            <a:noFill/>
          </a:ln>
        </p:spPr>
      </p:sp>
      <p:sp>
        <p:nvSpPr>
          <p:cNvPr id="929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F28F7017-18C9-404D-A878-12777931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489" y="4234339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0"/>
                </a:move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ECEAF3"/>
          </a:solidFill>
          <a:ln xmlns:a="http://schemas.openxmlformats.org/drawingml/2006/main" w="0">
            <a:noFill/>
          </a:ln>
        </p:spPr>
      </p:sp>
      <p:sp>
        <p:nvSpPr>
          <p:cNvPr id="930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09069199-DD71-4E3A-8EC7-65B28501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114" y="4596289"/>
            <a:ext cx="256223" cy="989648"/>
          </a:xfrm>
          <a:custGeom xmlns:a="http://schemas.openxmlformats.org/drawingml/2006/main">
            <a:pathLst>
              <a:path w="256223" h="989648">
                <a:moveTo>
                  <a:pt x="0" y="0"/>
                </a:moveTo>
                <a:lnTo>
                  <a:pt x="0" y="989648"/>
                </a:lnTo>
                <a:lnTo>
                  <a:pt x="18097" y="989648"/>
                </a:lnTo>
                <a:lnTo>
                  <a:pt x="18097" y="894398"/>
                </a:lnTo>
                <a:lnTo>
                  <a:pt x="27622" y="894398"/>
                </a:lnTo>
                <a:lnTo>
                  <a:pt x="27622" y="846773"/>
                </a:lnTo>
                <a:lnTo>
                  <a:pt x="37147" y="846773"/>
                </a:lnTo>
                <a:lnTo>
                  <a:pt x="37147" y="827723"/>
                </a:lnTo>
                <a:lnTo>
                  <a:pt x="46672" y="827723"/>
                </a:lnTo>
                <a:lnTo>
                  <a:pt x="46672" y="808673"/>
                </a:lnTo>
                <a:lnTo>
                  <a:pt x="56197" y="808673"/>
                </a:lnTo>
                <a:lnTo>
                  <a:pt x="56197" y="799148"/>
                </a:lnTo>
                <a:lnTo>
                  <a:pt x="65722" y="799148"/>
                </a:lnTo>
                <a:lnTo>
                  <a:pt x="65722" y="789623"/>
                </a:lnTo>
                <a:lnTo>
                  <a:pt x="75247" y="789623"/>
                </a:lnTo>
                <a:lnTo>
                  <a:pt x="75247" y="780098"/>
                </a:lnTo>
                <a:lnTo>
                  <a:pt x="94297" y="780098"/>
                </a:lnTo>
                <a:lnTo>
                  <a:pt x="94297" y="770573"/>
                </a:lnTo>
                <a:lnTo>
                  <a:pt x="103822" y="770573"/>
                </a:lnTo>
                <a:lnTo>
                  <a:pt x="103822" y="761048"/>
                </a:lnTo>
                <a:lnTo>
                  <a:pt x="122872" y="761048"/>
                </a:lnTo>
                <a:lnTo>
                  <a:pt x="122872" y="751523"/>
                </a:lnTo>
                <a:lnTo>
                  <a:pt x="151447" y="751523"/>
                </a:lnTo>
                <a:lnTo>
                  <a:pt x="151447" y="741998"/>
                </a:lnTo>
                <a:lnTo>
                  <a:pt x="170498" y="741998"/>
                </a:lnTo>
                <a:lnTo>
                  <a:pt x="170498" y="732473"/>
                </a:lnTo>
                <a:lnTo>
                  <a:pt x="189548" y="732473"/>
                </a:lnTo>
                <a:lnTo>
                  <a:pt x="189548" y="722948"/>
                </a:lnTo>
                <a:lnTo>
                  <a:pt x="218123" y="722948"/>
                </a:lnTo>
                <a:lnTo>
                  <a:pt x="218123" y="713423"/>
                </a:lnTo>
                <a:lnTo>
                  <a:pt x="227648" y="713423"/>
                </a:lnTo>
                <a:lnTo>
                  <a:pt x="227648" y="703898"/>
                </a:lnTo>
                <a:lnTo>
                  <a:pt x="256223" y="703898"/>
                </a:lnTo>
                <a:lnTo>
                  <a:pt x="256223" y="685800"/>
                </a:lnTo>
                <a:lnTo>
                  <a:pt x="227648" y="685800"/>
                </a:lnTo>
                <a:lnTo>
                  <a:pt x="227648" y="676275"/>
                </a:lnTo>
                <a:lnTo>
                  <a:pt x="218123" y="676275"/>
                </a:lnTo>
                <a:lnTo>
                  <a:pt x="218123" y="657225"/>
                </a:lnTo>
                <a:lnTo>
                  <a:pt x="208598" y="657225"/>
                </a:lnTo>
                <a:lnTo>
                  <a:pt x="208598" y="647700"/>
                </a:lnTo>
                <a:lnTo>
                  <a:pt x="199073" y="647700"/>
                </a:lnTo>
                <a:lnTo>
                  <a:pt x="199073" y="638175"/>
                </a:lnTo>
                <a:lnTo>
                  <a:pt x="189548" y="638175"/>
                </a:lnTo>
                <a:lnTo>
                  <a:pt x="189548" y="628650"/>
                </a:lnTo>
                <a:lnTo>
                  <a:pt x="180023" y="628650"/>
                </a:lnTo>
                <a:lnTo>
                  <a:pt x="180023" y="619125"/>
                </a:lnTo>
                <a:lnTo>
                  <a:pt x="170498" y="619125"/>
                </a:lnTo>
                <a:lnTo>
                  <a:pt x="170498" y="600075"/>
                </a:lnTo>
                <a:lnTo>
                  <a:pt x="160973" y="600075"/>
                </a:lnTo>
                <a:lnTo>
                  <a:pt x="160973" y="581025"/>
                </a:lnTo>
                <a:lnTo>
                  <a:pt x="151447" y="581025"/>
                </a:lnTo>
                <a:lnTo>
                  <a:pt x="151447" y="571500"/>
                </a:lnTo>
                <a:lnTo>
                  <a:pt x="141922" y="571500"/>
                </a:lnTo>
                <a:lnTo>
                  <a:pt x="141922" y="552450"/>
                </a:lnTo>
                <a:lnTo>
                  <a:pt x="132397" y="552450"/>
                </a:lnTo>
                <a:lnTo>
                  <a:pt x="132397" y="533400"/>
                </a:lnTo>
                <a:lnTo>
                  <a:pt x="122872" y="533400"/>
                </a:lnTo>
                <a:lnTo>
                  <a:pt x="122872" y="514350"/>
                </a:lnTo>
                <a:lnTo>
                  <a:pt x="113347" y="514350"/>
                </a:lnTo>
                <a:lnTo>
                  <a:pt x="113347" y="495300"/>
                </a:lnTo>
                <a:lnTo>
                  <a:pt x="103822" y="495300"/>
                </a:lnTo>
                <a:lnTo>
                  <a:pt x="103822" y="485775"/>
                </a:lnTo>
                <a:lnTo>
                  <a:pt x="94297" y="485775"/>
                </a:lnTo>
                <a:lnTo>
                  <a:pt x="94297" y="447675"/>
                </a:lnTo>
                <a:lnTo>
                  <a:pt x="84772" y="447675"/>
                </a:lnTo>
                <a:lnTo>
                  <a:pt x="84772" y="428625"/>
                </a:lnTo>
                <a:lnTo>
                  <a:pt x="75247" y="428625"/>
                </a:lnTo>
                <a:lnTo>
                  <a:pt x="75247" y="400050"/>
                </a:lnTo>
                <a:lnTo>
                  <a:pt x="65722" y="400050"/>
                </a:lnTo>
                <a:lnTo>
                  <a:pt x="65722" y="371475"/>
                </a:lnTo>
                <a:lnTo>
                  <a:pt x="56197" y="371475"/>
                </a:lnTo>
                <a:lnTo>
                  <a:pt x="56197" y="323850"/>
                </a:lnTo>
                <a:lnTo>
                  <a:pt x="46672" y="323850"/>
                </a:lnTo>
                <a:lnTo>
                  <a:pt x="46672" y="285750"/>
                </a:lnTo>
                <a:lnTo>
                  <a:pt x="37147" y="285750"/>
                </a:lnTo>
                <a:lnTo>
                  <a:pt x="37147" y="152400"/>
                </a:lnTo>
                <a:lnTo>
                  <a:pt x="27622" y="152400"/>
                </a:lnTo>
                <a:lnTo>
                  <a:pt x="276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7CBDD"/>
          </a:solidFill>
          <a:ln xmlns:a="http://schemas.openxmlformats.org/drawingml/2006/main" w="0">
            <a:noFill/>
          </a:ln>
        </p:spPr>
      </p:sp>
      <p:sp>
        <p:nvSpPr>
          <p:cNvPr id="931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935AB3F5-24BB-4B98-BB2C-E1DB3FB7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064" y="5215414"/>
            <a:ext cx="56198" cy="27623"/>
          </a:xfrm>
          <a:custGeom xmlns:a="http://schemas.openxmlformats.org/drawingml/2006/main">
            <a:pathLst>
              <a:path w="56198" h="27623">
                <a:moveTo>
                  <a:pt x="0" y="9525"/>
                </a:moveTo>
                <a:lnTo>
                  <a:pt x="0" y="27623"/>
                </a:lnTo>
                <a:lnTo>
                  <a:pt x="37148" y="27623"/>
                </a:lnTo>
                <a:lnTo>
                  <a:pt x="37148" y="18098"/>
                </a:lnTo>
                <a:lnTo>
                  <a:pt x="56198" y="18098"/>
                </a:lnTo>
                <a:lnTo>
                  <a:pt x="56198" y="0"/>
                </a:lnTo>
                <a:lnTo>
                  <a:pt x="19050" y="0"/>
                </a:lnTo>
                <a:lnTo>
                  <a:pt x="19050" y="9525"/>
                </a:lnTo>
                <a:lnTo>
                  <a:pt x="0" y="9525"/>
                </a:lnTo>
                <a:close/>
              </a:path>
            </a:pathLst>
          </a:custGeom>
          <a:solidFill xmlns:a="http://schemas.openxmlformats.org/drawingml/2006/main">
            <a:srgbClr val="D7CBDD"/>
          </a:solidFill>
          <a:ln xmlns:a="http://schemas.openxmlformats.org/drawingml/2006/main" w="0">
            <a:noFill/>
          </a:ln>
        </p:spPr>
      </p:sp>
      <p:sp>
        <p:nvSpPr>
          <p:cNvPr id="932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999D29B0-3496-48FC-84C1-CA200488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489" y="5234464"/>
            <a:ext cx="37148" cy="18098"/>
          </a:xfrm>
          <a:custGeom xmlns:a="http://schemas.openxmlformats.org/drawingml/2006/main">
            <a:pathLst>
              <a:path w="37148" h="18098">
                <a:moveTo>
                  <a:pt x="37148" y="18098"/>
                </a:moveTo>
                <a:lnTo>
                  <a:pt x="37148" y="0"/>
                </a:lnTo>
                <a:lnTo>
                  <a:pt x="0" y="0"/>
                </a:lnTo>
                <a:lnTo>
                  <a:pt x="0" y="18098"/>
                </a:lnTo>
                <a:lnTo>
                  <a:pt x="37148" y="18098"/>
                </a:lnTo>
                <a:close/>
              </a:path>
            </a:pathLst>
          </a:custGeom>
          <a:solidFill xmlns:a="http://schemas.openxmlformats.org/drawingml/2006/main">
            <a:srgbClr val="D7CBDD"/>
          </a:solidFill>
          <a:ln xmlns:a="http://schemas.openxmlformats.org/drawingml/2006/main" w="0">
            <a:noFill/>
          </a:ln>
        </p:spPr>
      </p:sp>
      <p:sp>
        <p:nvSpPr>
          <p:cNvPr id="933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91B38B0A-7682-470A-B4F4-CD60EACE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439" y="5243989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D7CBDD"/>
          </a:solidFill>
          <a:ln xmlns:a="http://schemas.openxmlformats.org/drawingml/2006/main" w="0">
            <a:noFill/>
          </a:ln>
        </p:spPr>
      </p:sp>
      <p:sp>
        <p:nvSpPr>
          <p:cNvPr id="934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B1B890C4-744A-4A7F-B7B0-52BB4A33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389" y="525351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D7CBDD"/>
          </a:solidFill>
          <a:ln xmlns:a="http://schemas.openxmlformats.org/drawingml/2006/main" w="0">
            <a:noFill/>
          </a:ln>
        </p:spPr>
      </p:sp>
      <p:sp>
        <p:nvSpPr>
          <p:cNvPr id="935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792BA0E3-ADEF-4AA7-8569-E65D32C8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6339" y="5263039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D7CBDD"/>
          </a:solidFill>
          <a:ln xmlns:a="http://schemas.openxmlformats.org/drawingml/2006/main" w="0">
            <a:noFill/>
          </a:ln>
        </p:spPr>
      </p:sp>
      <p:sp>
        <p:nvSpPr>
          <p:cNvPr id="936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1D6ECEAB-A686-405D-934B-C8C1384C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764" y="5272564"/>
            <a:ext cx="37148" cy="18098"/>
          </a:xfrm>
          <a:custGeom xmlns:a="http://schemas.openxmlformats.org/drawingml/2006/main">
            <a:pathLst>
              <a:path w="37148" h="18098">
                <a:moveTo>
                  <a:pt x="37148" y="0"/>
                </a:moveTo>
                <a:lnTo>
                  <a:pt x="0" y="0"/>
                </a:lnTo>
                <a:lnTo>
                  <a:pt x="0" y="18098"/>
                </a:lnTo>
                <a:lnTo>
                  <a:pt x="37148" y="18098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D7CBDD"/>
          </a:solidFill>
          <a:ln xmlns:a="http://schemas.openxmlformats.org/drawingml/2006/main" w="0">
            <a:noFill/>
          </a:ln>
        </p:spPr>
      </p:sp>
      <p:sp>
        <p:nvSpPr>
          <p:cNvPr id="937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75D2275F-8C39-4A84-811D-77858AA5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8239" y="5224939"/>
            <a:ext cx="418148" cy="256223"/>
          </a:xfrm>
          <a:custGeom xmlns:a="http://schemas.openxmlformats.org/drawingml/2006/main">
            <a:pathLst>
              <a:path w="418148" h="256223">
                <a:moveTo>
                  <a:pt x="104775" y="19050"/>
                </a:moveTo>
                <a:lnTo>
                  <a:pt x="104775" y="28575"/>
                </a:lnTo>
                <a:lnTo>
                  <a:pt x="85725" y="28575"/>
                </a:lnTo>
                <a:lnTo>
                  <a:pt x="85725" y="38100"/>
                </a:lnTo>
                <a:lnTo>
                  <a:pt x="66675" y="38100"/>
                </a:lnTo>
                <a:lnTo>
                  <a:pt x="66675" y="47625"/>
                </a:lnTo>
                <a:lnTo>
                  <a:pt x="38100" y="47625"/>
                </a:lnTo>
                <a:lnTo>
                  <a:pt x="38100" y="57150"/>
                </a:lnTo>
                <a:lnTo>
                  <a:pt x="19050" y="57150"/>
                </a:lnTo>
                <a:lnTo>
                  <a:pt x="19050" y="66675"/>
                </a:lnTo>
                <a:lnTo>
                  <a:pt x="0" y="66675"/>
                </a:lnTo>
                <a:lnTo>
                  <a:pt x="0" y="94298"/>
                </a:lnTo>
                <a:lnTo>
                  <a:pt x="9525" y="94298"/>
                </a:lnTo>
                <a:lnTo>
                  <a:pt x="9525" y="103823"/>
                </a:lnTo>
                <a:lnTo>
                  <a:pt x="19050" y="103823"/>
                </a:lnTo>
                <a:lnTo>
                  <a:pt x="19050" y="113348"/>
                </a:lnTo>
                <a:lnTo>
                  <a:pt x="28575" y="113348"/>
                </a:lnTo>
                <a:lnTo>
                  <a:pt x="28575" y="122873"/>
                </a:lnTo>
                <a:lnTo>
                  <a:pt x="38100" y="122873"/>
                </a:lnTo>
                <a:lnTo>
                  <a:pt x="38100" y="141923"/>
                </a:lnTo>
                <a:lnTo>
                  <a:pt x="47625" y="141923"/>
                </a:lnTo>
                <a:lnTo>
                  <a:pt x="47625" y="151448"/>
                </a:lnTo>
                <a:lnTo>
                  <a:pt x="57150" y="151448"/>
                </a:lnTo>
                <a:lnTo>
                  <a:pt x="57150" y="160973"/>
                </a:lnTo>
                <a:lnTo>
                  <a:pt x="66675" y="160973"/>
                </a:lnTo>
                <a:lnTo>
                  <a:pt x="66675" y="170498"/>
                </a:lnTo>
                <a:lnTo>
                  <a:pt x="76200" y="170498"/>
                </a:lnTo>
                <a:lnTo>
                  <a:pt x="76200" y="180023"/>
                </a:lnTo>
                <a:lnTo>
                  <a:pt x="95250" y="180023"/>
                </a:lnTo>
                <a:lnTo>
                  <a:pt x="95250" y="199073"/>
                </a:lnTo>
                <a:lnTo>
                  <a:pt x="114300" y="199073"/>
                </a:lnTo>
                <a:lnTo>
                  <a:pt x="114300" y="218123"/>
                </a:lnTo>
                <a:lnTo>
                  <a:pt x="133350" y="218123"/>
                </a:lnTo>
                <a:lnTo>
                  <a:pt x="133350" y="237173"/>
                </a:lnTo>
                <a:lnTo>
                  <a:pt x="161925" y="237173"/>
                </a:lnTo>
                <a:lnTo>
                  <a:pt x="161925" y="256223"/>
                </a:lnTo>
                <a:lnTo>
                  <a:pt x="246698" y="256223"/>
                </a:lnTo>
                <a:lnTo>
                  <a:pt x="246698" y="237173"/>
                </a:lnTo>
                <a:lnTo>
                  <a:pt x="303848" y="237173"/>
                </a:lnTo>
                <a:lnTo>
                  <a:pt x="303848" y="218123"/>
                </a:lnTo>
                <a:lnTo>
                  <a:pt x="351473" y="218123"/>
                </a:lnTo>
                <a:lnTo>
                  <a:pt x="351473" y="199073"/>
                </a:lnTo>
                <a:lnTo>
                  <a:pt x="399098" y="199073"/>
                </a:lnTo>
                <a:lnTo>
                  <a:pt x="399098" y="180023"/>
                </a:lnTo>
                <a:lnTo>
                  <a:pt x="418148" y="180023"/>
                </a:lnTo>
                <a:lnTo>
                  <a:pt x="418148" y="161925"/>
                </a:lnTo>
                <a:lnTo>
                  <a:pt x="408623" y="161925"/>
                </a:lnTo>
                <a:lnTo>
                  <a:pt x="408623" y="152400"/>
                </a:lnTo>
                <a:lnTo>
                  <a:pt x="389573" y="152400"/>
                </a:lnTo>
                <a:lnTo>
                  <a:pt x="389573" y="142875"/>
                </a:lnTo>
                <a:lnTo>
                  <a:pt x="380048" y="142875"/>
                </a:lnTo>
                <a:lnTo>
                  <a:pt x="380048" y="133350"/>
                </a:lnTo>
                <a:lnTo>
                  <a:pt x="360998" y="133350"/>
                </a:lnTo>
                <a:lnTo>
                  <a:pt x="360998" y="123825"/>
                </a:lnTo>
                <a:lnTo>
                  <a:pt x="351473" y="123825"/>
                </a:lnTo>
                <a:lnTo>
                  <a:pt x="351473" y="114300"/>
                </a:lnTo>
                <a:lnTo>
                  <a:pt x="341948" y="114300"/>
                </a:lnTo>
                <a:lnTo>
                  <a:pt x="341948" y="104775"/>
                </a:lnTo>
                <a:lnTo>
                  <a:pt x="332423" y="104775"/>
                </a:lnTo>
                <a:lnTo>
                  <a:pt x="332423" y="95250"/>
                </a:lnTo>
                <a:lnTo>
                  <a:pt x="313373" y="95250"/>
                </a:lnTo>
                <a:lnTo>
                  <a:pt x="313373" y="85725"/>
                </a:lnTo>
                <a:lnTo>
                  <a:pt x="303848" y="85725"/>
                </a:lnTo>
                <a:lnTo>
                  <a:pt x="303848" y="76200"/>
                </a:lnTo>
                <a:lnTo>
                  <a:pt x="284798" y="76200"/>
                </a:lnTo>
                <a:lnTo>
                  <a:pt x="284798" y="66675"/>
                </a:lnTo>
                <a:lnTo>
                  <a:pt x="275273" y="66675"/>
                </a:lnTo>
                <a:lnTo>
                  <a:pt x="275273" y="57150"/>
                </a:lnTo>
                <a:lnTo>
                  <a:pt x="265748" y="57150"/>
                </a:lnTo>
                <a:lnTo>
                  <a:pt x="265748" y="47625"/>
                </a:lnTo>
                <a:lnTo>
                  <a:pt x="256223" y="47625"/>
                </a:lnTo>
                <a:lnTo>
                  <a:pt x="256223" y="38100"/>
                </a:lnTo>
                <a:lnTo>
                  <a:pt x="246698" y="38100"/>
                </a:lnTo>
                <a:lnTo>
                  <a:pt x="246698" y="28575"/>
                </a:lnTo>
                <a:lnTo>
                  <a:pt x="227648" y="28575"/>
                </a:lnTo>
                <a:lnTo>
                  <a:pt x="227648" y="19050"/>
                </a:lnTo>
                <a:lnTo>
                  <a:pt x="218123" y="19050"/>
                </a:lnTo>
                <a:lnTo>
                  <a:pt x="218123" y="9525"/>
                </a:lnTo>
                <a:lnTo>
                  <a:pt x="208598" y="9525"/>
                </a:lnTo>
                <a:lnTo>
                  <a:pt x="208598" y="0"/>
                </a:lnTo>
                <a:lnTo>
                  <a:pt x="152400" y="0"/>
                </a:lnTo>
                <a:lnTo>
                  <a:pt x="152400" y="9525"/>
                </a:lnTo>
                <a:lnTo>
                  <a:pt x="133350" y="9525"/>
                </a:lnTo>
                <a:lnTo>
                  <a:pt x="133350" y="19050"/>
                </a:lnTo>
                <a:lnTo>
                  <a:pt x="104775" y="19050"/>
                </a:lnTo>
                <a:close/>
              </a:path>
            </a:pathLst>
          </a:custGeom>
          <a:solidFill xmlns:a="http://schemas.openxmlformats.org/drawingml/2006/main">
            <a:srgbClr val="ECB0AD"/>
          </a:solidFill>
          <a:ln xmlns:a="http://schemas.openxmlformats.org/drawingml/2006/main" w="0">
            <a:noFill/>
          </a:ln>
        </p:spPr>
      </p:sp>
      <p:sp>
        <p:nvSpPr>
          <p:cNvPr id="938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9B7771DE-083C-416B-8FA5-F7779FBD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639" y="5510689"/>
            <a:ext cx="18097" cy="37148"/>
          </a:xfrm>
          <a:custGeom xmlns:a="http://schemas.openxmlformats.org/drawingml/2006/main">
            <a:pathLst>
              <a:path w="18097" h="37148">
                <a:moveTo>
                  <a:pt x="18097" y="37148"/>
                </a:moveTo>
                <a:lnTo>
                  <a:pt x="18097" y="0"/>
                </a:lnTo>
                <a:lnTo>
                  <a:pt x="0" y="0"/>
                </a:lnTo>
                <a:lnTo>
                  <a:pt x="0" y="37148"/>
                </a:lnTo>
                <a:lnTo>
                  <a:pt x="18097" y="37148"/>
                </a:lnTo>
                <a:close/>
              </a:path>
            </a:pathLst>
          </a:custGeom>
          <a:solidFill xmlns:a="http://schemas.openxmlformats.org/drawingml/2006/main">
            <a:srgbClr val="ECB0AD"/>
          </a:solidFill>
          <a:ln xmlns:a="http://schemas.openxmlformats.org/drawingml/2006/main" w="0">
            <a:noFill/>
          </a:ln>
        </p:spPr>
      </p:sp>
      <p:sp>
        <p:nvSpPr>
          <p:cNvPr id="939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38E04C8A-BFBF-4803-9C6E-6E719450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114" y="5624989"/>
            <a:ext cx="18097" cy="56198"/>
          </a:xfrm>
          <a:custGeom xmlns:a="http://schemas.openxmlformats.org/drawingml/2006/main">
            <a:pathLst>
              <a:path w="18097" h="56198">
                <a:moveTo>
                  <a:pt x="0" y="0"/>
                </a:moveTo>
                <a:lnTo>
                  <a:pt x="0" y="56198"/>
                </a:lnTo>
                <a:lnTo>
                  <a:pt x="18097" y="56198"/>
                </a:lnTo>
                <a:lnTo>
                  <a:pt x="180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CB0AD"/>
          </a:solidFill>
          <a:ln xmlns:a="http://schemas.openxmlformats.org/drawingml/2006/main" w="0">
            <a:noFill/>
          </a:ln>
        </p:spPr>
      </p:sp>
      <p:sp>
        <p:nvSpPr>
          <p:cNvPr id="940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A3796BF1-9639-4969-9E52-50D9CD6D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614" y="5282089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ECB0AD"/>
          </a:solidFill>
          <a:ln xmlns:a="http://schemas.openxmlformats.org/drawingml/2006/main" w="0">
            <a:noFill/>
          </a:ln>
        </p:spPr>
      </p:sp>
      <p:sp>
        <p:nvSpPr>
          <p:cNvPr id="941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3D201278-3AB9-4101-9AC6-3D26C3A6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039" y="529161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ECB0AD"/>
          </a:solidFill>
          <a:ln xmlns:a="http://schemas.openxmlformats.org/drawingml/2006/main" w="0">
            <a:noFill/>
          </a:ln>
        </p:spPr>
      </p:sp>
      <p:sp>
        <p:nvSpPr>
          <p:cNvPr id="942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5028E6F7-D44F-4BCB-8455-9365B0D8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114" y="5348764"/>
            <a:ext cx="37148" cy="18098"/>
          </a:xfrm>
          <a:custGeom xmlns:a="http://schemas.openxmlformats.org/drawingml/2006/main">
            <a:pathLst>
              <a:path w="37148" h="18098">
                <a:moveTo>
                  <a:pt x="37148" y="18098"/>
                </a:moveTo>
                <a:lnTo>
                  <a:pt x="37148" y="0"/>
                </a:lnTo>
                <a:lnTo>
                  <a:pt x="0" y="0"/>
                </a:lnTo>
                <a:lnTo>
                  <a:pt x="0" y="18098"/>
                </a:lnTo>
                <a:lnTo>
                  <a:pt x="37148" y="18098"/>
                </a:lnTo>
                <a:close/>
              </a:path>
            </a:pathLst>
          </a:custGeom>
          <a:solidFill xmlns:a="http://schemas.openxmlformats.org/drawingml/2006/main">
            <a:srgbClr val="ECB0AD"/>
          </a:solidFill>
          <a:ln xmlns:a="http://schemas.openxmlformats.org/drawingml/2006/main" w="0">
            <a:noFill/>
          </a:ln>
        </p:spPr>
      </p:sp>
      <p:sp>
        <p:nvSpPr>
          <p:cNvPr id="943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E1E43A80-A37F-4E4B-9B34-8685E55A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914" y="5377339"/>
            <a:ext cx="37148" cy="18098"/>
          </a:xfrm>
          <a:custGeom xmlns:a="http://schemas.openxmlformats.org/drawingml/2006/main">
            <a:pathLst>
              <a:path w="37148" h="18098">
                <a:moveTo>
                  <a:pt x="37148" y="18098"/>
                </a:moveTo>
                <a:lnTo>
                  <a:pt x="37148" y="0"/>
                </a:lnTo>
                <a:lnTo>
                  <a:pt x="0" y="0"/>
                </a:lnTo>
                <a:lnTo>
                  <a:pt x="0" y="18098"/>
                </a:lnTo>
                <a:lnTo>
                  <a:pt x="37148" y="18098"/>
                </a:lnTo>
                <a:close/>
              </a:path>
            </a:pathLst>
          </a:custGeom>
          <a:solidFill xmlns:a="http://schemas.openxmlformats.org/drawingml/2006/main">
            <a:srgbClr val="ECB0AD"/>
          </a:solidFill>
          <a:ln xmlns:a="http://schemas.openxmlformats.org/drawingml/2006/main" w="0">
            <a:noFill/>
          </a:ln>
        </p:spPr>
      </p:sp>
      <p:sp>
        <p:nvSpPr>
          <p:cNvPr id="944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B92E1447-8BAF-4189-933D-E9934202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5639" y="4062889"/>
            <a:ext cx="18098" cy="180022"/>
          </a:xfrm>
          <a:custGeom xmlns:a="http://schemas.openxmlformats.org/drawingml/2006/main">
            <a:pathLst>
              <a:path w="18098" h="180022">
                <a:moveTo>
                  <a:pt x="0" y="0"/>
                </a:moveTo>
                <a:lnTo>
                  <a:pt x="0" y="180022"/>
                </a:lnTo>
                <a:lnTo>
                  <a:pt x="18098" y="1800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CB0AD"/>
          </a:solidFill>
          <a:ln xmlns:a="http://schemas.openxmlformats.org/drawingml/2006/main" w="0">
            <a:noFill/>
          </a:ln>
        </p:spPr>
      </p:sp>
      <p:sp>
        <p:nvSpPr>
          <p:cNvPr id="945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40A3ED13-F641-48BD-805E-39A0AF7C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6114" y="4348639"/>
            <a:ext cx="18098" cy="37147"/>
          </a:xfrm>
          <a:custGeom xmlns:a="http://schemas.openxmlformats.org/drawingml/2006/main">
            <a:pathLst>
              <a:path w="18098" h="37147">
                <a:moveTo>
                  <a:pt x="18098" y="37147"/>
                </a:moveTo>
                <a:lnTo>
                  <a:pt x="18098" y="0"/>
                </a:lnTo>
                <a:lnTo>
                  <a:pt x="0" y="0"/>
                </a:lnTo>
                <a:lnTo>
                  <a:pt x="0" y="37147"/>
                </a:lnTo>
                <a:lnTo>
                  <a:pt x="18098" y="37147"/>
                </a:lnTo>
                <a:close/>
              </a:path>
            </a:pathLst>
          </a:custGeom>
          <a:solidFill xmlns:a="http://schemas.openxmlformats.org/drawingml/2006/main">
            <a:srgbClr val="ECB0AD"/>
          </a:solidFill>
          <a:ln xmlns:a="http://schemas.openxmlformats.org/drawingml/2006/main" w="0">
            <a:noFill/>
          </a:ln>
        </p:spPr>
      </p:sp>
      <p:sp>
        <p:nvSpPr>
          <p:cNvPr id="946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ADE0EC77-BC42-4354-8F21-A06B3CE6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5464" y="5748814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928A"/>
          </a:solidFill>
          <a:ln xmlns:a="http://schemas.openxmlformats.org/drawingml/2006/main" w="0">
            <a:noFill/>
          </a:ln>
        </p:spPr>
      </p:sp>
      <p:sp>
        <p:nvSpPr>
          <p:cNvPr id="947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0BAE4627-8531-4AA0-828E-FCA779CD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114" y="5891689"/>
            <a:ext cx="2323148" cy="18098"/>
          </a:xfrm>
          <a:custGeom xmlns:a="http://schemas.openxmlformats.org/drawingml/2006/main">
            <a:pathLst>
              <a:path w="2323148" h="18098">
                <a:moveTo>
                  <a:pt x="0" y="0"/>
                </a:moveTo>
                <a:lnTo>
                  <a:pt x="0" y="18098"/>
                </a:lnTo>
                <a:lnTo>
                  <a:pt x="2323148" y="18098"/>
                </a:lnTo>
                <a:lnTo>
                  <a:pt x="2323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928A"/>
          </a:solidFill>
          <a:ln xmlns:a="http://schemas.openxmlformats.org/drawingml/2006/main" w="0">
            <a:noFill/>
          </a:ln>
        </p:spPr>
      </p:sp>
      <p:sp>
        <p:nvSpPr>
          <p:cNvPr id="948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D232912E-D5E9-42CD-9004-9D2DD7FF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114" y="5901214"/>
            <a:ext cx="2323148" cy="18098"/>
          </a:xfrm>
          <a:custGeom xmlns:a="http://schemas.openxmlformats.org/drawingml/2006/main">
            <a:pathLst>
              <a:path w="2323148" h="18098">
                <a:moveTo>
                  <a:pt x="2323148" y="0"/>
                </a:moveTo>
                <a:lnTo>
                  <a:pt x="0" y="0"/>
                </a:lnTo>
                <a:lnTo>
                  <a:pt x="0" y="18098"/>
                </a:lnTo>
                <a:lnTo>
                  <a:pt x="2323148" y="18098"/>
                </a:lnTo>
                <a:lnTo>
                  <a:pt x="2323148" y="0"/>
                </a:lnTo>
                <a:close/>
              </a:path>
            </a:pathLst>
          </a:custGeom>
          <a:solidFill xmlns:a="http://schemas.openxmlformats.org/drawingml/2006/main">
            <a:srgbClr val="533C3A"/>
          </a:solidFill>
          <a:ln xmlns:a="http://schemas.openxmlformats.org/drawingml/2006/main" w="0">
            <a:noFill/>
          </a:ln>
        </p:spPr>
      </p:sp>
      <p:sp>
        <p:nvSpPr>
          <p:cNvPr id="949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2B1D8266-7CA4-42CD-904D-5D75B875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214" y="5215414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18098"/>
                </a:move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50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7B22D78F-9F21-42D5-9554-2F1E3472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8814" y="5243989"/>
            <a:ext cx="37148" cy="18098"/>
          </a:xfrm>
          <a:custGeom xmlns:a="http://schemas.openxmlformats.org/drawingml/2006/main">
            <a:pathLst>
              <a:path w="37148" h="18098">
                <a:moveTo>
                  <a:pt x="37148" y="18098"/>
                </a:moveTo>
                <a:lnTo>
                  <a:pt x="37148" y="0"/>
                </a:lnTo>
                <a:lnTo>
                  <a:pt x="0" y="0"/>
                </a:lnTo>
                <a:lnTo>
                  <a:pt x="0" y="18098"/>
                </a:lnTo>
                <a:lnTo>
                  <a:pt x="37148" y="18098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51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F420F56C-217A-400E-9901-29D015DD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9764" y="525351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52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F47067EF-0FFE-4727-96CD-D59F8CA7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464" y="529161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53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80DD84D7-EB6A-466E-874E-1E960A9A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514" y="5301139"/>
            <a:ext cx="37148" cy="27623"/>
          </a:xfrm>
          <a:custGeom xmlns:a="http://schemas.openxmlformats.org/drawingml/2006/main">
            <a:pathLst>
              <a:path w="37148" h="27623">
                <a:moveTo>
                  <a:pt x="9525" y="27623"/>
                </a:moveTo>
                <a:lnTo>
                  <a:pt x="37148" y="27623"/>
                </a:lnTo>
                <a:lnTo>
                  <a:pt x="37148" y="9525"/>
                </a:lnTo>
                <a:lnTo>
                  <a:pt x="27623" y="9525"/>
                </a:ln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9525" y="18098"/>
                </a:lnTo>
                <a:lnTo>
                  <a:pt x="9525" y="27623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54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7C4F0E9E-603B-47B5-9CEB-B6A6AF24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939" y="5301139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0"/>
                </a:move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55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BF6A1691-4037-4DC1-96ED-6F3A2C79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364" y="5310664"/>
            <a:ext cx="37148" cy="18098"/>
          </a:xfrm>
          <a:custGeom xmlns:a="http://schemas.openxmlformats.org/drawingml/2006/main">
            <a:pathLst>
              <a:path w="37148" h="18098">
                <a:moveTo>
                  <a:pt x="37148" y="18098"/>
                </a:moveTo>
                <a:lnTo>
                  <a:pt x="37148" y="0"/>
                </a:lnTo>
                <a:lnTo>
                  <a:pt x="0" y="0"/>
                </a:lnTo>
                <a:lnTo>
                  <a:pt x="0" y="18098"/>
                </a:lnTo>
                <a:lnTo>
                  <a:pt x="37148" y="18098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56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5446A637-8A44-41F3-AD33-99137C8E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2089" y="5320189"/>
            <a:ext cx="37148" cy="37148"/>
          </a:xfrm>
          <a:custGeom xmlns:a="http://schemas.openxmlformats.org/drawingml/2006/main">
            <a:pathLst>
              <a:path w="37148" h="37148">
                <a:moveTo>
                  <a:pt x="37148" y="37148"/>
                </a:moveTo>
                <a:lnTo>
                  <a:pt x="37148" y="9525"/>
                </a:lnTo>
                <a:lnTo>
                  <a:pt x="27623" y="9525"/>
                </a:ln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9525" y="18098"/>
                </a:lnTo>
                <a:lnTo>
                  <a:pt x="9525" y="27623"/>
                </a:lnTo>
                <a:lnTo>
                  <a:pt x="19050" y="27623"/>
                </a:lnTo>
                <a:lnTo>
                  <a:pt x="19050" y="37148"/>
                </a:lnTo>
                <a:lnTo>
                  <a:pt x="37148" y="37148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57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0F4EE8A2-D512-4E0C-8044-8BF78D3C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789" y="5320189"/>
            <a:ext cx="37148" cy="18098"/>
          </a:xfrm>
          <a:custGeom xmlns:a="http://schemas.openxmlformats.org/drawingml/2006/main">
            <a:pathLst>
              <a:path w="37148" h="18098">
                <a:moveTo>
                  <a:pt x="37148" y="18098"/>
                </a:moveTo>
                <a:lnTo>
                  <a:pt x="37148" y="0"/>
                </a:lnTo>
                <a:lnTo>
                  <a:pt x="0" y="0"/>
                </a:lnTo>
                <a:lnTo>
                  <a:pt x="0" y="18098"/>
                </a:lnTo>
                <a:lnTo>
                  <a:pt x="37148" y="18098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58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FF60BA20-2372-4328-B300-DD5B0D1A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0214" y="5329714"/>
            <a:ext cx="37148" cy="18098"/>
          </a:xfrm>
          <a:custGeom xmlns:a="http://schemas.openxmlformats.org/drawingml/2006/main">
            <a:pathLst>
              <a:path w="37148" h="18098">
                <a:moveTo>
                  <a:pt x="37148" y="18098"/>
                </a:moveTo>
                <a:lnTo>
                  <a:pt x="37148" y="0"/>
                </a:lnTo>
                <a:lnTo>
                  <a:pt x="0" y="0"/>
                </a:lnTo>
                <a:lnTo>
                  <a:pt x="0" y="18098"/>
                </a:lnTo>
                <a:lnTo>
                  <a:pt x="37148" y="18098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59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FAB81626-97B8-4358-A7D9-E4972C00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664" y="534876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60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1FE86C77-8FAD-4B94-9C91-24C655A2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014" y="5358289"/>
            <a:ext cx="37148" cy="18098"/>
          </a:xfrm>
          <a:custGeom xmlns:a="http://schemas.openxmlformats.org/drawingml/2006/main">
            <a:pathLst>
              <a:path w="37148" h="18098">
                <a:moveTo>
                  <a:pt x="37148" y="18098"/>
                </a:moveTo>
                <a:lnTo>
                  <a:pt x="37148" y="0"/>
                </a:lnTo>
                <a:lnTo>
                  <a:pt x="0" y="0"/>
                </a:lnTo>
                <a:lnTo>
                  <a:pt x="0" y="18098"/>
                </a:lnTo>
                <a:lnTo>
                  <a:pt x="37148" y="18098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61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FBCAFB79-59A1-4EAB-8C40-9749E8DA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814" y="5386864"/>
            <a:ext cx="37148" cy="18098"/>
          </a:xfrm>
          <a:custGeom xmlns:a="http://schemas.openxmlformats.org/drawingml/2006/main">
            <a:pathLst>
              <a:path w="37148" h="18098">
                <a:moveTo>
                  <a:pt x="0" y="0"/>
                </a:moveTo>
                <a:lnTo>
                  <a:pt x="0" y="18098"/>
                </a:lnTo>
                <a:lnTo>
                  <a:pt x="37148" y="18098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62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1FD69CF8-6FF2-4E38-A315-77D79065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564" y="494871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63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6CDEC473-E4B5-4AFC-A302-3D3B5F8E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464" y="496776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64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8742274A-EF42-4CFD-A661-A21E7095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8414" y="4977289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65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6C1AB610-8D26-4899-9C3A-87E24A8D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89" y="502491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66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15CACF43-80A3-4113-B0E2-FD564F71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639" y="5034439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67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0098ED51-D0C4-4AFF-BA33-FA47D5C2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589" y="504396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68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5EF7781D-BC51-48E4-AFF6-50D1162C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539" y="5053489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69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621CDDB7-4991-437A-A107-BB9163A8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8864" y="508206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70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7FEF5FF7-4BAB-4903-B99F-531E1028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0289" y="5091589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71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F093AD99-34B4-4C37-BDBC-FAA178B3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1239" y="5101114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72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AF8A6ABD-0D52-48D1-8E12-99CC20B3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189" y="5110639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73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6E8D1093-7047-4CC6-B755-A8BAC6EA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614" y="5120164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74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5BF96E7E-E2A0-4394-A7CB-3AB0150E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4564" y="5129689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75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F27C2540-7992-4DA9-94B6-CF577058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7889" y="5158264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76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EC3AD458-00A5-4CF7-B369-397D0649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8839" y="5167789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77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92C477F7-021D-48A0-8693-582832AD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264" y="5177314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78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421F78CC-1DE1-45AF-A12C-2E257610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1214" y="5186839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79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4D1D69A1-0714-4E48-BB8B-06DFFDD1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2164" y="519636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80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622CF483-E5C3-4770-A584-092E076A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589" y="5205889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81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C99A470B-F742-4396-8106-21E7BDD8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539" y="521541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82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677BE7D9-5326-4390-AA34-14286032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964" y="5224939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0"/>
                </a:move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83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454D59F4-69AA-4A21-95F5-40FAC800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7389" y="523446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0"/>
                </a:move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84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AFA65154-4509-4BFC-B7A0-50B22F2E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2764" y="462486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85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3BA0C9B5-268E-4E41-89B1-C63220CC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3714" y="4643914"/>
            <a:ext cx="27623" cy="18097"/>
          </a:xfrm>
          <a:custGeom xmlns:a="http://schemas.openxmlformats.org/drawingml/2006/main">
            <a:pathLst>
              <a:path w="27623" h="18097">
                <a:moveTo>
                  <a:pt x="27623" y="18097"/>
                </a:moveTo>
                <a:lnTo>
                  <a:pt x="27623" y="0"/>
                </a:lnTo>
                <a:lnTo>
                  <a:pt x="0" y="0"/>
                </a:lnTo>
                <a:lnTo>
                  <a:pt x="0" y="18097"/>
                </a:lnTo>
                <a:lnTo>
                  <a:pt x="27623" y="18097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86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3AA7BE5A-7E25-4516-8048-A1057990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8464" y="4729639"/>
            <a:ext cx="27623" cy="18097"/>
          </a:xfrm>
          <a:custGeom xmlns:a="http://schemas.openxmlformats.org/drawingml/2006/main">
            <a:pathLst>
              <a:path w="27623" h="18097">
                <a:moveTo>
                  <a:pt x="0" y="0"/>
                </a:moveTo>
                <a:lnTo>
                  <a:pt x="0" y="18097"/>
                </a:lnTo>
                <a:lnTo>
                  <a:pt x="27623" y="18097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87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29BB9914-05DD-4472-B5AD-BC28C1F5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964" y="4862989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88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CB5B31AE-C956-467C-986C-02B4FFB3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0339" y="4891564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89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FF339C04-1415-4042-BC91-4A33EA32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5639" y="4043839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90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4B96FF12-299D-4374-8E58-562755B4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6114" y="4215289"/>
            <a:ext cx="18098" cy="141922"/>
          </a:xfrm>
          <a:custGeom xmlns:a="http://schemas.openxmlformats.org/drawingml/2006/main">
            <a:pathLst>
              <a:path w="18098" h="141922">
                <a:moveTo>
                  <a:pt x="0" y="0"/>
                </a:moveTo>
                <a:lnTo>
                  <a:pt x="0" y="141922"/>
                </a:lnTo>
                <a:lnTo>
                  <a:pt x="18098" y="1419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91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BA3D724B-EF41-4F08-AF10-0797CBB6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589" y="4377214"/>
            <a:ext cx="18098" cy="37147"/>
          </a:xfrm>
          <a:custGeom xmlns:a="http://schemas.openxmlformats.org/drawingml/2006/main">
            <a:pathLst>
              <a:path w="18098" h="37147">
                <a:moveTo>
                  <a:pt x="18098" y="37147"/>
                </a:moveTo>
                <a:lnTo>
                  <a:pt x="18098" y="0"/>
                </a:lnTo>
                <a:lnTo>
                  <a:pt x="0" y="0"/>
                </a:lnTo>
                <a:lnTo>
                  <a:pt x="0" y="37147"/>
                </a:lnTo>
                <a:lnTo>
                  <a:pt x="18098" y="37147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92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D9D5C77F-8F18-4654-A9D6-C93CD95F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7064" y="441531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93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AAD7413F-51DC-4360-BAD1-A13C45ED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7539" y="4443889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0"/>
                </a:move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94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02ED5774-A3F5-4264-B836-1AC7E7A9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014" y="4472464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27622"/>
                </a:move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95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FA58FDDD-6C8D-44B6-A543-4043209E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9439" y="4539139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96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70B88B3B-7DED-4240-AAE1-487121C8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0389" y="456771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0"/>
                </a:move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F8BDB6"/>
          </a:solidFill>
          <a:ln xmlns:a="http://schemas.openxmlformats.org/drawingml/2006/main" w="0">
            <a:noFill/>
          </a:ln>
        </p:spPr>
      </p:sp>
      <p:sp>
        <p:nvSpPr>
          <p:cNvPr id="997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4CE78927-9F89-489B-AB86-851CC6DB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1214" y="5196364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18098"/>
                </a:move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close/>
              </a:path>
            </a:pathLst>
          </a:custGeom>
          <a:solidFill xmlns:a="http://schemas.openxmlformats.org/drawingml/2006/main">
            <a:srgbClr val="F1A199"/>
          </a:solidFill>
          <a:ln xmlns:a="http://schemas.openxmlformats.org/drawingml/2006/main" w="0">
            <a:noFill/>
          </a:ln>
        </p:spPr>
      </p:sp>
      <p:sp>
        <p:nvSpPr>
          <p:cNvPr id="998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C9684296-8D23-4497-B452-57473D0F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589" y="521541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F1A199"/>
          </a:solidFill>
          <a:ln xmlns:a="http://schemas.openxmlformats.org/drawingml/2006/main" w="0">
            <a:noFill/>
          </a:ln>
        </p:spPr>
      </p:sp>
      <p:sp>
        <p:nvSpPr>
          <p:cNvPr id="999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3F0C7598-BB5C-4D37-9875-DAB8694D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7389" y="5243989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F1A199"/>
          </a:solidFill>
          <a:ln xmlns:a="http://schemas.openxmlformats.org/drawingml/2006/main" w="0">
            <a:noFill/>
          </a:ln>
        </p:spPr>
      </p:sp>
      <p:sp>
        <p:nvSpPr>
          <p:cNvPr id="1000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1740A436-C843-4A96-8C96-BC5C9C6E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0214" y="5339239"/>
            <a:ext cx="37148" cy="18098"/>
          </a:xfrm>
          <a:custGeom xmlns:a="http://schemas.openxmlformats.org/drawingml/2006/main">
            <a:pathLst>
              <a:path w="37148" h="18098">
                <a:moveTo>
                  <a:pt x="0" y="0"/>
                </a:moveTo>
                <a:lnTo>
                  <a:pt x="0" y="18098"/>
                </a:lnTo>
                <a:lnTo>
                  <a:pt x="37148" y="18098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1A199"/>
          </a:solidFill>
          <a:ln xmlns:a="http://schemas.openxmlformats.org/drawingml/2006/main" w="0">
            <a:noFill/>
          </a:ln>
        </p:spPr>
      </p:sp>
      <p:sp>
        <p:nvSpPr>
          <p:cNvPr id="1001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2DB3610F-308B-42FF-9528-5FB54E28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014" y="5367814"/>
            <a:ext cx="37148" cy="18098"/>
          </a:xfrm>
          <a:custGeom xmlns:a="http://schemas.openxmlformats.org/drawingml/2006/main">
            <a:pathLst>
              <a:path w="37148" h="18098">
                <a:moveTo>
                  <a:pt x="37148" y="0"/>
                </a:moveTo>
                <a:lnTo>
                  <a:pt x="0" y="0"/>
                </a:lnTo>
                <a:lnTo>
                  <a:pt x="0" y="18098"/>
                </a:lnTo>
                <a:lnTo>
                  <a:pt x="37148" y="18098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F1A199"/>
          </a:solidFill>
          <a:ln xmlns:a="http://schemas.openxmlformats.org/drawingml/2006/main" w="0">
            <a:noFill/>
          </a:ln>
        </p:spPr>
      </p:sp>
      <p:sp>
        <p:nvSpPr>
          <p:cNvPr id="1002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5F2E5465-A3DB-48A9-A4CF-B7B8E16D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289" y="5396389"/>
            <a:ext cx="56198" cy="18098"/>
          </a:xfrm>
          <a:custGeom xmlns:a="http://schemas.openxmlformats.org/drawingml/2006/main">
            <a:pathLst>
              <a:path w="56198" h="18098">
                <a:moveTo>
                  <a:pt x="56198" y="18098"/>
                </a:moveTo>
                <a:lnTo>
                  <a:pt x="56198" y="0"/>
                </a:lnTo>
                <a:lnTo>
                  <a:pt x="0" y="0"/>
                </a:lnTo>
                <a:lnTo>
                  <a:pt x="0" y="18098"/>
                </a:lnTo>
                <a:lnTo>
                  <a:pt x="56198" y="18098"/>
                </a:lnTo>
                <a:close/>
              </a:path>
            </a:pathLst>
          </a:custGeom>
          <a:solidFill xmlns:a="http://schemas.openxmlformats.org/drawingml/2006/main">
            <a:srgbClr val="F1A199"/>
          </a:solidFill>
          <a:ln xmlns:a="http://schemas.openxmlformats.org/drawingml/2006/main" w="0">
            <a:noFill/>
          </a:ln>
        </p:spPr>
      </p:sp>
      <p:sp>
        <p:nvSpPr>
          <p:cNvPr id="1003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7456602C-89DF-4453-8D71-7F627E1F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0289" y="510111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F1A199"/>
          </a:solidFill>
          <a:ln xmlns:a="http://schemas.openxmlformats.org/drawingml/2006/main" w="0">
            <a:noFill/>
          </a:ln>
        </p:spPr>
      </p:sp>
      <p:sp>
        <p:nvSpPr>
          <p:cNvPr id="1004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D92A0C3B-3AB1-4B8D-87E2-779FABD9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5639" y="4234339"/>
            <a:ext cx="18098" cy="94297"/>
          </a:xfrm>
          <a:custGeom xmlns:a="http://schemas.openxmlformats.org/drawingml/2006/main">
            <a:pathLst>
              <a:path w="18098" h="94297">
                <a:moveTo>
                  <a:pt x="0" y="0"/>
                </a:moveTo>
                <a:lnTo>
                  <a:pt x="0" y="94297"/>
                </a:lnTo>
                <a:lnTo>
                  <a:pt x="18098" y="94297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1A199"/>
          </a:solidFill>
          <a:ln xmlns:a="http://schemas.openxmlformats.org/drawingml/2006/main" w="0">
            <a:noFill/>
          </a:ln>
        </p:spPr>
      </p:sp>
      <p:sp>
        <p:nvSpPr>
          <p:cNvPr id="1005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ECE2AC1E-6303-48BF-8D08-867F8000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6114" y="437721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0"/>
                </a:move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F1A199"/>
          </a:solidFill>
          <a:ln xmlns:a="http://schemas.openxmlformats.org/drawingml/2006/main" w="0">
            <a:noFill/>
          </a:ln>
        </p:spPr>
      </p:sp>
      <p:sp>
        <p:nvSpPr>
          <p:cNvPr id="1006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66D4C288-DE3C-4605-AC4B-D818224D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7414" y="5167789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18098"/>
                </a:move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close/>
              </a:path>
            </a:pathLst>
          </a:custGeom>
          <a:solidFill xmlns:a="http://schemas.openxmlformats.org/drawingml/2006/main">
            <a:srgbClr val="F59D94"/>
          </a:solidFill>
          <a:ln xmlns:a="http://schemas.openxmlformats.org/drawingml/2006/main" w="0">
            <a:noFill/>
          </a:ln>
        </p:spPr>
      </p:sp>
      <p:sp>
        <p:nvSpPr>
          <p:cNvPr id="1007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56A7AC9C-7568-46A9-80CA-58B2CE97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1689" y="5205889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18098"/>
                </a:move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close/>
              </a:path>
            </a:pathLst>
          </a:custGeom>
          <a:solidFill xmlns:a="http://schemas.openxmlformats.org/drawingml/2006/main">
            <a:srgbClr val="F59D94"/>
          </a:solidFill>
          <a:ln xmlns:a="http://schemas.openxmlformats.org/drawingml/2006/main" w="0">
            <a:noFill/>
          </a:ln>
        </p:spPr>
      </p:sp>
      <p:sp>
        <p:nvSpPr>
          <p:cNvPr id="1008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86998E64-F36D-402A-A53A-0B9C2958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9289" y="5263039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F59D94"/>
          </a:solidFill>
          <a:ln xmlns:a="http://schemas.openxmlformats.org/drawingml/2006/main" w="0">
            <a:noFill/>
          </a:ln>
        </p:spPr>
      </p:sp>
      <p:sp>
        <p:nvSpPr>
          <p:cNvPr id="1009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2280540B-761A-49A8-A56B-B6EB4716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0239" y="5272564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18098"/>
                </a:move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close/>
              </a:path>
            </a:pathLst>
          </a:custGeom>
          <a:solidFill xmlns:a="http://schemas.openxmlformats.org/drawingml/2006/main">
            <a:srgbClr val="F59D94"/>
          </a:solidFill>
          <a:ln xmlns:a="http://schemas.openxmlformats.org/drawingml/2006/main" w="0">
            <a:noFill/>
          </a:ln>
        </p:spPr>
      </p:sp>
      <p:sp>
        <p:nvSpPr>
          <p:cNvPr id="1010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5D85AA57-A437-43AC-B547-0CAE74B6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7839" y="532971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F59D94"/>
          </a:solidFill>
          <a:ln xmlns:a="http://schemas.openxmlformats.org/drawingml/2006/main" w="0">
            <a:noFill/>
          </a:ln>
        </p:spPr>
      </p:sp>
      <p:sp>
        <p:nvSpPr>
          <p:cNvPr id="1011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A200965B-38F0-4959-8C25-7286819E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089" y="513921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F59D94"/>
          </a:solidFill>
          <a:ln xmlns:a="http://schemas.openxmlformats.org/drawingml/2006/main" w="0">
            <a:noFill/>
          </a:ln>
        </p:spPr>
      </p:sp>
      <p:sp>
        <p:nvSpPr>
          <p:cNvPr id="1012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61D1D730-F4E3-4CE0-A7A9-53E686E6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164" y="4024789"/>
            <a:ext cx="18098" cy="37147"/>
          </a:xfrm>
          <a:custGeom xmlns:a="http://schemas.openxmlformats.org/drawingml/2006/main">
            <a:pathLst>
              <a:path w="18098" h="37147">
                <a:moveTo>
                  <a:pt x="18098" y="37147"/>
                </a:moveTo>
                <a:lnTo>
                  <a:pt x="18098" y="0"/>
                </a:lnTo>
                <a:lnTo>
                  <a:pt x="0" y="0"/>
                </a:lnTo>
                <a:lnTo>
                  <a:pt x="0" y="37147"/>
                </a:lnTo>
                <a:lnTo>
                  <a:pt x="18098" y="37147"/>
                </a:lnTo>
                <a:close/>
              </a:path>
            </a:pathLst>
          </a:custGeom>
          <a:solidFill xmlns:a="http://schemas.openxmlformats.org/drawingml/2006/main">
            <a:srgbClr val="F59D94"/>
          </a:solidFill>
          <a:ln xmlns:a="http://schemas.openxmlformats.org/drawingml/2006/main" w="0">
            <a:noFill/>
          </a:ln>
        </p:spPr>
      </p:sp>
      <p:sp>
        <p:nvSpPr>
          <p:cNvPr id="1013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855F9E3A-F8A6-4A5C-8AEB-1C2082CE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5639" y="4320064"/>
            <a:ext cx="18098" cy="46672"/>
          </a:xfrm>
          <a:custGeom xmlns:a="http://schemas.openxmlformats.org/drawingml/2006/main">
            <a:pathLst>
              <a:path w="18098" h="46672">
                <a:moveTo>
                  <a:pt x="18098" y="46672"/>
                </a:moveTo>
                <a:lnTo>
                  <a:pt x="18098" y="0"/>
                </a:lnTo>
                <a:lnTo>
                  <a:pt x="0" y="0"/>
                </a:lnTo>
                <a:lnTo>
                  <a:pt x="0" y="46672"/>
                </a:lnTo>
                <a:lnTo>
                  <a:pt x="18098" y="46672"/>
                </a:lnTo>
                <a:close/>
              </a:path>
            </a:pathLst>
          </a:custGeom>
          <a:solidFill xmlns:a="http://schemas.openxmlformats.org/drawingml/2006/main">
            <a:srgbClr val="F59D94"/>
          </a:solidFill>
          <a:ln xmlns:a="http://schemas.openxmlformats.org/drawingml/2006/main" w="0">
            <a:noFill/>
          </a:ln>
        </p:spPr>
      </p:sp>
      <p:sp>
        <p:nvSpPr>
          <p:cNvPr id="1014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66F5CAEA-E486-4AD9-8C51-2D48F047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6114" y="439626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F59D94"/>
          </a:solidFill>
          <a:ln xmlns:a="http://schemas.openxmlformats.org/drawingml/2006/main" w="0">
            <a:noFill/>
          </a:ln>
        </p:spPr>
      </p:sp>
      <p:sp>
        <p:nvSpPr>
          <p:cNvPr id="1015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67C95222-5E27-4971-BCD3-5772C02D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589" y="4424839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0"/>
                </a:move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F59D94"/>
          </a:solidFill>
          <a:ln xmlns:a="http://schemas.openxmlformats.org/drawingml/2006/main" w="0">
            <a:noFill/>
          </a:ln>
        </p:spPr>
      </p:sp>
      <p:sp>
        <p:nvSpPr>
          <p:cNvPr id="1016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7D7DE08A-0253-4AB4-81F0-66B180C0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964" y="454866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0"/>
                </a:move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F59D94"/>
          </a:solidFill>
          <a:ln xmlns:a="http://schemas.openxmlformats.org/drawingml/2006/main" w="0">
            <a:noFill/>
          </a:ln>
        </p:spPr>
      </p:sp>
      <p:sp>
        <p:nvSpPr>
          <p:cNvPr id="1017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7CF05405-0A21-4DA0-A13B-E956C43F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739" y="5501164"/>
            <a:ext cx="37148" cy="18098"/>
          </a:xfrm>
          <a:custGeom xmlns:a="http://schemas.openxmlformats.org/drawingml/2006/main">
            <a:pathLst>
              <a:path w="37148" h="18098">
                <a:moveTo>
                  <a:pt x="0" y="0"/>
                </a:moveTo>
                <a:lnTo>
                  <a:pt x="0" y="18098"/>
                </a:lnTo>
                <a:lnTo>
                  <a:pt x="37148" y="18098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C948D"/>
          </a:solidFill>
          <a:ln xmlns:a="http://schemas.openxmlformats.org/drawingml/2006/main" w="0">
            <a:noFill/>
          </a:ln>
        </p:spPr>
      </p:sp>
      <p:sp>
        <p:nvSpPr>
          <p:cNvPr id="1018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B5DF3AC2-2CE3-4B1D-A82A-66C92289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314" y="5510689"/>
            <a:ext cx="46673" cy="37148"/>
          </a:xfrm>
          <a:custGeom xmlns:a="http://schemas.openxmlformats.org/drawingml/2006/main">
            <a:pathLst>
              <a:path w="46673" h="37148">
                <a:moveTo>
                  <a:pt x="18098" y="19050"/>
                </a:moveTo>
                <a:lnTo>
                  <a:pt x="18098" y="0"/>
                </a:lnTo>
                <a:lnTo>
                  <a:pt x="0" y="0"/>
                </a:lnTo>
                <a:lnTo>
                  <a:pt x="0" y="37148"/>
                </a:lnTo>
                <a:lnTo>
                  <a:pt x="46673" y="37148"/>
                </a:lnTo>
                <a:lnTo>
                  <a:pt x="46673" y="19050"/>
                </a:lnTo>
                <a:lnTo>
                  <a:pt x="18098" y="19050"/>
                </a:lnTo>
                <a:close/>
              </a:path>
            </a:pathLst>
          </a:custGeom>
          <a:solidFill xmlns:a="http://schemas.openxmlformats.org/drawingml/2006/main">
            <a:srgbClr val="EC948D"/>
          </a:solidFill>
          <a:ln xmlns:a="http://schemas.openxmlformats.org/drawingml/2006/main" w="0">
            <a:noFill/>
          </a:ln>
        </p:spPr>
      </p:sp>
      <p:sp>
        <p:nvSpPr>
          <p:cNvPr id="1019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79BE40B6-F2C6-4A92-959C-7404910A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0139" y="5577364"/>
            <a:ext cx="18098" cy="46673"/>
          </a:xfrm>
          <a:custGeom xmlns:a="http://schemas.openxmlformats.org/drawingml/2006/main">
            <a:pathLst>
              <a:path w="18098" h="46673">
                <a:moveTo>
                  <a:pt x="0" y="46673"/>
                </a:moveTo>
                <a:lnTo>
                  <a:pt x="18098" y="46673"/>
                </a:lnTo>
                <a:lnTo>
                  <a:pt x="18098" y="0"/>
                </a:lnTo>
                <a:lnTo>
                  <a:pt x="0" y="0"/>
                </a:lnTo>
                <a:lnTo>
                  <a:pt x="0" y="46673"/>
                </a:lnTo>
                <a:close/>
              </a:path>
            </a:pathLst>
          </a:custGeom>
          <a:solidFill xmlns:a="http://schemas.openxmlformats.org/drawingml/2006/main">
            <a:srgbClr val="EC948D"/>
          </a:solidFill>
          <a:ln xmlns:a="http://schemas.openxmlformats.org/drawingml/2006/main" w="0">
            <a:noFill/>
          </a:ln>
        </p:spPr>
      </p:sp>
      <p:sp>
        <p:nvSpPr>
          <p:cNvPr id="1020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2ABFED53-0593-4E08-AB2A-05FD10D6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3464" y="5615464"/>
            <a:ext cx="75248" cy="18098"/>
          </a:xfrm>
          <a:custGeom xmlns:a="http://schemas.openxmlformats.org/drawingml/2006/main">
            <a:pathLst>
              <a:path w="75248" h="18098">
                <a:moveTo>
                  <a:pt x="0" y="0"/>
                </a:moveTo>
                <a:lnTo>
                  <a:pt x="0" y="18098"/>
                </a:lnTo>
                <a:lnTo>
                  <a:pt x="75248" y="18098"/>
                </a:lnTo>
                <a:lnTo>
                  <a:pt x="752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C948D"/>
          </a:solidFill>
          <a:ln xmlns:a="http://schemas.openxmlformats.org/drawingml/2006/main" w="0">
            <a:noFill/>
          </a:ln>
        </p:spPr>
      </p:sp>
      <p:sp>
        <p:nvSpPr>
          <p:cNvPr id="1021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967C7E16-2E42-4CA2-8BE3-26EDAD38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839" y="5672614"/>
            <a:ext cx="46672" cy="18098"/>
          </a:xfrm>
          <a:custGeom xmlns:a="http://schemas.openxmlformats.org/drawingml/2006/main">
            <a:pathLst>
              <a:path w="46672" h="18098">
                <a:moveTo>
                  <a:pt x="0" y="0"/>
                </a:moveTo>
                <a:lnTo>
                  <a:pt x="0" y="18098"/>
                </a:lnTo>
                <a:lnTo>
                  <a:pt x="46672" y="18098"/>
                </a:lnTo>
                <a:lnTo>
                  <a:pt x="4667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C948D"/>
          </a:solidFill>
          <a:ln xmlns:a="http://schemas.openxmlformats.org/drawingml/2006/main" w="0">
            <a:noFill/>
          </a:ln>
        </p:spPr>
      </p:sp>
      <p:sp>
        <p:nvSpPr>
          <p:cNvPr id="1022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9A1EBE94-FD9C-4945-A16E-8608C910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314" y="5682139"/>
            <a:ext cx="18097" cy="75248"/>
          </a:xfrm>
          <a:custGeom xmlns:a="http://schemas.openxmlformats.org/drawingml/2006/main">
            <a:pathLst>
              <a:path w="18097" h="75248">
                <a:moveTo>
                  <a:pt x="0" y="0"/>
                </a:moveTo>
                <a:lnTo>
                  <a:pt x="0" y="75248"/>
                </a:lnTo>
                <a:lnTo>
                  <a:pt x="18097" y="75248"/>
                </a:lnTo>
                <a:lnTo>
                  <a:pt x="180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C948D"/>
          </a:solidFill>
          <a:ln xmlns:a="http://schemas.openxmlformats.org/drawingml/2006/main" w="0">
            <a:noFill/>
          </a:ln>
        </p:spPr>
      </p:sp>
      <p:sp>
        <p:nvSpPr>
          <p:cNvPr id="1023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EF6C4F97-B4E1-464C-9B5E-7327B8F0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414" y="5539264"/>
            <a:ext cx="18098" cy="37148"/>
          </a:xfrm>
          <a:custGeom xmlns:a="http://schemas.openxmlformats.org/drawingml/2006/main">
            <a:pathLst>
              <a:path w="18098" h="37148">
                <a:moveTo>
                  <a:pt x="0" y="37148"/>
                </a:moveTo>
                <a:lnTo>
                  <a:pt x="18098" y="37148"/>
                </a:lnTo>
                <a:lnTo>
                  <a:pt x="18098" y="0"/>
                </a:lnTo>
                <a:lnTo>
                  <a:pt x="0" y="0"/>
                </a:lnTo>
                <a:lnTo>
                  <a:pt x="0" y="37148"/>
                </a:lnTo>
                <a:close/>
              </a:path>
            </a:pathLst>
          </a:custGeom>
          <a:solidFill xmlns:a="http://schemas.openxmlformats.org/drawingml/2006/main">
            <a:srgbClr val="EC948D"/>
          </a:solidFill>
          <a:ln xmlns:a="http://schemas.openxmlformats.org/drawingml/2006/main" w="0">
            <a:noFill/>
          </a:ln>
        </p:spPr>
      </p:sp>
      <p:sp>
        <p:nvSpPr>
          <p:cNvPr id="1024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5CC2FC87-7417-41FC-A4B2-E933AB17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4939" y="5567839"/>
            <a:ext cx="56198" cy="18098"/>
          </a:xfrm>
          <a:custGeom xmlns:a="http://schemas.openxmlformats.org/drawingml/2006/main">
            <a:pathLst>
              <a:path w="56198" h="18098">
                <a:moveTo>
                  <a:pt x="0" y="18098"/>
                </a:moveTo>
                <a:lnTo>
                  <a:pt x="56198" y="18098"/>
                </a:lnTo>
                <a:lnTo>
                  <a:pt x="56198" y="0"/>
                </a:lnTo>
                <a:lnTo>
                  <a:pt x="0" y="0"/>
                </a:lnTo>
                <a:lnTo>
                  <a:pt x="0" y="18098"/>
                </a:lnTo>
                <a:close/>
              </a:path>
            </a:pathLst>
          </a:custGeom>
          <a:solidFill xmlns:a="http://schemas.openxmlformats.org/drawingml/2006/main">
            <a:srgbClr val="EC948D"/>
          </a:solidFill>
          <a:ln xmlns:a="http://schemas.openxmlformats.org/drawingml/2006/main" w="0">
            <a:noFill/>
          </a:ln>
        </p:spPr>
      </p:sp>
      <p:sp>
        <p:nvSpPr>
          <p:cNvPr id="1025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1DCFCC03-928A-4CE0-BFDC-2C76F47E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564" y="5577364"/>
            <a:ext cx="18098" cy="46673"/>
          </a:xfrm>
          <a:custGeom xmlns:a="http://schemas.openxmlformats.org/drawingml/2006/main">
            <a:pathLst>
              <a:path w="18098" h="46673">
                <a:moveTo>
                  <a:pt x="0" y="0"/>
                </a:moveTo>
                <a:lnTo>
                  <a:pt x="0" y="46673"/>
                </a:lnTo>
                <a:lnTo>
                  <a:pt x="18098" y="46673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C948D"/>
          </a:solidFill>
          <a:ln xmlns:a="http://schemas.openxmlformats.org/drawingml/2006/main" w="0">
            <a:noFill/>
          </a:ln>
        </p:spPr>
      </p:sp>
      <p:sp>
        <p:nvSpPr>
          <p:cNvPr id="1026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9F7FC381-81E8-4A8F-B53D-B2B967E1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489" y="5682139"/>
            <a:ext cx="18098" cy="75248"/>
          </a:xfrm>
          <a:custGeom xmlns:a="http://schemas.openxmlformats.org/drawingml/2006/main">
            <a:pathLst>
              <a:path w="18098" h="75248">
                <a:moveTo>
                  <a:pt x="0" y="0"/>
                </a:moveTo>
                <a:lnTo>
                  <a:pt x="0" y="75248"/>
                </a:lnTo>
                <a:lnTo>
                  <a:pt x="18098" y="75248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C948D"/>
          </a:solidFill>
          <a:ln xmlns:a="http://schemas.openxmlformats.org/drawingml/2006/main" w="0">
            <a:noFill/>
          </a:ln>
        </p:spPr>
      </p:sp>
      <p:sp>
        <p:nvSpPr>
          <p:cNvPr id="1027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4AF9B209-3C82-498C-A76E-7E76606E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014" y="5748814"/>
            <a:ext cx="94298" cy="18098"/>
          </a:xfrm>
          <a:custGeom xmlns:a="http://schemas.openxmlformats.org/drawingml/2006/main">
            <a:pathLst>
              <a:path w="94298" h="18098">
                <a:moveTo>
                  <a:pt x="0" y="18098"/>
                </a:moveTo>
                <a:lnTo>
                  <a:pt x="94298" y="18098"/>
                </a:lnTo>
                <a:lnTo>
                  <a:pt x="94298" y="0"/>
                </a:lnTo>
                <a:lnTo>
                  <a:pt x="0" y="0"/>
                </a:lnTo>
                <a:lnTo>
                  <a:pt x="0" y="18098"/>
                </a:lnTo>
                <a:close/>
              </a:path>
            </a:pathLst>
          </a:custGeom>
          <a:solidFill xmlns:a="http://schemas.openxmlformats.org/drawingml/2006/main">
            <a:srgbClr val="EC948D"/>
          </a:solidFill>
          <a:ln xmlns:a="http://schemas.openxmlformats.org/drawingml/2006/main" w="0">
            <a:noFill/>
          </a:ln>
        </p:spPr>
      </p:sp>
      <p:sp>
        <p:nvSpPr>
          <p:cNvPr id="1028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EB3E3E23-9785-4B1A-B6E9-0EBC9DD6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889" y="5882164"/>
            <a:ext cx="208598" cy="18098"/>
          </a:xfrm>
          <a:custGeom xmlns:a="http://schemas.openxmlformats.org/drawingml/2006/main">
            <a:pathLst>
              <a:path w="208598" h="18098">
                <a:moveTo>
                  <a:pt x="0" y="18098"/>
                </a:moveTo>
                <a:lnTo>
                  <a:pt x="208598" y="18098"/>
                </a:lnTo>
                <a:lnTo>
                  <a:pt x="208598" y="0"/>
                </a:lnTo>
                <a:lnTo>
                  <a:pt x="0" y="0"/>
                </a:lnTo>
                <a:lnTo>
                  <a:pt x="0" y="18098"/>
                </a:lnTo>
                <a:close/>
              </a:path>
            </a:pathLst>
          </a:custGeom>
          <a:solidFill xmlns:a="http://schemas.openxmlformats.org/drawingml/2006/main">
            <a:srgbClr val="EC948D"/>
          </a:solidFill>
          <a:ln xmlns:a="http://schemas.openxmlformats.org/drawingml/2006/main" w="0">
            <a:noFill/>
          </a:ln>
        </p:spPr>
      </p:sp>
      <p:sp>
        <p:nvSpPr>
          <p:cNvPr id="1029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25D7BF47-A234-430F-BD69-B79F2B1F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964" y="5615464"/>
            <a:ext cx="18098" cy="37148"/>
          </a:xfrm>
          <a:custGeom xmlns:a="http://schemas.openxmlformats.org/drawingml/2006/main">
            <a:pathLst>
              <a:path w="18098" h="37148">
                <a:moveTo>
                  <a:pt x="0" y="0"/>
                </a:moveTo>
                <a:lnTo>
                  <a:pt x="0" y="37148"/>
                </a:lnTo>
                <a:lnTo>
                  <a:pt x="18098" y="37148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968D"/>
          </a:solidFill>
          <a:ln xmlns:a="http://schemas.openxmlformats.org/drawingml/2006/main" w="0">
            <a:noFill/>
          </a:ln>
        </p:spPr>
      </p:sp>
      <p:sp>
        <p:nvSpPr>
          <p:cNvPr id="1030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066700EB-58A6-40DF-BE33-D044EBF7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5014" y="5615464"/>
            <a:ext cx="18098" cy="37148"/>
          </a:xfrm>
          <a:custGeom xmlns:a="http://schemas.openxmlformats.org/drawingml/2006/main">
            <a:pathLst>
              <a:path w="18098" h="37148">
                <a:moveTo>
                  <a:pt x="0" y="0"/>
                </a:moveTo>
                <a:lnTo>
                  <a:pt x="0" y="37148"/>
                </a:lnTo>
                <a:lnTo>
                  <a:pt x="18098" y="37148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968D"/>
          </a:solidFill>
          <a:ln xmlns:a="http://schemas.openxmlformats.org/drawingml/2006/main" w="0">
            <a:noFill/>
          </a:ln>
        </p:spPr>
      </p:sp>
      <p:sp>
        <p:nvSpPr>
          <p:cNvPr id="1031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EEB33A40-F863-4921-9699-2D4E5E15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6489" y="5615464"/>
            <a:ext cx="18098" cy="37148"/>
          </a:xfrm>
          <a:custGeom xmlns:a="http://schemas.openxmlformats.org/drawingml/2006/main">
            <a:pathLst>
              <a:path w="18098" h="37148">
                <a:moveTo>
                  <a:pt x="0" y="0"/>
                </a:moveTo>
                <a:lnTo>
                  <a:pt x="0" y="37148"/>
                </a:lnTo>
                <a:lnTo>
                  <a:pt x="18098" y="37148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968D"/>
          </a:solidFill>
          <a:ln xmlns:a="http://schemas.openxmlformats.org/drawingml/2006/main" w="0">
            <a:noFill/>
          </a:ln>
        </p:spPr>
      </p:sp>
      <p:sp>
        <p:nvSpPr>
          <p:cNvPr id="1032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CD7A5B82-9D18-40F2-ADB2-188D4AF5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539" y="5615464"/>
            <a:ext cx="18098" cy="37148"/>
          </a:xfrm>
          <a:custGeom xmlns:a="http://schemas.openxmlformats.org/drawingml/2006/main">
            <a:pathLst>
              <a:path w="18098" h="37148">
                <a:moveTo>
                  <a:pt x="0" y="0"/>
                </a:moveTo>
                <a:lnTo>
                  <a:pt x="0" y="37148"/>
                </a:lnTo>
                <a:lnTo>
                  <a:pt x="18098" y="37148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968D"/>
          </a:solidFill>
          <a:ln xmlns:a="http://schemas.openxmlformats.org/drawingml/2006/main" w="0">
            <a:noFill/>
          </a:ln>
        </p:spPr>
      </p:sp>
      <p:sp>
        <p:nvSpPr>
          <p:cNvPr id="1033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8C51D60C-B9DE-4BB9-A8F8-6292B7E1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8339" y="5653564"/>
            <a:ext cx="37148" cy="27623"/>
          </a:xfrm>
          <a:custGeom xmlns:a="http://schemas.openxmlformats.org/drawingml/2006/main">
            <a:pathLst>
              <a:path w="37148" h="27623">
                <a:moveTo>
                  <a:pt x="0" y="0"/>
                </a:moveTo>
                <a:lnTo>
                  <a:pt x="0" y="27623"/>
                </a:lnTo>
                <a:lnTo>
                  <a:pt x="37148" y="27623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968D"/>
          </a:solidFill>
          <a:ln xmlns:a="http://schemas.openxmlformats.org/drawingml/2006/main" w="0">
            <a:noFill/>
          </a:ln>
        </p:spPr>
      </p:sp>
      <p:sp>
        <p:nvSpPr>
          <p:cNvPr id="1034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81E18ED7-742E-4A70-B9B6-006CB5C3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289" y="5663089"/>
            <a:ext cx="84773" cy="18098"/>
          </a:xfrm>
          <a:custGeom xmlns:a="http://schemas.openxmlformats.org/drawingml/2006/main">
            <a:pathLst>
              <a:path w="84773" h="18098">
                <a:moveTo>
                  <a:pt x="0" y="0"/>
                </a:moveTo>
                <a:lnTo>
                  <a:pt x="0" y="18098"/>
                </a:lnTo>
                <a:lnTo>
                  <a:pt x="84773" y="18098"/>
                </a:lnTo>
                <a:lnTo>
                  <a:pt x="847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968D"/>
          </a:solidFill>
          <a:ln xmlns:a="http://schemas.openxmlformats.org/drawingml/2006/main" w="0">
            <a:noFill/>
          </a:ln>
        </p:spPr>
      </p:sp>
      <p:sp>
        <p:nvSpPr>
          <p:cNvPr id="1035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EF08D9BD-E457-48AF-AA54-3CC785EE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1764" y="5701189"/>
            <a:ext cx="27623" cy="27623"/>
          </a:xfrm>
          <a:custGeom xmlns:a="http://schemas.openxmlformats.org/drawingml/2006/main">
            <a:pathLst>
              <a:path w="27623" h="27623">
                <a:moveTo>
                  <a:pt x="27623" y="27623"/>
                </a:moveTo>
                <a:lnTo>
                  <a:pt x="27623" y="0"/>
                </a:lnTo>
                <a:lnTo>
                  <a:pt x="0" y="0"/>
                </a:lnTo>
                <a:lnTo>
                  <a:pt x="0" y="27623"/>
                </a:lnTo>
                <a:lnTo>
                  <a:pt x="27623" y="27623"/>
                </a:lnTo>
                <a:close/>
              </a:path>
            </a:pathLst>
          </a:custGeom>
          <a:solidFill xmlns:a="http://schemas.openxmlformats.org/drawingml/2006/main">
            <a:srgbClr val="EE968D"/>
          </a:solidFill>
          <a:ln xmlns:a="http://schemas.openxmlformats.org/drawingml/2006/main" w="0">
            <a:noFill/>
          </a:ln>
        </p:spPr>
      </p:sp>
      <p:sp>
        <p:nvSpPr>
          <p:cNvPr id="1036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8701A0AF-614D-48B3-99D0-BFF8AFE6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7014" y="5615464"/>
            <a:ext cx="18098" cy="37148"/>
          </a:xfrm>
          <a:custGeom xmlns:a="http://schemas.openxmlformats.org/drawingml/2006/main">
            <a:pathLst>
              <a:path w="18098" h="37148">
                <a:moveTo>
                  <a:pt x="18098" y="37148"/>
                </a:moveTo>
                <a:lnTo>
                  <a:pt x="18098" y="0"/>
                </a:lnTo>
                <a:lnTo>
                  <a:pt x="0" y="0"/>
                </a:lnTo>
                <a:lnTo>
                  <a:pt x="0" y="37148"/>
                </a:lnTo>
                <a:lnTo>
                  <a:pt x="18098" y="37148"/>
                </a:lnTo>
                <a:close/>
              </a:path>
            </a:pathLst>
          </a:custGeom>
          <a:solidFill xmlns:a="http://schemas.openxmlformats.org/drawingml/2006/main">
            <a:srgbClr val="EE968D"/>
          </a:solidFill>
          <a:ln xmlns:a="http://schemas.openxmlformats.org/drawingml/2006/main" w="0">
            <a:noFill/>
          </a:ln>
        </p:spPr>
      </p:sp>
      <p:sp>
        <p:nvSpPr>
          <p:cNvPr id="1037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04145DD0-85E9-4AC9-92D5-52FD859F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6064" y="5615464"/>
            <a:ext cx="46673" cy="56198"/>
          </a:xfrm>
          <a:custGeom xmlns:a="http://schemas.openxmlformats.org/drawingml/2006/main">
            <a:pathLst>
              <a:path w="46673" h="56198">
                <a:moveTo>
                  <a:pt x="0" y="0"/>
                </a:moveTo>
                <a:lnTo>
                  <a:pt x="0" y="37148"/>
                </a:lnTo>
                <a:lnTo>
                  <a:pt x="9525" y="37148"/>
                </a:lnTo>
                <a:lnTo>
                  <a:pt x="9525" y="56198"/>
                </a:lnTo>
                <a:lnTo>
                  <a:pt x="46673" y="56198"/>
                </a:lnTo>
                <a:lnTo>
                  <a:pt x="46673" y="38100"/>
                </a:lnTo>
                <a:lnTo>
                  <a:pt x="37148" y="38100"/>
                </a:lnTo>
                <a:lnTo>
                  <a:pt x="37148" y="28575"/>
                </a:lnTo>
                <a:lnTo>
                  <a:pt x="27623" y="28575"/>
                </a:lnTo>
                <a:lnTo>
                  <a:pt x="27623" y="19050"/>
                </a:lnTo>
                <a:lnTo>
                  <a:pt x="18098" y="19050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968D"/>
          </a:solidFill>
          <a:ln xmlns:a="http://schemas.openxmlformats.org/drawingml/2006/main" w="0">
            <a:noFill/>
          </a:ln>
        </p:spPr>
      </p:sp>
      <p:sp>
        <p:nvSpPr>
          <p:cNvPr id="1038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22F15806-8CE8-4E4B-9FB9-3000A2AC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3239" y="5615464"/>
            <a:ext cx="27623" cy="46673"/>
          </a:xfrm>
          <a:custGeom xmlns:a="http://schemas.openxmlformats.org/drawingml/2006/main">
            <a:pathLst>
              <a:path w="27623" h="46673">
                <a:moveTo>
                  <a:pt x="0" y="0"/>
                </a:moveTo>
                <a:lnTo>
                  <a:pt x="0" y="46673"/>
                </a:lnTo>
                <a:lnTo>
                  <a:pt x="27623" y="46673"/>
                </a:lnTo>
                <a:lnTo>
                  <a:pt x="27623" y="19050"/>
                </a:lnTo>
                <a:lnTo>
                  <a:pt x="18098" y="19050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968D"/>
          </a:solidFill>
          <a:ln xmlns:a="http://schemas.openxmlformats.org/drawingml/2006/main" w="0">
            <a:noFill/>
          </a:ln>
        </p:spPr>
      </p:sp>
      <p:sp>
        <p:nvSpPr>
          <p:cNvPr id="1039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76818469-8247-4E36-AA49-68520B5B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164" y="5663089"/>
            <a:ext cx="27623" cy="27623"/>
          </a:xfrm>
          <a:custGeom xmlns:a="http://schemas.openxmlformats.org/drawingml/2006/main">
            <a:pathLst>
              <a:path w="27623" h="27623">
                <a:moveTo>
                  <a:pt x="0" y="0"/>
                </a:moveTo>
                <a:lnTo>
                  <a:pt x="0" y="27623"/>
                </a:lnTo>
                <a:lnTo>
                  <a:pt x="27623" y="27623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968D"/>
          </a:solidFill>
          <a:ln xmlns:a="http://schemas.openxmlformats.org/drawingml/2006/main" w="0">
            <a:noFill/>
          </a:ln>
        </p:spPr>
      </p:sp>
      <p:sp>
        <p:nvSpPr>
          <p:cNvPr id="1040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1DE191CB-55EA-420F-B993-38439415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9389" y="5729764"/>
            <a:ext cx="37148" cy="18098"/>
          </a:xfrm>
          <a:custGeom xmlns:a="http://schemas.openxmlformats.org/drawingml/2006/main">
            <a:pathLst>
              <a:path w="37148" h="18098">
                <a:moveTo>
                  <a:pt x="0" y="0"/>
                </a:moveTo>
                <a:lnTo>
                  <a:pt x="0" y="18098"/>
                </a:lnTo>
                <a:lnTo>
                  <a:pt x="37148" y="18098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968D"/>
          </a:solidFill>
          <a:ln xmlns:a="http://schemas.openxmlformats.org/drawingml/2006/main" w="0">
            <a:noFill/>
          </a:ln>
        </p:spPr>
      </p:sp>
      <p:sp>
        <p:nvSpPr>
          <p:cNvPr id="1041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B2A8391F-9641-4633-AA00-A069AA03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414" y="5729764"/>
            <a:ext cx="56198" cy="37148"/>
          </a:xfrm>
          <a:custGeom xmlns:a="http://schemas.openxmlformats.org/drawingml/2006/main">
            <a:pathLst>
              <a:path w="56198" h="37148">
                <a:moveTo>
                  <a:pt x="9525" y="19050"/>
                </a:moveTo>
                <a:lnTo>
                  <a:pt x="0" y="19050"/>
                </a:lnTo>
                <a:lnTo>
                  <a:pt x="0" y="37148"/>
                </a:lnTo>
                <a:lnTo>
                  <a:pt x="56198" y="37148"/>
                </a:lnTo>
                <a:lnTo>
                  <a:pt x="56198" y="19050"/>
                </a:lnTo>
                <a:lnTo>
                  <a:pt x="46673" y="19050"/>
                </a:lnTo>
                <a:lnTo>
                  <a:pt x="46673" y="9525"/>
                </a:lnTo>
                <a:lnTo>
                  <a:pt x="37148" y="9525"/>
                </a:lnTo>
                <a:lnTo>
                  <a:pt x="37148" y="0"/>
                </a:lnTo>
                <a:lnTo>
                  <a:pt x="19050" y="0"/>
                </a:lnTo>
                <a:lnTo>
                  <a:pt x="19050" y="9525"/>
                </a:lnTo>
                <a:lnTo>
                  <a:pt x="9525" y="9525"/>
                </a:lnTo>
                <a:lnTo>
                  <a:pt x="9525" y="19050"/>
                </a:lnTo>
                <a:close/>
              </a:path>
            </a:pathLst>
          </a:custGeom>
          <a:solidFill xmlns:a="http://schemas.openxmlformats.org/drawingml/2006/main">
            <a:srgbClr val="EE968D"/>
          </a:solidFill>
          <a:ln xmlns:a="http://schemas.openxmlformats.org/drawingml/2006/main" w="0">
            <a:noFill/>
          </a:ln>
        </p:spPr>
      </p:sp>
      <p:sp>
        <p:nvSpPr>
          <p:cNvPr id="1042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8C0B71F7-6E8D-4E02-8FFB-BEE19F24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689" y="5758339"/>
            <a:ext cx="18097" cy="132398"/>
          </a:xfrm>
          <a:custGeom xmlns:a="http://schemas.openxmlformats.org/drawingml/2006/main">
            <a:pathLst>
              <a:path w="18097" h="132398">
                <a:moveTo>
                  <a:pt x="0" y="0"/>
                </a:moveTo>
                <a:lnTo>
                  <a:pt x="0" y="132398"/>
                </a:lnTo>
                <a:lnTo>
                  <a:pt x="18097" y="132398"/>
                </a:lnTo>
                <a:lnTo>
                  <a:pt x="180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B9790"/>
          </a:solidFill>
          <a:ln xmlns:a="http://schemas.openxmlformats.org/drawingml/2006/main" w="0">
            <a:noFill/>
          </a:ln>
        </p:spPr>
      </p:sp>
      <p:sp>
        <p:nvSpPr>
          <p:cNvPr id="1043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4DFC1184-7B56-49AA-809D-37330D82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664" y="5415439"/>
            <a:ext cx="46673" cy="18098"/>
          </a:xfrm>
          <a:custGeom xmlns:a="http://schemas.openxmlformats.org/drawingml/2006/main">
            <a:pathLst>
              <a:path w="46673" h="18098">
                <a:moveTo>
                  <a:pt x="0" y="18098"/>
                </a:moveTo>
                <a:lnTo>
                  <a:pt x="46673" y="18098"/>
                </a:lnTo>
                <a:lnTo>
                  <a:pt x="46673" y="0"/>
                </a:lnTo>
                <a:lnTo>
                  <a:pt x="0" y="0"/>
                </a:lnTo>
                <a:lnTo>
                  <a:pt x="0" y="18098"/>
                </a:lnTo>
                <a:close/>
              </a:path>
            </a:pathLst>
          </a:custGeom>
          <a:solidFill xmlns:a="http://schemas.openxmlformats.org/drawingml/2006/main">
            <a:srgbClr val="EB9790"/>
          </a:solidFill>
          <a:ln xmlns:a="http://schemas.openxmlformats.org/drawingml/2006/main" w="0">
            <a:noFill/>
          </a:ln>
        </p:spPr>
      </p:sp>
      <p:sp>
        <p:nvSpPr>
          <p:cNvPr id="1044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05D1828F-70CB-4EB6-AA0A-9D14FBB6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039" y="5434489"/>
            <a:ext cx="46673" cy="18098"/>
          </a:xfrm>
          <a:custGeom xmlns:a="http://schemas.openxmlformats.org/drawingml/2006/main">
            <a:pathLst>
              <a:path w="46673" h="18098">
                <a:moveTo>
                  <a:pt x="0" y="0"/>
                </a:moveTo>
                <a:lnTo>
                  <a:pt x="0" y="18098"/>
                </a:lnTo>
                <a:lnTo>
                  <a:pt x="46673" y="18098"/>
                </a:lnTo>
                <a:lnTo>
                  <a:pt x="466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B9790"/>
          </a:solidFill>
          <a:ln xmlns:a="http://schemas.openxmlformats.org/drawingml/2006/main" w="0">
            <a:noFill/>
          </a:ln>
        </p:spPr>
      </p:sp>
      <p:sp>
        <p:nvSpPr>
          <p:cNvPr id="1045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74E2714E-CDC9-496A-834B-9669BC23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5889" y="5453539"/>
            <a:ext cx="56198" cy="18098"/>
          </a:xfrm>
          <a:custGeom xmlns:a="http://schemas.openxmlformats.org/drawingml/2006/main">
            <a:pathLst>
              <a:path w="56198" h="18098">
                <a:moveTo>
                  <a:pt x="56198" y="0"/>
                </a:moveTo>
                <a:lnTo>
                  <a:pt x="0" y="0"/>
                </a:lnTo>
                <a:lnTo>
                  <a:pt x="0" y="18098"/>
                </a:lnTo>
                <a:lnTo>
                  <a:pt x="56198" y="18098"/>
                </a:lnTo>
                <a:lnTo>
                  <a:pt x="56198" y="0"/>
                </a:lnTo>
                <a:close/>
              </a:path>
            </a:pathLst>
          </a:custGeom>
          <a:solidFill xmlns:a="http://schemas.openxmlformats.org/drawingml/2006/main">
            <a:srgbClr val="EB9790"/>
          </a:solidFill>
          <a:ln xmlns:a="http://schemas.openxmlformats.org/drawingml/2006/main" w="0">
            <a:noFill/>
          </a:ln>
        </p:spPr>
      </p:sp>
      <p:sp>
        <p:nvSpPr>
          <p:cNvPr id="1046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C3C08AA2-A946-48A9-8F09-2549F9EC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6339" y="5539264"/>
            <a:ext cx="18098" cy="37148"/>
          </a:xfrm>
          <a:custGeom xmlns:a="http://schemas.openxmlformats.org/drawingml/2006/main">
            <a:pathLst>
              <a:path w="18098" h="37148">
                <a:moveTo>
                  <a:pt x="0" y="37148"/>
                </a:moveTo>
                <a:lnTo>
                  <a:pt x="18098" y="37148"/>
                </a:lnTo>
                <a:lnTo>
                  <a:pt x="18098" y="0"/>
                </a:lnTo>
                <a:lnTo>
                  <a:pt x="0" y="0"/>
                </a:lnTo>
                <a:lnTo>
                  <a:pt x="0" y="37148"/>
                </a:lnTo>
                <a:close/>
              </a:path>
            </a:pathLst>
          </a:custGeom>
          <a:solidFill xmlns:a="http://schemas.openxmlformats.org/drawingml/2006/main">
            <a:srgbClr val="EB9790"/>
          </a:solidFill>
          <a:ln xmlns:a="http://schemas.openxmlformats.org/drawingml/2006/main" w="0">
            <a:noFill/>
          </a:ln>
        </p:spPr>
      </p:sp>
      <p:sp>
        <p:nvSpPr>
          <p:cNvPr id="1047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7B18BA33-8EA3-4A9C-B734-9CB0A887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9664" y="5567839"/>
            <a:ext cx="75248" cy="18098"/>
          </a:xfrm>
          <a:custGeom xmlns:a="http://schemas.openxmlformats.org/drawingml/2006/main">
            <a:pathLst>
              <a:path w="75248" h="18098">
                <a:moveTo>
                  <a:pt x="0" y="0"/>
                </a:moveTo>
                <a:lnTo>
                  <a:pt x="0" y="18098"/>
                </a:lnTo>
                <a:lnTo>
                  <a:pt x="75248" y="18098"/>
                </a:lnTo>
                <a:lnTo>
                  <a:pt x="752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B9790"/>
          </a:solidFill>
          <a:ln xmlns:a="http://schemas.openxmlformats.org/drawingml/2006/main" w="0">
            <a:noFill/>
          </a:ln>
        </p:spPr>
      </p:sp>
      <p:sp>
        <p:nvSpPr>
          <p:cNvPr id="1048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B681EF00-4B70-4229-B810-0D1BFD19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8214" y="5748814"/>
            <a:ext cx="46672" cy="18098"/>
          </a:xfrm>
          <a:custGeom xmlns:a="http://schemas.openxmlformats.org/drawingml/2006/main">
            <a:pathLst>
              <a:path w="46672" h="18098">
                <a:moveTo>
                  <a:pt x="0" y="0"/>
                </a:moveTo>
                <a:lnTo>
                  <a:pt x="0" y="18098"/>
                </a:lnTo>
                <a:lnTo>
                  <a:pt x="46672" y="18098"/>
                </a:lnTo>
                <a:lnTo>
                  <a:pt x="4667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B9790"/>
          </a:solidFill>
          <a:ln xmlns:a="http://schemas.openxmlformats.org/drawingml/2006/main" w="0">
            <a:noFill/>
          </a:ln>
        </p:spPr>
      </p:sp>
      <p:sp>
        <p:nvSpPr>
          <p:cNvPr id="1049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4BEF2DA9-EC16-4633-A9B8-0D7539EE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914" y="5415439"/>
            <a:ext cx="18098" cy="27623"/>
          </a:xfrm>
          <a:custGeom xmlns:a="http://schemas.openxmlformats.org/drawingml/2006/main">
            <a:pathLst>
              <a:path w="18098" h="27623">
                <a:moveTo>
                  <a:pt x="0" y="27623"/>
                </a:moveTo>
                <a:lnTo>
                  <a:pt x="18098" y="27623"/>
                </a:lnTo>
                <a:lnTo>
                  <a:pt x="18098" y="0"/>
                </a:lnTo>
                <a:lnTo>
                  <a:pt x="0" y="0"/>
                </a:lnTo>
                <a:lnTo>
                  <a:pt x="0" y="27623"/>
                </a:lnTo>
                <a:close/>
              </a:path>
            </a:pathLst>
          </a:custGeom>
          <a:solidFill xmlns:a="http://schemas.openxmlformats.org/drawingml/2006/main">
            <a:srgbClr val="F39B91"/>
          </a:solidFill>
          <a:ln xmlns:a="http://schemas.openxmlformats.org/drawingml/2006/main" w="0">
            <a:noFill/>
          </a:ln>
        </p:spPr>
      </p:sp>
      <p:sp>
        <p:nvSpPr>
          <p:cNvPr id="1050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BDECAE6C-C9DD-4087-BD66-77BF1739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489" y="5434489"/>
            <a:ext cx="18098" cy="27623"/>
          </a:xfrm>
          <a:custGeom xmlns:a="http://schemas.openxmlformats.org/drawingml/2006/main">
            <a:pathLst>
              <a:path w="18098" h="27623">
                <a:moveTo>
                  <a:pt x="18098" y="27623"/>
                </a:moveTo>
                <a:lnTo>
                  <a:pt x="18098" y="0"/>
                </a:lnTo>
                <a:lnTo>
                  <a:pt x="0" y="0"/>
                </a:lnTo>
                <a:lnTo>
                  <a:pt x="0" y="27623"/>
                </a:lnTo>
                <a:lnTo>
                  <a:pt x="18098" y="27623"/>
                </a:lnTo>
                <a:close/>
              </a:path>
            </a:pathLst>
          </a:custGeom>
          <a:solidFill xmlns:a="http://schemas.openxmlformats.org/drawingml/2006/main">
            <a:srgbClr val="F39B91"/>
          </a:solidFill>
          <a:ln xmlns:a="http://schemas.openxmlformats.org/drawingml/2006/main" w="0">
            <a:noFill/>
          </a:ln>
        </p:spPr>
      </p:sp>
      <p:sp>
        <p:nvSpPr>
          <p:cNvPr id="1051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15022FCE-1906-4507-B50C-D0524DBD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114" y="5472589"/>
            <a:ext cx="37148" cy="18098"/>
          </a:xfrm>
          <a:custGeom xmlns:a="http://schemas.openxmlformats.org/drawingml/2006/main">
            <a:pathLst>
              <a:path w="37148" h="18098">
                <a:moveTo>
                  <a:pt x="37148" y="18098"/>
                </a:moveTo>
                <a:lnTo>
                  <a:pt x="37148" y="0"/>
                </a:lnTo>
                <a:lnTo>
                  <a:pt x="0" y="0"/>
                </a:lnTo>
                <a:lnTo>
                  <a:pt x="0" y="18098"/>
                </a:lnTo>
                <a:lnTo>
                  <a:pt x="37148" y="18098"/>
                </a:lnTo>
                <a:close/>
              </a:path>
            </a:pathLst>
          </a:custGeom>
          <a:solidFill xmlns:a="http://schemas.openxmlformats.org/drawingml/2006/main">
            <a:srgbClr val="F39B91"/>
          </a:solidFill>
          <a:ln xmlns:a="http://schemas.openxmlformats.org/drawingml/2006/main" w="0">
            <a:noFill/>
          </a:ln>
        </p:spPr>
      </p:sp>
      <p:sp>
        <p:nvSpPr>
          <p:cNvPr id="1052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64D74E2C-6BD9-4E25-8FB0-610419F0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689" y="5482114"/>
            <a:ext cx="18098" cy="27623"/>
          </a:xfrm>
          <a:custGeom xmlns:a="http://schemas.openxmlformats.org/drawingml/2006/main">
            <a:pathLst>
              <a:path w="18098" h="27623">
                <a:moveTo>
                  <a:pt x="0" y="0"/>
                </a:moveTo>
                <a:lnTo>
                  <a:pt x="0" y="27623"/>
                </a:lnTo>
                <a:lnTo>
                  <a:pt x="18098" y="27623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B91"/>
          </a:solidFill>
          <a:ln xmlns:a="http://schemas.openxmlformats.org/drawingml/2006/main" w="0">
            <a:noFill/>
          </a:ln>
        </p:spPr>
      </p:sp>
      <p:sp>
        <p:nvSpPr>
          <p:cNvPr id="1053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DF420148-EE1C-4890-95E3-80FA8D35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789" y="5501164"/>
            <a:ext cx="27623" cy="27623"/>
          </a:xfrm>
          <a:custGeom xmlns:a="http://schemas.openxmlformats.org/drawingml/2006/main">
            <a:pathLst>
              <a:path w="27623" h="27623">
                <a:moveTo>
                  <a:pt x="9525" y="27623"/>
                </a:moveTo>
                <a:lnTo>
                  <a:pt x="27623" y="27623"/>
                </a:ln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9525" y="18098"/>
                </a:lnTo>
                <a:lnTo>
                  <a:pt x="9525" y="27623"/>
                </a:lnTo>
                <a:close/>
              </a:path>
            </a:pathLst>
          </a:custGeom>
          <a:solidFill xmlns:a="http://schemas.openxmlformats.org/drawingml/2006/main">
            <a:srgbClr val="F39B91"/>
          </a:solidFill>
          <a:ln xmlns:a="http://schemas.openxmlformats.org/drawingml/2006/main" w="0">
            <a:noFill/>
          </a:ln>
        </p:spPr>
      </p:sp>
      <p:sp>
        <p:nvSpPr>
          <p:cNvPr id="1054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C1A5EC10-73EA-4689-BE61-19F1EEFF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364" y="5882164"/>
            <a:ext cx="141923" cy="18098"/>
          </a:xfrm>
          <a:custGeom xmlns:a="http://schemas.openxmlformats.org/drawingml/2006/main">
            <a:pathLst>
              <a:path w="141923" h="18098">
                <a:moveTo>
                  <a:pt x="141923" y="0"/>
                </a:moveTo>
                <a:lnTo>
                  <a:pt x="0" y="0"/>
                </a:lnTo>
                <a:lnTo>
                  <a:pt x="0" y="18098"/>
                </a:lnTo>
                <a:lnTo>
                  <a:pt x="141923" y="18098"/>
                </a:lnTo>
                <a:lnTo>
                  <a:pt x="141923" y="0"/>
                </a:lnTo>
                <a:close/>
              </a:path>
            </a:pathLst>
          </a:custGeom>
          <a:solidFill xmlns:a="http://schemas.openxmlformats.org/drawingml/2006/main">
            <a:srgbClr val="F39B91"/>
          </a:solidFill>
          <a:ln xmlns:a="http://schemas.openxmlformats.org/drawingml/2006/main" w="0">
            <a:noFill/>
          </a:ln>
        </p:spPr>
      </p:sp>
      <p:sp>
        <p:nvSpPr>
          <p:cNvPr id="1055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57A22007-D4EC-4471-A6F6-CBD626D4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164" y="5434489"/>
            <a:ext cx="18097" cy="27623"/>
          </a:xfrm>
          <a:custGeom xmlns:a="http://schemas.openxmlformats.org/drawingml/2006/main">
            <a:pathLst>
              <a:path w="18097" h="27623">
                <a:moveTo>
                  <a:pt x="18097" y="27623"/>
                </a:moveTo>
                <a:lnTo>
                  <a:pt x="18097" y="0"/>
                </a:lnTo>
                <a:lnTo>
                  <a:pt x="0" y="0"/>
                </a:lnTo>
                <a:lnTo>
                  <a:pt x="0" y="27623"/>
                </a:lnTo>
                <a:lnTo>
                  <a:pt x="18097" y="27623"/>
                </a:lnTo>
                <a:close/>
              </a:path>
            </a:pathLst>
          </a:custGeom>
          <a:solidFill xmlns:a="http://schemas.openxmlformats.org/drawingml/2006/main">
            <a:srgbClr val="DCBDC8"/>
          </a:solidFill>
          <a:ln xmlns:a="http://schemas.openxmlformats.org/drawingml/2006/main" w="0">
            <a:noFill/>
          </a:ln>
        </p:spPr>
      </p:sp>
      <p:sp>
        <p:nvSpPr>
          <p:cNvPr id="1056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E05FC15C-E644-405F-AF03-014BCBB8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639" y="5482114"/>
            <a:ext cx="18097" cy="37148"/>
          </a:xfrm>
          <a:custGeom xmlns:a="http://schemas.openxmlformats.org/drawingml/2006/main">
            <a:pathLst>
              <a:path w="18097" h="37148">
                <a:moveTo>
                  <a:pt x="0" y="0"/>
                </a:moveTo>
                <a:lnTo>
                  <a:pt x="0" y="37148"/>
                </a:lnTo>
                <a:lnTo>
                  <a:pt x="18097" y="37148"/>
                </a:lnTo>
                <a:lnTo>
                  <a:pt x="180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BDC8"/>
          </a:solidFill>
          <a:ln xmlns:a="http://schemas.openxmlformats.org/drawingml/2006/main" w="0">
            <a:noFill/>
          </a:ln>
        </p:spPr>
      </p:sp>
      <p:sp>
        <p:nvSpPr>
          <p:cNvPr id="1057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6BF3FD1B-0FE2-4C49-9A0A-306BCE19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114" y="5577364"/>
            <a:ext cx="18097" cy="56198"/>
          </a:xfrm>
          <a:custGeom xmlns:a="http://schemas.openxmlformats.org/drawingml/2006/main">
            <a:pathLst>
              <a:path w="18097" h="56198">
                <a:moveTo>
                  <a:pt x="0" y="0"/>
                </a:moveTo>
                <a:lnTo>
                  <a:pt x="0" y="56198"/>
                </a:lnTo>
                <a:lnTo>
                  <a:pt x="18097" y="56198"/>
                </a:lnTo>
                <a:lnTo>
                  <a:pt x="180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BDC8"/>
          </a:solidFill>
          <a:ln xmlns:a="http://schemas.openxmlformats.org/drawingml/2006/main" w="0">
            <a:noFill/>
          </a:ln>
        </p:spPr>
      </p:sp>
      <p:sp>
        <p:nvSpPr>
          <p:cNvPr id="1058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CD3F3A38-5F44-4FFE-95B8-6168904B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189" y="529161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0"/>
                </a:move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DCBDC8"/>
          </a:solidFill>
          <a:ln xmlns:a="http://schemas.openxmlformats.org/drawingml/2006/main" w="0">
            <a:noFill/>
          </a:ln>
        </p:spPr>
      </p:sp>
      <p:sp>
        <p:nvSpPr>
          <p:cNvPr id="1059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62102286-4537-4B81-9E88-A097ACB2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364" y="5348764"/>
            <a:ext cx="27622" cy="18098"/>
          </a:xfrm>
          <a:custGeom xmlns:a="http://schemas.openxmlformats.org/drawingml/2006/main">
            <a:pathLst>
              <a:path w="27622" h="18098">
                <a:moveTo>
                  <a:pt x="0" y="0"/>
                </a:moveTo>
                <a:lnTo>
                  <a:pt x="0" y="18098"/>
                </a:lnTo>
                <a:lnTo>
                  <a:pt x="27622" y="18098"/>
                </a:lnTo>
                <a:lnTo>
                  <a:pt x="276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BDC8"/>
          </a:solidFill>
          <a:ln xmlns:a="http://schemas.openxmlformats.org/drawingml/2006/main" w="0">
            <a:noFill/>
          </a:ln>
        </p:spPr>
      </p:sp>
      <p:sp>
        <p:nvSpPr>
          <p:cNvPr id="1060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32286ACA-0BD9-47A2-B474-A3087109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939" y="5615464"/>
            <a:ext cx="18097" cy="65723"/>
          </a:xfrm>
          <a:custGeom xmlns:a="http://schemas.openxmlformats.org/drawingml/2006/main">
            <a:pathLst>
              <a:path w="18097" h="65723">
                <a:moveTo>
                  <a:pt x="0" y="0"/>
                </a:moveTo>
                <a:lnTo>
                  <a:pt x="0" y="65723"/>
                </a:lnTo>
                <a:lnTo>
                  <a:pt x="18097" y="65723"/>
                </a:lnTo>
                <a:lnTo>
                  <a:pt x="180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69D9A"/>
          </a:solidFill>
          <a:ln xmlns:a="http://schemas.openxmlformats.org/drawingml/2006/main" w="0">
            <a:noFill/>
          </a:ln>
        </p:spPr>
      </p:sp>
      <p:sp>
        <p:nvSpPr>
          <p:cNvPr id="1061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FADBE849-B855-41EB-871C-95DDE6F6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639" y="5882164"/>
            <a:ext cx="27622" cy="18098"/>
          </a:xfrm>
          <a:custGeom xmlns:a="http://schemas.openxmlformats.org/drawingml/2006/main">
            <a:pathLst>
              <a:path w="27622" h="18098">
                <a:moveTo>
                  <a:pt x="27622" y="0"/>
                </a:moveTo>
                <a:lnTo>
                  <a:pt x="0" y="0"/>
                </a:lnTo>
                <a:lnTo>
                  <a:pt x="0" y="18098"/>
                </a:lnTo>
                <a:lnTo>
                  <a:pt x="27622" y="18098"/>
                </a:lnTo>
                <a:lnTo>
                  <a:pt x="27622" y="0"/>
                </a:lnTo>
                <a:close/>
              </a:path>
            </a:pathLst>
          </a:custGeom>
          <a:solidFill xmlns:a="http://schemas.openxmlformats.org/drawingml/2006/main">
            <a:srgbClr val="E69D9A"/>
          </a:solidFill>
          <a:ln xmlns:a="http://schemas.openxmlformats.org/drawingml/2006/main" w="0">
            <a:noFill/>
          </a:ln>
        </p:spPr>
      </p:sp>
      <p:sp>
        <p:nvSpPr>
          <p:cNvPr id="1062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1A72B306-5C42-42C7-8196-F92ECE19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689" y="5482114"/>
            <a:ext cx="18098" cy="27623"/>
          </a:xfrm>
          <a:custGeom xmlns:a="http://schemas.openxmlformats.org/drawingml/2006/main">
            <a:pathLst>
              <a:path w="18098" h="27623">
                <a:moveTo>
                  <a:pt x="18098" y="27623"/>
                </a:moveTo>
                <a:lnTo>
                  <a:pt x="18098" y="0"/>
                </a:lnTo>
                <a:lnTo>
                  <a:pt x="0" y="0"/>
                </a:lnTo>
                <a:lnTo>
                  <a:pt x="0" y="27623"/>
                </a:lnTo>
                <a:lnTo>
                  <a:pt x="18098" y="27623"/>
                </a:lnTo>
                <a:close/>
              </a:path>
            </a:pathLst>
          </a:custGeom>
          <a:solidFill xmlns:a="http://schemas.openxmlformats.org/drawingml/2006/main">
            <a:srgbClr val="E69D9A"/>
          </a:solidFill>
          <a:ln xmlns:a="http://schemas.openxmlformats.org/drawingml/2006/main" w="0">
            <a:noFill/>
          </a:ln>
        </p:spPr>
      </p:sp>
      <p:sp>
        <p:nvSpPr>
          <p:cNvPr id="1063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5D949677-0A44-4295-B91E-9C179C66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539" y="5501164"/>
            <a:ext cx="65723" cy="18098"/>
          </a:xfrm>
          <a:custGeom xmlns:a="http://schemas.openxmlformats.org/drawingml/2006/main">
            <a:pathLst>
              <a:path w="65723" h="18098">
                <a:moveTo>
                  <a:pt x="65723" y="0"/>
                </a:moveTo>
                <a:lnTo>
                  <a:pt x="0" y="0"/>
                </a:lnTo>
                <a:lnTo>
                  <a:pt x="0" y="18098"/>
                </a:lnTo>
                <a:lnTo>
                  <a:pt x="65723" y="18098"/>
                </a:lnTo>
                <a:lnTo>
                  <a:pt x="65723" y="0"/>
                </a:lnTo>
                <a:close/>
              </a:path>
            </a:pathLst>
          </a:custGeom>
          <a:solidFill xmlns:a="http://schemas.openxmlformats.org/drawingml/2006/main">
            <a:srgbClr val="E69D9A"/>
          </a:solidFill>
          <a:ln xmlns:a="http://schemas.openxmlformats.org/drawingml/2006/main" w="0">
            <a:noFill/>
          </a:ln>
        </p:spPr>
      </p:sp>
      <p:sp>
        <p:nvSpPr>
          <p:cNvPr id="1064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A9B63993-40D3-4957-B6DA-89AEDCCE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014" y="5510689"/>
            <a:ext cx="18098" cy="27623"/>
          </a:xfrm>
          <a:custGeom xmlns:a="http://schemas.openxmlformats.org/drawingml/2006/main">
            <a:pathLst>
              <a:path w="18098" h="27623">
                <a:moveTo>
                  <a:pt x="0" y="27623"/>
                </a:moveTo>
                <a:lnTo>
                  <a:pt x="18098" y="27623"/>
                </a:lnTo>
                <a:lnTo>
                  <a:pt x="18098" y="0"/>
                </a:lnTo>
                <a:lnTo>
                  <a:pt x="0" y="0"/>
                </a:lnTo>
                <a:lnTo>
                  <a:pt x="0" y="27623"/>
                </a:lnTo>
                <a:close/>
              </a:path>
            </a:pathLst>
          </a:custGeom>
          <a:solidFill xmlns:a="http://schemas.openxmlformats.org/drawingml/2006/main">
            <a:srgbClr val="E69D9A"/>
          </a:solidFill>
          <a:ln xmlns:a="http://schemas.openxmlformats.org/drawingml/2006/main" w="0">
            <a:noFill/>
          </a:ln>
        </p:spPr>
      </p:sp>
      <p:sp>
        <p:nvSpPr>
          <p:cNvPr id="1065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E6BE4B7D-2E57-4402-A3EA-07E35E3C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864" y="5529739"/>
            <a:ext cx="65723" cy="18098"/>
          </a:xfrm>
          <a:custGeom xmlns:a="http://schemas.openxmlformats.org/drawingml/2006/main">
            <a:pathLst>
              <a:path w="65723" h="18098">
                <a:moveTo>
                  <a:pt x="65723" y="0"/>
                </a:moveTo>
                <a:lnTo>
                  <a:pt x="0" y="0"/>
                </a:lnTo>
                <a:lnTo>
                  <a:pt x="0" y="18098"/>
                </a:lnTo>
                <a:lnTo>
                  <a:pt x="65723" y="18098"/>
                </a:lnTo>
                <a:lnTo>
                  <a:pt x="65723" y="0"/>
                </a:lnTo>
                <a:close/>
              </a:path>
            </a:pathLst>
          </a:custGeom>
          <a:solidFill xmlns:a="http://schemas.openxmlformats.org/drawingml/2006/main">
            <a:srgbClr val="E69D9A"/>
          </a:solidFill>
          <a:ln xmlns:a="http://schemas.openxmlformats.org/drawingml/2006/main" w="0">
            <a:noFill/>
          </a:ln>
        </p:spPr>
      </p:sp>
      <p:sp>
        <p:nvSpPr>
          <p:cNvPr id="1066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AD89257A-6126-4A56-802F-AB2DFA94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5439" y="5434489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0"/>
                </a:move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close/>
              </a:path>
            </a:pathLst>
          </a:custGeom>
          <a:solidFill xmlns:a="http://schemas.openxmlformats.org/drawingml/2006/main">
            <a:srgbClr val="EF968F"/>
          </a:solidFill>
          <a:ln xmlns:a="http://schemas.openxmlformats.org/drawingml/2006/main" w="0">
            <a:noFill/>
          </a:ln>
        </p:spPr>
      </p:sp>
      <p:sp>
        <p:nvSpPr>
          <p:cNvPr id="1067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86E7EDD6-B5C4-4D08-983E-0CD0E505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489" y="5453539"/>
            <a:ext cx="46673" cy="18098"/>
          </a:xfrm>
          <a:custGeom xmlns:a="http://schemas.openxmlformats.org/drawingml/2006/main">
            <a:pathLst>
              <a:path w="46673" h="18098">
                <a:moveTo>
                  <a:pt x="0" y="18098"/>
                </a:moveTo>
                <a:lnTo>
                  <a:pt x="46673" y="18098"/>
                </a:lnTo>
                <a:lnTo>
                  <a:pt x="46673" y="0"/>
                </a:lnTo>
                <a:lnTo>
                  <a:pt x="0" y="0"/>
                </a:lnTo>
                <a:lnTo>
                  <a:pt x="0" y="18098"/>
                </a:lnTo>
                <a:close/>
              </a:path>
            </a:pathLst>
          </a:custGeom>
          <a:solidFill xmlns:a="http://schemas.openxmlformats.org/drawingml/2006/main">
            <a:srgbClr val="EF968F"/>
          </a:solidFill>
          <a:ln xmlns:a="http://schemas.openxmlformats.org/drawingml/2006/main" w="0">
            <a:noFill/>
          </a:ln>
        </p:spPr>
      </p:sp>
      <p:sp>
        <p:nvSpPr>
          <p:cNvPr id="1068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5EB9BA5D-C3F0-47E3-AD00-C8AAB9A0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589" y="5463064"/>
            <a:ext cx="18098" cy="27623"/>
          </a:xfrm>
          <a:custGeom xmlns:a="http://schemas.openxmlformats.org/drawingml/2006/main">
            <a:pathLst>
              <a:path w="18098" h="27623">
                <a:moveTo>
                  <a:pt x="0" y="27623"/>
                </a:moveTo>
                <a:lnTo>
                  <a:pt x="18098" y="27623"/>
                </a:lnTo>
                <a:lnTo>
                  <a:pt x="18098" y="0"/>
                </a:lnTo>
                <a:lnTo>
                  <a:pt x="0" y="0"/>
                </a:lnTo>
                <a:lnTo>
                  <a:pt x="0" y="27623"/>
                </a:lnTo>
                <a:close/>
              </a:path>
            </a:pathLst>
          </a:custGeom>
          <a:solidFill xmlns:a="http://schemas.openxmlformats.org/drawingml/2006/main">
            <a:srgbClr val="EF968F"/>
          </a:solidFill>
          <a:ln xmlns:a="http://schemas.openxmlformats.org/drawingml/2006/main" w="0">
            <a:noFill/>
          </a:ln>
        </p:spPr>
      </p:sp>
      <p:sp>
        <p:nvSpPr>
          <p:cNvPr id="1069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01E009DD-7626-469E-95E7-37B3D162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689" y="5501164"/>
            <a:ext cx="46673" cy="18098"/>
          </a:xfrm>
          <a:custGeom xmlns:a="http://schemas.openxmlformats.org/drawingml/2006/main">
            <a:pathLst>
              <a:path w="46673" h="18098">
                <a:moveTo>
                  <a:pt x="46673" y="18098"/>
                </a:moveTo>
                <a:lnTo>
                  <a:pt x="46673" y="0"/>
                </a:lnTo>
                <a:lnTo>
                  <a:pt x="0" y="0"/>
                </a:lnTo>
                <a:lnTo>
                  <a:pt x="0" y="18098"/>
                </a:lnTo>
                <a:lnTo>
                  <a:pt x="46673" y="18098"/>
                </a:lnTo>
                <a:close/>
              </a:path>
            </a:pathLst>
          </a:custGeom>
          <a:solidFill xmlns:a="http://schemas.openxmlformats.org/drawingml/2006/main">
            <a:srgbClr val="EF968F"/>
          </a:solidFill>
          <a:ln xmlns:a="http://schemas.openxmlformats.org/drawingml/2006/main" w="0">
            <a:noFill/>
          </a:ln>
        </p:spPr>
      </p:sp>
      <p:sp>
        <p:nvSpPr>
          <p:cNvPr id="1070" name="Source-visible temporal ranks">
            <a:extLst xmlns:a="http://schemas.openxmlformats.org/drawingml/2006/main">
              <a:ext uri="{FF2B5EF4-FFF2-40B4-BE49-F238E27FC236}">
                <a16:creationId xmlns:a16="http://schemas.microsoft.com/office/drawing/2014/main" id="{DAAF1187-E54A-4DDE-9787-00C62523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3089" y="5596414"/>
            <a:ext cx="65723" cy="37148"/>
          </a:xfrm>
          <a:custGeom xmlns:a="http://schemas.openxmlformats.org/drawingml/2006/main">
            <a:pathLst>
              <a:path w="65723" h="37148">
                <a:moveTo>
                  <a:pt x="28575" y="19050"/>
                </a:moveTo>
                <a:lnTo>
                  <a:pt x="0" y="19050"/>
                </a:lnTo>
                <a:lnTo>
                  <a:pt x="0" y="37148"/>
                </a:lnTo>
                <a:lnTo>
                  <a:pt x="65723" y="37148"/>
                </a:lnTo>
                <a:lnTo>
                  <a:pt x="65723" y="19050"/>
                </a:lnTo>
                <a:lnTo>
                  <a:pt x="56198" y="19050"/>
                </a:lnTo>
                <a:lnTo>
                  <a:pt x="56198" y="9525"/>
                </a:lnTo>
                <a:lnTo>
                  <a:pt x="46673" y="9525"/>
                </a:lnTo>
                <a:lnTo>
                  <a:pt x="46673" y="0"/>
                </a:lnTo>
                <a:lnTo>
                  <a:pt x="28575" y="0"/>
                </a:lnTo>
                <a:lnTo>
                  <a:pt x="28575" y="19050"/>
                </a:lnTo>
                <a:close/>
              </a:path>
            </a:pathLst>
          </a:custGeom>
          <a:solidFill xmlns:a="http://schemas.openxmlformats.org/drawingml/2006/main">
            <a:srgbClr val="EF968F"/>
          </a:solidFill>
          <a:ln xmlns:a="http://schemas.openxmlformats.org/drawingml/2006/main" w="0">
            <a:noFill/>
          </a:ln>
        </p:spPr>
      </p:sp>
      <p:sp>
        <p:nvSpPr>
          <p:cNvPr id="1071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1967DB59-59E2-40C5-9144-0D78F5C6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914" y="4358164"/>
            <a:ext cx="1723073" cy="1532573"/>
          </a:xfrm>
          <a:custGeom xmlns:a="http://schemas.openxmlformats.org/drawingml/2006/main">
            <a:pathLst>
              <a:path w="1723073" h="1532573">
                <a:moveTo>
                  <a:pt x="0" y="0"/>
                </a:moveTo>
                <a:lnTo>
                  <a:pt x="0" y="1532573"/>
                </a:lnTo>
                <a:lnTo>
                  <a:pt x="1608773" y="1532573"/>
                </a:lnTo>
                <a:lnTo>
                  <a:pt x="1608773" y="1523048"/>
                </a:lnTo>
                <a:lnTo>
                  <a:pt x="1723073" y="1523048"/>
                </a:lnTo>
                <a:lnTo>
                  <a:pt x="1723073" y="1362075"/>
                </a:lnTo>
                <a:lnTo>
                  <a:pt x="1561148" y="1362075"/>
                </a:lnTo>
                <a:lnTo>
                  <a:pt x="1561148" y="1266825"/>
                </a:lnTo>
                <a:lnTo>
                  <a:pt x="1427798" y="1266825"/>
                </a:lnTo>
                <a:lnTo>
                  <a:pt x="1427798" y="1200150"/>
                </a:lnTo>
                <a:lnTo>
                  <a:pt x="1418273" y="1200150"/>
                </a:lnTo>
                <a:lnTo>
                  <a:pt x="1418273" y="1190625"/>
                </a:lnTo>
                <a:lnTo>
                  <a:pt x="1303973" y="1190625"/>
                </a:lnTo>
                <a:lnTo>
                  <a:pt x="1303973" y="1143000"/>
                </a:lnTo>
                <a:lnTo>
                  <a:pt x="1208723" y="1143000"/>
                </a:lnTo>
                <a:lnTo>
                  <a:pt x="1208723" y="1114425"/>
                </a:lnTo>
                <a:lnTo>
                  <a:pt x="1199198" y="1114425"/>
                </a:lnTo>
                <a:lnTo>
                  <a:pt x="1199198" y="1095375"/>
                </a:lnTo>
                <a:lnTo>
                  <a:pt x="1122998" y="1095375"/>
                </a:lnTo>
                <a:lnTo>
                  <a:pt x="1122998" y="1066800"/>
                </a:lnTo>
                <a:lnTo>
                  <a:pt x="1113473" y="1066800"/>
                </a:lnTo>
                <a:lnTo>
                  <a:pt x="1113473" y="1057275"/>
                </a:lnTo>
                <a:lnTo>
                  <a:pt x="1056323" y="1057275"/>
                </a:lnTo>
                <a:lnTo>
                  <a:pt x="1056323" y="1038225"/>
                </a:lnTo>
                <a:lnTo>
                  <a:pt x="1046798" y="1038225"/>
                </a:lnTo>
                <a:lnTo>
                  <a:pt x="1046798" y="1028700"/>
                </a:lnTo>
                <a:lnTo>
                  <a:pt x="999173" y="1028700"/>
                </a:lnTo>
                <a:lnTo>
                  <a:pt x="999173" y="1019175"/>
                </a:lnTo>
                <a:lnTo>
                  <a:pt x="989648" y="1019175"/>
                </a:lnTo>
                <a:lnTo>
                  <a:pt x="989648" y="1000125"/>
                </a:lnTo>
                <a:lnTo>
                  <a:pt x="942023" y="1000125"/>
                </a:lnTo>
                <a:lnTo>
                  <a:pt x="942023" y="971550"/>
                </a:lnTo>
                <a:lnTo>
                  <a:pt x="894398" y="971550"/>
                </a:lnTo>
                <a:lnTo>
                  <a:pt x="894398" y="962025"/>
                </a:lnTo>
                <a:lnTo>
                  <a:pt x="884873" y="962025"/>
                </a:lnTo>
                <a:lnTo>
                  <a:pt x="884873" y="952500"/>
                </a:lnTo>
                <a:lnTo>
                  <a:pt x="837248" y="952500"/>
                </a:lnTo>
                <a:lnTo>
                  <a:pt x="837248" y="933450"/>
                </a:lnTo>
                <a:lnTo>
                  <a:pt x="827723" y="933450"/>
                </a:lnTo>
                <a:lnTo>
                  <a:pt x="827723" y="923925"/>
                </a:lnTo>
                <a:lnTo>
                  <a:pt x="799148" y="923925"/>
                </a:lnTo>
                <a:lnTo>
                  <a:pt x="799148" y="914400"/>
                </a:lnTo>
                <a:lnTo>
                  <a:pt x="780098" y="914400"/>
                </a:lnTo>
                <a:lnTo>
                  <a:pt x="780098" y="904875"/>
                </a:lnTo>
                <a:lnTo>
                  <a:pt x="770573" y="904875"/>
                </a:lnTo>
                <a:lnTo>
                  <a:pt x="770573" y="895350"/>
                </a:lnTo>
                <a:lnTo>
                  <a:pt x="751523" y="895350"/>
                </a:lnTo>
                <a:lnTo>
                  <a:pt x="751523" y="876300"/>
                </a:lnTo>
                <a:lnTo>
                  <a:pt x="713423" y="876300"/>
                </a:lnTo>
                <a:lnTo>
                  <a:pt x="713423" y="866775"/>
                </a:lnTo>
                <a:lnTo>
                  <a:pt x="703898" y="866775"/>
                </a:lnTo>
                <a:lnTo>
                  <a:pt x="703898" y="857250"/>
                </a:lnTo>
                <a:lnTo>
                  <a:pt x="684848" y="857250"/>
                </a:lnTo>
                <a:lnTo>
                  <a:pt x="684848" y="847725"/>
                </a:lnTo>
                <a:lnTo>
                  <a:pt x="665798" y="847725"/>
                </a:lnTo>
                <a:lnTo>
                  <a:pt x="665798" y="838200"/>
                </a:lnTo>
                <a:lnTo>
                  <a:pt x="656273" y="838200"/>
                </a:lnTo>
                <a:lnTo>
                  <a:pt x="656273" y="828675"/>
                </a:lnTo>
                <a:lnTo>
                  <a:pt x="646748" y="828675"/>
                </a:lnTo>
                <a:lnTo>
                  <a:pt x="646748" y="819150"/>
                </a:lnTo>
                <a:lnTo>
                  <a:pt x="627698" y="819150"/>
                </a:lnTo>
                <a:lnTo>
                  <a:pt x="627698" y="809625"/>
                </a:lnTo>
                <a:lnTo>
                  <a:pt x="608648" y="809625"/>
                </a:lnTo>
                <a:lnTo>
                  <a:pt x="608648" y="800100"/>
                </a:lnTo>
                <a:lnTo>
                  <a:pt x="599123" y="800100"/>
                </a:lnTo>
                <a:lnTo>
                  <a:pt x="599123" y="790575"/>
                </a:lnTo>
                <a:lnTo>
                  <a:pt x="580073" y="790575"/>
                </a:lnTo>
                <a:lnTo>
                  <a:pt x="580073" y="781050"/>
                </a:lnTo>
                <a:lnTo>
                  <a:pt x="570548" y="781050"/>
                </a:lnTo>
                <a:lnTo>
                  <a:pt x="570548" y="771525"/>
                </a:lnTo>
                <a:lnTo>
                  <a:pt x="561023" y="771525"/>
                </a:lnTo>
                <a:lnTo>
                  <a:pt x="561023" y="762000"/>
                </a:lnTo>
                <a:lnTo>
                  <a:pt x="541973" y="762000"/>
                </a:lnTo>
                <a:lnTo>
                  <a:pt x="541973" y="752475"/>
                </a:lnTo>
                <a:lnTo>
                  <a:pt x="532448" y="752475"/>
                </a:lnTo>
                <a:lnTo>
                  <a:pt x="532448" y="742950"/>
                </a:lnTo>
                <a:lnTo>
                  <a:pt x="513398" y="742950"/>
                </a:lnTo>
                <a:lnTo>
                  <a:pt x="513398" y="733425"/>
                </a:lnTo>
                <a:lnTo>
                  <a:pt x="503873" y="733425"/>
                </a:lnTo>
                <a:lnTo>
                  <a:pt x="503873" y="723900"/>
                </a:lnTo>
                <a:lnTo>
                  <a:pt x="484823" y="723900"/>
                </a:lnTo>
                <a:lnTo>
                  <a:pt x="484823" y="714375"/>
                </a:lnTo>
                <a:lnTo>
                  <a:pt x="475298" y="714375"/>
                </a:lnTo>
                <a:lnTo>
                  <a:pt x="475298" y="704850"/>
                </a:lnTo>
                <a:lnTo>
                  <a:pt x="456248" y="704850"/>
                </a:lnTo>
                <a:lnTo>
                  <a:pt x="456248" y="695325"/>
                </a:lnTo>
                <a:lnTo>
                  <a:pt x="446723" y="695325"/>
                </a:lnTo>
                <a:lnTo>
                  <a:pt x="446723" y="685800"/>
                </a:lnTo>
                <a:lnTo>
                  <a:pt x="427673" y="685800"/>
                </a:lnTo>
                <a:lnTo>
                  <a:pt x="427673" y="676275"/>
                </a:lnTo>
                <a:lnTo>
                  <a:pt x="418148" y="676275"/>
                </a:lnTo>
                <a:lnTo>
                  <a:pt x="418148" y="666750"/>
                </a:lnTo>
                <a:lnTo>
                  <a:pt x="408623" y="666750"/>
                </a:lnTo>
                <a:lnTo>
                  <a:pt x="408623" y="657225"/>
                </a:lnTo>
                <a:lnTo>
                  <a:pt x="399098" y="657225"/>
                </a:lnTo>
                <a:lnTo>
                  <a:pt x="399098" y="647700"/>
                </a:lnTo>
                <a:lnTo>
                  <a:pt x="389573" y="647700"/>
                </a:lnTo>
                <a:lnTo>
                  <a:pt x="389573" y="638175"/>
                </a:lnTo>
                <a:lnTo>
                  <a:pt x="380048" y="638175"/>
                </a:lnTo>
                <a:lnTo>
                  <a:pt x="380048" y="628650"/>
                </a:lnTo>
                <a:lnTo>
                  <a:pt x="360998" y="628650"/>
                </a:lnTo>
                <a:lnTo>
                  <a:pt x="360998" y="619125"/>
                </a:lnTo>
                <a:lnTo>
                  <a:pt x="351473" y="619125"/>
                </a:lnTo>
                <a:lnTo>
                  <a:pt x="351473" y="609600"/>
                </a:lnTo>
                <a:lnTo>
                  <a:pt x="332423" y="609600"/>
                </a:lnTo>
                <a:lnTo>
                  <a:pt x="332423" y="600075"/>
                </a:lnTo>
                <a:lnTo>
                  <a:pt x="322898" y="600075"/>
                </a:lnTo>
                <a:lnTo>
                  <a:pt x="322898" y="590550"/>
                </a:lnTo>
                <a:lnTo>
                  <a:pt x="303848" y="590550"/>
                </a:lnTo>
                <a:lnTo>
                  <a:pt x="303848" y="581025"/>
                </a:lnTo>
                <a:lnTo>
                  <a:pt x="294323" y="581025"/>
                </a:lnTo>
                <a:lnTo>
                  <a:pt x="294323" y="571500"/>
                </a:lnTo>
                <a:lnTo>
                  <a:pt x="284798" y="571500"/>
                </a:lnTo>
                <a:lnTo>
                  <a:pt x="284798" y="561975"/>
                </a:lnTo>
                <a:lnTo>
                  <a:pt x="275273" y="561975"/>
                </a:lnTo>
                <a:lnTo>
                  <a:pt x="275273" y="552450"/>
                </a:lnTo>
                <a:lnTo>
                  <a:pt x="265748" y="552450"/>
                </a:lnTo>
                <a:lnTo>
                  <a:pt x="265748" y="542925"/>
                </a:lnTo>
                <a:lnTo>
                  <a:pt x="246698" y="542925"/>
                </a:lnTo>
                <a:lnTo>
                  <a:pt x="246698" y="533400"/>
                </a:lnTo>
                <a:lnTo>
                  <a:pt x="237173" y="533400"/>
                </a:lnTo>
                <a:lnTo>
                  <a:pt x="237173" y="523875"/>
                </a:lnTo>
                <a:lnTo>
                  <a:pt x="227648" y="523875"/>
                </a:lnTo>
                <a:lnTo>
                  <a:pt x="227648" y="514350"/>
                </a:lnTo>
                <a:lnTo>
                  <a:pt x="218123" y="514350"/>
                </a:lnTo>
                <a:lnTo>
                  <a:pt x="218123" y="504825"/>
                </a:lnTo>
                <a:lnTo>
                  <a:pt x="208598" y="504825"/>
                </a:lnTo>
                <a:lnTo>
                  <a:pt x="208598" y="495300"/>
                </a:lnTo>
                <a:lnTo>
                  <a:pt x="199073" y="495300"/>
                </a:lnTo>
                <a:lnTo>
                  <a:pt x="199073" y="485775"/>
                </a:lnTo>
                <a:lnTo>
                  <a:pt x="189548" y="485775"/>
                </a:lnTo>
                <a:lnTo>
                  <a:pt x="189548" y="476250"/>
                </a:lnTo>
                <a:lnTo>
                  <a:pt x="180023" y="476250"/>
                </a:lnTo>
                <a:lnTo>
                  <a:pt x="180023" y="466725"/>
                </a:lnTo>
                <a:lnTo>
                  <a:pt x="170498" y="466725"/>
                </a:lnTo>
                <a:lnTo>
                  <a:pt x="170498" y="457200"/>
                </a:lnTo>
                <a:lnTo>
                  <a:pt x="160973" y="457200"/>
                </a:lnTo>
                <a:lnTo>
                  <a:pt x="160973" y="438150"/>
                </a:lnTo>
                <a:lnTo>
                  <a:pt x="151448" y="438150"/>
                </a:lnTo>
                <a:lnTo>
                  <a:pt x="151448" y="428625"/>
                </a:lnTo>
                <a:lnTo>
                  <a:pt x="141923" y="428625"/>
                </a:lnTo>
                <a:lnTo>
                  <a:pt x="141923" y="419100"/>
                </a:lnTo>
                <a:lnTo>
                  <a:pt x="132398" y="419100"/>
                </a:lnTo>
                <a:lnTo>
                  <a:pt x="132398" y="400050"/>
                </a:lnTo>
                <a:lnTo>
                  <a:pt x="122873" y="400050"/>
                </a:lnTo>
                <a:lnTo>
                  <a:pt x="122873" y="381000"/>
                </a:lnTo>
                <a:lnTo>
                  <a:pt x="113348" y="381000"/>
                </a:lnTo>
                <a:lnTo>
                  <a:pt x="113348" y="361950"/>
                </a:lnTo>
                <a:lnTo>
                  <a:pt x="103823" y="361950"/>
                </a:lnTo>
                <a:lnTo>
                  <a:pt x="103823" y="352425"/>
                </a:lnTo>
                <a:lnTo>
                  <a:pt x="94298" y="352425"/>
                </a:lnTo>
                <a:lnTo>
                  <a:pt x="94298" y="323850"/>
                </a:lnTo>
                <a:lnTo>
                  <a:pt x="84773" y="323850"/>
                </a:lnTo>
                <a:lnTo>
                  <a:pt x="84773" y="295275"/>
                </a:lnTo>
                <a:lnTo>
                  <a:pt x="75248" y="295275"/>
                </a:lnTo>
                <a:lnTo>
                  <a:pt x="75248" y="266700"/>
                </a:lnTo>
                <a:lnTo>
                  <a:pt x="65723" y="266700"/>
                </a:lnTo>
                <a:lnTo>
                  <a:pt x="65723" y="247650"/>
                </a:lnTo>
                <a:lnTo>
                  <a:pt x="56198" y="247650"/>
                </a:lnTo>
                <a:lnTo>
                  <a:pt x="56198" y="228600"/>
                </a:lnTo>
                <a:lnTo>
                  <a:pt x="46673" y="228600"/>
                </a:lnTo>
                <a:lnTo>
                  <a:pt x="46673" y="190500"/>
                </a:lnTo>
                <a:lnTo>
                  <a:pt x="37148" y="190500"/>
                </a:lnTo>
                <a:lnTo>
                  <a:pt x="37148" y="142875"/>
                </a:lnTo>
                <a:lnTo>
                  <a:pt x="27623" y="142875"/>
                </a:lnTo>
                <a:lnTo>
                  <a:pt x="27623" y="85725"/>
                </a:lnTo>
                <a:lnTo>
                  <a:pt x="18098" y="85725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B9EC8"/>
          </a:solidFill>
          <a:ln xmlns:a="http://schemas.openxmlformats.org/drawingml/2006/main" w="0">
            <a:noFill/>
          </a:ln>
        </p:spPr>
      </p:sp>
      <p:sp>
        <p:nvSpPr>
          <p:cNvPr id="1072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9B1FE32C-A908-4851-9F02-6C9C9073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914" y="4024789"/>
            <a:ext cx="1913573" cy="1694498"/>
          </a:xfrm>
          <a:custGeom xmlns:a="http://schemas.openxmlformats.org/drawingml/2006/main">
            <a:pathLst>
              <a:path w="1913573" h="1694498">
                <a:moveTo>
                  <a:pt x="0" y="0"/>
                </a:moveTo>
                <a:lnTo>
                  <a:pt x="0" y="199072"/>
                </a:lnTo>
                <a:lnTo>
                  <a:pt x="9525" y="199072"/>
                </a:lnTo>
                <a:lnTo>
                  <a:pt x="9525" y="370522"/>
                </a:lnTo>
                <a:lnTo>
                  <a:pt x="19050" y="370522"/>
                </a:lnTo>
                <a:lnTo>
                  <a:pt x="19050" y="446722"/>
                </a:lnTo>
                <a:lnTo>
                  <a:pt x="28575" y="446722"/>
                </a:lnTo>
                <a:lnTo>
                  <a:pt x="28575" y="494347"/>
                </a:lnTo>
                <a:lnTo>
                  <a:pt x="38100" y="494347"/>
                </a:lnTo>
                <a:lnTo>
                  <a:pt x="38100" y="541972"/>
                </a:lnTo>
                <a:lnTo>
                  <a:pt x="47625" y="541972"/>
                </a:lnTo>
                <a:lnTo>
                  <a:pt x="47625" y="570547"/>
                </a:lnTo>
                <a:lnTo>
                  <a:pt x="57150" y="570547"/>
                </a:lnTo>
                <a:lnTo>
                  <a:pt x="57150" y="589597"/>
                </a:lnTo>
                <a:lnTo>
                  <a:pt x="66675" y="589597"/>
                </a:lnTo>
                <a:lnTo>
                  <a:pt x="66675" y="618172"/>
                </a:lnTo>
                <a:lnTo>
                  <a:pt x="76200" y="618172"/>
                </a:lnTo>
                <a:lnTo>
                  <a:pt x="76200" y="646747"/>
                </a:lnTo>
                <a:lnTo>
                  <a:pt x="85725" y="646747"/>
                </a:lnTo>
                <a:lnTo>
                  <a:pt x="85725" y="665797"/>
                </a:lnTo>
                <a:lnTo>
                  <a:pt x="95250" y="665797"/>
                </a:lnTo>
                <a:lnTo>
                  <a:pt x="95250" y="694372"/>
                </a:lnTo>
                <a:lnTo>
                  <a:pt x="104775" y="694372"/>
                </a:lnTo>
                <a:lnTo>
                  <a:pt x="104775" y="703897"/>
                </a:lnTo>
                <a:lnTo>
                  <a:pt x="114300" y="703897"/>
                </a:lnTo>
                <a:lnTo>
                  <a:pt x="114300" y="722947"/>
                </a:lnTo>
                <a:lnTo>
                  <a:pt x="123825" y="722947"/>
                </a:lnTo>
                <a:lnTo>
                  <a:pt x="123825" y="741997"/>
                </a:lnTo>
                <a:lnTo>
                  <a:pt x="133350" y="741997"/>
                </a:lnTo>
                <a:lnTo>
                  <a:pt x="133350" y="751522"/>
                </a:lnTo>
                <a:lnTo>
                  <a:pt x="142875" y="751522"/>
                </a:lnTo>
                <a:lnTo>
                  <a:pt x="142875" y="770572"/>
                </a:lnTo>
                <a:lnTo>
                  <a:pt x="152400" y="770572"/>
                </a:lnTo>
                <a:lnTo>
                  <a:pt x="152400" y="780097"/>
                </a:lnTo>
                <a:lnTo>
                  <a:pt x="161925" y="780097"/>
                </a:lnTo>
                <a:lnTo>
                  <a:pt x="161925" y="789622"/>
                </a:lnTo>
                <a:lnTo>
                  <a:pt x="171450" y="789622"/>
                </a:lnTo>
                <a:lnTo>
                  <a:pt x="171450" y="808672"/>
                </a:lnTo>
                <a:lnTo>
                  <a:pt x="180975" y="808672"/>
                </a:lnTo>
                <a:lnTo>
                  <a:pt x="180975" y="818197"/>
                </a:lnTo>
                <a:lnTo>
                  <a:pt x="190500" y="818197"/>
                </a:lnTo>
                <a:lnTo>
                  <a:pt x="190500" y="827722"/>
                </a:lnTo>
                <a:lnTo>
                  <a:pt x="200025" y="827722"/>
                </a:lnTo>
                <a:lnTo>
                  <a:pt x="200025" y="837247"/>
                </a:lnTo>
                <a:lnTo>
                  <a:pt x="209550" y="837247"/>
                </a:lnTo>
                <a:lnTo>
                  <a:pt x="209550" y="846772"/>
                </a:lnTo>
                <a:lnTo>
                  <a:pt x="219075" y="846772"/>
                </a:lnTo>
                <a:lnTo>
                  <a:pt x="219075" y="856298"/>
                </a:lnTo>
                <a:lnTo>
                  <a:pt x="228600" y="856298"/>
                </a:lnTo>
                <a:lnTo>
                  <a:pt x="228600" y="865823"/>
                </a:lnTo>
                <a:lnTo>
                  <a:pt x="238125" y="865823"/>
                </a:lnTo>
                <a:lnTo>
                  <a:pt x="238125" y="875348"/>
                </a:lnTo>
                <a:lnTo>
                  <a:pt x="257175" y="875348"/>
                </a:lnTo>
                <a:lnTo>
                  <a:pt x="257175" y="884873"/>
                </a:lnTo>
                <a:lnTo>
                  <a:pt x="266700" y="884873"/>
                </a:lnTo>
                <a:lnTo>
                  <a:pt x="266700" y="894398"/>
                </a:lnTo>
                <a:lnTo>
                  <a:pt x="276225" y="894398"/>
                </a:lnTo>
                <a:lnTo>
                  <a:pt x="276225" y="903923"/>
                </a:lnTo>
                <a:lnTo>
                  <a:pt x="285750" y="903923"/>
                </a:lnTo>
                <a:lnTo>
                  <a:pt x="285750" y="913448"/>
                </a:lnTo>
                <a:lnTo>
                  <a:pt x="295275" y="913448"/>
                </a:lnTo>
                <a:lnTo>
                  <a:pt x="295275" y="922973"/>
                </a:lnTo>
                <a:lnTo>
                  <a:pt x="314325" y="922973"/>
                </a:lnTo>
                <a:lnTo>
                  <a:pt x="314325" y="932498"/>
                </a:lnTo>
                <a:lnTo>
                  <a:pt x="323850" y="932498"/>
                </a:lnTo>
                <a:lnTo>
                  <a:pt x="323850" y="942023"/>
                </a:lnTo>
                <a:lnTo>
                  <a:pt x="342900" y="942023"/>
                </a:lnTo>
                <a:lnTo>
                  <a:pt x="342900" y="951548"/>
                </a:lnTo>
                <a:lnTo>
                  <a:pt x="352425" y="951548"/>
                </a:lnTo>
                <a:lnTo>
                  <a:pt x="352425" y="961073"/>
                </a:lnTo>
                <a:lnTo>
                  <a:pt x="361950" y="961073"/>
                </a:lnTo>
                <a:lnTo>
                  <a:pt x="361950" y="970598"/>
                </a:lnTo>
                <a:lnTo>
                  <a:pt x="381000" y="970598"/>
                </a:lnTo>
                <a:lnTo>
                  <a:pt x="381000" y="980123"/>
                </a:lnTo>
                <a:lnTo>
                  <a:pt x="390525" y="980123"/>
                </a:lnTo>
                <a:lnTo>
                  <a:pt x="390525" y="989648"/>
                </a:lnTo>
                <a:lnTo>
                  <a:pt x="400050" y="989648"/>
                </a:lnTo>
                <a:lnTo>
                  <a:pt x="400050" y="999173"/>
                </a:lnTo>
                <a:lnTo>
                  <a:pt x="409575" y="999173"/>
                </a:lnTo>
                <a:lnTo>
                  <a:pt x="409575" y="1008698"/>
                </a:lnTo>
                <a:lnTo>
                  <a:pt x="419100" y="1008698"/>
                </a:lnTo>
                <a:lnTo>
                  <a:pt x="419100" y="1018223"/>
                </a:lnTo>
                <a:lnTo>
                  <a:pt x="438150" y="1018223"/>
                </a:lnTo>
                <a:lnTo>
                  <a:pt x="438150" y="1027748"/>
                </a:lnTo>
                <a:lnTo>
                  <a:pt x="447675" y="1027748"/>
                </a:lnTo>
                <a:lnTo>
                  <a:pt x="447675" y="1037273"/>
                </a:lnTo>
                <a:lnTo>
                  <a:pt x="466725" y="1037273"/>
                </a:lnTo>
                <a:lnTo>
                  <a:pt x="466725" y="1046798"/>
                </a:lnTo>
                <a:lnTo>
                  <a:pt x="476250" y="1046798"/>
                </a:lnTo>
                <a:lnTo>
                  <a:pt x="476250" y="1056323"/>
                </a:lnTo>
                <a:lnTo>
                  <a:pt x="495300" y="1056323"/>
                </a:lnTo>
                <a:lnTo>
                  <a:pt x="495300" y="1065848"/>
                </a:lnTo>
                <a:lnTo>
                  <a:pt x="504825" y="1065848"/>
                </a:lnTo>
                <a:lnTo>
                  <a:pt x="504825" y="1075373"/>
                </a:lnTo>
                <a:lnTo>
                  <a:pt x="523875" y="1075373"/>
                </a:lnTo>
                <a:lnTo>
                  <a:pt x="523875" y="1084898"/>
                </a:lnTo>
                <a:lnTo>
                  <a:pt x="542925" y="1084898"/>
                </a:lnTo>
                <a:lnTo>
                  <a:pt x="542925" y="1094423"/>
                </a:lnTo>
                <a:lnTo>
                  <a:pt x="552450" y="1094423"/>
                </a:lnTo>
                <a:lnTo>
                  <a:pt x="552450" y="1103948"/>
                </a:lnTo>
                <a:lnTo>
                  <a:pt x="561975" y="1103948"/>
                </a:lnTo>
                <a:lnTo>
                  <a:pt x="561975" y="1113473"/>
                </a:lnTo>
                <a:lnTo>
                  <a:pt x="571500" y="1113473"/>
                </a:lnTo>
                <a:lnTo>
                  <a:pt x="571500" y="1122998"/>
                </a:lnTo>
                <a:lnTo>
                  <a:pt x="581025" y="1122998"/>
                </a:lnTo>
                <a:lnTo>
                  <a:pt x="581025" y="1132523"/>
                </a:lnTo>
                <a:lnTo>
                  <a:pt x="600075" y="1132523"/>
                </a:lnTo>
                <a:lnTo>
                  <a:pt x="600075" y="1142048"/>
                </a:lnTo>
                <a:lnTo>
                  <a:pt x="619125" y="1142048"/>
                </a:lnTo>
                <a:lnTo>
                  <a:pt x="619125" y="1151573"/>
                </a:lnTo>
                <a:lnTo>
                  <a:pt x="638175" y="1151573"/>
                </a:lnTo>
                <a:lnTo>
                  <a:pt x="638175" y="1161098"/>
                </a:lnTo>
                <a:lnTo>
                  <a:pt x="647700" y="1161098"/>
                </a:lnTo>
                <a:lnTo>
                  <a:pt x="647700" y="1170623"/>
                </a:lnTo>
                <a:lnTo>
                  <a:pt x="657225" y="1170623"/>
                </a:lnTo>
                <a:lnTo>
                  <a:pt x="657225" y="1180148"/>
                </a:lnTo>
                <a:lnTo>
                  <a:pt x="676275" y="1180148"/>
                </a:lnTo>
                <a:lnTo>
                  <a:pt x="676275" y="1189673"/>
                </a:lnTo>
                <a:lnTo>
                  <a:pt x="685800" y="1189673"/>
                </a:lnTo>
                <a:lnTo>
                  <a:pt x="685800" y="1199198"/>
                </a:lnTo>
                <a:lnTo>
                  <a:pt x="704850" y="1199198"/>
                </a:lnTo>
                <a:lnTo>
                  <a:pt x="704850" y="1208723"/>
                </a:lnTo>
                <a:lnTo>
                  <a:pt x="742950" y="1208723"/>
                </a:lnTo>
                <a:lnTo>
                  <a:pt x="742950" y="1218248"/>
                </a:lnTo>
                <a:lnTo>
                  <a:pt x="752475" y="1218248"/>
                </a:lnTo>
                <a:lnTo>
                  <a:pt x="752475" y="1227773"/>
                </a:lnTo>
                <a:lnTo>
                  <a:pt x="762000" y="1227773"/>
                </a:lnTo>
                <a:lnTo>
                  <a:pt x="762000" y="1237298"/>
                </a:lnTo>
                <a:lnTo>
                  <a:pt x="771525" y="1237298"/>
                </a:lnTo>
                <a:lnTo>
                  <a:pt x="771525" y="1246823"/>
                </a:lnTo>
                <a:lnTo>
                  <a:pt x="800100" y="1246823"/>
                </a:lnTo>
                <a:lnTo>
                  <a:pt x="800100" y="1265873"/>
                </a:lnTo>
                <a:lnTo>
                  <a:pt x="838200" y="1265873"/>
                </a:lnTo>
                <a:lnTo>
                  <a:pt x="838200" y="1284923"/>
                </a:lnTo>
                <a:lnTo>
                  <a:pt x="885825" y="1284923"/>
                </a:lnTo>
                <a:lnTo>
                  <a:pt x="885825" y="1303973"/>
                </a:lnTo>
                <a:lnTo>
                  <a:pt x="933450" y="1303973"/>
                </a:lnTo>
                <a:lnTo>
                  <a:pt x="933450" y="1313498"/>
                </a:lnTo>
                <a:lnTo>
                  <a:pt x="942975" y="1313498"/>
                </a:lnTo>
                <a:lnTo>
                  <a:pt x="942975" y="1332548"/>
                </a:lnTo>
                <a:lnTo>
                  <a:pt x="990600" y="1332548"/>
                </a:lnTo>
                <a:lnTo>
                  <a:pt x="990600" y="1361123"/>
                </a:lnTo>
                <a:lnTo>
                  <a:pt x="1047750" y="1361123"/>
                </a:lnTo>
                <a:lnTo>
                  <a:pt x="1047750" y="1389698"/>
                </a:lnTo>
                <a:lnTo>
                  <a:pt x="1104900" y="1389698"/>
                </a:lnTo>
                <a:lnTo>
                  <a:pt x="1104900" y="1399223"/>
                </a:lnTo>
                <a:lnTo>
                  <a:pt x="1114425" y="1399223"/>
                </a:lnTo>
                <a:lnTo>
                  <a:pt x="1114425" y="1427798"/>
                </a:lnTo>
                <a:lnTo>
                  <a:pt x="1190625" y="1427798"/>
                </a:lnTo>
                <a:lnTo>
                  <a:pt x="1190625" y="1437323"/>
                </a:lnTo>
                <a:lnTo>
                  <a:pt x="1200150" y="1437323"/>
                </a:lnTo>
                <a:lnTo>
                  <a:pt x="1200150" y="1475423"/>
                </a:lnTo>
                <a:lnTo>
                  <a:pt x="1295400" y="1475423"/>
                </a:lnTo>
                <a:lnTo>
                  <a:pt x="1295400" y="1484948"/>
                </a:lnTo>
                <a:lnTo>
                  <a:pt x="1304925" y="1484948"/>
                </a:lnTo>
                <a:lnTo>
                  <a:pt x="1304925" y="1532573"/>
                </a:lnTo>
                <a:lnTo>
                  <a:pt x="1419225" y="1532573"/>
                </a:lnTo>
                <a:lnTo>
                  <a:pt x="1419225" y="1589723"/>
                </a:lnTo>
                <a:lnTo>
                  <a:pt x="1428750" y="1589723"/>
                </a:lnTo>
                <a:lnTo>
                  <a:pt x="1428750" y="1599248"/>
                </a:lnTo>
                <a:lnTo>
                  <a:pt x="1552575" y="1599248"/>
                </a:lnTo>
                <a:lnTo>
                  <a:pt x="1552575" y="1608773"/>
                </a:lnTo>
                <a:lnTo>
                  <a:pt x="1562100" y="1608773"/>
                </a:lnTo>
                <a:lnTo>
                  <a:pt x="1562100" y="1694498"/>
                </a:lnTo>
                <a:lnTo>
                  <a:pt x="1827848" y="1694498"/>
                </a:lnTo>
                <a:lnTo>
                  <a:pt x="1827848" y="1665923"/>
                </a:lnTo>
                <a:lnTo>
                  <a:pt x="1837373" y="1665923"/>
                </a:lnTo>
                <a:lnTo>
                  <a:pt x="1837373" y="1599248"/>
                </a:lnTo>
                <a:lnTo>
                  <a:pt x="1904048" y="1599248"/>
                </a:lnTo>
                <a:lnTo>
                  <a:pt x="1904048" y="1589723"/>
                </a:lnTo>
                <a:lnTo>
                  <a:pt x="1913573" y="1589723"/>
                </a:lnTo>
                <a:lnTo>
                  <a:pt x="1913573" y="1524000"/>
                </a:lnTo>
                <a:lnTo>
                  <a:pt x="1846898" y="1524000"/>
                </a:lnTo>
                <a:lnTo>
                  <a:pt x="1846898" y="1476375"/>
                </a:lnTo>
                <a:lnTo>
                  <a:pt x="1780223" y="1476375"/>
                </a:lnTo>
                <a:lnTo>
                  <a:pt x="1780223" y="1466850"/>
                </a:lnTo>
                <a:lnTo>
                  <a:pt x="1770698" y="1466850"/>
                </a:lnTo>
                <a:lnTo>
                  <a:pt x="1770698" y="1428750"/>
                </a:lnTo>
                <a:lnTo>
                  <a:pt x="1723073" y="1428750"/>
                </a:lnTo>
                <a:lnTo>
                  <a:pt x="1723073" y="1390650"/>
                </a:lnTo>
                <a:lnTo>
                  <a:pt x="1675448" y="1390650"/>
                </a:lnTo>
                <a:lnTo>
                  <a:pt x="1675448" y="1362075"/>
                </a:lnTo>
                <a:lnTo>
                  <a:pt x="1627823" y="1362075"/>
                </a:lnTo>
                <a:lnTo>
                  <a:pt x="1627823" y="1333500"/>
                </a:lnTo>
                <a:lnTo>
                  <a:pt x="1589723" y="1333500"/>
                </a:lnTo>
                <a:lnTo>
                  <a:pt x="1589723" y="1314450"/>
                </a:lnTo>
                <a:lnTo>
                  <a:pt x="1580198" y="1314450"/>
                </a:lnTo>
                <a:lnTo>
                  <a:pt x="1580198" y="1304925"/>
                </a:lnTo>
                <a:lnTo>
                  <a:pt x="1561148" y="1304925"/>
                </a:lnTo>
                <a:lnTo>
                  <a:pt x="1561148" y="1285875"/>
                </a:lnTo>
                <a:lnTo>
                  <a:pt x="1523048" y="1285875"/>
                </a:lnTo>
                <a:lnTo>
                  <a:pt x="1523048" y="1266825"/>
                </a:lnTo>
                <a:lnTo>
                  <a:pt x="1494473" y="1266825"/>
                </a:lnTo>
                <a:lnTo>
                  <a:pt x="1494473" y="1247775"/>
                </a:lnTo>
                <a:lnTo>
                  <a:pt x="1456373" y="1247775"/>
                </a:lnTo>
                <a:lnTo>
                  <a:pt x="1456373" y="1228725"/>
                </a:lnTo>
                <a:lnTo>
                  <a:pt x="1418273" y="1228725"/>
                </a:lnTo>
                <a:lnTo>
                  <a:pt x="1418273" y="1219200"/>
                </a:lnTo>
                <a:lnTo>
                  <a:pt x="1408748" y="1219200"/>
                </a:lnTo>
                <a:lnTo>
                  <a:pt x="1408748" y="1209675"/>
                </a:lnTo>
                <a:lnTo>
                  <a:pt x="1380173" y="1209675"/>
                </a:lnTo>
                <a:lnTo>
                  <a:pt x="1380173" y="1200150"/>
                </a:lnTo>
                <a:lnTo>
                  <a:pt x="1370648" y="1200150"/>
                </a:lnTo>
                <a:lnTo>
                  <a:pt x="1370648" y="1190625"/>
                </a:lnTo>
                <a:lnTo>
                  <a:pt x="1351598" y="1190625"/>
                </a:lnTo>
                <a:lnTo>
                  <a:pt x="1351598" y="1181100"/>
                </a:lnTo>
                <a:lnTo>
                  <a:pt x="1323023" y="1181100"/>
                </a:lnTo>
                <a:lnTo>
                  <a:pt x="1323023" y="1162050"/>
                </a:lnTo>
                <a:lnTo>
                  <a:pt x="1294448" y="1162050"/>
                </a:lnTo>
                <a:lnTo>
                  <a:pt x="1294448" y="1152525"/>
                </a:lnTo>
                <a:lnTo>
                  <a:pt x="1275398" y="1152525"/>
                </a:lnTo>
                <a:lnTo>
                  <a:pt x="1275398" y="1143000"/>
                </a:lnTo>
                <a:lnTo>
                  <a:pt x="1246823" y="1143000"/>
                </a:lnTo>
                <a:lnTo>
                  <a:pt x="1246823" y="1133475"/>
                </a:lnTo>
                <a:lnTo>
                  <a:pt x="1227773" y="1133475"/>
                </a:lnTo>
                <a:lnTo>
                  <a:pt x="1227773" y="1123950"/>
                </a:lnTo>
                <a:lnTo>
                  <a:pt x="1218248" y="1123950"/>
                </a:lnTo>
                <a:lnTo>
                  <a:pt x="1218248" y="1114425"/>
                </a:lnTo>
                <a:lnTo>
                  <a:pt x="1199198" y="1114425"/>
                </a:lnTo>
                <a:lnTo>
                  <a:pt x="1199198" y="1104900"/>
                </a:lnTo>
                <a:lnTo>
                  <a:pt x="1180148" y="1104900"/>
                </a:lnTo>
                <a:lnTo>
                  <a:pt x="1180148" y="1095375"/>
                </a:lnTo>
                <a:lnTo>
                  <a:pt x="1161098" y="1095375"/>
                </a:lnTo>
                <a:lnTo>
                  <a:pt x="1161098" y="1085850"/>
                </a:lnTo>
                <a:lnTo>
                  <a:pt x="1142048" y="1085850"/>
                </a:lnTo>
                <a:lnTo>
                  <a:pt x="1142048" y="1076325"/>
                </a:lnTo>
                <a:lnTo>
                  <a:pt x="1122998" y="1076325"/>
                </a:lnTo>
                <a:lnTo>
                  <a:pt x="1122998" y="1066800"/>
                </a:lnTo>
                <a:lnTo>
                  <a:pt x="1103948" y="1066800"/>
                </a:lnTo>
                <a:lnTo>
                  <a:pt x="1103948" y="1057275"/>
                </a:lnTo>
                <a:lnTo>
                  <a:pt x="1075373" y="1057275"/>
                </a:lnTo>
                <a:lnTo>
                  <a:pt x="1075373" y="1047750"/>
                </a:lnTo>
                <a:lnTo>
                  <a:pt x="1056323" y="1047750"/>
                </a:lnTo>
                <a:lnTo>
                  <a:pt x="1056323" y="1038225"/>
                </a:lnTo>
                <a:lnTo>
                  <a:pt x="1027748" y="1038225"/>
                </a:lnTo>
                <a:lnTo>
                  <a:pt x="1027748" y="1028700"/>
                </a:lnTo>
                <a:lnTo>
                  <a:pt x="1008698" y="1028700"/>
                </a:lnTo>
                <a:lnTo>
                  <a:pt x="1008698" y="1019175"/>
                </a:lnTo>
                <a:lnTo>
                  <a:pt x="989648" y="1019175"/>
                </a:lnTo>
                <a:lnTo>
                  <a:pt x="989648" y="1009650"/>
                </a:lnTo>
                <a:lnTo>
                  <a:pt x="970598" y="1009650"/>
                </a:lnTo>
                <a:lnTo>
                  <a:pt x="970598" y="1000125"/>
                </a:lnTo>
                <a:lnTo>
                  <a:pt x="951548" y="1000125"/>
                </a:lnTo>
                <a:lnTo>
                  <a:pt x="951548" y="990600"/>
                </a:lnTo>
                <a:lnTo>
                  <a:pt x="932498" y="990600"/>
                </a:lnTo>
                <a:lnTo>
                  <a:pt x="932498" y="981075"/>
                </a:lnTo>
                <a:lnTo>
                  <a:pt x="922973" y="981075"/>
                </a:lnTo>
                <a:lnTo>
                  <a:pt x="922973" y="971550"/>
                </a:lnTo>
                <a:lnTo>
                  <a:pt x="903923" y="971550"/>
                </a:lnTo>
                <a:lnTo>
                  <a:pt x="903923" y="962025"/>
                </a:lnTo>
                <a:lnTo>
                  <a:pt x="884873" y="962025"/>
                </a:lnTo>
                <a:lnTo>
                  <a:pt x="884873" y="952500"/>
                </a:lnTo>
                <a:lnTo>
                  <a:pt x="856298" y="952500"/>
                </a:lnTo>
                <a:lnTo>
                  <a:pt x="856298" y="942975"/>
                </a:lnTo>
                <a:lnTo>
                  <a:pt x="837248" y="942975"/>
                </a:lnTo>
                <a:lnTo>
                  <a:pt x="837248" y="933450"/>
                </a:lnTo>
                <a:lnTo>
                  <a:pt x="818198" y="933450"/>
                </a:lnTo>
                <a:lnTo>
                  <a:pt x="818198" y="923925"/>
                </a:lnTo>
                <a:lnTo>
                  <a:pt x="799148" y="923925"/>
                </a:lnTo>
                <a:lnTo>
                  <a:pt x="799148" y="914400"/>
                </a:lnTo>
                <a:lnTo>
                  <a:pt x="780098" y="914400"/>
                </a:lnTo>
                <a:lnTo>
                  <a:pt x="780098" y="904875"/>
                </a:lnTo>
                <a:lnTo>
                  <a:pt x="761048" y="904875"/>
                </a:lnTo>
                <a:lnTo>
                  <a:pt x="761048" y="895350"/>
                </a:lnTo>
                <a:lnTo>
                  <a:pt x="751523" y="895350"/>
                </a:lnTo>
                <a:lnTo>
                  <a:pt x="751523" y="885825"/>
                </a:lnTo>
                <a:lnTo>
                  <a:pt x="732473" y="885825"/>
                </a:lnTo>
                <a:lnTo>
                  <a:pt x="732473" y="876300"/>
                </a:lnTo>
                <a:lnTo>
                  <a:pt x="703898" y="876300"/>
                </a:lnTo>
                <a:lnTo>
                  <a:pt x="703898" y="866775"/>
                </a:lnTo>
                <a:lnTo>
                  <a:pt x="694373" y="866775"/>
                </a:lnTo>
                <a:lnTo>
                  <a:pt x="694373" y="857250"/>
                </a:lnTo>
                <a:lnTo>
                  <a:pt x="675323" y="857250"/>
                </a:lnTo>
                <a:lnTo>
                  <a:pt x="675323" y="847725"/>
                </a:lnTo>
                <a:lnTo>
                  <a:pt x="665798" y="847725"/>
                </a:lnTo>
                <a:lnTo>
                  <a:pt x="665798" y="838200"/>
                </a:lnTo>
                <a:lnTo>
                  <a:pt x="656273" y="838200"/>
                </a:lnTo>
                <a:lnTo>
                  <a:pt x="656273" y="828675"/>
                </a:lnTo>
                <a:lnTo>
                  <a:pt x="637223" y="828675"/>
                </a:lnTo>
                <a:lnTo>
                  <a:pt x="637223" y="819150"/>
                </a:lnTo>
                <a:lnTo>
                  <a:pt x="627698" y="819150"/>
                </a:lnTo>
                <a:lnTo>
                  <a:pt x="627698" y="809625"/>
                </a:lnTo>
                <a:lnTo>
                  <a:pt x="618173" y="809625"/>
                </a:lnTo>
                <a:lnTo>
                  <a:pt x="618173" y="800100"/>
                </a:lnTo>
                <a:lnTo>
                  <a:pt x="599123" y="800100"/>
                </a:lnTo>
                <a:lnTo>
                  <a:pt x="599123" y="790575"/>
                </a:lnTo>
                <a:lnTo>
                  <a:pt x="580073" y="790575"/>
                </a:lnTo>
                <a:lnTo>
                  <a:pt x="580073" y="781050"/>
                </a:lnTo>
                <a:lnTo>
                  <a:pt x="570548" y="781050"/>
                </a:lnTo>
                <a:lnTo>
                  <a:pt x="570548" y="771525"/>
                </a:lnTo>
                <a:lnTo>
                  <a:pt x="551498" y="771525"/>
                </a:lnTo>
                <a:lnTo>
                  <a:pt x="551498" y="762000"/>
                </a:lnTo>
                <a:lnTo>
                  <a:pt x="541973" y="762000"/>
                </a:lnTo>
                <a:lnTo>
                  <a:pt x="541973" y="752475"/>
                </a:lnTo>
                <a:lnTo>
                  <a:pt x="532448" y="752475"/>
                </a:lnTo>
                <a:lnTo>
                  <a:pt x="532448" y="742950"/>
                </a:lnTo>
                <a:lnTo>
                  <a:pt x="522923" y="742950"/>
                </a:lnTo>
                <a:lnTo>
                  <a:pt x="522923" y="733425"/>
                </a:lnTo>
                <a:lnTo>
                  <a:pt x="494348" y="733425"/>
                </a:lnTo>
                <a:lnTo>
                  <a:pt x="494348" y="723900"/>
                </a:lnTo>
                <a:lnTo>
                  <a:pt x="484823" y="723900"/>
                </a:lnTo>
                <a:lnTo>
                  <a:pt x="484823" y="714375"/>
                </a:lnTo>
                <a:lnTo>
                  <a:pt x="465773" y="714375"/>
                </a:lnTo>
                <a:lnTo>
                  <a:pt x="465773" y="704850"/>
                </a:lnTo>
                <a:lnTo>
                  <a:pt x="456248" y="704850"/>
                </a:lnTo>
                <a:lnTo>
                  <a:pt x="456248" y="695325"/>
                </a:lnTo>
                <a:lnTo>
                  <a:pt x="437198" y="695325"/>
                </a:lnTo>
                <a:lnTo>
                  <a:pt x="437198" y="685800"/>
                </a:lnTo>
                <a:lnTo>
                  <a:pt x="427673" y="685800"/>
                </a:lnTo>
                <a:lnTo>
                  <a:pt x="427673" y="676275"/>
                </a:lnTo>
                <a:lnTo>
                  <a:pt x="418148" y="676275"/>
                </a:lnTo>
                <a:lnTo>
                  <a:pt x="418148" y="666750"/>
                </a:lnTo>
                <a:lnTo>
                  <a:pt x="408623" y="666750"/>
                </a:lnTo>
                <a:lnTo>
                  <a:pt x="408623" y="657225"/>
                </a:lnTo>
                <a:lnTo>
                  <a:pt x="399098" y="657225"/>
                </a:lnTo>
                <a:lnTo>
                  <a:pt x="399098" y="647700"/>
                </a:lnTo>
                <a:lnTo>
                  <a:pt x="380048" y="647700"/>
                </a:lnTo>
                <a:lnTo>
                  <a:pt x="380048" y="638175"/>
                </a:lnTo>
                <a:lnTo>
                  <a:pt x="370523" y="638175"/>
                </a:lnTo>
                <a:lnTo>
                  <a:pt x="370523" y="628650"/>
                </a:lnTo>
                <a:lnTo>
                  <a:pt x="351473" y="628650"/>
                </a:lnTo>
                <a:lnTo>
                  <a:pt x="351473" y="619125"/>
                </a:lnTo>
                <a:lnTo>
                  <a:pt x="341948" y="619125"/>
                </a:lnTo>
                <a:lnTo>
                  <a:pt x="341948" y="609600"/>
                </a:lnTo>
                <a:lnTo>
                  <a:pt x="332423" y="609600"/>
                </a:lnTo>
                <a:lnTo>
                  <a:pt x="332423" y="600075"/>
                </a:lnTo>
                <a:lnTo>
                  <a:pt x="322898" y="600075"/>
                </a:lnTo>
                <a:lnTo>
                  <a:pt x="322898" y="590550"/>
                </a:lnTo>
                <a:lnTo>
                  <a:pt x="313373" y="590550"/>
                </a:lnTo>
                <a:lnTo>
                  <a:pt x="313373" y="581025"/>
                </a:lnTo>
                <a:lnTo>
                  <a:pt x="294323" y="581025"/>
                </a:lnTo>
                <a:lnTo>
                  <a:pt x="294323" y="571500"/>
                </a:lnTo>
                <a:lnTo>
                  <a:pt x="275273" y="571500"/>
                </a:lnTo>
                <a:lnTo>
                  <a:pt x="275273" y="552450"/>
                </a:lnTo>
                <a:lnTo>
                  <a:pt x="265748" y="552450"/>
                </a:lnTo>
                <a:lnTo>
                  <a:pt x="265748" y="542925"/>
                </a:lnTo>
                <a:lnTo>
                  <a:pt x="256223" y="542925"/>
                </a:lnTo>
                <a:lnTo>
                  <a:pt x="256223" y="533400"/>
                </a:lnTo>
                <a:lnTo>
                  <a:pt x="237173" y="533400"/>
                </a:lnTo>
                <a:lnTo>
                  <a:pt x="237173" y="523875"/>
                </a:lnTo>
                <a:lnTo>
                  <a:pt x="227648" y="523875"/>
                </a:lnTo>
                <a:lnTo>
                  <a:pt x="227648" y="514350"/>
                </a:lnTo>
                <a:lnTo>
                  <a:pt x="218123" y="514350"/>
                </a:lnTo>
                <a:lnTo>
                  <a:pt x="218123" y="504825"/>
                </a:lnTo>
                <a:lnTo>
                  <a:pt x="208598" y="504825"/>
                </a:lnTo>
                <a:lnTo>
                  <a:pt x="208598" y="495300"/>
                </a:lnTo>
                <a:lnTo>
                  <a:pt x="199073" y="495300"/>
                </a:lnTo>
                <a:lnTo>
                  <a:pt x="199073" y="485775"/>
                </a:lnTo>
                <a:lnTo>
                  <a:pt x="189548" y="485775"/>
                </a:lnTo>
                <a:lnTo>
                  <a:pt x="189548" y="476250"/>
                </a:lnTo>
                <a:lnTo>
                  <a:pt x="180023" y="476250"/>
                </a:lnTo>
                <a:lnTo>
                  <a:pt x="180023" y="457200"/>
                </a:lnTo>
                <a:lnTo>
                  <a:pt x="170498" y="457200"/>
                </a:lnTo>
                <a:lnTo>
                  <a:pt x="170498" y="447675"/>
                </a:lnTo>
                <a:lnTo>
                  <a:pt x="160973" y="447675"/>
                </a:lnTo>
                <a:lnTo>
                  <a:pt x="160973" y="438150"/>
                </a:lnTo>
                <a:lnTo>
                  <a:pt x="151448" y="438150"/>
                </a:lnTo>
                <a:lnTo>
                  <a:pt x="151448" y="428625"/>
                </a:lnTo>
                <a:lnTo>
                  <a:pt x="141923" y="428625"/>
                </a:lnTo>
                <a:lnTo>
                  <a:pt x="141923" y="409575"/>
                </a:lnTo>
                <a:lnTo>
                  <a:pt x="132398" y="409575"/>
                </a:lnTo>
                <a:lnTo>
                  <a:pt x="132398" y="400050"/>
                </a:lnTo>
                <a:lnTo>
                  <a:pt x="122873" y="400050"/>
                </a:lnTo>
                <a:lnTo>
                  <a:pt x="122873" y="381000"/>
                </a:lnTo>
                <a:lnTo>
                  <a:pt x="113348" y="381000"/>
                </a:lnTo>
                <a:lnTo>
                  <a:pt x="113348" y="361950"/>
                </a:lnTo>
                <a:lnTo>
                  <a:pt x="103823" y="361950"/>
                </a:lnTo>
                <a:lnTo>
                  <a:pt x="103823" y="342900"/>
                </a:lnTo>
                <a:lnTo>
                  <a:pt x="94298" y="342900"/>
                </a:lnTo>
                <a:lnTo>
                  <a:pt x="94298" y="323850"/>
                </a:lnTo>
                <a:lnTo>
                  <a:pt x="84773" y="323850"/>
                </a:lnTo>
                <a:lnTo>
                  <a:pt x="84773" y="295275"/>
                </a:lnTo>
                <a:lnTo>
                  <a:pt x="75248" y="295275"/>
                </a:lnTo>
                <a:lnTo>
                  <a:pt x="75248" y="266700"/>
                </a:lnTo>
                <a:lnTo>
                  <a:pt x="65723" y="266700"/>
                </a:lnTo>
                <a:lnTo>
                  <a:pt x="65723" y="247650"/>
                </a:lnTo>
                <a:lnTo>
                  <a:pt x="56198" y="247650"/>
                </a:lnTo>
                <a:lnTo>
                  <a:pt x="56198" y="228600"/>
                </a:lnTo>
                <a:lnTo>
                  <a:pt x="46673" y="228600"/>
                </a:lnTo>
                <a:lnTo>
                  <a:pt x="46673" y="200025"/>
                </a:lnTo>
                <a:lnTo>
                  <a:pt x="37148" y="200025"/>
                </a:lnTo>
                <a:lnTo>
                  <a:pt x="37148" y="152400"/>
                </a:lnTo>
                <a:lnTo>
                  <a:pt x="27623" y="152400"/>
                </a:lnTo>
                <a:lnTo>
                  <a:pt x="27623" y="95250"/>
                </a:lnTo>
                <a:lnTo>
                  <a:pt x="18098" y="95250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BEDA"/>
          </a:solidFill>
          <a:ln xmlns:a="http://schemas.openxmlformats.org/drawingml/2006/main" w="0">
            <a:noFill/>
          </a:ln>
        </p:spPr>
      </p:sp>
      <p:sp>
        <p:nvSpPr>
          <p:cNvPr id="1073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5419A92F-C160-4F7B-8A00-E0A42E98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6964" y="4748689"/>
            <a:ext cx="427673" cy="970598"/>
          </a:xfrm>
          <a:custGeom xmlns:a="http://schemas.openxmlformats.org/drawingml/2006/main">
            <a:pathLst>
              <a:path w="427673" h="970598">
                <a:moveTo>
                  <a:pt x="114300" y="666750"/>
                </a:moveTo>
                <a:lnTo>
                  <a:pt x="114300" y="704850"/>
                </a:lnTo>
                <a:lnTo>
                  <a:pt x="85725" y="704850"/>
                </a:lnTo>
                <a:lnTo>
                  <a:pt x="85725" y="742950"/>
                </a:lnTo>
                <a:lnTo>
                  <a:pt x="76200" y="742950"/>
                </a:lnTo>
                <a:lnTo>
                  <a:pt x="76200" y="752475"/>
                </a:lnTo>
                <a:lnTo>
                  <a:pt x="28575" y="752475"/>
                </a:lnTo>
                <a:lnTo>
                  <a:pt x="28575" y="800100"/>
                </a:lnTo>
                <a:lnTo>
                  <a:pt x="0" y="800100"/>
                </a:lnTo>
                <a:lnTo>
                  <a:pt x="0" y="875348"/>
                </a:lnTo>
                <a:lnTo>
                  <a:pt x="104775" y="875348"/>
                </a:lnTo>
                <a:lnTo>
                  <a:pt x="104775" y="970598"/>
                </a:lnTo>
                <a:lnTo>
                  <a:pt x="199073" y="970598"/>
                </a:lnTo>
                <a:lnTo>
                  <a:pt x="199073" y="875348"/>
                </a:lnTo>
                <a:lnTo>
                  <a:pt x="246698" y="875348"/>
                </a:lnTo>
                <a:lnTo>
                  <a:pt x="246698" y="808673"/>
                </a:lnTo>
                <a:lnTo>
                  <a:pt x="284798" y="808673"/>
                </a:lnTo>
                <a:lnTo>
                  <a:pt x="284798" y="761048"/>
                </a:lnTo>
                <a:lnTo>
                  <a:pt x="294323" y="761048"/>
                </a:lnTo>
                <a:lnTo>
                  <a:pt x="294323" y="751523"/>
                </a:lnTo>
                <a:lnTo>
                  <a:pt x="303848" y="751523"/>
                </a:lnTo>
                <a:lnTo>
                  <a:pt x="303848" y="741998"/>
                </a:lnTo>
                <a:lnTo>
                  <a:pt x="313373" y="741998"/>
                </a:lnTo>
                <a:lnTo>
                  <a:pt x="313373" y="703898"/>
                </a:lnTo>
                <a:lnTo>
                  <a:pt x="332423" y="703898"/>
                </a:lnTo>
                <a:lnTo>
                  <a:pt x="332423" y="675323"/>
                </a:lnTo>
                <a:lnTo>
                  <a:pt x="341948" y="675323"/>
                </a:lnTo>
                <a:lnTo>
                  <a:pt x="341948" y="637223"/>
                </a:lnTo>
                <a:lnTo>
                  <a:pt x="351473" y="637223"/>
                </a:lnTo>
                <a:lnTo>
                  <a:pt x="351473" y="618173"/>
                </a:lnTo>
                <a:lnTo>
                  <a:pt x="360998" y="618173"/>
                </a:lnTo>
                <a:lnTo>
                  <a:pt x="360998" y="608648"/>
                </a:lnTo>
                <a:lnTo>
                  <a:pt x="370523" y="608648"/>
                </a:lnTo>
                <a:lnTo>
                  <a:pt x="370523" y="599123"/>
                </a:lnTo>
                <a:lnTo>
                  <a:pt x="380048" y="599123"/>
                </a:lnTo>
                <a:lnTo>
                  <a:pt x="380048" y="570548"/>
                </a:lnTo>
                <a:lnTo>
                  <a:pt x="389573" y="570548"/>
                </a:lnTo>
                <a:lnTo>
                  <a:pt x="389573" y="541973"/>
                </a:lnTo>
                <a:lnTo>
                  <a:pt x="399098" y="541973"/>
                </a:lnTo>
                <a:lnTo>
                  <a:pt x="399098" y="503873"/>
                </a:lnTo>
                <a:lnTo>
                  <a:pt x="408623" y="503873"/>
                </a:lnTo>
                <a:lnTo>
                  <a:pt x="408623" y="456248"/>
                </a:lnTo>
                <a:lnTo>
                  <a:pt x="418148" y="456248"/>
                </a:lnTo>
                <a:lnTo>
                  <a:pt x="418148" y="360998"/>
                </a:lnTo>
                <a:lnTo>
                  <a:pt x="427673" y="360998"/>
                </a:lnTo>
                <a:lnTo>
                  <a:pt x="427673" y="228600"/>
                </a:lnTo>
                <a:lnTo>
                  <a:pt x="418148" y="228600"/>
                </a:lnTo>
                <a:lnTo>
                  <a:pt x="418148" y="189548"/>
                </a:lnTo>
                <a:lnTo>
                  <a:pt x="427673" y="189548"/>
                </a:lnTo>
                <a:lnTo>
                  <a:pt x="427673" y="0"/>
                </a:lnTo>
                <a:lnTo>
                  <a:pt x="409575" y="0"/>
                </a:lnTo>
                <a:lnTo>
                  <a:pt x="409575" y="123825"/>
                </a:lnTo>
                <a:lnTo>
                  <a:pt x="400050" y="123825"/>
                </a:lnTo>
                <a:lnTo>
                  <a:pt x="400050" y="171450"/>
                </a:lnTo>
                <a:lnTo>
                  <a:pt x="390525" y="171450"/>
                </a:lnTo>
                <a:lnTo>
                  <a:pt x="390525" y="200025"/>
                </a:lnTo>
                <a:lnTo>
                  <a:pt x="381000" y="200025"/>
                </a:lnTo>
                <a:lnTo>
                  <a:pt x="381000" y="238125"/>
                </a:lnTo>
                <a:lnTo>
                  <a:pt x="371475" y="238125"/>
                </a:lnTo>
                <a:lnTo>
                  <a:pt x="371475" y="285750"/>
                </a:lnTo>
                <a:lnTo>
                  <a:pt x="361950" y="285750"/>
                </a:lnTo>
                <a:lnTo>
                  <a:pt x="361950" y="314325"/>
                </a:lnTo>
                <a:lnTo>
                  <a:pt x="352425" y="314325"/>
                </a:lnTo>
                <a:lnTo>
                  <a:pt x="352425" y="333375"/>
                </a:lnTo>
                <a:lnTo>
                  <a:pt x="342900" y="333375"/>
                </a:lnTo>
                <a:lnTo>
                  <a:pt x="342900" y="352425"/>
                </a:lnTo>
                <a:lnTo>
                  <a:pt x="333375" y="352425"/>
                </a:lnTo>
                <a:lnTo>
                  <a:pt x="333375" y="381000"/>
                </a:lnTo>
                <a:lnTo>
                  <a:pt x="323850" y="381000"/>
                </a:lnTo>
                <a:lnTo>
                  <a:pt x="323850" y="390525"/>
                </a:lnTo>
                <a:lnTo>
                  <a:pt x="295275" y="390525"/>
                </a:lnTo>
                <a:lnTo>
                  <a:pt x="295275" y="418148"/>
                </a:lnTo>
                <a:lnTo>
                  <a:pt x="304800" y="418148"/>
                </a:lnTo>
                <a:lnTo>
                  <a:pt x="304800" y="428625"/>
                </a:lnTo>
                <a:lnTo>
                  <a:pt x="295275" y="428625"/>
                </a:lnTo>
                <a:lnTo>
                  <a:pt x="295275" y="457200"/>
                </a:lnTo>
                <a:lnTo>
                  <a:pt x="276225" y="457200"/>
                </a:lnTo>
                <a:lnTo>
                  <a:pt x="276225" y="466725"/>
                </a:lnTo>
                <a:lnTo>
                  <a:pt x="257175" y="466725"/>
                </a:lnTo>
                <a:lnTo>
                  <a:pt x="257175" y="476250"/>
                </a:lnTo>
                <a:lnTo>
                  <a:pt x="247650" y="476250"/>
                </a:lnTo>
                <a:lnTo>
                  <a:pt x="247650" y="494348"/>
                </a:lnTo>
                <a:lnTo>
                  <a:pt x="257175" y="494348"/>
                </a:lnTo>
                <a:lnTo>
                  <a:pt x="257175" y="495300"/>
                </a:lnTo>
                <a:lnTo>
                  <a:pt x="247650" y="495300"/>
                </a:lnTo>
                <a:lnTo>
                  <a:pt x="247650" y="514350"/>
                </a:lnTo>
                <a:lnTo>
                  <a:pt x="238125" y="514350"/>
                </a:lnTo>
                <a:lnTo>
                  <a:pt x="238125" y="533400"/>
                </a:lnTo>
                <a:lnTo>
                  <a:pt x="228600" y="533400"/>
                </a:lnTo>
                <a:lnTo>
                  <a:pt x="228600" y="542925"/>
                </a:lnTo>
                <a:lnTo>
                  <a:pt x="219075" y="542925"/>
                </a:lnTo>
                <a:lnTo>
                  <a:pt x="219075" y="561975"/>
                </a:lnTo>
                <a:lnTo>
                  <a:pt x="209550" y="561975"/>
                </a:lnTo>
                <a:lnTo>
                  <a:pt x="209550" y="581025"/>
                </a:lnTo>
                <a:lnTo>
                  <a:pt x="200025" y="581025"/>
                </a:lnTo>
                <a:lnTo>
                  <a:pt x="200025" y="600075"/>
                </a:lnTo>
                <a:lnTo>
                  <a:pt x="190500" y="600075"/>
                </a:lnTo>
                <a:lnTo>
                  <a:pt x="190500" y="609600"/>
                </a:lnTo>
                <a:lnTo>
                  <a:pt x="171450" y="609600"/>
                </a:lnTo>
                <a:lnTo>
                  <a:pt x="171450" y="628650"/>
                </a:lnTo>
                <a:lnTo>
                  <a:pt x="161925" y="628650"/>
                </a:lnTo>
                <a:lnTo>
                  <a:pt x="161925" y="638175"/>
                </a:lnTo>
                <a:lnTo>
                  <a:pt x="142875" y="638175"/>
                </a:lnTo>
                <a:lnTo>
                  <a:pt x="142875" y="666750"/>
                </a:lnTo>
                <a:lnTo>
                  <a:pt x="114300" y="666750"/>
                </a:lnTo>
                <a:close/>
              </a:path>
            </a:pathLst>
          </a:custGeom>
          <a:solidFill xmlns:a="http://schemas.openxmlformats.org/drawingml/2006/main">
            <a:srgbClr val="E5F1E0"/>
          </a:solidFill>
          <a:ln xmlns:a="http://schemas.openxmlformats.org/drawingml/2006/main" w="0">
            <a:noFill/>
          </a:ln>
        </p:spPr>
      </p:sp>
      <p:sp>
        <p:nvSpPr>
          <p:cNvPr id="1074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1832C516-3001-4C8A-BFB7-050D7EC6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6064" y="4301014"/>
            <a:ext cx="27623" cy="341947"/>
          </a:xfrm>
          <a:custGeom xmlns:a="http://schemas.openxmlformats.org/drawingml/2006/main">
            <a:pathLst>
              <a:path w="27623" h="341947">
                <a:moveTo>
                  <a:pt x="27623" y="341947"/>
                </a:moveTo>
                <a:lnTo>
                  <a:pt x="27623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lnTo>
                  <a:pt x="0" y="341947"/>
                </a:lnTo>
                <a:lnTo>
                  <a:pt x="27623" y="341947"/>
                </a:lnTo>
                <a:close/>
              </a:path>
            </a:pathLst>
          </a:custGeom>
          <a:solidFill xmlns:a="http://schemas.openxmlformats.org/drawingml/2006/main">
            <a:srgbClr val="E5F1E0"/>
          </a:solidFill>
          <a:ln xmlns:a="http://schemas.openxmlformats.org/drawingml/2006/main" w="0">
            <a:noFill/>
          </a:ln>
        </p:spPr>
      </p:sp>
      <p:sp>
        <p:nvSpPr>
          <p:cNvPr id="1075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D43D7B93-DA1E-4214-99D5-C181B2F0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6989" y="4643914"/>
            <a:ext cx="246698" cy="1246823"/>
          </a:xfrm>
          <a:custGeom xmlns:a="http://schemas.openxmlformats.org/drawingml/2006/main">
            <a:pathLst>
              <a:path w="246698" h="1246823">
                <a:moveTo>
                  <a:pt x="57150" y="971550"/>
                </a:moveTo>
                <a:lnTo>
                  <a:pt x="47625" y="971550"/>
                </a:lnTo>
                <a:lnTo>
                  <a:pt x="47625" y="981075"/>
                </a:lnTo>
                <a:lnTo>
                  <a:pt x="0" y="981075"/>
                </a:lnTo>
                <a:lnTo>
                  <a:pt x="0" y="1084898"/>
                </a:lnTo>
                <a:lnTo>
                  <a:pt x="28575" y="1084898"/>
                </a:lnTo>
                <a:lnTo>
                  <a:pt x="28575" y="1246823"/>
                </a:lnTo>
                <a:lnTo>
                  <a:pt x="246698" y="1246823"/>
                </a:lnTo>
                <a:lnTo>
                  <a:pt x="246698" y="0"/>
                </a:lnTo>
                <a:lnTo>
                  <a:pt x="228600" y="0"/>
                </a:lnTo>
                <a:lnTo>
                  <a:pt x="228600" y="400050"/>
                </a:lnTo>
                <a:lnTo>
                  <a:pt x="219075" y="400050"/>
                </a:lnTo>
                <a:lnTo>
                  <a:pt x="219075" y="523875"/>
                </a:lnTo>
                <a:lnTo>
                  <a:pt x="209550" y="523875"/>
                </a:lnTo>
                <a:lnTo>
                  <a:pt x="209550" y="581025"/>
                </a:lnTo>
                <a:lnTo>
                  <a:pt x="200025" y="581025"/>
                </a:lnTo>
                <a:lnTo>
                  <a:pt x="200025" y="600075"/>
                </a:lnTo>
                <a:lnTo>
                  <a:pt x="190500" y="600075"/>
                </a:lnTo>
                <a:lnTo>
                  <a:pt x="190500" y="618173"/>
                </a:lnTo>
                <a:lnTo>
                  <a:pt x="200025" y="618173"/>
                </a:lnTo>
                <a:lnTo>
                  <a:pt x="200025" y="619125"/>
                </a:lnTo>
                <a:lnTo>
                  <a:pt x="190500" y="619125"/>
                </a:lnTo>
                <a:lnTo>
                  <a:pt x="190500" y="647700"/>
                </a:lnTo>
                <a:lnTo>
                  <a:pt x="180975" y="647700"/>
                </a:lnTo>
                <a:lnTo>
                  <a:pt x="180975" y="666750"/>
                </a:lnTo>
                <a:lnTo>
                  <a:pt x="171450" y="666750"/>
                </a:lnTo>
                <a:lnTo>
                  <a:pt x="171450" y="695325"/>
                </a:lnTo>
                <a:lnTo>
                  <a:pt x="161925" y="695325"/>
                </a:lnTo>
                <a:lnTo>
                  <a:pt x="161925" y="713423"/>
                </a:lnTo>
                <a:lnTo>
                  <a:pt x="171450" y="713423"/>
                </a:lnTo>
                <a:lnTo>
                  <a:pt x="171450" y="714375"/>
                </a:lnTo>
                <a:lnTo>
                  <a:pt x="161925" y="714375"/>
                </a:lnTo>
                <a:lnTo>
                  <a:pt x="161925" y="742950"/>
                </a:lnTo>
                <a:lnTo>
                  <a:pt x="142875" y="742950"/>
                </a:lnTo>
                <a:lnTo>
                  <a:pt x="142875" y="781050"/>
                </a:lnTo>
                <a:lnTo>
                  <a:pt x="133350" y="781050"/>
                </a:lnTo>
                <a:lnTo>
                  <a:pt x="133350" y="809625"/>
                </a:lnTo>
                <a:lnTo>
                  <a:pt x="114300" y="809625"/>
                </a:lnTo>
                <a:lnTo>
                  <a:pt x="114300" y="857250"/>
                </a:lnTo>
                <a:lnTo>
                  <a:pt x="95250" y="857250"/>
                </a:lnTo>
                <a:lnTo>
                  <a:pt x="95250" y="904875"/>
                </a:lnTo>
                <a:lnTo>
                  <a:pt x="85725" y="904875"/>
                </a:lnTo>
                <a:lnTo>
                  <a:pt x="85725" y="914400"/>
                </a:lnTo>
                <a:lnTo>
                  <a:pt x="57150" y="914400"/>
                </a:lnTo>
                <a:lnTo>
                  <a:pt x="57150" y="971550"/>
                </a:lnTo>
                <a:close/>
              </a:path>
            </a:pathLst>
          </a:custGeom>
          <a:solidFill xmlns:a="http://schemas.openxmlformats.org/drawingml/2006/main">
            <a:srgbClr val="D8EBD1"/>
          </a:solidFill>
          <a:ln xmlns:a="http://schemas.openxmlformats.org/drawingml/2006/main" w="0">
            <a:noFill/>
          </a:ln>
        </p:spPr>
      </p:sp>
      <p:sp>
        <p:nvSpPr>
          <p:cNvPr id="1076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8AB3CC44-3D8F-4D18-B5D8-FCAD6759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5989" y="5615464"/>
            <a:ext cx="284798" cy="265748"/>
          </a:xfrm>
          <a:custGeom xmlns:a="http://schemas.openxmlformats.org/drawingml/2006/main">
            <a:pathLst>
              <a:path w="284798" h="265748">
                <a:moveTo>
                  <a:pt x="0" y="104775"/>
                </a:moveTo>
                <a:lnTo>
                  <a:pt x="0" y="265748"/>
                </a:lnTo>
                <a:lnTo>
                  <a:pt x="275273" y="265748"/>
                </a:lnTo>
                <a:lnTo>
                  <a:pt x="275273" y="113348"/>
                </a:lnTo>
                <a:lnTo>
                  <a:pt x="284798" y="113348"/>
                </a:lnTo>
                <a:lnTo>
                  <a:pt x="284798" y="19050"/>
                </a:lnTo>
                <a:lnTo>
                  <a:pt x="275273" y="19050"/>
                </a:lnTo>
                <a:lnTo>
                  <a:pt x="275273" y="9525"/>
                </a:lnTo>
                <a:lnTo>
                  <a:pt x="180023" y="9525"/>
                </a:lnTo>
                <a:lnTo>
                  <a:pt x="180023" y="0"/>
                </a:lnTo>
                <a:lnTo>
                  <a:pt x="161925" y="0"/>
                </a:lnTo>
                <a:lnTo>
                  <a:pt x="161925" y="9525"/>
                </a:lnTo>
                <a:lnTo>
                  <a:pt x="85725" y="9525"/>
                </a:lnTo>
                <a:lnTo>
                  <a:pt x="85725" y="75248"/>
                </a:lnTo>
                <a:lnTo>
                  <a:pt x="95250" y="75248"/>
                </a:lnTo>
                <a:lnTo>
                  <a:pt x="95250" y="104775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D4D1D1"/>
          </a:solidFill>
          <a:ln xmlns:a="http://schemas.openxmlformats.org/drawingml/2006/main" w="0">
            <a:noFill/>
          </a:ln>
        </p:spPr>
      </p:sp>
      <p:sp>
        <p:nvSpPr>
          <p:cNvPr id="1077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0A216191-686B-4991-A6C1-59DE57FE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6464" y="5720239"/>
            <a:ext cx="418148" cy="170498"/>
          </a:xfrm>
          <a:custGeom xmlns:a="http://schemas.openxmlformats.org/drawingml/2006/main">
            <a:pathLst>
              <a:path w="418148" h="170498">
                <a:moveTo>
                  <a:pt x="0" y="0"/>
                </a:moveTo>
                <a:lnTo>
                  <a:pt x="0" y="170498"/>
                </a:lnTo>
                <a:lnTo>
                  <a:pt x="418148" y="170498"/>
                </a:lnTo>
                <a:lnTo>
                  <a:pt x="418148" y="0"/>
                </a:lnTo>
                <a:lnTo>
                  <a:pt x="276225" y="0"/>
                </a:lnTo>
                <a:lnTo>
                  <a:pt x="276225" y="152400"/>
                </a:lnTo>
                <a:lnTo>
                  <a:pt x="18098" y="152400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3D1D0"/>
          </a:solidFill>
          <a:ln xmlns:a="http://schemas.openxmlformats.org/drawingml/2006/main" w="0">
            <a:noFill/>
          </a:ln>
        </p:spPr>
      </p:sp>
      <p:sp>
        <p:nvSpPr>
          <p:cNvPr id="1078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390CF987-9424-4B2C-8CE3-F97F67A9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3389" y="4015264"/>
            <a:ext cx="18098" cy="1875473"/>
          </a:xfrm>
          <a:custGeom xmlns:a="http://schemas.openxmlformats.org/drawingml/2006/main">
            <a:pathLst>
              <a:path w="18098" h="1875473">
                <a:moveTo>
                  <a:pt x="0" y="0"/>
                </a:moveTo>
                <a:lnTo>
                  <a:pt x="0" y="1875473"/>
                </a:lnTo>
                <a:lnTo>
                  <a:pt x="18098" y="1875473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E97BC"/>
          </a:solidFill>
          <a:ln xmlns:a="http://schemas.openxmlformats.org/drawingml/2006/main" w="0">
            <a:noFill/>
          </a:ln>
        </p:spPr>
      </p:sp>
      <p:sp>
        <p:nvSpPr>
          <p:cNvPr id="1079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F55021EF-3788-4752-99FB-8CECC899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4114" y="5882164"/>
            <a:ext cx="389573" cy="18098"/>
          </a:xfrm>
          <a:custGeom xmlns:a="http://schemas.openxmlformats.org/drawingml/2006/main">
            <a:pathLst>
              <a:path w="389573" h="18098">
                <a:moveTo>
                  <a:pt x="389573" y="0"/>
                </a:moveTo>
                <a:lnTo>
                  <a:pt x="0" y="0"/>
                </a:lnTo>
                <a:lnTo>
                  <a:pt x="0" y="18098"/>
                </a:lnTo>
                <a:lnTo>
                  <a:pt x="389573" y="18098"/>
                </a:lnTo>
                <a:lnTo>
                  <a:pt x="389573" y="0"/>
                </a:lnTo>
                <a:close/>
              </a:path>
            </a:pathLst>
          </a:custGeom>
          <a:solidFill xmlns:a="http://schemas.openxmlformats.org/drawingml/2006/main">
            <a:srgbClr val="BE97BC"/>
          </a:solidFill>
          <a:ln xmlns:a="http://schemas.openxmlformats.org/drawingml/2006/main" w="0">
            <a:noFill/>
          </a:ln>
        </p:spPr>
      </p:sp>
      <p:sp>
        <p:nvSpPr>
          <p:cNvPr id="1080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E7CAED82-4985-42BF-A5B4-F5772013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3389" y="5882164"/>
            <a:ext cx="1999298" cy="18098"/>
          </a:xfrm>
          <a:custGeom xmlns:a="http://schemas.openxmlformats.org/drawingml/2006/main">
            <a:pathLst>
              <a:path w="1999298" h="18098">
                <a:moveTo>
                  <a:pt x="1999298" y="0"/>
                </a:moveTo>
                <a:lnTo>
                  <a:pt x="0" y="0"/>
                </a:lnTo>
                <a:lnTo>
                  <a:pt x="0" y="18098"/>
                </a:lnTo>
                <a:lnTo>
                  <a:pt x="1999298" y="18098"/>
                </a:lnTo>
                <a:lnTo>
                  <a:pt x="1999298" y="0"/>
                </a:lnTo>
                <a:close/>
              </a:path>
            </a:pathLst>
          </a:custGeom>
          <a:solidFill xmlns:a="http://schemas.openxmlformats.org/drawingml/2006/main">
            <a:srgbClr val="A883A6"/>
          </a:solidFill>
          <a:ln xmlns:a="http://schemas.openxmlformats.org/drawingml/2006/main" w="0">
            <a:noFill/>
          </a:ln>
        </p:spPr>
      </p:sp>
      <p:sp>
        <p:nvSpPr>
          <p:cNvPr id="1081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6183B287-7BDA-4C31-A106-A6E601E3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5314" y="5558314"/>
            <a:ext cx="18098" cy="27623"/>
          </a:xfrm>
          <a:custGeom xmlns:a="http://schemas.openxmlformats.org/drawingml/2006/main">
            <a:pathLst>
              <a:path w="18098" h="27623">
                <a:moveTo>
                  <a:pt x="18098" y="27623"/>
                </a:moveTo>
                <a:lnTo>
                  <a:pt x="18098" y="0"/>
                </a:lnTo>
                <a:lnTo>
                  <a:pt x="0" y="0"/>
                </a:lnTo>
                <a:lnTo>
                  <a:pt x="0" y="27623"/>
                </a:lnTo>
                <a:lnTo>
                  <a:pt x="18098" y="27623"/>
                </a:lnTo>
                <a:close/>
              </a:path>
            </a:pathLst>
          </a:custGeom>
          <a:solidFill xmlns:a="http://schemas.openxmlformats.org/drawingml/2006/main">
            <a:srgbClr val="CA9EC7"/>
          </a:solidFill>
          <a:ln xmlns:a="http://schemas.openxmlformats.org/drawingml/2006/main" w="0">
            <a:noFill/>
          </a:ln>
        </p:spPr>
      </p:sp>
      <p:sp>
        <p:nvSpPr>
          <p:cNvPr id="1082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2EF5D29A-A91E-42BB-965A-E19321F0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3889" y="5577364"/>
            <a:ext cx="46673" cy="46673"/>
          </a:xfrm>
          <a:custGeom xmlns:a="http://schemas.openxmlformats.org/drawingml/2006/main">
            <a:pathLst>
              <a:path w="46673" h="46673">
                <a:moveTo>
                  <a:pt x="9525" y="37148"/>
                </a:moveTo>
                <a:lnTo>
                  <a:pt x="9525" y="46673"/>
                </a:lnTo>
                <a:lnTo>
                  <a:pt x="46673" y="46673"/>
                </a:lnTo>
                <a:lnTo>
                  <a:pt x="46673" y="19050"/>
                </a:lnTo>
                <a:lnTo>
                  <a:pt x="37148" y="19050"/>
                </a:lnTo>
                <a:lnTo>
                  <a:pt x="37148" y="0"/>
                </a:lnTo>
                <a:lnTo>
                  <a:pt x="0" y="0"/>
                </a:lnTo>
                <a:lnTo>
                  <a:pt x="0" y="37148"/>
                </a:lnTo>
                <a:lnTo>
                  <a:pt x="9525" y="37148"/>
                </a:lnTo>
                <a:close/>
              </a:path>
            </a:pathLst>
          </a:custGeom>
          <a:solidFill xmlns:a="http://schemas.openxmlformats.org/drawingml/2006/main">
            <a:srgbClr val="CA9EC7"/>
          </a:solidFill>
          <a:ln xmlns:a="http://schemas.openxmlformats.org/drawingml/2006/main" w="0">
            <a:noFill/>
          </a:ln>
        </p:spPr>
      </p:sp>
      <p:sp>
        <p:nvSpPr>
          <p:cNvPr id="1083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58C30E6F-06B7-4469-940A-10C95388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6264" y="5605939"/>
            <a:ext cx="37148" cy="27623"/>
          </a:xfrm>
          <a:custGeom xmlns:a="http://schemas.openxmlformats.org/drawingml/2006/main">
            <a:pathLst>
              <a:path w="37148" h="27623">
                <a:moveTo>
                  <a:pt x="37148" y="18098"/>
                </a:moveTo>
                <a:lnTo>
                  <a:pt x="37148" y="0"/>
                </a:lnTo>
                <a:lnTo>
                  <a:pt x="0" y="0"/>
                </a:lnTo>
                <a:lnTo>
                  <a:pt x="0" y="27623"/>
                </a:lnTo>
                <a:lnTo>
                  <a:pt x="27623" y="27623"/>
                </a:lnTo>
                <a:lnTo>
                  <a:pt x="27623" y="18098"/>
                </a:lnTo>
                <a:lnTo>
                  <a:pt x="37148" y="18098"/>
                </a:lnTo>
                <a:close/>
              </a:path>
            </a:pathLst>
          </a:custGeom>
          <a:solidFill xmlns:a="http://schemas.openxmlformats.org/drawingml/2006/main">
            <a:srgbClr val="CA9EC7"/>
          </a:solidFill>
          <a:ln xmlns:a="http://schemas.openxmlformats.org/drawingml/2006/main" w="0">
            <a:noFill/>
          </a:ln>
        </p:spPr>
      </p:sp>
      <p:sp>
        <p:nvSpPr>
          <p:cNvPr id="1084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DFF1C45D-6C04-4FDC-9934-91A2AD9D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3889" y="5624989"/>
            <a:ext cx="56198" cy="27623"/>
          </a:xfrm>
          <a:custGeom xmlns:a="http://schemas.openxmlformats.org/drawingml/2006/main">
            <a:pathLst>
              <a:path w="56198" h="27623">
                <a:moveTo>
                  <a:pt x="56198" y="27623"/>
                </a:moveTo>
                <a:lnTo>
                  <a:pt x="56198" y="0"/>
                </a:lnTo>
                <a:lnTo>
                  <a:pt x="19050" y="0"/>
                </a:lnTo>
                <a:lnTo>
                  <a:pt x="19050" y="9525"/>
                </a:lnTo>
                <a:lnTo>
                  <a:pt x="0" y="9525"/>
                </a:lnTo>
                <a:lnTo>
                  <a:pt x="0" y="27623"/>
                </a:lnTo>
                <a:lnTo>
                  <a:pt x="56198" y="27623"/>
                </a:lnTo>
                <a:close/>
              </a:path>
            </a:pathLst>
          </a:custGeom>
          <a:solidFill xmlns:a="http://schemas.openxmlformats.org/drawingml/2006/main">
            <a:srgbClr val="CA9EC7"/>
          </a:solidFill>
          <a:ln xmlns:a="http://schemas.openxmlformats.org/drawingml/2006/main" w="0">
            <a:noFill/>
          </a:ln>
        </p:spPr>
      </p:sp>
      <p:sp>
        <p:nvSpPr>
          <p:cNvPr id="1085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925282E3-4AD6-4571-B3EF-E869111F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8664" y="5644039"/>
            <a:ext cx="27623" cy="103823"/>
          </a:xfrm>
          <a:custGeom xmlns:a="http://schemas.openxmlformats.org/drawingml/2006/main">
            <a:pathLst>
              <a:path w="27623" h="103823">
                <a:moveTo>
                  <a:pt x="0" y="0"/>
                </a:moveTo>
                <a:lnTo>
                  <a:pt x="0" y="103823"/>
                </a:lnTo>
                <a:lnTo>
                  <a:pt x="27623" y="103823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A9EC7"/>
          </a:solidFill>
          <a:ln xmlns:a="http://schemas.openxmlformats.org/drawingml/2006/main" w="0">
            <a:noFill/>
          </a:ln>
        </p:spPr>
      </p:sp>
      <p:sp>
        <p:nvSpPr>
          <p:cNvPr id="1086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24A6FBA2-04CB-4307-A4E1-1E4464C7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464" y="5653564"/>
            <a:ext cx="37148" cy="27623"/>
          </a:xfrm>
          <a:custGeom xmlns:a="http://schemas.openxmlformats.org/drawingml/2006/main">
            <a:pathLst>
              <a:path w="37148" h="27623">
                <a:moveTo>
                  <a:pt x="37148" y="0"/>
                </a:moveTo>
                <a:lnTo>
                  <a:pt x="0" y="0"/>
                </a:lnTo>
                <a:lnTo>
                  <a:pt x="0" y="27623"/>
                </a:lnTo>
                <a:lnTo>
                  <a:pt x="37148" y="27623"/>
                </a:lnTo>
                <a:lnTo>
                  <a:pt x="37148" y="0"/>
                </a:lnTo>
                <a:close/>
              </a:path>
            </a:pathLst>
          </a:custGeom>
          <a:solidFill xmlns:a="http://schemas.openxmlformats.org/drawingml/2006/main">
            <a:srgbClr val="CA9EC7"/>
          </a:solidFill>
          <a:ln xmlns:a="http://schemas.openxmlformats.org/drawingml/2006/main" w="0">
            <a:noFill/>
          </a:ln>
        </p:spPr>
      </p:sp>
      <p:sp>
        <p:nvSpPr>
          <p:cNvPr id="1087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5E44CF26-D521-4451-83B1-31BAA457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2939" y="5672614"/>
            <a:ext cx="37148" cy="37148"/>
          </a:xfrm>
          <a:custGeom xmlns:a="http://schemas.openxmlformats.org/drawingml/2006/main">
            <a:pathLst>
              <a:path w="37148" h="37148">
                <a:moveTo>
                  <a:pt x="37148" y="37148"/>
                </a:moveTo>
                <a:lnTo>
                  <a:pt x="37148" y="19050"/>
                </a:lnTo>
                <a:lnTo>
                  <a:pt x="27623" y="19050"/>
                </a:lnTo>
                <a:lnTo>
                  <a:pt x="27623" y="9525"/>
                </a:lnTo>
                <a:lnTo>
                  <a:pt x="18098" y="9525"/>
                </a:lnTo>
                <a:lnTo>
                  <a:pt x="18098" y="0"/>
                </a:lnTo>
                <a:lnTo>
                  <a:pt x="0" y="0"/>
                </a:lnTo>
                <a:lnTo>
                  <a:pt x="0" y="37148"/>
                </a:lnTo>
                <a:lnTo>
                  <a:pt x="37148" y="37148"/>
                </a:lnTo>
                <a:close/>
              </a:path>
            </a:pathLst>
          </a:custGeom>
          <a:solidFill xmlns:a="http://schemas.openxmlformats.org/drawingml/2006/main">
            <a:srgbClr val="CA9EC7"/>
          </a:solidFill>
          <a:ln xmlns:a="http://schemas.openxmlformats.org/drawingml/2006/main" w="0">
            <a:noFill/>
          </a:ln>
        </p:spPr>
      </p:sp>
      <p:sp>
        <p:nvSpPr>
          <p:cNvPr id="1088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CAAB324E-BA99-4C98-8F4C-9B40DAD3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6739" y="5672614"/>
            <a:ext cx="37148" cy="37148"/>
          </a:xfrm>
          <a:custGeom xmlns:a="http://schemas.openxmlformats.org/drawingml/2006/main">
            <a:pathLst>
              <a:path w="37148" h="37148">
                <a:moveTo>
                  <a:pt x="9525" y="19050"/>
                </a:moveTo>
                <a:lnTo>
                  <a:pt x="0" y="19050"/>
                </a:lnTo>
                <a:lnTo>
                  <a:pt x="0" y="37148"/>
                </a:lnTo>
                <a:lnTo>
                  <a:pt x="37148" y="37148"/>
                </a:lnTo>
                <a:lnTo>
                  <a:pt x="37148" y="0"/>
                </a:lnTo>
                <a:lnTo>
                  <a:pt x="19050" y="0"/>
                </a:lnTo>
                <a:lnTo>
                  <a:pt x="19050" y="9525"/>
                </a:lnTo>
                <a:lnTo>
                  <a:pt x="9525" y="9525"/>
                </a:lnTo>
                <a:lnTo>
                  <a:pt x="9525" y="19050"/>
                </a:lnTo>
                <a:close/>
              </a:path>
            </a:pathLst>
          </a:custGeom>
          <a:solidFill xmlns:a="http://schemas.openxmlformats.org/drawingml/2006/main">
            <a:srgbClr val="CA9EC7"/>
          </a:solidFill>
          <a:ln xmlns:a="http://schemas.openxmlformats.org/drawingml/2006/main" w="0">
            <a:noFill/>
          </a:ln>
        </p:spPr>
      </p:sp>
      <p:sp>
        <p:nvSpPr>
          <p:cNvPr id="1089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0CDBBFF1-569D-449E-AF8E-A5763B8B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8164" y="5710714"/>
            <a:ext cx="56198" cy="27623"/>
          </a:xfrm>
          <a:custGeom xmlns:a="http://schemas.openxmlformats.org/drawingml/2006/main">
            <a:pathLst>
              <a:path w="56198" h="27623">
                <a:moveTo>
                  <a:pt x="0" y="27623"/>
                </a:moveTo>
                <a:lnTo>
                  <a:pt x="56198" y="27623"/>
                </a:lnTo>
                <a:lnTo>
                  <a:pt x="56198" y="9525"/>
                </a:lnTo>
                <a:lnTo>
                  <a:pt x="37148" y="9525"/>
                </a:lnTo>
                <a:lnTo>
                  <a:pt x="37148" y="0"/>
                </a:lnTo>
                <a:lnTo>
                  <a:pt x="0" y="0"/>
                </a:lnTo>
                <a:lnTo>
                  <a:pt x="0" y="27623"/>
                </a:lnTo>
                <a:close/>
              </a:path>
            </a:pathLst>
          </a:custGeom>
          <a:solidFill xmlns:a="http://schemas.openxmlformats.org/drawingml/2006/main">
            <a:srgbClr val="CA9EC7"/>
          </a:solidFill>
          <a:ln xmlns:a="http://schemas.openxmlformats.org/drawingml/2006/main" w="0">
            <a:noFill/>
          </a:ln>
        </p:spPr>
      </p:sp>
      <p:sp>
        <p:nvSpPr>
          <p:cNvPr id="1090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B2D0CABE-37A4-4B36-9237-9B77781D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464" y="5720239"/>
            <a:ext cx="37148" cy="18098"/>
          </a:xfrm>
          <a:custGeom xmlns:a="http://schemas.openxmlformats.org/drawingml/2006/main">
            <a:pathLst>
              <a:path w="37148" h="18098">
                <a:moveTo>
                  <a:pt x="0" y="18098"/>
                </a:moveTo>
                <a:lnTo>
                  <a:pt x="37148" y="18098"/>
                </a:lnTo>
                <a:lnTo>
                  <a:pt x="37148" y="0"/>
                </a:lnTo>
                <a:lnTo>
                  <a:pt x="0" y="0"/>
                </a:lnTo>
                <a:lnTo>
                  <a:pt x="0" y="18098"/>
                </a:lnTo>
                <a:close/>
              </a:path>
            </a:pathLst>
          </a:custGeom>
          <a:solidFill xmlns:a="http://schemas.openxmlformats.org/drawingml/2006/main">
            <a:srgbClr val="CA9EC7"/>
          </a:solidFill>
          <a:ln xmlns:a="http://schemas.openxmlformats.org/drawingml/2006/main" w="0">
            <a:noFill/>
          </a:ln>
        </p:spPr>
      </p:sp>
      <p:sp>
        <p:nvSpPr>
          <p:cNvPr id="1091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4B6FF723-E167-43CD-A74B-5CC321BF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4864" y="5558314"/>
            <a:ext cx="27623" cy="37148"/>
          </a:xfrm>
          <a:custGeom xmlns:a="http://schemas.openxmlformats.org/drawingml/2006/main">
            <a:pathLst>
              <a:path w="27623" h="37148">
                <a:moveTo>
                  <a:pt x="0" y="37148"/>
                </a:moveTo>
                <a:lnTo>
                  <a:pt x="27623" y="37148"/>
                </a:lnTo>
                <a:lnTo>
                  <a:pt x="27623" y="0"/>
                </a:lnTo>
                <a:lnTo>
                  <a:pt x="9525" y="0"/>
                </a:lnTo>
                <a:lnTo>
                  <a:pt x="9525" y="19050"/>
                </a:lnTo>
                <a:lnTo>
                  <a:pt x="0" y="19050"/>
                </a:lnTo>
                <a:lnTo>
                  <a:pt x="0" y="37148"/>
                </a:lnTo>
                <a:close/>
              </a:path>
            </a:pathLst>
          </a:custGeom>
          <a:solidFill xmlns:a="http://schemas.openxmlformats.org/drawingml/2006/main">
            <a:srgbClr val="CA9EC7"/>
          </a:solidFill>
          <a:ln xmlns:a="http://schemas.openxmlformats.org/drawingml/2006/main" w="0">
            <a:noFill/>
          </a:ln>
        </p:spPr>
      </p:sp>
      <p:sp>
        <p:nvSpPr>
          <p:cNvPr id="1092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5DF336B0-4F1F-44F7-974F-FB39CB7A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6764" y="5596414"/>
            <a:ext cx="46673" cy="37148"/>
          </a:xfrm>
          <a:custGeom xmlns:a="http://schemas.openxmlformats.org/drawingml/2006/main">
            <a:pathLst>
              <a:path w="46673" h="37148">
                <a:moveTo>
                  <a:pt x="46673" y="37148"/>
                </a:moveTo>
                <a:lnTo>
                  <a:pt x="46673" y="19050"/>
                </a:lnTo>
                <a:lnTo>
                  <a:pt x="27623" y="19050"/>
                </a:lnTo>
                <a:lnTo>
                  <a:pt x="27623" y="0"/>
                </a:lnTo>
                <a:lnTo>
                  <a:pt x="9525" y="0"/>
                </a:lnTo>
                <a:lnTo>
                  <a:pt x="9525" y="19050"/>
                </a:lnTo>
                <a:lnTo>
                  <a:pt x="0" y="19050"/>
                </a:lnTo>
                <a:lnTo>
                  <a:pt x="0" y="37148"/>
                </a:lnTo>
                <a:lnTo>
                  <a:pt x="46673" y="37148"/>
                </a:lnTo>
                <a:close/>
              </a:path>
            </a:pathLst>
          </a:custGeom>
          <a:solidFill xmlns:a="http://schemas.openxmlformats.org/drawingml/2006/main">
            <a:srgbClr val="CA9EC7"/>
          </a:solidFill>
          <a:ln xmlns:a="http://schemas.openxmlformats.org/drawingml/2006/main" w="0">
            <a:noFill/>
          </a:ln>
        </p:spPr>
      </p:sp>
      <p:sp>
        <p:nvSpPr>
          <p:cNvPr id="1093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715426BA-1DD9-4B03-8991-C00A0ED0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2989" y="5596414"/>
            <a:ext cx="37148" cy="46673"/>
          </a:xfrm>
          <a:custGeom xmlns:a="http://schemas.openxmlformats.org/drawingml/2006/main">
            <a:pathLst>
              <a:path w="37148" h="46673">
                <a:moveTo>
                  <a:pt x="0" y="0"/>
                </a:moveTo>
                <a:lnTo>
                  <a:pt x="0" y="46673"/>
                </a:lnTo>
                <a:lnTo>
                  <a:pt x="37148" y="46673"/>
                </a:lnTo>
                <a:lnTo>
                  <a:pt x="37148" y="19050"/>
                </a:lnTo>
                <a:lnTo>
                  <a:pt x="18098" y="19050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A9EC7"/>
          </a:solidFill>
          <a:ln xmlns:a="http://schemas.openxmlformats.org/drawingml/2006/main" w="0">
            <a:noFill/>
          </a:ln>
        </p:spPr>
      </p:sp>
      <p:sp>
        <p:nvSpPr>
          <p:cNvPr id="1094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1D4DBB99-C923-4349-AE68-493D17EC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789" y="5615464"/>
            <a:ext cx="46673" cy="37148"/>
          </a:xfrm>
          <a:custGeom xmlns:a="http://schemas.openxmlformats.org/drawingml/2006/main">
            <a:pathLst>
              <a:path w="46673" h="37148">
                <a:moveTo>
                  <a:pt x="9525" y="9525"/>
                </a:moveTo>
                <a:lnTo>
                  <a:pt x="9525" y="19050"/>
                </a:lnTo>
                <a:lnTo>
                  <a:pt x="0" y="19050"/>
                </a:lnTo>
                <a:lnTo>
                  <a:pt x="0" y="37148"/>
                </a:lnTo>
                <a:lnTo>
                  <a:pt x="37148" y="37148"/>
                </a:lnTo>
                <a:lnTo>
                  <a:pt x="37148" y="27623"/>
                </a:lnTo>
                <a:lnTo>
                  <a:pt x="46673" y="27623"/>
                </a:lnTo>
                <a:lnTo>
                  <a:pt x="46673" y="0"/>
                </a:lnTo>
                <a:lnTo>
                  <a:pt x="19050" y="0"/>
                </a:lnTo>
                <a:lnTo>
                  <a:pt x="19050" y="9525"/>
                </a:lnTo>
                <a:lnTo>
                  <a:pt x="9525" y="9525"/>
                </a:lnTo>
                <a:close/>
              </a:path>
            </a:pathLst>
          </a:custGeom>
          <a:solidFill xmlns:a="http://schemas.openxmlformats.org/drawingml/2006/main">
            <a:srgbClr val="CA9EC7"/>
          </a:solidFill>
          <a:ln xmlns:a="http://schemas.openxmlformats.org/drawingml/2006/main" w="0">
            <a:noFill/>
          </a:ln>
        </p:spPr>
      </p:sp>
      <p:sp>
        <p:nvSpPr>
          <p:cNvPr id="1095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E83FA70F-21D7-44EF-98D3-928ED875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3439" y="5624989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CA9EC7"/>
          </a:solidFill>
          <a:ln xmlns:a="http://schemas.openxmlformats.org/drawingml/2006/main" w="0">
            <a:noFill/>
          </a:ln>
        </p:spPr>
      </p:sp>
      <p:sp>
        <p:nvSpPr>
          <p:cNvPr id="1096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5A95F185-4913-46B8-A984-1A6BDC46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9639" y="5624989"/>
            <a:ext cx="46673" cy="18098"/>
          </a:xfrm>
          <a:custGeom xmlns:a="http://schemas.openxmlformats.org/drawingml/2006/main">
            <a:pathLst>
              <a:path w="46673" h="18098">
                <a:moveTo>
                  <a:pt x="46673" y="18098"/>
                </a:moveTo>
                <a:lnTo>
                  <a:pt x="46673" y="0"/>
                </a:lnTo>
                <a:lnTo>
                  <a:pt x="0" y="0"/>
                </a:lnTo>
                <a:lnTo>
                  <a:pt x="0" y="18098"/>
                </a:lnTo>
                <a:lnTo>
                  <a:pt x="46673" y="18098"/>
                </a:lnTo>
                <a:close/>
              </a:path>
            </a:pathLst>
          </a:custGeom>
          <a:solidFill xmlns:a="http://schemas.openxmlformats.org/drawingml/2006/main">
            <a:srgbClr val="CA9EC7"/>
          </a:solidFill>
          <a:ln xmlns:a="http://schemas.openxmlformats.org/drawingml/2006/main" w="0">
            <a:noFill/>
          </a:ln>
        </p:spPr>
      </p:sp>
      <p:sp>
        <p:nvSpPr>
          <p:cNvPr id="1097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D5B945ED-835C-4B6B-83C8-094CC3DB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2489" y="5663089"/>
            <a:ext cx="75248" cy="56198"/>
          </a:xfrm>
          <a:custGeom xmlns:a="http://schemas.openxmlformats.org/drawingml/2006/main">
            <a:pathLst>
              <a:path w="75248" h="56198">
                <a:moveTo>
                  <a:pt x="75248" y="18098"/>
                </a:moveTo>
                <a:lnTo>
                  <a:pt x="75248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lnTo>
                  <a:pt x="0" y="56198"/>
                </a:lnTo>
                <a:lnTo>
                  <a:pt x="18098" y="56198"/>
                </a:lnTo>
                <a:lnTo>
                  <a:pt x="18098" y="46673"/>
                </a:lnTo>
                <a:lnTo>
                  <a:pt x="27623" y="46673"/>
                </a:lnTo>
                <a:lnTo>
                  <a:pt x="27623" y="37148"/>
                </a:lnTo>
                <a:lnTo>
                  <a:pt x="37148" y="37148"/>
                </a:lnTo>
                <a:lnTo>
                  <a:pt x="37148" y="27623"/>
                </a:lnTo>
                <a:lnTo>
                  <a:pt x="65723" y="27623"/>
                </a:lnTo>
                <a:lnTo>
                  <a:pt x="65723" y="18098"/>
                </a:lnTo>
                <a:lnTo>
                  <a:pt x="75248" y="18098"/>
                </a:lnTo>
                <a:close/>
              </a:path>
            </a:pathLst>
          </a:custGeom>
          <a:solidFill xmlns:a="http://schemas.openxmlformats.org/drawingml/2006/main">
            <a:srgbClr val="CA9EC7"/>
          </a:solidFill>
          <a:ln xmlns:a="http://schemas.openxmlformats.org/drawingml/2006/main" w="0">
            <a:noFill/>
          </a:ln>
        </p:spPr>
      </p:sp>
      <p:sp>
        <p:nvSpPr>
          <p:cNvPr id="1098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938B7BA0-5E2D-4146-9FAA-7E79D811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464" y="5682139"/>
            <a:ext cx="37148" cy="27623"/>
          </a:xfrm>
          <a:custGeom xmlns:a="http://schemas.openxmlformats.org/drawingml/2006/main">
            <a:pathLst>
              <a:path w="37148" h="27623">
                <a:moveTo>
                  <a:pt x="27623" y="27623"/>
                </a:moveTo>
                <a:lnTo>
                  <a:pt x="27623" y="18098"/>
                </a:lnTo>
                <a:lnTo>
                  <a:pt x="37148" y="18098"/>
                </a:lnTo>
                <a:lnTo>
                  <a:pt x="37148" y="0"/>
                </a:lnTo>
                <a:lnTo>
                  <a:pt x="0" y="0"/>
                </a:lnTo>
                <a:lnTo>
                  <a:pt x="0" y="27623"/>
                </a:lnTo>
                <a:lnTo>
                  <a:pt x="27623" y="27623"/>
                </a:lnTo>
                <a:close/>
              </a:path>
            </a:pathLst>
          </a:custGeom>
          <a:solidFill xmlns:a="http://schemas.openxmlformats.org/drawingml/2006/main">
            <a:srgbClr val="CA9EC7"/>
          </a:solidFill>
          <a:ln xmlns:a="http://schemas.openxmlformats.org/drawingml/2006/main" w="0">
            <a:noFill/>
          </a:ln>
        </p:spPr>
      </p:sp>
      <p:sp>
        <p:nvSpPr>
          <p:cNvPr id="1099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CB14CCC6-90BD-46E5-8BEE-FD9AA827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4889" y="5710714"/>
            <a:ext cx="18098" cy="37148"/>
          </a:xfrm>
          <a:custGeom xmlns:a="http://schemas.openxmlformats.org/drawingml/2006/main">
            <a:pathLst>
              <a:path w="18098" h="37148">
                <a:moveTo>
                  <a:pt x="18098" y="37148"/>
                </a:moveTo>
                <a:lnTo>
                  <a:pt x="18098" y="0"/>
                </a:lnTo>
                <a:lnTo>
                  <a:pt x="0" y="0"/>
                </a:lnTo>
                <a:lnTo>
                  <a:pt x="0" y="37148"/>
                </a:lnTo>
                <a:lnTo>
                  <a:pt x="18098" y="37148"/>
                </a:lnTo>
                <a:close/>
              </a:path>
            </a:pathLst>
          </a:custGeom>
          <a:solidFill xmlns:a="http://schemas.openxmlformats.org/drawingml/2006/main">
            <a:srgbClr val="CA9EC7"/>
          </a:solidFill>
          <a:ln xmlns:a="http://schemas.openxmlformats.org/drawingml/2006/main" w="0">
            <a:noFill/>
          </a:ln>
        </p:spPr>
      </p:sp>
      <p:sp>
        <p:nvSpPr>
          <p:cNvPr id="1100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58E03C1F-716C-4A6F-B4D5-AE1B439E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3939" y="5720239"/>
            <a:ext cx="27623" cy="37148"/>
          </a:xfrm>
          <a:custGeom xmlns:a="http://schemas.openxmlformats.org/drawingml/2006/main">
            <a:pathLst>
              <a:path w="27623" h="37148">
                <a:moveTo>
                  <a:pt x="9525" y="9525"/>
                </a:moveTo>
                <a:lnTo>
                  <a:pt x="0" y="9525"/>
                </a:lnTo>
                <a:lnTo>
                  <a:pt x="0" y="37148"/>
                </a:lnTo>
                <a:lnTo>
                  <a:pt x="27623" y="37148"/>
                </a:lnTo>
                <a:lnTo>
                  <a:pt x="27623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 xmlns:a="http://schemas.openxmlformats.org/drawingml/2006/main">
            <a:srgbClr val="CA9EC7"/>
          </a:solidFill>
          <a:ln xmlns:a="http://schemas.openxmlformats.org/drawingml/2006/main" w="0">
            <a:noFill/>
          </a:ln>
        </p:spPr>
      </p:sp>
      <p:sp>
        <p:nvSpPr>
          <p:cNvPr id="1101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154BB066-06FD-4D71-AE29-9D6D44CF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4864" y="572976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CA9EC7"/>
          </a:solidFill>
          <a:ln xmlns:a="http://schemas.openxmlformats.org/drawingml/2006/main" w="0">
            <a:noFill/>
          </a:ln>
        </p:spPr>
      </p:sp>
      <p:sp>
        <p:nvSpPr>
          <p:cNvPr id="1102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CDAF3211-6BCD-4865-96FB-A9CC864C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9189" y="5596414"/>
            <a:ext cx="18098" cy="37148"/>
          </a:xfrm>
          <a:custGeom xmlns:a="http://schemas.openxmlformats.org/drawingml/2006/main">
            <a:pathLst>
              <a:path w="18098" h="37148">
                <a:moveTo>
                  <a:pt x="18098" y="37148"/>
                </a:moveTo>
                <a:lnTo>
                  <a:pt x="18098" y="0"/>
                </a:lnTo>
                <a:lnTo>
                  <a:pt x="0" y="0"/>
                </a:lnTo>
                <a:lnTo>
                  <a:pt x="0" y="37148"/>
                </a:lnTo>
                <a:lnTo>
                  <a:pt x="18098" y="37148"/>
                </a:lnTo>
                <a:close/>
              </a:path>
            </a:pathLst>
          </a:custGeom>
          <a:solidFill xmlns:a="http://schemas.openxmlformats.org/drawingml/2006/main">
            <a:srgbClr val="CA9EC7"/>
          </a:solidFill>
          <a:ln xmlns:a="http://schemas.openxmlformats.org/drawingml/2006/main" w="0">
            <a:noFill/>
          </a:ln>
        </p:spPr>
      </p:sp>
      <p:sp>
        <p:nvSpPr>
          <p:cNvPr id="1103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18B1D34A-4C78-4A63-8726-EB0B27C6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3964" y="5596414"/>
            <a:ext cx="27623" cy="37148"/>
          </a:xfrm>
          <a:custGeom xmlns:a="http://schemas.openxmlformats.org/drawingml/2006/main">
            <a:pathLst>
              <a:path w="27623" h="37148">
                <a:moveTo>
                  <a:pt x="0" y="9525"/>
                </a:moveTo>
                <a:lnTo>
                  <a:pt x="0" y="37148"/>
                </a:lnTo>
                <a:lnTo>
                  <a:pt x="27623" y="37148"/>
                </a:lnTo>
                <a:lnTo>
                  <a:pt x="27623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close/>
              </a:path>
            </a:pathLst>
          </a:custGeom>
          <a:solidFill xmlns:a="http://schemas.openxmlformats.org/drawingml/2006/main">
            <a:srgbClr val="CA9EC7"/>
          </a:solidFill>
          <a:ln xmlns:a="http://schemas.openxmlformats.org/drawingml/2006/main" w="0">
            <a:noFill/>
          </a:ln>
        </p:spPr>
      </p:sp>
      <p:sp>
        <p:nvSpPr>
          <p:cNvPr id="1104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224D8617-1CDD-4EF2-BCB7-A7EABE4F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9689" y="5624989"/>
            <a:ext cx="37148" cy="27623"/>
          </a:xfrm>
          <a:custGeom xmlns:a="http://schemas.openxmlformats.org/drawingml/2006/main">
            <a:pathLst>
              <a:path w="37148" h="27623">
                <a:moveTo>
                  <a:pt x="37148" y="27623"/>
                </a:moveTo>
                <a:lnTo>
                  <a:pt x="37148" y="0"/>
                </a:lnTo>
                <a:lnTo>
                  <a:pt x="0" y="0"/>
                </a:lnTo>
                <a:lnTo>
                  <a:pt x="0" y="18098"/>
                </a:lnTo>
                <a:lnTo>
                  <a:pt x="9525" y="18098"/>
                </a:lnTo>
                <a:lnTo>
                  <a:pt x="9525" y="27623"/>
                </a:lnTo>
                <a:lnTo>
                  <a:pt x="37148" y="27623"/>
                </a:lnTo>
                <a:close/>
              </a:path>
            </a:pathLst>
          </a:custGeom>
          <a:solidFill xmlns:a="http://schemas.openxmlformats.org/drawingml/2006/main">
            <a:srgbClr val="CA9EC7"/>
          </a:solidFill>
          <a:ln xmlns:a="http://schemas.openxmlformats.org/drawingml/2006/main" w="0">
            <a:noFill/>
          </a:ln>
        </p:spPr>
      </p:sp>
      <p:sp>
        <p:nvSpPr>
          <p:cNvPr id="1105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7F59339A-95E2-4130-AB40-D7FB03DA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3014" y="563451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CA9EC7"/>
          </a:solidFill>
          <a:ln xmlns:a="http://schemas.openxmlformats.org/drawingml/2006/main" w="0">
            <a:noFill/>
          </a:ln>
        </p:spPr>
      </p:sp>
      <p:sp>
        <p:nvSpPr>
          <p:cNvPr id="1106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FFB21D9E-0941-4EF5-BFCD-5DA70C6A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464" y="5644039"/>
            <a:ext cx="37148" cy="18098"/>
          </a:xfrm>
          <a:custGeom xmlns:a="http://schemas.openxmlformats.org/drawingml/2006/main">
            <a:pathLst>
              <a:path w="37148" h="18098">
                <a:moveTo>
                  <a:pt x="0" y="18098"/>
                </a:moveTo>
                <a:lnTo>
                  <a:pt x="37148" y="18098"/>
                </a:lnTo>
                <a:lnTo>
                  <a:pt x="37148" y="0"/>
                </a:lnTo>
                <a:lnTo>
                  <a:pt x="0" y="0"/>
                </a:lnTo>
                <a:lnTo>
                  <a:pt x="0" y="18098"/>
                </a:lnTo>
                <a:close/>
              </a:path>
            </a:pathLst>
          </a:custGeom>
          <a:solidFill xmlns:a="http://schemas.openxmlformats.org/drawingml/2006/main">
            <a:srgbClr val="CA9EC7"/>
          </a:solidFill>
          <a:ln xmlns:a="http://schemas.openxmlformats.org/drawingml/2006/main" w="0">
            <a:noFill/>
          </a:ln>
        </p:spPr>
      </p:sp>
      <p:sp>
        <p:nvSpPr>
          <p:cNvPr id="1107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F159EDEB-CA31-4DCC-90E6-453E5522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1589" y="5644039"/>
            <a:ext cx="18098" cy="37148"/>
          </a:xfrm>
          <a:custGeom xmlns:a="http://schemas.openxmlformats.org/drawingml/2006/main">
            <a:pathLst>
              <a:path w="18098" h="37148">
                <a:moveTo>
                  <a:pt x="18098" y="37148"/>
                </a:moveTo>
                <a:lnTo>
                  <a:pt x="18098" y="0"/>
                </a:lnTo>
                <a:lnTo>
                  <a:pt x="0" y="0"/>
                </a:lnTo>
                <a:lnTo>
                  <a:pt x="0" y="37148"/>
                </a:lnTo>
                <a:lnTo>
                  <a:pt x="18098" y="37148"/>
                </a:lnTo>
                <a:close/>
              </a:path>
            </a:pathLst>
          </a:custGeom>
          <a:solidFill xmlns:a="http://schemas.openxmlformats.org/drawingml/2006/main">
            <a:srgbClr val="CA9EC7"/>
          </a:solidFill>
          <a:ln xmlns:a="http://schemas.openxmlformats.org/drawingml/2006/main" w="0">
            <a:noFill/>
          </a:ln>
        </p:spPr>
      </p:sp>
      <p:sp>
        <p:nvSpPr>
          <p:cNvPr id="1108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000B7206-3776-441D-8739-5A8AA8FE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9664" y="5653564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18098"/>
                </a:move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close/>
              </a:path>
            </a:pathLst>
          </a:custGeom>
          <a:solidFill xmlns:a="http://schemas.openxmlformats.org/drawingml/2006/main">
            <a:srgbClr val="CA9EC7"/>
          </a:solidFill>
          <a:ln xmlns:a="http://schemas.openxmlformats.org/drawingml/2006/main" w="0">
            <a:noFill/>
          </a:ln>
        </p:spPr>
      </p:sp>
      <p:sp>
        <p:nvSpPr>
          <p:cNvPr id="1109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73CAD45C-37E9-4CEA-9A69-E08C306F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0639" y="5691664"/>
            <a:ext cx="37148" cy="37148"/>
          </a:xfrm>
          <a:custGeom xmlns:a="http://schemas.openxmlformats.org/drawingml/2006/main">
            <a:pathLst>
              <a:path w="37148" h="37148">
                <a:moveTo>
                  <a:pt x="27623" y="27623"/>
                </a:moveTo>
                <a:lnTo>
                  <a:pt x="37148" y="27623"/>
                </a:lnTo>
                <a:lnTo>
                  <a:pt x="37148" y="0"/>
                </a:lnTo>
                <a:lnTo>
                  <a:pt x="0" y="0"/>
                </a:lnTo>
                <a:lnTo>
                  <a:pt x="0" y="37148"/>
                </a:lnTo>
                <a:lnTo>
                  <a:pt x="27623" y="37148"/>
                </a:lnTo>
                <a:lnTo>
                  <a:pt x="27623" y="27623"/>
                </a:lnTo>
                <a:close/>
              </a:path>
            </a:pathLst>
          </a:custGeom>
          <a:solidFill xmlns:a="http://schemas.openxmlformats.org/drawingml/2006/main">
            <a:srgbClr val="CA9EC7"/>
          </a:solidFill>
          <a:ln xmlns:a="http://schemas.openxmlformats.org/drawingml/2006/main" w="0">
            <a:noFill/>
          </a:ln>
        </p:spPr>
      </p:sp>
      <p:sp>
        <p:nvSpPr>
          <p:cNvPr id="1110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8E494A11-9608-49D0-B19E-AC90BDAF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2064" y="5710714"/>
            <a:ext cx="37148" cy="46673"/>
          </a:xfrm>
          <a:custGeom xmlns:a="http://schemas.openxmlformats.org/drawingml/2006/main">
            <a:pathLst>
              <a:path w="37148" h="46673">
                <a:moveTo>
                  <a:pt x="0" y="0"/>
                </a:moveTo>
                <a:lnTo>
                  <a:pt x="0" y="37148"/>
                </a:lnTo>
                <a:lnTo>
                  <a:pt x="9525" y="37148"/>
                </a:lnTo>
                <a:lnTo>
                  <a:pt x="9525" y="46673"/>
                </a:lnTo>
                <a:lnTo>
                  <a:pt x="37148" y="46673"/>
                </a:lnTo>
                <a:lnTo>
                  <a:pt x="37148" y="19050"/>
                </a:lnTo>
                <a:lnTo>
                  <a:pt x="18098" y="19050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A9EC7"/>
          </a:solidFill>
          <a:ln xmlns:a="http://schemas.openxmlformats.org/drawingml/2006/main" w="0">
            <a:noFill/>
          </a:ln>
        </p:spPr>
      </p:sp>
      <p:sp>
        <p:nvSpPr>
          <p:cNvPr id="1111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8D13A46E-3F1D-4E0B-A18D-CC2F4756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4439" y="5720239"/>
            <a:ext cx="46673" cy="37148"/>
          </a:xfrm>
          <a:custGeom xmlns:a="http://schemas.openxmlformats.org/drawingml/2006/main">
            <a:pathLst>
              <a:path w="46673" h="37148">
                <a:moveTo>
                  <a:pt x="46673" y="37148"/>
                </a:moveTo>
                <a:lnTo>
                  <a:pt x="46673" y="9525"/>
                </a:lnTo>
                <a:lnTo>
                  <a:pt x="37148" y="9525"/>
                </a:lnTo>
                <a:lnTo>
                  <a:pt x="37148" y="0"/>
                </a:lnTo>
                <a:lnTo>
                  <a:pt x="0" y="0"/>
                </a:lnTo>
                <a:lnTo>
                  <a:pt x="0" y="18098"/>
                </a:lnTo>
                <a:lnTo>
                  <a:pt x="19050" y="18098"/>
                </a:lnTo>
                <a:lnTo>
                  <a:pt x="19050" y="37148"/>
                </a:lnTo>
                <a:lnTo>
                  <a:pt x="46673" y="37148"/>
                </a:lnTo>
                <a:close/>
              </a:path>
            </a:pathLst>
          </a:custGeom>
          <a:solidFill xmlns:a="http://schemas.openxmlformats.org/drawingml/2006/main">
            <a:srgbClr val="CA9EC7"/>
          </a:solidFill>
          <a:ln xmlns:a="http://schemas.openxmlformats.org/drawingml/2006/main" w="0">
            <a:noFill/>
          </a:ln>
        </p:spPr>
      </p:sp>
      <p:sp>
        <p:nvSpPr>
          <p:cNvPr id="1112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51A0318B-27B1-478A-BDCF-3A4899EB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3389" y="3719989"/>
            <a:ext cx="18098" cy="218122"/>
          </a:xfrm>
          <a:custGeom xmlns:a="http://schemas.openxmlformats.org/drawingml/2006/main">
            <a:pathLst>
              <a:path w="18098" h="218122">
                <a:moveTo>
                  <a:pt x="0" y="0"/>
                </a:moveTo>
                <a:lnTo>
                  <a:pt x="0" y="218122"/>
                </a:lnTo>
                <a:lnTo>
                  <a:pt x="18098" y="2181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1B7CF"/>
          </a:solidFill>
          <a:ln xmlns:a="http://schemas.openxmlformats.org/drawingml/2006/main" w="0">
            <a:noFill/>
          </a:ln>
        </p:spPr>
      </p:sp>
      <p:sp>
        <p:nvSpPr>
          <p:cNvPr id="1113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52BBDB4B-242A-45C3-AED5-F9648331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914" y="4215289"/>
            <a:ext cx="18098" cy="103822"/>
          </a:xfrm>
          <a:custGeom xmlns:a="http://schemas.openxmlformats.org/drawingml/2006/main">
            <a:pathLst>
              <a:path w="18098" h="103822">
                <a:moveTo>
                  <a:pt x="0" y="0"/>
                </a:moveTo>
                <a:lnTo>
                  <a:pt x="0" y="103822"/>
                </a:lnTo>
                <a:lnTo>
                  <a:pt x="18098" y="1038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1B7CF"/>
          </a:solidFill>
          <a:ln xmlns:a="http://schemas.openxmlformats.org/drawingml/2006/main" w="0">
            <a:noFill/>
          </a:ln>
        </p:spPr>
      </p:sp>
      <p:sp>
        <p:nvSpPr>
          <p:cNvPr id="1114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522EB367-2DED-4B21-AC05-113E515F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439" y="4386739"/>
            <a:ext cx="18098" cy="37147"/>
          </a:xfrm>
          <a:custGeom xmlns:a="http://schemas.openxmlformats.org/drawingml/2006/main">
            <a:pathLst>
              <a:path w="18098" h="37147">
                <a:moveTo>
                  <a:pt x="0" y="37147"/>
                </a:moveTo>
                <a:lnTo>
                  <a:pt x="18098" y="37147"/>
                </a:lnTo>
                <a:lnTo>
                  <a:pt x="18098" y="0"/>
                </a:lnTo>
                <a:lnTo>
                  <a:pt x="0" y="0"/>
                </a:lnTo>
                <a:lnTo>
                  <a:pt x="0" y="37147"/>
                </a:lnTo>
                <a:close/>
              </a:path>
            </a:pathLst>
          </a:custGeom>
          <a:solidFill xmlns:a="http://schemas.openxmlformats.org/drawingml/2006/main">
            <a:srgbClr val="D1B7CF"/>
          </a:solidFill>
          <a:ln xmlns:a="http://schemas.openxmlformats.org/drawingml/2006/main" w="0">
            <a:noFill/>
          </a:ln>
        </p:spPr>
      </p:sp>
      <p:sp>
        <p:nvSpPr>
          <p:cNvPr id="1115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6490CE22-3D6D-4A1C-AB45-35FD6214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1964" y="4462939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0"/>
                </a:move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D1B7CF"/>
          </a:solidFill>
          <a:ln xmlns:a="http://schemas.openxmlformats.org/drawingml/2006/main" w="0">
            <a:noFill/>
          </a:ln>
        </p:spPr>
      </p:sp>
      <p:sp>
        <p:nvSpPr>
          <p:cNvPr id="1116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7B0FE636-A563-42A9-BD75-6AC3FAC3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1489" y="451056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0"/>
                </a:move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D1B7CF"/>
          </a:solidFill>
          <a:ln xmlns:a="http://schemas.openxmlformats.org/drawingml/2006/main" w="0">
            <a:noFill/>
          </a:ln>
        </p:spPr>
      </p:sp>
      <p:sp>
        <p:nvSpPr>
          <p:cNvPr id="1117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E9A6B8E4-EFA6-4FF1-96EE-FD7FF81E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8639" y="4682014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27622"/>
                </a:move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close/>
              </a:path>
            </a:pathLst>
          </a:custGeom>
          <a:solidFill xmlns:a="http://schemas.openxmlformats.org/drawingml/2006/main">
            <a:srgbClr val="D1B7CF"/>
          </a:solidFill>
          <a:ln xmlns:a="http://schemas.openxmlformats.org/drawingml/2006/main" w="0">
            <a:noFill/>
          </a:ln>
        </p:spPr>
      </p:sp>
      <p:sp>
        <p:nvSpPr>
          <p:cNvPr id="1118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84879A48-FB71-4516-9D0D-9F9BB596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7289" y="5224939"/>
            <a:ext cx="37148" cy="18098"/>
          </a:xfrm>
          <a:custGeom xmlns:a="http://schemas.openxmlformats.org/drawingml/2006/main">
            <a:pathLst>
              <a:path w="37148" h="18098">
                <a:moveTo>
                  <a:pt x="0" y="18098"/>
                </a:moveTo>
                <a:lnTo>
                  <a:pt x="37148" y="18098"/>
                </a:lnTo>
                <a:lnTo>
                  <a:pt x="37148" y="0"/>
                </a:lnTo>
                <a:lnTo>
                  <a:pt x="0" y="0"/>
                </a:lnTo>
                <a:lnTo>
                  <a:pt x="0" y="18098"/>
                </a:lnTo>
                <a:close/>
              </a:path>
            </a:pathLst>
          </a:custGeom>
          <a:solidFill xmlns:a="http://schemas.openxmlformats.org/drawingml/2006/main">
            <a:srgbClr val="D1B7CF"/>
          </a:solidFill>
          <a:ln xmlns:a="http://schemas.openxmlformats.org/drawingml/2006/main" w="0">
            <a:noFill/>
          </a:ln>
        </p:spPr>
      </p:sp>
      <p:sp>
        <p:nvSpPr>
          <p:cNvPr id="1119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8C19CEC2-28B4-4B40-B0DA-7BB5B82F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8739" y="5320189"/>
            <a:ext cx="56198" cy="18098"/>
          </a:xfrm>
          <a:custGeom xmlns:a="http://schemas.openxmlformats.org/drawingml/2006/main">
            <a:pathLst>
              <a:path w="56198" h="18098">
                <a:moveTo>
                  <a:pt x="0" y="18098"/>
                </a:moveTo>
                <a:lnTo>
                  <a:pt x="56198" y="18098"/>
                </a:lnTo>
                <a:lnTo>
                  <a:pt x="56198" y="0"/>
                </a:lnTo>
                <a:lnTo>
                  <a:pt x="0" y="0"/>
                </a:lnTo>
                <a:lnTo>
                  <a:pt x="0" y="18098"/>
                </a:lnTo>
                <a:close/>
              </a:path>
            </a:pathLst>
          </a:custGeom>
          <a:solidFill xmlns:a="http://schemas.openxmlformats.org/drawingml/2006/main">
            <a:srgbClr val="D1B7CF"/>
          </a:solidFill>
          <a:ln xmlns:a="http://schemas.openxmlformats.org/drawingml/2006/main" w="0">
            <a:noFill/>
          </a:ln>
        </p:spPr>
      </p:sp>
      <p:sp>
        <p:nvSpPr>
          <p:cNvPr id="1120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82182E89-162B-47E0-A2AC-FAF60E25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5889" y="5348764"/>
            <a:ext cx="56198" cy="18098"/>
          </a:xfrm>
          <a:custGeom xmlns:a="http://schemas.openxmlformats.org/drawingml/2006/main">
            <a:pathLst>
              <a:path w="56198" h="18098">
                <a:moveTo>
                  <a:pt x="56198" y="18098"/>
                </a:moveTo>
                <a:lnTo>
                  <a:pt x="56198" y="0"/>
                </a:lnTo>
                <a:lnTo>
                  <a:pt x="0" y="0"/>
                </a:lnTo>
                <a:lnTo>
                  <a:pt x="0" y="18098"/>
                </a:lnTo>
                <a:lnTo>
                  <a:pt x="56198" y="18098"/>
                </a:lnTo>
                <a:close/>
              </a:path>
            </a:pathLst>
          </a:custGeom>
          <a:solidFill xmlns:a="http://schemas.openxmlformats.org/drawingml/2006/main">
            <a:srgbClr val="D1B7CF"/>
          </a:solidFill>
          <a:ln xmlns:a="http://schemas.openxmlformats.org/drawingml/2006/main" w="0">
            <a:noFill/>
          </a:ln>
        </p:spPr>
      </p:sp>
      <p:sp>
        <p:nvSpPr>
          <p:cNvPr id="1121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57A5840F-1462-41AF-BBDA-97EC9ACC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0664" y="5405914"/>
            <a:ext cx="65723" cy="18098"/>
          </a:xfrm>
          <a:custGeom xmlns:a="http://schemas.openxmlformats.org/drawingml/2006/main">
            <a:pathLst>
              <a:path w="65723" h="18098">
                <a:moveTo>
                  <a:pt x="0" y="18098"/>
                </a:moveTo>
                <a:lnTo>
                  <a:pt x="65723" y="18098"/>
                </a:lnTo>
                <a:lnTo>
                  <a:pt x="65723" y="0"/>
                </a:lnTo>
                <a:lnTo>
                  <a:pt x="0" y="0"/>
                </a:lnTo>
                <a:lnTo>
                  <a:pt x="0" y="18098"/>
                </a:lnTo>
                <a:close/>
              </a:path>
            </a:pathLst>
          </a:custGeom>
          <a:solidFill xmlns:a="http://schemas.openxmlformats.org/drawingml/2006/main">
            <a:srgbClr val="D1B7CF"/>
          </a:solidFill>
          <a:ln xmlns:a="http://schemas.openxmlformats.org/drawingml/2006/main" w="0">
            <a:noFill/>
          </a:ln>
        </p:spPr>
      </p:sp>
      <p:sp>
        <p:nvSpPr>
          <p:cNvPr id="1122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B8E77500-E0B6-4D02-8406-46EC0B92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7339" y="5444014"/>
            <a:ext cx="84773" cy="18098"/>
          </a:xfrm>
          <a:custGeom xmlns:a="http://schemas.openxmlformats.org/drawingml/2006/main">
            <a:pathLst>
              <a:path w="84773" h="18098">
                <a:moveTo>
                  <a:pt x="84773" y="18098"/>
                </a:moveTo>
                <a:lnTo>
                  <a:pt x="84773" y="0"/>
                </a:lnTo>
                <a:lnTo>
                  <a:pt x="0" y="0"/>
                </a:lnTo>
                <a:lnTo>
                  <a:pt x="0" y="18098"/>
                </a:lnTo>
                <a:lnTo>
                  <a:pt x="84773" y="18098"/>
                </a:lnTo>
                <a:close/>
              </a:path>
            </a:pathLst>
          </a:custGeom>
          <a:solidFill xmlns:a="http://schemas.openxmlformats.org/drawingml/2006/main">
            <a:srgbClr val="D1B7CF"/>
          </a:solidFill>
          <a:ln xmlns:a="http://schemas.openxmlformats.org/drawingml/2006/main" w="0">
            <a:noFill/>
          </a:ln>
        </p:spPr>
      </p:sp>
      <p:sp>
        <p:nvSpPr>
          <p:cNvPr id="1123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C50E9374-CE5D-4832-8C45-3AAA00B3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5489" y="5624989"/>
            <a:ext cx="18098" cy="94298"/>
          </a:xfrm>
          <a:custGeom xmlns:a="http://schemas.openxmlformats.org/drawingml/2006/main">
            <a:pathLst>
              <a:path w="18098" h="94298">
                <a:moveTo>
                  <a:pt x="0" y="0"/>
                </a:moveTo>
                <a:lnTo>
                  <a:pt x="0" y="94298"/>
                </a:lnTo>
                <a:lnTo>
                  <a:pt x="18098" y="94298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1B7CF"/>
          </a:solidFill>
          <a:ln xmlns:a="http://schemas.openxmlformats.org/drawingml/2006/main" w="0">
            <a:noFill/>
          </a:ln>
        </p:spPr>
      </p:sp>
      <p:sp>
        <p:nvSpPr>
          <p:cNvPr id="1124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23760CEB-CB84-46D3-9202-7F7989D0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5014" y="5710714"/>
            <a:ext cx="180023" cy="180023"/>
          </a:xfrm>
          <a:custGeom xmlns:a="http://schemas.openxmlformats.org/drawingml/2006/main">
            <a:pathLst>
              <a:path w="180023" h="180023">
                <a:moveTo>
                  <a:pt x="161925" y="18098"/>
                </a:moveTo>
                <a:lnTo>
                  <a:pt x="161925" y="180023"/>
                </a:lnTo>
                <a:lnTo>
                  <a:pt x="180023" y="180023"/>
                </a:lnTo>
                <a:lnTo>
                  <a:pt x="180023" y="0"/>
                </a:lnTo>
                <a:lnTo>
                  <a:pt x="0" y="0"/>
                </a:lnTo>
                <a:lnTo>
                  <a:pt x="0" y="18098"/>
                </a:lnTo>
                <a:lnTo>
                  <a:pt x="161925" y="18098"/>
                </a:lnTo>
                <a:close/>
              </a:path>
            </a:pathLst>
          </a:custGeom>
          <a:solidFill xmlns:a="http://schemas.openxmlformats.org/drawingml/2006/main">
            <a:srgbClr val="D1B7CF"/>
          </a:solidFill>
          <a:ln xmlns:a="http://schemas.openxmlformats.org/drawingml/2006/main" w="0">
            <a:noFill/>
          </a:ln>
        </p:spPr>
      </p:sp>
      <p:sp>
        <p:nvSpPr>
          <p:cNvPr id="1125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4E93DE5E-4A38-40BC-9BD9-DAE8D59C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3389" y="3929539"/>
            <a:ext cx="18098" cy="94297"/>
          </a:xfrm>
          <a:custGeom xmlns:a="http://schemas.openxmlformats.org/drawingml/2006/main">
            <a:pathLst>
              <a:path w="18098" h="94297">
                <a:moveTo>
                  <a:pt x="0" y="0"/>
                </a:moveTo>
                <a:lnTo>
                  <a:pt x="0" y="94297"/>
                </a:lnTo>
                <a:lnTo>
                  <a:pt x="18098" y="94297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BA5C8"/>
          </a:solidFill>
          <a:ln xmlns:a="http://schemas.openxmlformats.org/drawingml/2006/main" w="0">
            <a:noFill/>
          </a:ln>
        </p:spPr>
      </p:sp>
      <p:sp>
        <p:nvSpPr>
          <p:cNvPr id="1126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32823092-AF86-40D6-9CA8-40800920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914" y="4310539"/>
            <a:ext cx="18098" cy="56197"/>
          </a:xfrm>
          <a:custGeom xmlns:a="http://schemas.openxmlformats.org/drawingml/2006/main">
            <a:pathLst>
              <a:path w="18098" h="56197">
                <a:moveTo>
                  <a:pt x="0" y="0"/>
                </a:moveTo>
                <a:lnTo>
                  <a:pt x="0" y="56197"/>
                </a:lnTo>
                <a:lnTo>
                  <a:pt x="18098" y="56197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BA5C8"/>
          </a:solidFill>
          <a:ln xmlns:a="http://schemas.openxmlformats.org/drawingml/2006/main" w="0">
            <a:noFill/>
          </a:ln>
        </p:spPr>
      </p:sp>
      <p:sp>
        <p:nvSpPr>
          <p:cNvPr id="1127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943011ED-FD1F-45A5-9E00-124FF488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439" y="4415314"/>
            <a:ext cx="18098" cy="37147"/>
          </a:xfrm>
          <a:custGeom xmlns:a="http://schemas.openxmlformats.org/drawingml/2006/main">
            <a:pathLst>
              <a:path w="18098" h="37147">
                <a:moveTo>
                  <a:pt x="0" y="37147"/>
                </a:moveTo>
                <a:lnTo>
                  <a:pt x="18098" y="37147"/>
                </a:lnTo>
                <a:lnTo>
                  <a:pt x="18098" y="0"/>
                </a:lnTo>
                <a:lnTo>
                  <a:pt x="0" y="0"/>
                </a:lnTo>
                <a:lnTo>
                  <a:pt x="0" y="37147"/>
                </a:lnTo>
                <a:close/>
              </a:path>
            </a:pathLst>
          </a:custGeom>
          <a:solidFill xmlns:a="http://schemas.openxmlformats.org/drawingml/2006/main">
            <a:srgbClr val="CBA5C8"/>
          </a:solidFill>
          <a:ln xmlns:a="http://schemas.openxmlformats.org/drawingml/2006/main" w="0">
            <a:noFill/>
          </a:ln>
        </p:spPr>
      </p:sp>
      <p:sp>
        <p:nvSpPr>
          <p:cNvPr id="1128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C3602E0B-C74E-4A4C-9143-10047474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1964" y="4481989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27622"/>
                </a:move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close/>
              </a:path>
            </a:pathLst>
          </a:custGeom>
          <a:solidFill xmlns:a="http://schemas.openxmlformats.org/drawingml/2006/main">
            <a:srgbClr val="CBA5C8"/>
          </a:solidFill>
          <a:ln xmlns:a="http://schemas.openxmlformats.org/drawingml/2006/main" w="0">
            <a:noFill/>
          </a:ln>
        </p:spPr>
      </p:sp>
      <p:sp>
        <p:nvSpPr>
          <p:cNvPr id="1129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6D81C895-DB64-498C-855B-A24683E5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1489" y="452961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0"/>
                </a:move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CBA5C8"/>
          </a:solidFill>
          <a:ln xmlns:a="http://schemas.openxmlformats.org/drawingml/2006/main" w="0">
            <a:noFill/>
          </a:ln>
        </p:spPr>
      </p:sp>
      <p:sp>
        <p:nvSpPr>
          <p:cNvPr id="1130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12C38B3F-0276-436E-83DC-160782D2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1014" y="4567714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0"/>
                </a:move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CBA5C8"/>
          </a:solidFill>
          <a:ln xmlns:a="http://schemas.openxmlformats.org/drawingml/2006/main" w="0">
            <a:noFill/>
          </a:ln>
        </p:spPr>
      </p:sp>
      <p:sp>
        <p:nvSpPr>
          <p:cNvPr id="1131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9859C742-0C5A-4084-AAC2-EABB609C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0139" y="5196364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BA5C8"/>
          </a:solidFill>
          <a:ln xmlns:a="http://schemas.openxmlformats.org/drawingml/2006/main" w="0">
            <a:noFill/>
          </a:ln>
        </p:spPr>
      </p:sp>
      <p:sp>
        <p:nvSpPr>
          <p:cNvPr id="1132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5885757B-67DC-49E1-BF3F-7A6E45E1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5864" y="5243989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CBA5C8"/>
          </a:solidFill>
          <a:ln xmlns:a="http://schemas.openxmlformats.org/drawingml/2006/main" w="0">
            <a:noFill/>
          </a:ln>
        </p:spPr>
      </p:sp>
      <p:sp>
        <p:nvSpPr>
          <p:cNvPr id="1133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04DBBF01-F935-464F-8801-A02D8DC6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4439" y="5263039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CBA5C8"/>
          </a:solidFill>
          <a:ln xmlns:a="http://schemas.openxmlformats.org/drawingml/2006/main" w="0">
            <a:noFill/>
          </a:ln>
        </p:spPr>
      </p:sp>
      <p:sp>
        <p:nvSpPr>
          <p:cNvPr id="1134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9C2775DA-C00F-4FEC-9C3C-2BCF88E8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1589" y="5291614"/>
            <a:ext cx="56198" cy="27623"/>
          </a:xfrm>
          <a:custGeom xmlns:a="http://schemas.openxmlformats.org/drawingml/2006/main">
            <a:pathLst>
              <a:path w="56198" h="27623">
                <a:moveTo>
                  <a:pt x="56198" y="27623"/>
                </a:moveTo>
                <a:lnTo>
                  <a:pt x="56198" y="9525"/>
                </a:lnTo>
                <a:lnTo>
                  <a:pt x="18098" y="9525"/>
                </a:lnTo>
                <a:lnTo>
                  <a:pt x="18098" y="0"/>
                </a:lnTo>
                <a:lnTo>
                  <a:pt x="0" y="0"/>
                </a:lnTo>
                <a:lnTo>
                  <a:pt x="0" y="27623"/>
                </a:lnTo>
                <a:lnTo>
                  <a:pt x="56198" y="27623"/>
                </a:lnTo>
                <a:close/>
              </a:path>
            </a:pathLst>
          </a:custGeom>
          <a:solidFill xmlns:a="http://schemas.openxmlformats.org/drawingml/2006/main">
            <a:srgbClr val="CBA5C8"/>
          </a:solidFill>
          <a:ln xmlns:a="http://schemas.openxmlformats.org/drawingml/2006/main" w="0">
            <a:noFill/>
          </a:ln>
        </p:spPr>
      </p:sp>
      <p:sp>
        <p:nvSpPr>
          <p:cNvPr id="1135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83FFF0C2-C120-42A7-BB91-A19E7061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6364" y="5339239"/>
            <a:ext cx="18098" cy="27623"/>
          </a:xfrm>
          <a:custGeom xmlns:a="http://schemas.openxmlformats.org/drawingml/2006/main">
            <a:pathLst>
              <a:path w="18098" h="27623">
                <a:moveTo>
                  <a:pt x="0" y="27623"/>
                </a:moveTo>
                <a:lnTo>
                  <a:pt x="18098" y="27623"/>
                </a:lnTo>
                <a:lnTo>
                  <a:pt x="18098" y="0"/>
                </a:lnTo>
                <a:lnTo>
                  <a:pt x="0" y="0"/>
                </a:lnTo>
                <a:lnTo>
                  <a:pt x="0" y="27623"/>
                </a:lnTo>
                <a:close/>
              </a:path>
            </a:pathLst>
          </a:custGeom>
          <a:solidFill xmlns:a="http://schemas.openxmlformats.org/drawingml/2006/main">
            <a:srgbClr val="CBA5C8"/>
          </a:solidFill>
          <a:ln xmlns:a="http://schemas.openxmlformats.org/drawingml/2006/main" w="0">
            <a:noFill/>
          </a:ln>
        </p:spPr>
      </p:sp>
      <p:sp>
        <p:nvSpPr>
          <p:cNvPr id="1136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ED836768-1214-44E6-9F58-5393B57B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3989" y="5358289"/>
            <a:ext cx="18098" cy="27623"/>
          </a:xfrm>
          <a:custGeom xmlns:a="http://schemas.openxmlformats.org/drawingml/2006/main">
            <a:pathLst>
              <a:path w="18098" h="27623">
                <a:moveTo>
                  <a:pt x="18098" y="0"/>
                </a:moveTo>
                <a:lnTo>
                  <a:pt x="0" y="0"/>
                </a:lnTo>
                <a:lnTo>
                  <a:pt x="0" y="27623"/>
                </a:lnTo>
                <a:lnTo>
                  <a:pt x="18098" y="27623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CBA5C8"/>
          </a:solidFill>
          <a:ln xmlns:a="http://schemas.openxmlformats.org/drawingml/2006/main" w="0">
            <a:noFill/>
          </a:ln>
        </p:spPr>
      </p:sp>
      <p:sp>
        <p:nvSpPr>
          <p:cNvPr id="1137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6AB1154C-8F5B-40FD-819F-140CAA34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3514" y="5377339"/>
            <a:ext cx="56198" cy="18098"/>
          </a:xfrm>
          <a:custGeom xmlns:a="http://schemas.openxmlformats.org/drawingml/2006/main">
            <a:pathLst>
              <a:path w="56198" h="18098">
                <a:moveTo>
                  <a:pt x="0" y="18098"/>
                </a:moveTo>
                <a:lnTo>
                  <a:pt x="56198" y="18098"/>
                </a:lnTo>
                <a:lnTo>
                  <a:pt x="56198" y="0"/>
                </a:lnTo>
                <a:lnTo>
                  <a:pt x="0" y="0"/>
                </a:lnTo>
                <a:lnTo>
                  <a:pt x="0" y="18098"/>
                </a:lnTo>
                <a:close/>
              </a:path>
            </a:pathLst>
          </a:custGeom>
          <a:solidFill xmlns:a="http://schemas.openxmlformats.org/drawingml/2006/main">
            <a:srgbClr val="CBA5C8"/>
          </a:solidFill>
          <a:ln xmlns:a="http://schemas.openxmlformats.org/drawingml/2006/main" w="0">
            <a:noFill/>
          </a:ln>
        </p:spPr>
      </p:sp>
      <p:sp>
        <p:nvSpPr>
          <p:cNvPr id="1138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A20134E8-3D5B-4E87-9249-4B30E54E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3539" y="5453539"/>
            <a:ext cx="18098" cy="27623"/>
          </a:xfrm>
          <a:custGeom xmlns:a="http://schemas.openxmlformats.org/drawingml/2006/main">
            <a:pathLst>
              <a:path w="18098" h="27623">
                <a:moveTo>
                  <a:pt x="0" y="27623"/>
                </a:moveTo>
                <a:lnTo>
                  <a:pt x="18098" y="27623"/>
                </a:lnTo>
                <a:lnTo>
                  <a:pt x="18098" y="0"/>
                </a:lnTo>
                <a:lnTo>
                  <a:pt x="0" y="0"/>
                </a:lnTo>
                <a:lnTo>
                  <a:pt x="0" y="27623"/>
                </a:lnTo>
                <a:close/>
              </a:path>
            </a:pathLst>
          </a:custGeom>
          <a:solidFill xmlns:a="http://schemas.openxmlformats.org/drawingml/2006/main">
            <a:srgbClr val="CBA5C8"/>
          </a:solidFill>
          <a:ln xmlns:a="http://schemas.openxmlformats.org/drawingml/2006/main" w="0">
            <a:noFill/>
          </a:ln>
        </p:spPr>
      </p:sp>
      <p:sp>
        <p:nvSpPr>
          <p:cNvPr id="1139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8CB53B82-1545-41AD-85DA-6684EBA5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3064" y="5491639"/>
            <a:ext cx="103823" cy="18098"/>
          </a:xfrm>
          <a:custGeom xmlns:a="http://schemas.openxmlformats.org/drawingml/2006/main">
            <a:pathLst>
              <a:path w="103823" h="18098">
                <a:moveTo>
                  <a:pt x="103823" y="18098"/>
                </a:moveTo>
                <a:lnTo>
                  <a:pt x="103823" y="0"/>
                </a:lnTo>
                <a:lnTo>
                  <a:pt x="0" y="0"/>
                </a:lnTo>
                <a:lnTo>
                  <a:pt x="0" y="18098"/>
                </a:lnTo>
                <a:lnTo>
                  <a:pt x="103823" y="18098"/>
                </a:lnTo>
                <a:close/>
              </a:path>
            </a:pathLst>
          </a:custGeom>
          <a:solidFill xmlns:a="http://schemas.openxmlformats.org/drawingml/2006/main">
            <a:srgbClr val="CBA5C8"/>
          </a:solidFill>
          <a:ln xmlns:a="http://schemas.openxmlformats.org/drawingml/2006/main" w="0">
            <a:noFill/>
          </a:ln>
        </p:spPr>
      </p:sp>
      <p:sp>
        <p:nvSpPr>
          <p:cNvPr id="1140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478B3A81-2214-4265-99C6-E22DBC89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8314" y="5510689"/>
            <a:ext cx="18098" cy="46673"/>
          </a:xfrm>
          <a:custGeom xmlns:a="http://schemas.openxmlformats.org/drawingml/2006/main">
            <a:pathLst>
              <a:path w="18098" h="46673">
                <a:moveTo>
                  <a:pt x="0" y="0"/>
                </a:moveTo>
                <a:lnTo>
                  <a:pt x="0" y="46673"/>
                </a:lnTo>
                <a:lnTo>
                  <a:pt x="18098" y="46673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BA5C8"/>
          </a:solidFill>
          <a:ln xmlns:a="http://schemas.openxmlformats.org/drawingml/2006/main" w="0">
            <a:noFill/>
          </a:ln>
        </p:spPr>
      </p:sp>
      <p:sp>
        <p:nvSpPr>
          <p:cNvPr id="1141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5DDAE477-524A-45AD-9D89-C0623F9F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2139" y="5615464"/>
            <a:ext cx="141923" cy="18098"/>
          </a:xfrm>
          <a:custGeom xmlns:a="http://schemas.openxmlformats.org/drawingml/2006/main">
            <a:pathLst>
              <a:path w="141923" h="18098">
                <a:moveTo>
                  <a:pt x="141923" y="18098"/>
                </a:moveTo>
                <a:lnTo>
                  <a:pt x="141923" y="0"/>
                </a:lnTo>
                <a:lnTo>
                  <a:pt x="0" y="0"/>
                </a:lnTo>
                <a:lnTo>
                  <a:pt x="0" y="18098"/>
                </a:lnTo>
                <a:lnTo>
                  <a:pt x="141923" y="18098"/>
                </a:lnTo>
                <a:close/>
              </a:path>
            </a:pathLst>
          </a:custGeom>
          <a:solidFill xmlns:a="http://schemas.openxmlformats.org/drawingml/2006/main">
            <a:srgbClr val="CBA5C8"/>
          </a:solidFill>
          <a:ln xmlns:a="http://schemas.openxmlformats.org/drawingml/2006/main" w="0">
            <a:noFill/>
          </a:ln>
        </p:spPr>
      </p:sp>
      <p:sp>
        <p:nvSpPr>
          <p:cNvPr id="1142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E63364D8-BB8A-4B2E-859F-196C35AE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3114" y="5720239"/>
            <a:ext cx="132398" cy="170498"/>
          </a:xfrm>
          <a:custGeom xmlns:a="http://schemas.openxmlformats.org/drawingml/2006/main">
            <a:pathLst>
              <a:path w="132398" h="170498">
                <a:moveTo>
                  <a:pt x="114300" y="0"/>
                </a:moveTo>
                <a:lnTo>
                  <a:pt x="114300" y="152400"/>
                </a:lnTo>
                <a:lnTo>
                  <a:pt x="0" y="152400"/>
                </a:lnTo>
                <a:lnTo>
                  <a:pt x="0" y="170498"/>
                </a:lnTo>
                <a:lnTo>
                  <a:pt x="132398" y="170498"/>
                </a:lnTo>
                <a:lnTo>
                  <a:pt x="132398" y="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CBA5C8"/>
          </a:solidFill>
          <a:ln xmlns:a="http://schemas.openxmlformats.org/drawingml/2006/main" w="0">
            <a:noFill/>
          </a:ln>
        </p:spPr>
      </p:sp>
      <p:sp>
        <p:nvSpPr>
          <p:cNvPr id="1143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676CAC43-2BF4-4192-B7ED-CA0F3D76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914" y="3977164"/>
            <a:ext cx="18098" cy="56197"/>
          </a:xfrm>
          <a:custGeom xmlns:a="http://schemas.openxmlformats.org/drawingml/2006/main">
            <a:pathLst>
              <a:path w="18098" h="56197">
                <a:moveTo>
                  <a:pt x="0" y="0"/>
                </a:moveTo>
                <a:lnTo>
                  <a:pt x="0" y="56197"/>
                </a:lnTo>
                <a:lnTo>
                  <a:pt x="18098" y="56197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D1E3"/>
          </a:solidFill>
          <a:ln xmlns:a="http://schemas.openxmlformats.org/drawingml/2006/main" w="0">
            <a:noFill/>
          </a:ln>
        </p:spPr>
      </p:sp>
      <p:sp>
        <p:nvSpPr>
          <p:cNvPr id="1144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B079996C-1818-4230-A5C9-486C65F5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439" y="4091464"/>
            <a:ext cx="18098" cy="37147"/>
          </a:xfrm>
          <a:custGeom xmlns:a="http://schemas.openxmlformats.org/drawingml/2006/main">
            <a:pathLst>
              <a:path w="18098" h="37147">
                <a:moveTo>
                  <a:pt x="18098" y="37147"/>
                </a:moveTo>
                <a:lnTo>
                  <a:pt x="18098" y="0"/>
                </a:lnTo>
                <a:lnTo>
                  <a:pt x="0" y="0"/>
                </a:lnTo>
                <a:lnTo>
                  <a:pt x="0" y="37147"/>
                </a:lnTo>
                <a:lnTo>
                  <a:pt x="18098" y="37147"/>
                </a:lnTo>
                <a:close/>
              </a:path>
            </a:pathLst>
          </a:custGeom>
          <a:solidFill xmlns:a="http://schemas.openxmlformats.org/drawingml/2006/main">
            <a:srgbClr val="E5D1E3"/>
          </a:solidFill>
          <a:ln xmlns:a="http://schemas.openxmlformats.org/drawingml/2006/main" w="0">
            <a:noFill/>
          </a:ln>
        </p:spPr>
      </p:sp>
      <p:sp>
        <p:nvSpPr>
          <p:cNvPr id="1145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4CEE35D2-D9C4-4038-947C-18AF1B44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1964" y="4148614"/>
            <a:ext cx="18098" cy="37147"/>
          </a:xfrm>
          <a:custGeom xmlns:a="http://schemas.openxmlformats.org/drawingml/2006/main">
            <a:pathLst>
              <a:path w="18098" h="37147">
                <a:moveTo>
                  <a:pt x="18098" y="37147"/>
                </a:moveTo>
                <a:lnTo>
                  <a:pt x="18098" y="0"/>
                </a:lnTo>
                <a:lnTo>
                  <a:pt x="0" y="0"/>
                </a:lnTo>
                <a:lnTo>
                  <a:pt x="0" y="37147"/>
                </a:lnTo>
                <a:lnTo>
                  <a:pt x="18098" y="37147"/>
                </a:lnTo>
                <a:close/>
              </a:path>
            </a:pathLst>
          </a:custGeom>
          <a:solidFill xmlns:a="http://schemas.openxmlformats.org/drawingml/2006/main">
            <a:srgbClr val="E5D1E3"/>
          </a:solidFill>
          <a:ln xmlns:a="http://schemas.openxmlformats.org/drawingml/2006/main" w="0">
            <a:noFill/>
          </a:ln>
        </p:spPr>
      </p:sp>
      <p:sp>
        <p:nvSpPr>
          <p:cNvPr id="1146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E4B7CF67-5237-4ED8-B537-7E3F96FF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1489" y="4196239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27622"/>
                </a:move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close/>
              </a:path>
            </a:pathLst>
          </a:custGeom>
          <a:solidFill xmlns:a="http://schemas.openxmlformats.org/drawingml/2006/main">
            <a:srgbClr val="E5D1E3"/>
          </a:solidFill>
          <a:ln xmlns:a="http://schemas.openxmlformats.org/drawingml/2006/main" w="0">
            <a:noFill/>
          </a:ln>
        </p:spPr>
      </p:sp>
      <p:sp>
        <p:nvSpPr>
          <p:cNvPr id="1147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7BC047E5-5427-4FE1-BB79-E8D42C17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7689" y="4386739"/>
            <a:ext cx="18098" cy="27622"/>
          </a:xfrm>
          <a:custGeom xmlns:a="http://schemas.openxmlformats.org/drawingml/2006/main">
            <a:pathLst>
              <a:path w="18098" h="27622">
                <a:moveTo>
                  <a:pt x="18098" y="0"/>
                </a:moveTo>
                <a:lnTo>
                  <a:pt x="0" y="0"/>
                </a:lnTo>
                <a:lnTo>
                  <a:pt x="0" y="27622"/>
                </a:lnTo>
                <a:lnTo>
                  <a:pt x="18098" y="27622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E5D1E3"/>
          </a:solidFill>
          <a:ln xmlns:a="http://schemas.openxmlformats.org/drawingml/2006/main" w="0">
            <a:noFill/>
          </a:ln>
        </p:spPr>
      </p:sp>
      <p:sp>
        <p:nvSpPr>
          <p:cNvPr id="1148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7AF4B9D7-4EFB-4747-9858-67E6A330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3039" y="504396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E5D1E3"/>
          </a:solidFill>
          <a:ln xmlns:a="http://schemas.openxmlformats.org/drawingml/2006/main" w="0">
            <a:noFill/>
          </a:ln>
        </p:spPr>
      </p:sp>
      <p:sp>
        <p:nvSpPr>
          <p:cNvPr id="1149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8A1A5DE7-5910-4F28-AC0B-877132B3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164" y="515826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E5D1E3"/>
          </a:solidFill>
          <a:ln xmlns:a="http://schemas.openxmlformats.org/drawingml/2006/main" w="0">
            <a:noFill/>
          </a:ln>
        </p:spPr>
      </p:sp>
      <p:sp>
        <p:nvSpPr>
          <p:cNvPr id="1150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3B17668A-9B33-42FB-901F-D26B40F6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6889" y="519636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E5D1E3"/>
          </a:solidFill>
          <a:ln xmlns:a="http://schemas.openxmlformats.org/drawingml/2006/main" w="0">
            <a:noFill/>
          </a:ln>
        </p:spPr>
      </p:sp>
      <p:sp>
        <p:nvSpPr>
          <p:cNvPr id="1151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5304EDC5-5EC4-430C-A514-BE658898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9789" y="5386864"/>
            <a:ext cx="18098" cy="37148"/>
          </a:xfrm>
          <a:custGeom xmlns:a="http://schemas.openxmlformats.org/drawingml/2006/main">
            <a:pathLst>
              <a:path w="18098" h="37148">
                <a:moveTo>
                  <a:pt x="18098" y="37148"/>
                </a:moveTo>
                <a:lnTo>
                  <a:pt x="18098" y="0"/>
                </a:lnTo>
                <a:lnTo>
                  <a:pt x="0" y="0"/>
                </a:lnTo>
                <a:lnTo>
                  <a:pt x="0" y="37148"/>
                </a:lnTo>
                <a:lnTo>
                  <a:pt x="18098" y="37148"/>
                </a:lnTo>
                <a:close/>
              </a:path>
            </a:pathLst>
          </a:custGeom>
          <a:solidFill xmlns:a="http://schemas.openxmlformats.org/drawingml/2006/main">
            <a:srgbClr val="E5D1E3"/>
          </a:solidFill>
          <a:ln xmlns:a="http://schemas.openxmlformats.org/drawingml/2006/main" w="0">
            <a:noFill/>
          </a:ln>
        </p:spPr>
      </p:sp>
      <p:sp>
        <p:nvSpPr>
          <p:cNvPr id="1152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B328127B-3F41-4CD6-90B5-90DC5C43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7414" y="5424964"/>
            <a:ext cx="18098" cy="37148"/>
          </a:xfrm>
          <a:custGeom xmlns:a="http://schemas.openxmlformats.org/drawingml/2006/main">
            <a:pathLst>
              <a:path w="18098" h="37148">
                <a:moveTo>
                  <a:pt x="18098" y="37148"/>
                </a:moveTo>
                <a:lnTo>
                  <a:pt x="18098" y="0"/>
                </a:lnTo>
                <a:lnTo>
                  <a:pt x="0" y="0"/>
                </a:lnTo>
                <a:lnTo>
                  <a:pt x="0" y="37148"/>
                </a:lnTo>
                <a:lnTo>
                  <a:pt x="18098" y="37148"/>
                </a:lnTo>
                <a:close/>
              </a:path>
            </a:pathLst>
          </a:custGeom>
          <a:solidFill xmlns:a="http://schemas.openxmlformats.org/drawingml/2006/main">
            <a:srgbClr val="E5D1E3"/>
          </a:solidFill>
          <a:ln xmlns:a="http://schemas.openxmlformats.org/drawingml/2006/main" w="0">
            <a:noFill/>
          </a:ln>
        </p:spPr>
      </p:sp>
      <p:sp>
        <p:nvSpPr>
          <p:cNvPr id="1153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434CE272-EA1A-4055-AC99-E3EB9C80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4564" y="5491639"/>
            <a:ext cx="75248" cy="18098"/>
          </a:xfrm>
          <a:custGeom xmlns:a="http://schemas.openxmlformats.org/drawingml/2006/main">
            <a:pathLst>
              <a:path w="75248" h="18098">
                <a:moveTo>
                  <a:pt x="75248" y="18098"/>
                </a:moveTo>
                <a:lnTo>
                  <a:pt x="75248" y="0"/>
                </a:lnTo>
                <a:lnTo>
                  <a:pt x="0" y="0"/>
                </a:lnTo>
                <a:lnTo>
                  <a:pt x="0" y="18098"/>
                </a:lnTo>
                <a:lnTo>
                  <a:pt x="75248" y="18098"/>
                </a:lnTo>
                <a:close/>
              </a:path>
            </a:pathLst>
          </a:custGeom>
          <a:solidFill xmlns:a="http://schemas.openxmlformats.org/drawingml/2006/main">
            <a:srgbClr val="E5D1E3"/>
          </a:solidFill>
          <a:ln xmlns:a="http://schemas.openxmlformats.org/drawingml/2006/main" w="0">
            <a:noFill/>
          </a:ln>
        </p:spPr>
      </p:sp>
      <p:sp>
        <p:nvSpPr>
          <p:cNvPr id="1154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EDEA1D38-7E97-4667-9ACB-FEFA1AD1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914" y="3758089"/>
            <a:ext cx="18098" cy="180022"/>
          </a:xfrm>
          <a:custGeom xmlns:a="http://schemas.openxmlformats.org/drawingml/2006/main">
            <a:pathLst>
              <a:path w="18098" h="180022">
                <a:moveTo>
                  <a:pt x="0" y="0"/>
                </a:moveTo>
                <a:lnTo>
                  <a:pt x="0" y="180022"/>
                </a:lnTo>
                <a:lnTo>
                  <a:pt x="18098" y="180022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9FAF8"/>
          </a:solidFill>
          <a:ln xmlns:a="http://schemas.openxmlformats.org/drawingml/2006/main" w="0">
            <a:noFill/>
          </a:ln>
        </p:spPr>
      </p:sp>
      <p:sp>
        <p:nvSpPr>
          <p:cNvPr id="1155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8C3CF198-A08D-4668-B424-9F9133D2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439" y="4034314"/>
            <a:ext cx="18098" cy="37147"/>
          </a:xfrm>
          <a:custGeom xmlns:a="http://schemas.openxmlformats.org/drawingml/2006/main">
            <a:pathLst>
              <a:path w="18098" h="37147">
                <a:moveTo>
                  <a:pt x="0" y="37147"/>
                </a:moveTo>
                <a:lnTo>
                  <a:pt x="18098" y="37147"/>
                </a:lnTo>
                <a:lnTo>
                  <a:pt x="18098" y="0"/>
                </a:lnTo>
                <a:lnTo>
                  <a:pt x="0" y="0"/>
                </a:lnTo>
                <a:lnTo>
                  <a:pt x="0" y="37147"/>
                </a:lnTo>
                <a:close/>
              </a:path>
            </a:pathLst>
          </a:custGeom>
          <a:solidFill xmlns:a="http://schemas.openxmlformats.org/drawingml/2006/main">
            <a:srgbClr val="F9FAF8"/>
          </a:solidFill>
          <a:ln xmlns:a="http://schemas.openxmlformats.org/drawingml/2006/main" w="0">
            <a:noFill/>
          </a:ln>
        </p:spPr>
      </p:sp>
      <p:sp>
        <p:nvSpPr>
          <p:cNvPr id="1156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0C1CD5F9-5A18-4ADF-A809-3D9F8AE5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9239" y="5072539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F9FAF8"/>
          </a:solidFill>
          <a:ln xmlns:a="http://schemas.openxmlformats.org/drawingml/2006/main" w="0">
            <a:noFill/>
          </a:ln>
        </p:spPr>
      </p:sp>
      <p:sp>
        <p:nvSpPr>
          <p:cNvPr id="1157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FE4F9891-CE05-40B5-90CB-FDC457D4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9314" y="5405914"/>
            <a:ext cx="46673" cy="18098"/>
          </a:xfrm>
          <a:custGeom xmlns:a="http://schemas.openxmlformats.org/drawingml/2006/main">
            <a:pathLst>
              <a:path w="46673" h="18098">
                <a:moveTo>
                  <a:pt x="46673" y="18098"/>
                </a:moveTo>
                <a:lnTo>
                  <a:pt x="46673" y="0"/>
                </a:lnTo>
                <a:lnTo>
                  <a:pt x="0" y="0"/>
                </a:lnTo>
                <a:lnTo>
                  <a:pt x="0" y="18098"/>
                </a:lnTo>
                <a:lnTo>
                  <a:pt x="46673" y="18098"/>
                </a:lnTo>
                <a:close/>
              </a:path>
            </a:pathLst>
          </a:custGeom>
          <a:solidFill xmlns:a="http://schemas.openxmlformats.org/drawingml/2006/main">
            <a:srgbClr val="F9FAF8"/>
          </a:solidFill>
          <a:ln xmlns:a="http://schemas.openxmlformats.org/drawingml/2006/main" w="0">
            <a:noFill/>
          </a:ln>
        </p:spPr>
      </p:sp>
      <p:sp>
        <p:nvSpPr>
          <p:cNvPr id="1158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8188E3BB-B401-4939-B53D-57138210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3164" y="5453539"/>
            <a:ext cx="18098" cy="46673"/>
          </a:xfrm>
          <a:custGeom xmlns:a="http://schemas.openxmlformats.org/drawingml/2006/main">
            <a:pathLst>
              <a:path w="18098" h="46673">
                <a:moveTo>
                  <a:pt x="18098" y="46673"/>
                </a:moveTo>
                <a:lnTo>
                  <a:pt x="18098" y="0"/>
                </a:lnTo>
                <a:lnTo>
                  <a:pt x="0" y="0"/>
                </a:lnTo>
                <a:lnTo>
                  <a:pt x="0" y="46673"/>
                </a:lnTo>
                <a:lnTo>
                  <a:pt x="18098" y="46673"/>
                </a:lnTo>
                <a:close/>
              </a:path>
            </a:pathLst>
          </a:custGeom>
          <a:solidFill xmlns:a="http://schemas.openxmlformats.org/drawingml/2006/main">
            <a:srgbClr val="F9FAF8"/>
          </a:solidFill>
          <a:ln xmlns:a="http://schemas.openxmlformats.org/drawingml/2006/main" w="0">
            <a:noFill/>
          </a:ln>
        </p:spPr>
      </p:sp>
      <p:sp>
        <p:nvSpPr>
          <p:cNvPr id="1159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84307802-EA3C-4B08-96AE-67E8CD78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6539" y="4682014"/>
            <a:ext cx="18098" cy="46672"/>
          </a:xfrm>
          <a:custGeom xmlns:a="http://schemas.openxmlformats.org/drawingml/2006/main">
            <a:pathLst>
              <a:path w="18098" h="46672">
                <a:moveTo>
                  <a:pt x="0" y="46672"/>
                </a:moveTo>
                <a:lnTo>
                  <a:pt x="18098" y="46672"/>
                </a:lnTo>
                <a:lnTo>
                  <a:pt x="18098" y="0"/>
                </a:lnTo>
                <a:lnTo>
                  <a:pt x="0" y="0"/>
                </a:lnTo>
                <a:lnTo>
                  <a:pt x="0" y="46672"/>
                </a:lnTo>
                <a:close/>
              </a:path>
            </a:pathLst>
          </a:custGeom>
          <a:solidFill xmlns:a="http://schemas.openxmlformats.org/drawingml/2006/main">
            <a:srgbClr val="F9FAF8"/>
          </a:solidFill>
          <a:ln xmlns:a="http://schemas.openxmlformats.org/drawingml/2006/main" w="0">
            <a:noFill/>
          </a:ln>
        </p:spPr>
      </p:sp>
      <p:sp>
        <p:nvSpPr>
          <p:cNvPr id="1160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42E9031E-0324-4CED-86BC-A15AAA19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7014" y="4815364"/>
            <a:ext cx="18098" cy="56197"/>
          </a:xfrm>
          <a:custGeom xmlns:a="http://schemas.openxmlformats.org/drawingml/2006/main">
            <a:pathLst>
              <a:path w="18098" h="56197">
                <a:moveTo>
                  <a:pt x="0" y="56197"/>
                </a:moveTo>
                <a:lnTo>
                  <a:pt x="18098" y="56197"/>
                </a:lnTo>
                <a:lnTo>
                  <a:pt x="18098" y="0"/>
                </a:lnTo>
                <a:lnTo>
                  <a:pt x="0" y="0"/>
                </a:lnTo>
                <a:lnTo>
                  <a:pt x="0" y="56197"/>
                </a:lnTo>
                <a:close/>
              </a:path>
            </a:pathLst>
          </a:custGeom>
          <a:solidFill xmlns:a="http://schemas.openxmlformats.org/drawingml/2006/main">
            <a:srgbClr val="F9FAF8"/>
          </a:solidFill>
          <a:ln xmlns:a="http://schemas.openxmlformats.org/drawingml/2006/main" w="0">
            <a:noFill/>
          </a:ln>
        </p:spPr>
      </p:sp>
      <p:sp>
        <p:nvSpPr>
          <p:cNvPr id="1161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68674530-74B5-46C2-9EFD-F5CAAFBA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7489" y="4891564"/>
            <a:ext cx="18098" cy="27623"/>
          </a:xfrm>
          <a:custGeom xmlns:a="http://schemas.openxmlformats.org/drawingml/2006/main">
            <a:pathLst>
              <a:path w="18098" h="27623">
                <a:moveTo>
                  <a:pt x="18098" y="27623"/>
                </a:moveTo>
                <a:lnTo>
                  <a:pt x="18098" y="0"/>
                </a:lnTo>
                <a:lnTo>
                  <a:pt x="0" y="0"/>
                </a:lnTo>
                <a:lnTo>
                  <a:pt x="0" y="27623"/>
                </a:lnTo>
                <a:lnTo>
                  <a:pt x="18098" y="27623"/>
                </a:lnTo>
                <a:close/>
              </a:path>
            </a:pathLst>
          </a:custGeom>
          <a:solidFill xmlns:a="http://schemas.openxmlformats.org/drawingml/2006/main">
            <a:srgbClr val="F9FAF8"/>
          </a:solidFill>
          <a:ln xmlns:a="http://schemas.openxmlformats.org/drawingml/2006/main" w="0">
            <a:noFill/>
          </a:ln>
        </p:spPr>
      </p:sp>
      <p:sp>
        <p:nvSpPr>
          <p:cNvPr id="1162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13E21E46-298D-4BEA-B81C-CC822209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7964" y="4929664"/>
            <a:ext cx="18098" cy="27623"/>
          </a:xfrm>
          <a:custGeom xmlns:a="http://schemas.openxmlformats.org/drawingml/2006/main">
            <a:pathLst>
              <a:path w="18098" h="27623">
                <a:moveTo>
                  <a:pt x="18098" y="27623"/>
                </a:moveTo>
                <a:lnTo>
                  <a:pt x="18098" y="0"/>
                </a:lnTo>
                <a:lnTo>
                  <a:pt x="0" y="0"/>
                </a:lnTo>
                <a:lnTo>
                  <a:pt x="0" y="27623"/>
                </a:lnTo>
                <a:lnTo>
                  <a:pt x="18098" y="27623"/>
                </a:lnTo>
                <a:close/>
              </a:path>
            </a:pathLst>
          </a:custGeom>
          <a:solidFill xmlns:a="http://schemas.openxmlformats.org/drawingml/2006/main">
            <a:srgbClr val="F9FAF8"/>
          </a:solidFill>
          <a:ln xmlns:a="http://schemas.openxmlformats.org/drawingml/2006/main" w="0">
            <a:noFill/>
          </a:ln>
        </p:spPr>
      </p:sp>
      <p:sp>
        <p:nvSpPr>
          <p:cNvPr id="1163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A3E5ECD6-0002-4DBA-9FED-B1B795BD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8889" y="5358289"/>
            <a:ext cx="18098" cy="27623"/>
          </a:xfrm>
          <a:custGeom xmlns:a="http://schemas.openxmlformats.org/drawingml/2006/main">
            <a:pathLst>
              <a:path w="18098" h="27623">
                <a:moveTo>
                  <a:pt x="18098" y="27623"/>
                </a:moveTo>
                <a:lnTo>
                  <a:pt x="18098" y="0"/>
                </a:lnTo>
                <a:lnTo>
                  <a:pt x="0" y="0"/>
                </a:lnTo>
                <a:lnTo>
                  <a:pt x="0" y="27623"/>
                </a:lnTo>
                <a:lnTo>
                  <a:pt x="18098" y="27623"/>
                </a:lnTo>
                <a:close/>
              </a:path>
            </a:pathLst>
          </a:custGeom>
          <a:solidFill xmlns:a="http://schemas.openxmlformats.org/drawingml/2006/main">
            <a:srgbClr val="F9FAF8"/>
          </a:solidFill>
          <a:ln xmlns:a="http://schemas.openxmlformats.org/drawingml/2006/main" w="0">
            <a:noFill/>
          </a:ln>
        </p:spPr>
      </p:sp>
      <p:sp>
        <p:nvSpPr>
          <p:cNvPr id="1164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20E7E303-906B-4BD4-837D-63D238FE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839" y="5377339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F9FAF8"/>
          </a:solidFill>
          <a:ln xmlns:a="http://schemas.openxmlformats.org/drawingml/2006/main" w="0">
            <a:noFill/>
          </a:ln>
        </p:spPr>
      </p:sp>
      <p:sp>
        <p:nvSpPr>
          <p:cNvPr id="1165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B428C782-E055-455C-B13A-BF1A622B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0789" y="5405914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18098"/>
                </a:move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close/>
              </a:path>
            </a:pathLst>
          </a:custGeom>
          <a:solidFill xmlns:a="http://schemas.openxmlformats.org/drawingml/2006/main">
            <a:srgbClr val="F9FAF8"/>
          </a:solidFill>
          <a:ln xmlns:a="http://schemas.openxmlformats.org/drawingml/2006/main" w="0">
            <a:noFill/>
          </a:ln>
        </p:spPr>
      </p:sp>
      <p:sp>
        <p:nvSpPr>
          <p:cNvPr id="1166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492DB852-118E-4A61-86B4-60ED34FE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2689" y="5444014"/>
            <a:ext cx="37148" cy="18098"/>
          </a:xfrm>
          <a:custGeom xmlns:a="http://schemas.openxmlformats.org/drawingml/2006/main">
            <a:pathLst>
              <a:path w="37148" h="18098">
                <a:moveTo>
                  <a:pt x="0" y="0"/>
                </a:moveTo>
                <a:lnTo>
                  <a:pt x="0" y="18098"/>
                </a:lnTo>
                <a:lnTo>
                  <a:pt x="37148" y="18098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9FAF8"/>
          </a:solidFill>
          <a:ln xmlns:a="http://schemas.openxmlformats.org/drawingml/2006/main" w="0">
            <a:noFill/>
          </a:ln>
        </p:spPr>
      </p:sp>
      <p:sp>
        <p:nvSpPr>
          <p:cNvPr id="1167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A4069C67-E7B2-4A1F-BFB0-6B9F427D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9864" y="5358289"/>
            <a:ext cx="27623" cy="37148"/>
          </a:xfrm>
          <a:custGeom xmlns:a="http://schemas.openxmlformats.org/drawingml/2006/main">
            <a:pathLst>
              <a:path w="27623" h="37148">
                <a:moveTo>
                  <a:pt x="0" y="37148"/>
                </a:moveTo>
                <a:lnTo>
                  <a:pt x="27623" y="37148"/>
                </a:lnTo>
                <a:lnTo>
                  <a:pt x="27623" y="0"/>
                </a:lnTo>
                <a:lnTo>
                  <a:pt x="9525" y="0"/>
                </a:lnTo>
                <a:lnTo>
                  <a:pt x="9525" y="19050"/>
                </a:lnTo>
                <a:lnTo>
                  <a:pt x="0" y="19050"/>
                </a:lnTo>
                <a:lnTo>
                  <a:pt x="0" y="37148"/>
                </a:lnTo>
                <a:close/>
              </a:path>
            </a:pathLst>
          </a:custGeom>
          <a:solidFill xmlns:a="http://schemas.openxmlformats.org/drawingml/2006/main">
            <a:srgbClr val="D8EBD2"/>
          </a:solidFill>
          <a:ln xmlns:a="http://schemas.openxmlformats.org/drawingml/2006/main" w="0">
            <a:noFill/>
          </a:ln>
        </p:spPr>
      </p:sp>
      <p:sp>
        <p:nvSpPr>
          <p:cNvPr id="1168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1DD64BBC-E393-49B9-94A2-CE0DA950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0339" y="5386864"/>
            <a:ext cx="18098" cy="46673"/>
          </a:xfrm>
          <a:custGeom xmlns:a="http://schemas.openxmlformats.org/drawingml/2006/main">
            <a:pathLst>
              <a:path w="18098" h="46673">
                <a:moveTo>
                  <a:pt x="18098" y="46673"/>
                </a:moveTo>
                <a:lnTo>
                  <a:pt x="18098" y="0"/>
                </a:lnTo>
                <a:lnTo>
                  <a:pt x="0" y="0"/>
                </a:lnTo>
                <a:lnTo>
                  <a:pt x="0" y="46673"/>
                </a:lnTo>
                <a:lnTo>
                  <a:pt x="18098" y="46673"/>
                </a:lnTo>
                <a:close/>
              </a:path>
            </a:pathLst>
          </a:custGeom>
          <a:solidFill xmlns:a="http://schemas.openxmlformats.org/drawingml/2006/main">
            <a:srgbClr val="D8EBD2"/>
          </a:solidFill>
          <a:ln xmlns:a="http://schemas.openxmlformats.org/drawingml/2006/main" w="0">
            <a:noFill/>
          </a:ln>
        </p:spPr>
      </p:sp>
      <p:sp>
        <p:nvSpPr>
          <p:cNvPr id="1169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69785038-DE0C-4714-B64E-A786BD3E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2239" y="5453539"/>
            <a:ext cx="27623" cy="56198"/>
          </a:xfrm>
          <a:custGeom xmlns:a="http://schemas.openxmlformats.org/drawingml/2006/main">
            <a:pathLst>
              <a:path w="27623" h="56198">
                <a:moveTo>
                  <a:pt x="9525" y="0"/>
                </a:moveTo>
                <a:lnTo>
                  <a:pt x="9525" y="38100"/>
                </a:lnTo>
                <a:lnTo>
                  <a:pt x="0" y="38100"/>
                </a:lnTo>
                <a:lnTo>
                  <a:pt x="0" y="56198"/>
                </a:lnTo>
                <a:lnTo>
                  <a:pt x="27623" y="56198"/>
                </a:lnTo>
                <a:lnTo>
                  <a:pt x="27623" y="0"/>
                </a:lnTo>
                <a:lnTo>
                  <a:pt x="9525" y="0"/>
                </a:lnTo>
                <a:close/>
              </a:path>
            </a:pathLst>
          </a:custGeom>
          <a:solidFill xmlns:a="http://schemas.openxmlformats.org/drawingml/2006/main">
            <a:srgbClr val="D8EBD2"/>
          </a:solidFill>
          <a:ln xmlns:a="http://schemas.openxmlformats.org/drawingml/2006/main" w="0">
            <a:noFill/>
          </a:ln>
        </p:spPr>
      </p:sp>
      <p:sp>
        <p:nvSpPr>
          <p:cNvPr id="1170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9C4A053A-0440-4F63-943B-CA8E4459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2714" y="5501164"/>
            <a:ext cx="18098" cy="56198"/>
          </a:xfrm>
          <a:custGeom xmlns:a="http://schemas.openxmlformats.org/drawingml/2006/main">
            <a:pathLst>
              <a:path w="18098" h="56198">
                <a:moveTo>
                  <a:pt x="0" y="56198"/>
                </a:moveTo>
                <a:lnTo>
                  <a:pt x="18098" y="56198"/>
                </a:lnTo>
                <a:lnTo>
                  <a:pt x="18098" y="0"/>
                </a:lnTo>
                <a:lnTo>
                  <a:pt x="0" y="0"/>
                </a:lnTo>
                <a:lnTo>
                  <a:pt x="0" y="56198"/>
                </a:lnTo>
                <a:close/>
              </a:path>
            </a:pathLst>
          </a:custGeom>
          <a:solidFill xmlns:a="http://schemas.openxmlformats.org/drawingml/2006/main">
            <a:srgbClr val="D8EBD2"/>
          </a:solidFill>
          <a:ln xmlns:a="http://schemas.openxmlformats.org/drawingml/2006/main" w="0">
            <a:noFill/>
          </a:ln>
        </p:spPr>
      </p:sp>
      <p:sp>
        <p:nvSpPr>
          <p:cNvPr id="1171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C8179DDC-6DA8-4140-810D-9CF53472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4614" y="5548789"/>
            <a:ext cx="46673" cy="75248"/>
          </a:xfrm>
          <a:custGeom xmlns:a="http://schemas.openxmlformats.org/drawingml/2006/main">
            <a:pathLst>
              <a:path w="46673" h="75248">
                <a:moveTo>
                  <a:pt x="46673" y="18098"/>
                </a:moveTo>
                <a:lnTo>
                  <a:pt x="46673" y="0"/>
                </a:lnTo>
                <a:lnTo>
                  <a:pt x="0" y="0"/>
                </a:lnTo>
                <a:lnTo>
                  <a:pt x="0" y="75248"/>
                </a:lnTo>
                <a:lnTo>
                  <a:pt x="18098" y="75248"/>
                </a:lnTo>
                <a:lnTo>
                  <a:pt x="18098" y="18098"/>
                </a:lnTo>
                <a:lnTo>
                  <a:pt x="46673" y="18098"/>
                </a:lnTo>
                <a:close/>
              </a:path>
            </a:pathLst>
          </a:custGeom>
          <a:solidFill xmlns:a="http://schemas.openxmlformats.org/drawingml/2006/main">
            <a:srgbClr val="D8EBD2"/>
          </a:solidFill>
          <a:ln xmlns:a="http://schemas.openxmlformats.org/drawingml/2006/main" w="0">
            <a:noFill/>
          </a:ln>
        </p:spPr>
      </p:sp>
      <p:sp>
        <p:nvSpPr>
          <p:cNvPr id="1172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3268CDCA-EC12-4E23-86BF-9EEC907E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6989" y="5615464"/>
            <a:ext cx="56198" cy="18098"/>
          </a:xfrm>
          <a:custGeom xmlns:a="http://schemas.openxmlformats.org/drawingml/2006/main">
            <a:pathLst>
              <a:path w="56198" h="18098">
                <a:moveTo>
                  <a:pt x="0" y="18098"/>
                </a:moveTo>
                <a:lnTo>
                  <a:pt x="56198" y="18098"/>
                </a:lnTo>
                <a:lnTo>
                  <a:pt x="56198" y="0"/>
                </a:lnTo>
                <a:lnTo>
                  <a:pt x="0" y="0"/>
                </a:lnTo>
                <a:lnTo>
                  <a:pt x="0" y="18098"/>
                </a:lnTo>
                <a:close/>
              </a:path>
            </a:pathLst>
          </a:custGeom>
          <a:solidFill xmlns:a="http://schemas.openxmlformats.org/drawingml/2006/main">
            <a:srgbClr val="D8EBD2"/>
          </a:solidFill>
          <a:ln xmlns:a="http://schemas.openxmlformats.org/drawingml/2006/main" w="0">
            <a:noFill/>
          </a:ln>
        </p:spPr>
      </p:sp>
      <p:sp>
        <p:nvSpPr>
          <p:cNvPr id="1173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67BE512E-4264-4542-91D8-3D0E627B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1739" y="5710714"/>
            <a:ext cx="94298" cy="18098"/>
          </a:xfrm>
          <a:custGeom xmlns:a="http://schemas.openxmlformats.org/drawingml/2006/main">
            <a:pathLst>
              <a:path w="94298" h="18098">
                <a:moveTo>
                  <a:pt x="0" y="18098"/>
                </a:moveTo>
                <a:lnTo>
                  <a:pt x="94298" y="18098"/>
                </a:lnTo>
                <a:lnTo>
                  <a:pt x="94298" y="0"/>
                </a:lnTo>
                <a:lnTo>
                  <a:pt x="0" y="0"/>
                </a:lnTo>
                <a:lnTo>
                  <a:pt x="0" y="18098"/>
                </a:lnTo>
                <a:close/>
              </a:path>
            </a:pathLst>
          </a:custGeom>
          <a:solidFill xmlns:a="http://schemas.openxmlformats.org/drawingml/2006/main">
            <a:srgbClr val="D8EBD2"/>
          </a:solidFill>
          <a:ln xmlns:a="http://schemas.openxmlformats.org/drawingml/2006/main" w="0">
            <a:noFill/>
          </a:ln>
        </p:spPr>
      </p:sp>
      <p:sp>
        <p:nvSpPr>
          <p:cNvPr id="1174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D2D452CF-B295-46BD-B748-4BECF1A3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6064" y="4662964"/>
            <a:ext cx="18098" cy="389573"/>
          </a:xfrm>
          <a:custGeom xmlns:a="http://schemas.openxmlformats.org/drawingml/2006/main">
            <a:pathLst>
              <a:path w="18098" h="389573">
                <a:moveTo>
                  <a:pt x="18098" y="0"/>
                </a:moveTo>
                <a:lnTo>
                  <a:pt x="0" y="0"/>
                </a:lnTo>
                <a:lnTo>
                  <a:pt x="0" y="389573"/>
                </a:lnTo>
                <a:lnTo>
                  <a:pt x="18098" y="389573"/>
                </a:lnTo>
                <a:lnTo>
                  <a:pt x="18098" y="0"/>
                </a:lnTo>
                <a:close/>
              </a:path>
            </a:pathLst>
          </a:custGeom>
          <a:solidFill xmlns:a="http://schemas.openxmlformats.org/drawingml/2006/main">
            <a:srgbClr val="D8EBD2"/>
          </a:solidFill>
          <a:ln xmlns:a="http://schemas.openxmlformats.org/drawingml/2006/main" w="0">
            <a:noFill/>
          </a:ln>
        </p:spPr>
      </p:sp>
      <p:sp>
        <p:nvSpPr>
          <p:cNvPr id="1175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C3B2E7B7-5AC1-4178-BEEE-E8653823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6539" y="5101114"/>
            <a:ext cx="18098" cy="75248"/>
          </a:xfrm>
          <a:custGeom xmlns:a="http://schemas.openxmlformats.org/drawingml/2006/main">
            <a:pathLst>
              <a:path w="18098" h="75248">
                <a:moveTo>
                  <a:pt x="0" y="0"/>
                </a:moveTo>
                <a:lnTo>
                  <a:pt x="0" y="75248"/>
                </a:lnTo>
                <a:lnTo>
                  <a:pt x="18098" y="75248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8EBD2"/>
          </a:solidFill>
          <a:ln xmlns:a="http://schemas.openxmlformats.org/drawingml/2006/main" w="0">
            <a:noFill/>
          </a:ln>
        </p:spPr>
      </p:sp>
      <p:sp>
        <p:nvSpPr>
          <p:cNvPr id="1176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B3E3E41B-D395-4548-9F37-02FDC7BC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7014" y="5196364"/>
            <a:ext cx="18098" cy="37148"/>
          </a:xfrm>
          <a:custGeom xmlns:a="http://schemas.openxmlformats.org/drawingml/2006/main">
            <a:pathLst>
              <a:path w="18098" h="37148">
                <a:moveTo>
                  <a:pt x="0" y="0"/>
                </a:moveTo>
                <a:lnTo>
                  <a:pt x="0" y="37148"/>
                </a:lnTo>
                <a:lnTo>
                  <a:pt x="18098" y="37148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8EBD2"/>
          </a:solidFill>
          <a:ln xmlns:a="http://schemas.openxmlformats.org/drawingml/2006/main" w="0">
            <a:noFill/>
          </a:ln>
        </p:spPr>
      </p:sp>
      <p:sp>
        <p:nvSpPr>
          <p:cNvPr id="1177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468EC54C-F8A3-4E0A-8468-845B6917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914" y="3929539"/>
            <a:ext cx="18098" cy="56197"/>
          </a:xfrm>
          <a:custGeom xmlns:a="http://schemas.openxmlformats.org/drawingml/2006/main">
            <a:pathLst>
              <a:path w="18098" h="56197">
                <a:moveTo>
                  <a:pt x="0" y="0"/>
                </a:moveTo>
                <a:lnTo>
                  <a:pt x="0" y="56197"/>
                </a:lnTo>
                <a:lnTo>
                  <a:pt x="18098" y="56197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EDF3"/>
          </a:solidFill>
          <a:ln xmlns:a="http://schemas.openxmlformats.org/drawingml/2006/main" w="0">
            <a:noFill/>
          </a:ln>
        </p:spPr>
      </p:sp>
      <p:sp>
        <p:nvSpPr>
          <p:cNvPr id="1178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A4D7BCC2-86CA-4DD5-A4AB-338A37DD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439" y="4062889"/>
            <a:ext cx="18098" cy="37147"/>
          </a:xfrm>
          <a:custGeom xmlns:a="http://schemas.openxmlformats.org/drawingml/2006/main">
            <a:pathLst>
              <a:path w="18098" h="37147">
                <a:moveTo>
                  <a:pt x="18098" y="37147"/>
                </a:moveTo>
                <a:lnTo>
                  <a:pt x="18098" y="0"/>
                </a:lnTo>
                <a:lnTo>
                  <a:pt x="0" y="0"/>
                </a:lnTo>
                <a:lnTo>
                  <a:pt x="0" y="37147"/>
                </a:lnTo>
                <a:lnTo>
                  <a:pt x="18098" y="37147"/>
                </a:lnTo>
                <a:close/>
              </a:path>
            </a:pathLst>
          </a:custGeom>
          <a:solidFill xmlns:a="http://schemas.openxmlformats.org/drawingml/2006/main">
            <a:srgbClr val="F4EDF3"/>
          </a:solidFill>
          <a:ln xmlns:a="http://schemas.openxmlformats.org/drawingml/2006/main" w="0">
            <a:noFill/>
          </a:ln>
        </p:spPr>
      </p:sp>
      <p:sp>
        <p:nvSpPr>
          <p:cNvPr id="1179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8E52694E-D5FD-4029-9FDF-3DC2580C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1964" y="4129564"/>
            <a:ext cx="18098" cy="27622"/>
          </a:xfrm>
          <a:custGeom xmlns:a="http://schemas.openxmlformats.org/drawingml/2006/main">
            <a:pathLst>
              <a:path w="18098" h="27622">
                <a:moveTo>
                  <a:pt x="0" y="27622"/>
                </a:moveTo>
                <a:lnTo>
                  <a:pt x="18098" y="27622"/>
                </a:lnTo>
                <a:lnTo>
                  <a:pt x="18098" y="0"/>
                </a:lnTo>
                <a:lnTo>
                  <a:pt x="0" y="0"/>
                </a:lnTo>
                <a:lnTo>
                  <a:pt x="0" y="27622"/>
                </a:lnTo>
                <a:close/>
              </a:path>
            </a:pathLst>
          </a:custGeom>
          <a:solidFill xmlns:a="http://schemas.openxmlformats.org/drawingml/2006/main">
            <a:srgbClr val="F4EDF3"/>
          </a:solidFill>
          <a:ln xmlns:a="http://schemas.openxmlformats.org/drawingml/2006/main" w="0">
            <a:noFill/>
          </a:ln>
        </p:spPr>
      </p:sp>
      <p:sp>
        <p:nvSpPr>
          <p:cNvPr id="1180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80624655-0305-4006-979B-5D79CC50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7339" y="5091589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0"/>
                </a:moveTo>
                <a:lnTo>
                  <a:pt x="0" y="18098"/>
                </a:ln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EDF3"/>
          </a:solidFill>
          <a:ln xmlns:a="http://schemas.openxmlformats.org/drawingml/2006/main" w="0">
            <a:noFill/>
          </a:ln>
        </p:spPr>
      </p:sp>
      <p:sp>
        <p:nvSpPr>
          <p:cNvPr id="1181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8FE92071-5AA3-43A5-93D7-6F19C50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6389" y="5101114"/>
            <a:ext cx="27623" cy="18098"/>
          </a:xfrm>
          <a:custGeom xmlns:a="http://schemas.openxmlformats.org/drawingml/2006/main">
            <a:pathLst>
              <a:path w="27623" h="18098">
                <a:moveTo>
                  <a:pt x="27623" y="18098"/>
                </a:move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lnTo>
                  <a:pt x="27623" y="18098"/>
                </a:lnTo>
                <a:close/>
              </a:path>
            </a:pathLst>
          </a:custGeom>
          <a:solidFill xmlns:a="http://schemas.openxmlformats.org/drawingml/2006/main">
            <a:srgbClr val="F4EDF3"/>
          </a:solidFill>
          <a:ln xmlns:a="http://schemas.openxmlformats.org/drawingml/2006/main" w="0">
            <a:noFill/>
          </a:ln>
        </p:spPr>
      </p:sp>
      <p:sp>
        <p:nvSpPr>
          <p:cNvPr id="1182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5CB24B2A-BF30-4281-9A53-CDA8BFA7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6539" y="4720114"/>
            <a:ext cx="18098" cy="37147"/>
          </a:xfrm>
          <a:custGeom xmlns:a="http://schemas.openxmlformats.org/drawingml/2006/main">
            <a:pathLst>
              <a:path w="18098" h="37147">
                <a:moveTo>
                  <a:pt x="18098" y="37147"/>
                </a:moveTo>
                <a:lnTo>
                  <a:pt x="18098" y="0"/>
                </a:lnTo>
                <a:lnTo>
                  <a:pt x="0" y="0"/>
                </a:lnTo>
                <a:lnTo>
                  <a:pt x="0" y="37147"/>
                </a:lnTo>
                <a:lnTo>
                  <a:pt x="18098" y="37147"/>
                </a:lnTo>
                <a:close/>
              </a:path>
            </a:pathLst>
          </a:custGeom>
          <a:solidFill xmlns:a="http://schemas.openxmlformats.org/drawingml/2006/main">
            <a:srgbClr val="F4EDF3"/>
          </a:solidFill>
          <a:ln xmlns:a="http://schemas.openxmlformats.org/drawingml/2006/main" w="0">
            <a:noFill/>
          </a:ln>
        </p:spPr>
      </p:sp>
      <p:sp>
        <p:nvSpPr>
          <p:cNvPr id="1183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88D1244E-BEDB-4027-8BDE-AB3FBB0B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4039" y="5224939"/>
            <a:ext cx="37148" cy="18098"/>
          </a:xfrm>
          <a:custGeom xmlns:a="http://schemas.openxmlformats.org/drawingml/2006/main">
            <a:pathLst>
              <a:path w="37148" h="18098">
                <a:moveTo>
                  <a:pt x="0" y="18098"/>
                </a:moveTo>
                <a:lnTo>
                  <a:pt x="37148" y="18098"/>
                </a:lnTo>
                <a:lnTo>
                  <a:pt x="37148" y="0"/>
                </a:lnTo>
                <a:lnTo>
                  <a:pt x="0" y="0"/>
                </a:lnTo>
                <a:lnTo>
                  <a:pt x="0" y="18098"/>
                </a:lnTo>
                <a:close/>
              </a:path>
            </a:pathLst>
          </a:custGeom>
          <a:solidFill xmlns:a="http://schemas.openxmlformats.org/drawingml/2006/main">
            <a:srgbClr val="F4EDF3"/>
          </a:solidFill>
          <a:ln xmlns:a="http://schemas.openxmlformats.org/drawingml/2006/main" w="0">
            <a:noFill/>
          </a:ln>
        </p:spPr>
      </p:sp>
      <p:sp>
        <p:nvSpPr>
          <p:cNvPr id="1184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42A12741-859F-499A-9011-F4950BF7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3589" y="5348764"/>
            <a:ext cx="37148" cy="18098"/>
          </a:xfrm>
          <a:custGeom xmlns:a="http://schemas.openxmlformats.org/drawingml/2006/main">
            <a:pathLst>
              <a:path w="37148" h="18098">
                <a:moveTo>
                  <a:pt x="0" y="0"/>
                </a:moveTo>
                <a:lnTo>
                  <a:pt x="0" y="18098"/>
                </a:lnTo>
                <a:lnTo>
                  <a:pt x="37148" y="18098"/>
                </a:lnTo>
                <a:lnTo>
                  <a:pt x="371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EDF3"/>
          </a:solidFill>
          <a:ln xmlns:a="http://schemas.openxmlformats.org/drawingml/2006/main" w="0">
            <a:noFill/>
          </a:ln>
        </p:spPr>
      </p:sp>
      <p:sp>
        <p:nvSpPr>
          <p:cNvPr id="1185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914A98AC-FB50-436F-A0A2-078210AC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2164" y="5358289"/>
            <a:ext cx="18098" cy="27623"/>
          </a:xfrm>
          <a:custGeom xmlns:a="http://schemas.openxmlformats.org/drawingml/2006/main">
            <a:pathLst>
              <a:path w="18098" h="27623">
                <a:moveTo>
                  <a:pt x="0" y="27623"/>
                </a:moveTo>
                <a:lnTo>
                  <a:pt x="18098" y="27623"/>
                </a:lnTo>
                <a:lnTo>
                  <a:pt x="18098" y="0"/>
                </a:lnTo>
                <a:lnTo>
                  <a:pt x="0" y="0"/>
                </a:lnTo>
                <a:lnTo>
                  <a:pt x="0" y="27623"/>
                </a:lnTo>
                <a:close/>
              </a:path>
            </a:pathLst>
          </a:custGeom>
          <a:solidFill xmlns:a="http://schemas.openxmlformats.org/drawingml/2006/main">
            <a:srgbClr val="F4EDF3"/>
          </a:solidFill>
          <a:ln xmlns:a="http://schemas.openxmlformats.org/drawingml/2006/main" w="0">
            <a:noFill/>
          </a:ln>
        </p:spPr>
      </p:sp>
      <p:sp>
        <p:nvSpPr>
          <p:cNvPr id="1186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84459159-5B7F-4078-A516-1680B02F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689" y="5377339"/>
            <a:ext cx="46673" cy="18098"/>
          </a:xfrm>
          <a:custGeom xmlns:a="http://schemas.openxmlformats.org/drawingml/2006/main">
            <a:pathLst>
              <a:path w="46673" h="18098">
                <a:moveTo>
                  <a:pt x="46673" y="18098"/>
                </a:moveTo>
                <a:lnTo>
                  <a:pt x="46673" y="0"/>
                </a:lnTo>
                <a:lnTo>
                  <a:pt x="0" y="0"/>
                </a:lnTo>
                <a:lnTo>
                  <a:pt x="0" y="18098"/>
                </a:lnTo>
                <a:lnTo>
                  <a:pt x="46673" y="18098"/>
                </a:lnTo>
                <a:close/>
              </a:path>
            </a:pathLst>
          </a:custGeom>
          <a:solidFill xmlns:a="http://schemas.openxmlformats.org/drawingml/2006/main">
            <a:srgbClr val="F4EDF3"/>
          </a:solidFill>
          <a:ln xmlns:a="http://schemas.openxmlformats.org/drawingml/2006/main" w="0">
            <a:noFill/>
          </a:ln>
        </p:spPr>
      </p:sp>
      <p:sp>
        <p:nvSpPr>
          <p:cNvPr id="1187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0968EA4F-E552-489C-A78F-4788B3AD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6939" y="5444014"/>
            <a:ext cx="46673" cy="18098"/>
          </a:xfrm>
          <a:custGeom xmlns:a="http://schemas.openxmlformats.org/drawingml/2006/main">
            <a:pathLst>
              <a:path w="46673" h="18098">
                <a:moveTo>
                  <a:pt x="46673" y="18098"/>
                </a:moveTo>
                <a:lnTo>
                  <a:pt x="46673" y="0"/>
                </a:lnTo>
                <a:lnTo>
                  <a:pt x="0" y="0"/>
                </a:lnTo>
                <a:lnTo>
                  <a:pt x="0" y="18098"/>
                </a:lnTo>
                <a:lnTo>
                  <a:pt x="46673" y="18098"/>
                </a:lnTo>
                <a:close/>
              </a:path>
            </a:pathLst>
          </a:custGeom>
          <a:solidFill xmlns:a="http://schemas.openxmlformats.org/drawingml/2006/main">
            <a:srgbClr val="F4EDF3"/>
          </a:solidFill>
          <a:ln xmlns:a="http://schemas.openxmlformats.org/drawingml/2006/main" w="0">
            <a:noFill/>
          </a:ln>
        </p:spPr>
      </p:sp>
      <p:sp>
        <p:nvSpPr>
          <p:cNvPr id="1188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AB6D8EB0-B110-4B33-BCA4-BC0BFDE1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5064" y="5491639"/>
            <a:ext cx="46673" cy="18098"/>
          </a:xfrm>
          <a:custGeom xmlns:a="http://schemas.openxmlformats.org/drawingml/2006/main">
            <a:pathLst>
              <a:path w="46673" h="18098">
                <a:moveTo>
                  <a:pt x="46673" y="18098"/>
                </a:moveTo>
                <a:lnTo>
                  <a:pt x="46673" y="0"/>
                </a:lnTo>
                <a:lnTo>
                  <a:pt x="0" y="0"/>
                </a:lnTo>
                <a:lnTo>
                  <a:pt x="0" y="18098"/>
                </a:lnTo>
                <a:lnTo>
                  <a:pt x="46673" y="18098"/>
                </a:lnTo>
                <a:close/>
              </a:path>
            </a:pathLst>
          </a:custGeom>
          <a:solidFill xmlns:a="http://schemas.openxmlformats.org/drawingml/2006/main">
            <a:srgbClr val="F4EDF3"/>
          </a:solidFill>
          <a:ln xmlns:a="http://schemas.openxmlformats.org/drawingml/2006/main" w="0">
            <a:noFill/>
          </a:ln>
        </p:spPr>
      </p:sp>
      <p:sp>
        <p:nvSpPr>
          <p:cNvPr id="1189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7BBCC464-83A9-4BAD-85C4-9F28B795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1239" y="5501164"/>
            <a:ext cx="18098" cy="56198"/>
          </a:xfrm>
          <a:custGeom xmlns:a="http://schemas.openxmlformats.org/drawingml/2006/main">
            <a:pathLst>
              <a:path w="18098" h="56198">
                <a:moveTo>
                  <a:pt x="0" y="0"/>
                </a:moveTo>
                <a:lnTo>
                  <a:pt x="0" y="56198"/>
                </a:lnTo>
                <a:lnTo>
                  <a:pt x="18098" y="56198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EDF3"/>
          </a:solidFill>
          <a:ln xmlns:a="http://schemas.openxmlformats.org/drawingml/2006/main" w="0">
            <a:noFill/>
          </a:ln>
        </p:spPr>
      </p:sp>
      <p:sp>
        <p:nvSpPr>
          <p:cNvPr id="1190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BA7E9F75-53B6-4C52-B360-8B38BDB1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2214" y="5615464"/>
            <a:ext cx="18098" cy="103823"/>
          </a:xfrm>
          <a:custGeom xmlns:a="http://schemas.openxmlformats.org/drawingml/2006/main">
            <a:pathLst>
              <a:path w="18098" h="103823">
                <a:moveTo>
                  <a:pt x="0" y="0"/>
                </a:moveTo>
                <a:lnTo>
                  <a:pt x="0" y="103823"/>
                </a:lnTo>
                <a:lnTo>
                  <a:pt x="18098" y="103823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0EFDA"/>
          </a:solidFill>
          <a:ln xmlns:a="http://schemas.openxmlformats.org/drawingml/2006/main" w="0">
            <a:noFill/>
          </a:ln>
        </p:spPr>
      </p:sp>
      <p:sp>
        <p:nvSpPr>
          <p:cNvPr id="1191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5A89E9DE-850D-45C9-B848-ADBD9FDD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7464" y="5615464"/>
            <a:ext cx="18098" cy="94298"/>
          </a:xfrm>
          <a:custGeom xmlns:a="http://schemas.openxmlformats.org/drawingml/2006/main">
            <a:pathLst>
              <a:path w="18098" h="94298">
                <a:moveTo>
                  <a:pt x="0" y="0"/>
                </a:moveTo>
                <a:lnTo>
                  <a:pt x="0" y="94298"/>
                </a:lnTo>
                <a:lnTo>
                  <a:pt x="18098" y="94298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0EFDA"/>
          </a:solidFill>
          <a:ln xmlns:a="http://schemas.openxmlformats.org/drawingml/2006/main" w="0">
            <a:noFill/>
          </a:ln>
        </p:spPr>
      </p:sp>
      <p:sp>
        <p:nvSpPr>
          <p:cNvPr id="1192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CC462EF9-5DEA-4EEA-B2E8-C9CB9B7E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3189" y="5501164"/>
            <a:ext cx="18098" cy="56198"/>
          </a:xfrm>
          <a:custGeom xmlns:a="http://schemas.openxmlformats.org/drawingml/2006/main">
            <a:pathLst>
              <a:path w="18098" h="56198">
                <a:moveTo>
                  <a:pt x="0" y="0"/>
                </a:moveTo>
                <a:lnTo>
                  <a:pt x="0" y="56198"/>
                </a:lnTo>
                <a:lnTo>
                  <a:pt x="18098" y="56198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0EFDA"/>
          </a:solidFill>
          <a:ln xmlns:a="http://schemas.openxmlformats.org/drawingml/2006/main" w="0">
            <a:noFill/>
          </a:ln>
        </p:spPr>
      </p:sp>
      <p:sp>
        <p:nvSpPr>
          <p:cNvPr id="1193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6BD8FD60-49FD-49B4-9A53-FCCBB0D7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5089" y="5548789"/>
            <a:ext cx="18098" cy="75248"/>
          </a:xfrm>
          <a:custGeom xmlns:a="http://schemas.openxmlformats.org/drawingml/2006/main">
            <a:pathLst>
              <a:path w="18098" h="75248">
                <a:moveTo>
                  <a:pt x="0" y="0"/>
                </a:moveTo>
                <a:lnTo>
                  <a:pt x="0" y="75248"/>
                </a:lnTo>
                <a:lnTo>
                  <a:pt x="18098" y="75248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0EFDA"/>
          </a:solidFill>
          <a:ln xmlns:a="http://schemas.openxmlformats.org/drawingml/2006/main" w="0">
            <a:noFill/>
          </a:ln>
        </p:spPr>
      </p:sp>
      <p:sp>
        <p:nvSpPr>
          <p:cNvPr id="1194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E6D809BD-23B9-4271-A16C-EDD46A60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6064" y="4634389"/>
            <a:ext cx="18098" cy="37147"/>
          </a:xfrm>
          <a:custGeom xmlns:a="http://schemas.openxmlformats.org/drawingml/2006/main">
            <a:pathLst>
              <a:path w="18098" h="37147">
                <a:moveTo>
                  <a:pt x="0" y="37147"/>
                </a:moveTo>
                <a:lnTo>
                  <a:pt x="18098" y="37147"/>
                </a:lnTo>
                <a:lnTo>
                  <a:pt x="18098" y="0"/>
                </a:lnTo>
                <a:lnTo>
                  <a:pt x="0" y="0"/>
                </a:lnTo>
                <a:lnTo>
                  <a:pt x="0" y="37147"/>
                </a:lnTo>
                <a:close/>
              </a:path>
            </a:pathLst>
          </a:custGeom>
          <a:solidFill xmlns:a="http://schemas.openxmlformats.org/drawingml/2006/main">
            <a:srgbClr val="E0EFDA"/>
          </a:solidFill>
          <a:ln xmlns:a="http://schemas.openxmlformats.org/drawingml/2006/main" w="0">
            <a:noFill/>
          </a:ln>
        </p:spPr>
      </p:sp>
      <p:sp>
        <p:nvSpPr>
          <p:cNvPr id="1195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D7FDB935-BED1-4D5F-8226-FFD3C347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6539" y="4929664"/>
            <a:ext cx="18098" cy="56198"/>
          </a:xfrm>
          <a:custGeom xmlns:a="http://schemas.openxmlformats.org/drawingml/2006/main">
            <a:pathLst>
              <a:path w="18098" h="56198">
                <a:moveTo>
                  <a:pt x="0" y="0"/>
                </a:moveTo>
                <a:lnTo>
                  <a:pt x="0" y="56198"/>
                </a:lnTo>
                <a:lnTo>
                  <a:pt x="18098" y="56198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0EFDA"/>
          </a:solidFill>
          <a:ln xmlns:a="http://schemas.openxmlformats.org/drawingml/2006/main" w="0">
            <a:noFill/>
          </a:ln>
        </p:spPr>
      </p:sp>
      <p:sp>
        <p:nvSpPr>
          <p:cNvPr id="1196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EB1057A5-B6F0-4262-A617-4EB89773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9864" y="5358289"/>
            <a:ext cx="18098" cy="27623"/>
          </a:xfrm>
          <a:custGeom xmlns:a="http://schemas.openxmlformats.org/drawingml/2006/main">
            <a:pathLst>
              <a:path w="18098" h="27623">
                <a:moveTo>
                  <a:pt x="18098" y="27623"/>
                </a:moveTo>
                <a:lnTo>
                  <a:pt x="18098" y="0"/>
                </a:lnTo>
                <a:lnTo>
                  <a:pt x="0" y="0"/>
                </a:lnTo>
                <a:lnTo>
                  <a:pt x="0" y="27623"/>
                </a:lnTo>
                <a:lnTo>
                  <a:pt x="18098" y="27623"/>
                </a:lnTo>
                <a:close/>
              </a:path>
            </a:pathLst>
          </a:custGeom>
          <a:solidFill xmlns:a="http://schemas.openxmlformats.org/drawingml/2006/main">
            <a:srgbClr val="E0EFDA"/>
          </a:solidFill>
          <a:ln xmlns:a="http://schemas.openxmlformats.org/drawingml/2006/main" w="0">
            <a:noFill/>
          </a:ln>
        </p:spPr>
      </p:sp>
      <p:sp>
        <p:nvSpPr>
          <p:cNvPr id="1197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29C398B5-A964-4CCE-AF8D-E4489500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0814" y="5415439"/>
            <a:ext cx="18098" cy="37148"/>
          </a:xfrm>
          <a:custGeom xmlns:a="http://schemas.openxmlformats.org/drawingml/2006/main">
            <a:pathLst>
              <a:path w="18098" h="37148">
                <a:moveTo>
                  <a:pt x="18098" y="37148"/>
                </a:moveTo>
                <a:lnTo>
                  <a:pt x="18098" y="0"/>
                </a:lnTo>
                <a:lnTo>
                  <a:pt x="0" y="0"/>
                </a:lnTo>
                <a:lnTo>
                  <a:pt x="0" y="37148"/>
                </a:lnTo>
                <a:lnTo>
                  <a:pt x="18098" y="37148"/>
                </a:lnTo>
                <a:close/>
              </a:path>
            </a:pathLst>
          </a:custGeom>
          <a:solidFill xmlns:a="http://schemas.openxmlformats.org/drawingml/2006/main">
            <a:srgbClr val="E0EFDA"/>
          </a:solidFill>
          <a:ln xmlns:a="http://schemas.openxmlformats.org/drawingml/2006/main" w="0">
            <a:noFill/>
          </a:ln>
        </p:spPr>
      </p:sp>
      <p:sp>
        <p:nvSpPr>
          <p:cNvPr id="1198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8BFFE67C-07F2-45E0-9BFB-6B458DF6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1764" y="5444014"/>
            <a:ext cx="27623" cy="18098"/>
          </a:xfrm>
          <a:custGeom xmlns:a="http://schemas.openxmlformats.org/drawingml/2006/main">
            <a:pathLst>
              <a:path w="27623" h="18098">
                <a:moveTo>
                  <a:pt x="0" y="18098"/>
                </a:moveTo>
                <a:lnTo>
                  <a:pt x="27623" y="18098"/>
                </a:lnTo>
                <a:lnTo>
                  <a:pt x="27623" y="0"/>
                </a:lnTo>
                <a:lnTo>
                  <a:pt x="0" y="0"/>
                </a:lnTo>
                <a:lnTo>
                  <a:pt x="0" y="18098"/>
                </a:lnTo>
                <a:close/>
              </a:path>
            </a:pathLst>
          </a:custGeom>
          <a:solidFill xmlns:a="http://schemas.openxmlformats.org/drawingml/2006/main">
            <a:srgbClr val="E0EFDA"/>
          </a:solidFill>
          <a:ln xmlns:a="http://schemas.openxmlformats.org/drawingml/2006/main" w="0">
            <a:noFill/>
          </a:ln>
        </p:spPr>
      </p:sp>
      <p:sp>
        <p:nvSpPr>
          <p:cNvPr id="1199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44A5FE53-FDAE-4B38-B5BC-CD42EBC2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7439" y="5558314"/>
            <a:ext cx="18098" cy="65723"/>
          </a:xfrm>
          <a:custGeom xmlns:a="http://schemas.openxmlformats.org/drawingml/2006/main">
            <a:pathLst>
              <a:path w="18098" h="65723">
                <a:moveTo>
                  <a:pt x="0" y="0"/>
                </a:moveTo>
                <a:lnTo>
                  <a:pt x="0" y="65723"/>
                </a:lnTo>
                <a:lnTo>
                  <a:pt x="18098" y="65723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DD4"/>
          </a:solidFill>
          <a:ln xmlns:a="http://schemas.openxmlformats.org/drawingml/2006/main" w="0">
            <a:noFill/>
          </a:ln>
        </p:spPr>
      </p:sp>
      <p:sp>
        <p:nvSpPr>
          <p:cNvPr id="1200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FD6A68F9-50D8-4C7C-9BD7-DA925C02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6964" y="5615464"/>
            <a:ext cx="103823" cy="18098"/>
          </a:xfrm>
          <a:custGeom xmlns:a="http://schemas.openxmlformats.org/drawingml/2006/main">
            <a:pathLst>
              <a:path w="103823" h="18098">
                <a:moveTo>
                  <a:pt x="103823" y="0"/>
                </a:moveTo>
                <a:lnTo>
                  <a:pt x="0" y="0"/>
                </a:lnTo>
                <a:lnTo>
                  <a:pt x="0" y="18098"/>
                </a:lnTo>
                <a:lnTo>
                  <a:pt x="103823" y="18098"/>
                </a:lnTo>
                <a:lnTo>
                  <a:pt x="103823" y="0"/>
                </a:lnTo>
                <a:close/>
              </a:path>
            </a:pathLst>
          </a:custGeom>
          <a:solidFill xmlns:a="http://schemas.openxmlformats.org/drawingml/2006/main">
            <a:srgbClr val="D9DDD4"/>
          </a:solidFill>
          <a:ln xmlns:a="http://schemas.openxmlformats.org/drawingml/2006/main" w="0">
            <a:noFill/>
          </a:ln>
        </p:spPr>
      </p:sp>
      <p:sp>
        <p:nvSpPr>
          <p:cNvPr id="1201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6495E9CD-5417-480B-B396-E7E1AC18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6039" y="5720239"/>
            <a:ext cx="18098" cy="170498"/>
          </a:xfrm>
          <a:custGeom xmlns:a="http://schemas.openxmlformats.org/drawingml/2006/main">
            <a:pathLst>
              <a:path w="18098" h="170498">
                <a:moveTo>
                  <a:pt x="0" y="0"/>
                </a:moveTo>
                <a:lnTo>
                  <a:pt x="0" y="170498"/>
                </a:lnTo>
                <a:lnTo>
                  <a:pt x="18098" y="170498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DD4"/>
          </a:solidFill>
          <a:ln xmlns:a="http://schemas.openxmlformats.org/drawingml/2006/main" w="0">
            <a:noFill/>
          </a:ln>
        </p:spPr>
      </p:sp>
      <p:sp>
        <p:nvSpPr>
          <p:cNvPr id="1202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D337CC46-3533-4DE8-ABC0-12D158B4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5039" y="5463064"/>
            <a:ext cx="18098" cy="37148"/>
          </a:xfrm>
          <a:custGeom xmlns:a="http://schemas.openxmlformats.org/drawingml/2006/main">
            <a:pathLst>
              <a:path w="18098" h="37148">
                <a:moveTo>
                  <a:pt x="0" y="37148"/>
                </a:moveTo>
                <a:lnTo>
                  <a:pt x="18098" y="37148"/>
                </a:lnTo>
                <a:lnTo>
                  <a:pt x="18098" y="0"/>
                </a:lnTo>
                <a:lnTo>
                  <a:pt x="0" y="0"/>
                </a:lnTo>
                <a:lnTo>
                  <a:pt x="0" y="37148"/>
                </a:lnTo>
                <a:close/>
              </a:path>
            </a:pathLst>
          </a:custGeom>
          <a:solidFill xmlns:a="http://schemas.openxmlformats.org/drawingml/2006/main">
            <a:srgbClr val="DAC7D8"/>
          </a:solidFill>
          <a:ln xmlns:a="http://schemas.openxmlformats.org/drawingml/2006/main" w="0">
            <a:noFill/>
          </a:ln>
        </p:spPr>
      </p:sp>
      <p:sp>
        <p:nvSpPr>
          <p:cNvPr id="1203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93C0E94E-EB00-43EE-81D8-7D042C2A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6464" y="5682139"/>
            <a:ext cx="103823" cy="46673"/>
          </a:xfrm>
          <a:custGeom xmlns:a="http://schemas.openxmlformats.org/drawingml/2006/main">
            <a:pathLst>
              <a:path w="103823" h="46673">
                <a:moveTo>
                  <a:pt x="85725" y="28575"/>
                </a:moveTo>
                <a:lnTo>
                  <a:pt x="0" y="28575"/>
                </a:lnTo>
                <a:lnTo>
                  <a:pt x="0" y="46673"/>
                </a:lnTo>
                <a:lnTo>
                  <a:pt x="103823" y="46673"/>
                </a:lnTo>
                <a:lnTo>
                  <a:pt x="103823" y="0"/>
                </a:lnTo>
                <a:lnTo>
                  <a:pt x="85725" y="0"/>
                </a:lnTo>
                <a:lnTo>
                  <a:pt x="85725" y="28575"/>
                </a:lnTo>
                <a:close/>
              </a:path>
            </a:pathLst>
          </a:custGeom>
          <a:solidFill xmlns:a="http://schemas.openxmlformats.org/drawingml/2006/main">
            <a:srgbClr val="DAC7D8"/>
          </a:solidFill>
          <a:ln xmlns:a="http://schemas.openxmlformats.org/drawingml/2006/main" w="0">
            <a:noFill/>
          </a:ln>
        </p:spPr>
      </p:sp>
      <p:sp>
        <p:nvSpPr>
          <p:cNvPr id="1204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95FDB557-BB4A-43AE-9406-DDAD6C0F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7914" y="5548789"/>
            <a:ext cx="18098" cy="75248"/>
          </a:xfrm>
          <a:custGeom xmlns:a="http://schemas.openxmlformats.org/drawingml/2006/main">
            <a:pathLst>
              <a:path w="18098" h="75248">
                <a:moveTo>
                  <a:pt x="0" y="0"/>
                </a:moveTo>
                <a:lnTo>
                  <a:pt x="0" y="75248"/>
                </a:lnTo>
                <a:lnTo>
                  <a:pt x="18098" y="75248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D1D2"/>
          </a:solidFill>
          <a:ln xmlns:a="http://schemas.openxmlformats.org/drawingml/2006/main" w="0">
            <a:noFill/>
          </a:ln>
        </p:spPr>
      </p:sp>
      <p:sp>
        <p:nvSpPr>
          <p:cNvPr id="1205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299F84C3-7992-4D1E-8F26-404C4627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1239" y="5615464"/>
            <a:ext cx="75248" cy="18098"/>
          </a:xfrm>
          <a:custGeom xmlns:a="http://schemas.openxmlformats.org/drawingml/2006/main">
            <a:pathLst>
              <a:path w="75248" h="18098">
                <a:moveTo>
                  <a:pt x="75248" y="0"/>
                </a:moveTo>
                <a:lnTo>
                  <a:pt x="0" y="0"/>
                </a:lnTo>
                <a:lnTo>
                  <a:pt x="0" y="18098"/>
                </a:lnTo>
                <a:lnTo>
                  <a:pt x="75248" y="18098"/>
                </a:lnTo>
                <a:lnTo>
                  <a:pt x="75248" y="0"/>
                </a:lnTo>
                <a:close/>
              </a:path>
            </a:pathLst>
          </a:custGeom>
          <a:solidFill xmlns:a="http://schemas.openxmlformats.org/drawingml/2006/main">
            <a:srgbClr val="D4D1D2"/>
          </a:solidFill>
          <a:ln xmlns:a="http://schemas.openxmlformats.org/drawingml/2006/main" w="0">
            <a:noFill/>
          </a:ln>
        </p:spPr>
      </p:sp>
      <p:sp>
        <p:nvSpPr>
          <p:cNvPr id="1206" name="Source-visible border ranks">
            <a:extLst xmlns:a="http://schemas.openxmlformats.org/drawingml/2006/main">
              <a:ext uri="{FF2B5EF4-FFF2-40B4-BE49-F238E27FC236}">
                <a16:creationId xmlns:a16="http://schemas.microsoft.com/office/drawing/2014/main" id="{28C4661B-A735-4AE4-92F9-90B3F6A2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1714" y="5682139"/>
            <a:ext cx="18098" cy="46673"/>
          </a:xfrm>
          <a:custGeom xmlns:a="http://schemas.openxmlformats.org/drawingml/2006/main">
            <a:pathLst>
              <a:path w="18098" h="46673">
                <a:moveTo>
                  <a:pt x="0" y="0"/>
                </a:moveTo>
                <a:lnTo>
                  <a:pt x="0" y="46673"/>
                </a:lnTo>
                <a:lnTo>
                  <a:pt x="18098" y="46673"/>
                </a:lnTo>
                <a:lnTo>
                  <a:pt x="1809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D1D2"/>
          </a:solidFill>
          <a:ln xmlns:a="http://schemas.openxmlformats.org/drawingml/2006/main" w="0">
            <a:noFill/>
          </a:ln>
        </p:spPr>
      </p:sp>
      <p:sp>
        <p:nvSpPr>
          <p:cNvPr id="1207" name="Source-visible temporal curve">
            <a:extLst xmlns:a="http://schemas.openxmlformats.org/drawingml/2006/main">
              <a:ext uri="{FF2B5EF4-FFF2-40B4-BE49-F238E27FC236}">
                <a16:creationId xmlns:a16="http://schemas.microsoft.com/office/drawing/2014/main" id="{0126405F-9BAF-4CDE-B721-06DBC70B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684270"/>
            <a:ext cx="2699385" cy="2051685"/>
          </a:xfrm>
          <a:custGeom xmlns:a="http://schemas.openxmlformats.org/drawingml/2006/main">
            <a:pathLst>
              <a:path w="2699385" h="2051685">
                <a:moveTo>
                  <a:pt x="342900" y="1733550"/>
                </a:moveTo>
                <a:lnTo>
                  <a:pt x="335280" y="1733550"/>
                </a:lnTo>
                <a:lnTo>
                  <a:pt x="335093" y="1733559"/>
                </a:lnTo>
                <a:lnTo>
                  <a:pt x="334908" y="1733587"/>
                </a:lnTo>
                <a:lnTo>
                  <a:pt x="334727" y="1733632"/>
                </a:lnTo>
                <a:lnTo>
                  <a:pt x="334551" y="1733695"/>
                </a:lnTo>
                <a:lnTo>
                  <a:pt x="334382" y="1733775"/>
                </a:lnTo>
                <a:lnTo>
                  <a:pt x="334222" y="1733871"/>
                </a:lnTo>
                <a:lnTo>
                  <a:pt x="334071" y="1733982"/>
                </a:lnTo>
                <a:lnTo>
                  <a:pt x="333933" y="1734108"/>
                </a:lnTo>
                <a:lnTo>
                  <a:pt x="333807" y="1734246"/>
                </a:lnTo>
                <a:lnTo>
                  <a:pt x="333696" y="1734397"/>
                </a:lnTo>
                <a:lnTo>
                  <a:pt x="333600" y="1734557"/>
                </a:lnTo>
                <a:lnTo>
                  <a:pt x="333520" y="1734726"/>
                </a:lnTo>
                <a:lnTo>
                  <a:pt x="333457" y="1734902"/>
                </a:lnTo>
                <a:lnTo>
                  <a:pt x="333412" y="1735083"/>
                </a:lnTo>
                <a:lnTo>
                  <a:pt x="333384" y="1735268"/>
                </a:lnTo>
                <a:lnTo>
                  <a:pt x="333375" y="1735455"/>
                </a:lnTo>
                <a:lnTo>
                  <a:pt x="333375" y="1781175"/>
                </a:lnTo>
                <a:lnTo>
                  <a:pt x="327660" y="1781175"/>
                </a:lnTo>
                <a:lnTo>
                  <a:pt x="327660" y="1735455"/>
                </a:lnTo>
                <a:lnTo>
                  <a:pt x="327651" y="1735268"/>
                </a:lnTo>
                <a:lnTo>
                  <a:pt x="327623" y="1735083"/>
                </a:lnTo>
                <a:lnTo>
                  <a:pt x="327578" y="1734902"/>
                </a:lnTo>
                <a:lnTo>
                  <a:pt x="327515" y="1734726"/>
                </a:lnTo>
                <a:lnTo>
                  <a:pt x="327435" y="1734557"/>
                </a:lnTo>
                <a:lnTo>
                  <a:pt x="327339" y="1734397"/>
                </a:lnTo>
                <a:lnTo>
                  <a:pt x="327228" y="1734246"/>
                </a:lnTo>
                <a:lnTo>
                  <a:pt x="327102" y="1734108"/>
                </a:lnTo>
                <a:lnTo>
                  <a:pt x="326964" y="1733982"/>
                </a:lnTo>
                <a:lnTo>
                  <a:pt x="326813" y="1733871"/>
                </a:lnTo>
                <a:lnTo>
                  <a:pt x="326653" y="1733775"/>
                </a:lnTo>
                <a:lnTo>
                  <a:pt x="326484" y="1733695"/>
                </a:lnTo>
                <a:lnTo>
                  <a:pt x="326308" y="1733632"/>
                </a:lnTo>
                <a:lnTo>
                  <a:pt x="326127" y="1733587"/>
                </a:lnTo>
                <a:lnTo>
                  <a:pt x="325942" y="1733559"/>
                </a:lnTo>
                <a:lnTo>
                  <a:pt x="325755" y="1733550"/>
                </a:lnTo>
                <a:lnTo>
                  <a:pt x="318135" y="1733550"/>
                </a:lnTo>
                <a:lnTo>
                  <a:pt x="318135" y="1725930"/>
                </a:lnTo>
                <a:lnTo>
                  <a:pt x="318126" y="1725743"/>
                </a:lnTo>
                <a:lnTo>
                  <a:pt x="318098" y="1725558"/>
                </a:lnTo>
                <a:lnTo>
                  <a:pt x="318053" y="1725377"/>
                </a:lnTo>
                <a:lnTo>
                  <a:pt x="317990" y="1725201"/>
                </a:lnTo>
                <a:lnTo>
                  <a:pt x="317910" y="1725032"/>
                </a:lnTo>
                <a:lnTo>
                  <a:pt x="317814" y="1724872"/>
                </a:lnTo>
                <a:lnTo>
                  <a:pt x="317703" y="1724721"/>
                </a:lnTo>
                <a:lnTo>
                  <a:pt x="317577" y="1724583"/>
                </a:lnTo>
                <a:lnTo>
                  <a:pt x="317439" y="1724457"/>
                </a:lnTo>
                <a:lnTo>
                  <a:pt x="317288" y="1724346"/>
                </a:lnTo>
                <a:lnTo>
                  <a:pt x="317128" y="1724250"/>
                </a:lnTo>
                <a:lnTo>
                  <a:pt x="316959" y="1724170"/>
                </a:lnTo>
                <a:lnTo>
                  <a:pt x="316783" y="1724107"/>
                </a:lnTo>
                <a:lnTo>
                  <a:pt x="316602" y="1724062"/>
                </a:lnTo>
                <a:lnTo>
                  <a:pt x="316417" y="1724034"/>
                </a:lnTo>
                <a:lnTo>
                  <a:pt x="316230" y="1724025"/>
                </a:lnTo>
                <a:lnTo>
                  <a:pt x="297180" y="1724025"/>
                </a:lnTo>
                <a:lnTo>
                  <a:pt x="296993" y="1724034"/>
                </a:lnTo>
                <a:lnTo>
                  <a:pt x="296808" y="1724062"/>
                </a:lnTo>
                <a:lnTo>
                  <a:pt x="296627" y="1724107"/>
                </a:lnTo>
                <a:lnTo>
                  <a:pt x="296451" y="1724170"/>
                </a:lnTo>
                <a:lnTo>
                  <a:pt x="296282" y="1724250"/>
                </a:lnTo>
                <a:lnTo>
                  <a:pt x="296122" y="1724346"/>
                </a:lnTo>
                <a:lnTo>
                  <a:pt x="295971" y="1724457"/>
                </a:lnTo>
                <a:lnTo>
                  <a:pt x="295833" y="1724583"/>
                </a:lnTo>
                <a:lnTo>
                  <a:pt x="295707" y="1724721"/>
                </a:lnTo>
                <a:lnTo>
                  <a:pt x="295596" y="1724872"/>
                </a:lnTo>
                <a:lnTo>
                  <a:pt x="295500" y="1725032"/>
                </a:lnTo>
                <a:lnTo>
                  <a:pt x="295420" y="1725201"/>
                </a:lnTo>
                <a:lnTo>
                  <a:pt x="295357" y="1725377"/>
                </a:lnTo>
                <a:lnTo>
                  <a:pt x="295312" y="1725558"/>
                </a:lnTo>
                <a:lnTo>
                  <a:pt x="295284" y="1725743"/>
                </a:lnTo>
                <a:lnTo>
                  <a:pt x="295275" y="1725930"/>
                </a:lnTo>
                <a:lnTo>
                  <a:pt x="295275" y="1781175"/>
                </a:lnTo>
                <a:lnTo>
                  <a:pt x="287655" y="1781175"/>
                </a:lnTo>
                <a:lnTo>
                  <a:pt x="287468" y="1781184"/>
                </a:lnTo>
                <a:lnTo>
                  <a:pt x="287283" y="1781212"/>
                </a:lnTo>
                <a:lnTo>
                  <a:pt x="287102" y="1781257"/>
                </a:lnTo>
                <a:lnTo>
                  <a:pt x="286926" y="1781320"/>
                </a:lnTo>
                <a:lnTo>
                  <a:pt x="286757" y="1781400"/>
                </a:lnTo>
                <a:lnTo>
                  <a:pt x="286597" y="1781496"/>
                </a:lnTo>
                <a:lnTo>
                  <a:pt x="286446" y="1781607"/>
                </a:lnTo>
                <a:lnTo>
                  <a:pt x="286308" y="1781733"/>
                </a:lnTo>
                <a:lnTo>
                  <a:pt x="286182" y="1781871"/>
                </a:lnTo>
                <a:lnTo>
                  <a:pt x="286071" y="1782022"/>
                </a:lnTo>
                <a:lnTo>
                  <a:pt x="285975" y="1782182"/>
                </a:lnTo>
                <a:lnTo>
                  <a:pt x="285895" y="1782351"/>
                </a:lnTo>
                <a:lnTo>
                  <a:pt x="285832" y="1782527"/>
                </a:lnTo>
                <a:lnTo>
                  <a:pt x="285787" y="1782708"/>
                </a:lnTo>
                <a:lnTo>
                  <a:pt x="285759" y="1782893"/>
                </a:lnTo>
                <a:lnTo>
                  <a:pt x="285750" y="1783080"/>
                </a:lnTo>
                <a:lnTo>
                  <a:pt x="285750" y="1800225"/>
                </a:lnTo>
                <a:lnTo>
                  <a:pt x="280035" y="1800225"/>
                </a:lnTo>
                <a:lnTo>
                  <a:pt x="280035" y="1792605"/>
                </a:lnTo>
                <a:lnTo>
                  <a:pt x="280026" y="1792418"/>
                </a:lnTo>
                <a:lnTo>
                  <a:pt x="279998" y="1792233"/>
                </a:lnTo>
                <a:lnTo>
                  <a:pt x="279953" y="1792052"/>
                </a:lnTo>
                <a:lnTo>
                  <a:pt x="279890" y="1791876"/>
                </a:lnTo>
                <a:lnTo>
                  <a:pt x="279810" y="1791707"/>
                </a:lnTo>
                <a:lnTo>
                  <a:pt x="279714" y="1791547"/>
                </a:lnTo>
                <a:lnTo>
                  <a:pt x="279603" y="1791396"/>
                </a:lnTo>
                <a:lnTo>
                  <a:pt x="279477" y="1791258"/>
                </a:lnTo>
                <a:lnTo>
                  <a:pt x="279339" y="1791132"/>
                </a:lnTo>
                <a:lnTo>
                  <a:pt x="279188" y="1791021"/>
                </a:lnTo>
                <a:lnTo>
                  <a:pt x="279028" y="1790925"/>
                </a:lnTo>
                <a:lnTo>
                  <a:pt x="278859" y="1790845"/>
                </a:lnTo>
                <a:lnTo>
                  <a:pt x="278683" y="1790782"/>
                </a:lnTo>
                <a:lnTo>
                  <a:pt x="278502" y="1790737"/>
                </a:lnTo>
                <a:lnTo>
                  <a:pt x="278317" y="1790709"/>
                </a:lnTo>
                <a:lnTo>
                  <a:pt x="278130" y="1790700"/>
                </a:lnTo>
                <a:lnTo>
                  <a:pt x="270510" y="1790700"/>
                </a:lnTo>
                <a:lnTo>
                  <a:pt x="270510" y="1773555"/>
                </a:lnTo>
                <a:lnTo>
                  <a:pt x="270501" y="1773368"/>
                </a:lnTo>
                <a:lnTo>
                  <a:pt x="270473" y="1773183"/>
                </a:lnTo>
                <a:lnTo>
                  <a:pt x="270428" y="1773002"/>
                </a:lnTo>
                <a:lnTo>
                  <a:pt x="270365" y="1772826"/>
                </a:lnTo>
                <a:lnTo>
                  <a:pt x="270285" y="1772657"/>
                </a:lnTo>
                <a:lnTo>
                  <a:pt x="270189" y="1772497"/>
                </a:lnTo>
                <a:lnTo>
                  <a:pt x="270078" y="1772346"/>
                </a:lnTo>
                <a:lnTo>
                  <a:pt x="269952" y="1772208"/>
                </a:lnTo>
                <a:lnTo>
                  <a:pt x="269814" y="1772082"/>
                </a:lnTo>
                <a:lnTo>
                  <a:pt x="269663" y="1771971"/>
                </a:lnTo>
                <a:lnTo>
                  <a:pt x="269503" y="1771875"/>
                </a:lnTo>
                <a:lnTo>
                  <a:pt x="269334" y="1771795"/>
                </a:lnTo>
                <a:lnTo>
                  <a:pt x="269158" y="1771732"/>
                </a:lnTo>
                <a:lnTo>
                  <a:pt x="268977" y="1771687"/>
                </a:lnTo>
                <a:lnTo>
                  <a:pt x="268792" y="1771659"/>
                </a:lnTo>
                <a:lnTo>
                  <a:pt x="268605" y="1771650"/>
                </a:lnTo>
                <a:lnTo>
                  <a:pt x="249555" y="1771650"/>
                </a:lnTo>
                <a:lnTo>
                  <a:pt x="249368" y="1771659"/>
                </a:lnTo>
                <a:lnTo>
                  <a:pt x="249183" y="1771687"/>
                </a:lnTo>
                <a:lnTo>
                  <a:pt x="249002" y="1771732"/>
                </a:lnTo>
                <a:lnTo>
                  <a:pt x="248826" y="1771795"/>
                </a:lnTo>
                <a:lnTo>
                  <a:pt x="248657" y="1771875"/>
                </a:lnTo>
                <a:lnTo>
                  <a:pt x="248497" y="1771971"/>
                </a:lnTo>
                <a:lnTo>
                  <a:pt x="248346" y="1772082"/>
                </a:lnTo>
                <a:lnTo>
                  <a:pt x="248208" y="1772208"/>
                </a:lnTo>
                <a:lnTo>
                  <a:pt x="248082" y="1772346"/>
                </a:lnTo>
                <a:lnTo>
                  <a:pt x="247971" y="1772497"/>
                </a:lnTo>
                <a:lnTo>
                  <a:pt x="247875" y="1772657"/>
                </a:lnTo>
                <a:lnTo>
                  <a:pt x="247795" y="1772826"/>
                </a:lnTo>
                <a:lnTo>
                  <a:pt x="247732" y="1773002"/>
                </a:lnTo>
                <a:lnTo>
                  <a:pt x="247687" y="1773183"/>
                </a:lnTo>
                <a:lnTo>
                  <a:pt x="247659" y="1773368"/>
                </a:lnTo>
                <a:lnTo>
                  <a:pt x="247650" y="1773555"/>
                </a:lnTo>
                <a:lnTo>
                  <a:pt x="247650" y="1781175"/>
                </a:lnTo>
                <a:lnTo>
                  <a:pt x="240030" y="1781175"/>
                </a:lnTo>
                <a:lnTo>
                  <a:pt x="239843" y="1781184"/>
                </a:lnTo>
                <a:lnTo>
                  <a:pt x="239658" y="1781212"/>
                </a:lnTo>
                <a:lnTo>
                  <a:pt x="239477" y="1781257"/>
                </a:lnTo>
                <a:lnTo>
                  <a:pt x="239301" y="1781320"/>
                </a:lnTo>
                <a:lnTo>
                  <a:pt x="239132" y="1781400"/>
                </a:lnTo>
                <a:lnTo>
                  <a:pt x="238972" y="1781496"/>
                </a:lnTo>
                <a:lnTo>
                  <a:pt x="238821" y="1781607"/>
                </a:lnTo>
                <a:lnTo>
                  <a:pt x="238683" y="1781733"/>
                </a:lnTo>
                <a:lnTo>
                  <a:pt x="238557" y="1781871"/>
                </a:lnTo>
                <a:lnTo>
                  <a:pt x="238446" y="1782022"/>
                </a:lnTo>
                <a:lnTo>
                  <a:pt x="238350" y="1782182"/>
                </a:lnTo>
                <a:lnTo>
                  <a:pt x="238270" y="1782351"/>
                </a:lnTo>
                <a:lnTo>
                  <a:pt x="238207" y="1782527"/>
                </a:lnTo>
                <a:lnTo>
                  <a:pt x="238162" y="1782708"/>
                </a:lnTo>
                <a:lnTo>
                  <a:pt x="238134" y="1782893"/>
                </a:lnTo>
                <a:lnTo>
                  <a:pt x="238125" y="1783080"/>
                </a:lnTo>
                <a:lnTo>
                  <a:pt x="238125" y="1847850"/>
                </a:lnTo>
                <a:lnTo>
                  <a:pt x="230505" y="1847850"/>
                </a:lnTo>
                <a:lnTo>
                  <a:pt x="230318" y="1847859"/>
                </a:lnTo>
                <a:lnTo>
                  <a:pt x="230133" y="1847887"/>
                </a:lnTo>
                <a:lnTo>
                  <a:pt x="229952" y="1847932"/>
                </a:lnTo>
                <a:lnTo>
                  <a:pt x="229776" y="1847995"/>
                </a:lnTo>
                <a:lnTo>
                  <a:pt x="229607" y="1848075"/>
                </a:lnTo>
                <a:lnTo>
                  <a:pt x="229447" y="1848171"/>
                </a:lnTo>
                <a:lnTo>
                  <a:pt x="229296" y="1848282"/>
                </a:lnTo>
                <a:lnTo>
                  <a:pt x="229158" y="1848408"/>
                </a:lnTo>
                <a:lnTo>
                  <a:pt x="229032" y="1848546"/>
                </a:lnTo>
                <a:lnTo>
                  <a:pt x="228921" y="1848697"/>
                </a:lnTo>
                <a:lnTo>
                  <a:pt x="228825" y="1848857"/>
                </a:lnTo>
                <a:lnTo>
                  <a:pt x="228745" y="1849026"/>
                </a:lnTo>
                <a:lnTo>
                  <a:pt x="228682" y="1849202"/>
                </a:lnTo>
                <a:lnTo>
                  <a:pt x="228637" y="1849383"/>
                </a:lnTo>
                <a:lnTo>
                  <a:pt x="228609" y="1849568"/>
                </a:lnTo>
                <a:lnTo>
                  <a:pt x="228600" y="1849755"/>
                </a:lnTo>
                <a:lnTo>
                  <a:pt x="228600" y="1866900"/>
                </a:lnTo>
                <a:lnTo>
                  <a:pt x="222885" y="1866900"/>
                </a:lnTo>
                <a:lnTo>
                  <a:pt x="222885" y="1840230"/>
                </a:lnTo>
                <a:lnTo>
                  <a:pt x="222876" y="1840043"/>
                </a:lnTo>
                <a:lnTo>
                  <a:pt x="222848" y="1839858"/>
                </a:lnTo>
                <a:lnTo>
                  <a:pt x="222803" y="1839677"/>
                </a:lnTo>
                <a:lnTo>
                  <a:pt x="222740" y="1839501"/>
                </a:lnTo>
                <a:lnTo>
                  <a:pt x="222660" y="1839332"/>
                </a:lnTo>
                <a:lnTo>
                  <a:pt x="222564" y="1839172"/>
                </a:lnTo>
                <a:lnTo>
                  <a:pt x="222453" y="1839021"/>
                </a:lnTo>
                <a:lnTo>
                  <a:pt x="222327" y="1838883"/>
                </a:lnTo>
                <a:lnTo>
                  <a:pt x="222189" y="1838757"/>
                </a:lnTo>
                <a:lnTo>
                  <a:pt x="222038" y="1838646"/>
                </a:lnTo>
                <a:lnTo>
                  <a:pt x="221878" y="1838550"/>
                </a:lnTo>
                <a:lnTo>
                  <a:pt x="221709" y="1838470"/>
                </a:lnTo>
                <a:lnTo>
                  <a:pt x="221533" y="1838407"/>
                </a:lnTo>
                <a:lnTo>
                  <a:pt x="221352" y="1838362"/>
                </a:lnTo>
                <a:lnTo>
                  <a:pt x="221167" y="1838334"/>
                </a:lnTo>
                <a:lnTo>
                  <a:pt x="220980" y="1838325"/>
                </a:lnTo>
                <a:lnTo>
                  <a:pt x="192405" y="1838325"/>
                </a:lnTo>
                <a:lnTo>
                  <a:pt x="192218" y="1838334"/>
                </a:lnTo>
                <a:lnTo>
                  <a:pt x="192033" y="1838362"/>
                </a:lnTo>
                <a:lnTo>
                  <a:pt x="191852" y="1838407"/>
                </a:lnTo>
                <a:lnTo>
                  <a:pt x="191676" y="1838470"/>
                </a:lnTo>
                <a:lnTo>
                  <a:pt x="191507" y="1838550"/>
                </a:lnTo>
                <a:lnTo>
                  <a:pt x="191347" y="1838646"/>
                </a:lnTo>
                <a:lnTo>
                  <a:pt x="191196" y="1838757"/>
                </a:lnTo>
                <a:lnTo>
                  <a:pt x="191058" y="1838883"/>
                </a:lnTo>
                <a:lnTo>
                  <a:pt x="190932" y="1839021"/>
                </a:lnTo>
                <a:lnTo>
                  <a:pt x="190821" y="1839172"/>
                </a:lnTo>
                <a:lnTo>
                  <a:pt x="190725" y="1839332"/>
                </a:lnTo>
                <a:lnTo>
                  <a:pt x="190645" y="1839501"/>
                </a:lnTo>
                <a:lnTo>
                  <a:pt x="190582" y="1839677"/>
                </a:lnTo>
                <a:lnTo>
                  <a:pt x="190537" y="1839858"/>
                </a:lnTo>
                <a:lnTo>
                  <a:pt x="190509" y="1840043"/>
                </a:lnTo>
                <a:lnTo>
                  <a:pt x="190500" y="1840230"/>
                </a:lnTo>
                <a:lnTo>
                  <a:pt x="190500" y="1876425"/>
                </a:lnTo>
                <a:lnTo>
                  <a:pt x="182880" y="1876425"/>
                </a:lnTo>
                <a:lnTo>
                  <a:pt x="182693" y="1876434"/>
                </a:lnTo>
                <a:lnTo>
                  <a:pt x="182508" y="1876462"/>
                </a:lnTo>
                <a:lnTo>
                  <a:pt x="182327" y="1876507"/>
                </a:lnTo>
                <a:lnTo>
                  <a:pt x="182151" y="1876570"/>
                </a:lnTo>
                <a:lnTo>
                  <a:pt x="181982" y="1876650"/>
                </a:lnTo>
                <a:lnTo>
                  <a:pt x="181822" y="1876746"/>
                </a:lnTo>
                <a:lnTo>
                  <a:pt x="181671" y="1876857"/>
                </a:lnTo>
                <a:lnTo>
                  <a:pt x="181533" y="1876983"/>
                </a:lnTo>
                <a:lnTo>
                  <a:pt x="181407" y="1877121"/>
                </a:lnTo>
                <a:lnTo>
                  <a:pt x="181296" y="1877272"/>
                </a:lnTo>
                <a:lnTo>
                  <a:pt x="181200" y="1877432"/>
                </a:lnTo>
                <a:lnTo>
                  <a:pt x="181120" y="1877601"/>
                </a:lnTo>
                <a:lnTo>
                  <a:pt x="181057" y="1877777"/>
                </a:lnTo>
                <a:lnTo>
                  <a:pt x="181012" y="1877958"/>
                </a:lnTo>
                <a:lnTo>
                  <a:pt x="180984" y="1878143"/>
                </a:lnTo>
                <a:lnTo>
                  <a:pt x="180975" y="1878330"/>
                </a:lnTo>
                <a:lnTo>
                  <a:pt x="180975" y="1895475"/>
                </a:lnTo>
                <a:lnTo>
                  <a:pt x="175260" y="1895475"/>
                </a:lnTo>
                <a:lnTo>
                  <a:pt x="175260" y="1859280"/>
                </a:lnTo>
                <a:lnTo>
                  <a:pt x="175251" y="1859093"/>
                </a:lnTo>
                <a:lnTo>
                  <a:pt x="175223" y="1858908"/>
                </a:lnTo>
                <a:lnTo>
                  <a:pt x="175178" y="1858727"/>
                </a:lnTo>
                <a:lnTo>
                  <a:pt x="175115" y="1858551"/>
                </a:lnTo>
                <a:lnTo>
                  <a:pt x="175035" y="1858382"/>
                </a:lnTo>
                <a:lnTo>
                  <a:pt x="174939" y="1858222"/>
                </a:lnTo>
                <a:lnTo>
                  <a:pt x="174828" y="1858071"/>
                </a:lnTo>
                <a:lnTo>
                  <a:pt x="174702" y="1857933"/>
                </a:lnTo>
                <a:lnTo>
                  <a:pt x="174564" y="1857807"/>
                </a:lnTo>
                <a:lnTo>
                  <a:pt x="174413" y="1857696"/>
                </a:lnTo>
                <a:lnTo>
                  <a:pt x="174253" y="1857600"/>
                </a:lnTo>
                <a:lnTo>
                  <a:pt x="174084" y="1857520"/>
                </a:lnTo>
                <a:lnTo>
                  <a:pt x="173908" y="1857457"/>
                </a:lnTo>
                <a:lnTo>
                  <a:pt x="173727" y="1857412"/>
                </a:lnTo>
                <a:lnTo>
                  <a:pt x="173542" y="1857384"/>
                </a:lnTo>
                <a:lnTo>
                  <a:pt x="173355" y="1857375"/>
                </a:lnTo>
                <a:lnTo>
                  <a:pt x="165735" y="1857375"/>
                </a:lnTo>
                <a:lnTo>
                  <a:pt x="165735" y="1849755"/>
                </a:lnTo>
                <a:lnTo>
                  <a:pt x="165726" y="1849568"/>
                </a:lnTo>
                <a:lnTo>
                  <a:pt x="165698" y="1849383"/>
                </a:lnTo>
                <a:lnTo>
                  <a:pt x="165653" y="1849202"/>
                </a:lnTo>
                <a:lnTo>
                  <a:pt x="165590" y="1849026"/>
                </a:lnTo>
                <a:lnTo>
                  <a:pt x="165510" y="1848857"/>
                </a:lnTo>
                <a:lnTo>
                  <a:pt x="165414" y="1848697"/>
                </a:lnTo>
                <a:lnTo>
                  <a:pt x="165303" y="1848546"/>
                </a:lnTo>
                <a:lnTo>
                  <a:pt x="165177" y="1848408"/>
                </a:lnTo>
                <a:lnTo>
                  <a:pt x="165039" y="1848282"/>
                </a:lnTo>
                <a:lnTo>
                  <a:pt x="164888" y="1848171"/>
                </a:lnTo>
                <a:lnTo>
                  <a:pt x="164728" y="1848075"/>
                </a:lnTo>
                <a:lnTo>
                  <a:pt x="164559" y="1847995"/>
                </a:lnTo>
                <a:lnTo>
                  <a:pt x="164383" y="1847932"/>
                </a:lnTo>
                <a:lnTo>
                  <a:pt x="164202" y="1847887"/>
                </a:lnTo>
                <a:lnTo>
                  <a:pt x="164017" y="1847859"/>
                </a:lnTo>
                <a:lnTo>
                  <a:pt x="163830" y="1847850"/>
                </a:lnTo>
                <a:lnTo>
                  <a:pt x="144780" y="1847850"/>
                </a:lnTo>
                <a:lnTo>
                  <a:pt x="144593" y="1847859"/>
                </a:lnTo>
                <a:lnTo>
                  <a:pt x="144408" y="1847887"/>
                </a:lnTo>
                <a:lnTo>
                  <a:pt x="144227" y="1847932"/>
                </a:lnTo>
                <a:lnTo>
                  <a:pt x="144051" y="1847995"/>
                </a:lnTo>
                <a:lnTo>
                  <a:pt x="143882" y="1848075"/>
                </a:lnTo>
                <a:lnTo>
                  <a:pt x="143722" y="1848171"/>
                </a:lnTo>
                <a:lnTo>
                  <a:pt x="143571" y="1848282"/>
                </a:lnTo>
                <a:lnTo>
                  <a:pt x="143433" y="1848408"/>
                </a:lnTo>
                <a:lnTo>
                  <a:pt x="143307" y="1848546"/>
                </a:lnTo>
                <a:lnTo>
                  <a:pt x="143196" y="1848697"/>
                </a:lnTo>
                <a:lnTo>
                  <a:pt x="143100" y="1848857"/>
                </a:lnTo>
                <a:lnTo>
                  <a:pt x="143020" y="1849026"/>
                </a:lnTo>
                <a:lnTo>
                  <a:pt x="142957" y="1849202"/>
                </a:lnTo>
                <a:lnTo>
                  <a:pt x="142912" y="1849383"/>
                </a:lnTo>
                <a:lnTo>
                  <a:pt x="142884" y="1849568"/>
                </a:lnTo>
                <a:lnTo>
                  <a:pt x="142875" y="1849755"/>
                </a:lnTo>
                <a:lnTo>
                  <a:pt x="142875" y="1866900"/>
                </a:lnTo>
                <a:lnTo>
                  <a:pt x="135255" y="1866900"/>
                </a:lnTo>
                <a:lnTo>
                  <a:pt x="135068" y="1866909"/>
                </a:lnTo>
                <a:lnTo>
                  <a:pt x="134883" y="1866937"/>
                </a:lnTo>
                <a:lnTo>
                  <a:pt x="134702" y="1866982"/>
                </a:lnTo>
                <a:lnTo>
                  <a:pt x="134526" y="1867045"/>
                </a:lnTo>
                <a:lnTo>
                  <a:pt x="134357" y="1867125"/>
                </a:lnTo>
                <a:lnTo>
                  <a:pt x="134197" y="1867221"/>
                </a:lnTo>
                <a:lnTo>
                  <a:pt x="134046" y="1867332"/>
                </a:lnTo>
                <a:lnTo>
                  <a:pt x="133908" y="1867458"/>
                </a:lnTo>
                <a:lnTo>
                  <a:pt x="133782" y="1867596"/>
                </a:lnTo>
                <a:lnTo>
                  <a:pt x="133671" y="1867747"/>
                </a:lnTo>
                <a:lnTo>
                  <a:pt x="133575" y="1867907"/>
                </a:lnTo>
                <a:lnTo>
                  <a:pt x="133495" y="1868076"/>
                </a:lnTo>
                <a:lnTo>
                  <a:pt x="133432" y="1868252"/>
                </a:lnTo>
                <a:lnTo>
                  <a:pt x="133387" y="1868433"/>
                </a:lnTo>
                <a:lnTo>
                  <a:pt x="133359" y="1868618"/>
                </a:lnTo>
                <a:lnTo>
                  <a:pt x="133350" y="1868805"/>
                </a:lnTo>
                <a:lnTo>
                  <a:pt x="133350" y="1933575"/>
                </a:lnTo>
                <a:lnTo>
                  <a:pt x="127635" y="1933575"/>
                </a:lnTo>
                <a:lnTo>
                  <a:pt x="127635" y="1925955"/>
                </a:lnTo>
                <a:lnTo>
                  <a:pt x="127626" y="1925768"/>
                </a:lnTo>
                <a:lnTo>
                  <a:pt x="127598" y="1925583"/>
                </a:lnTo>
                <a:lnTo>
                  <a:pt x="127553" y="1925402"/>
                </a:lnTo>
                <a:lnTo>
                  <a:pt x="127490" y="1925226"/>
                </a:lnTo>
                <a:lnTo>
                  <a:pt x="127410" y="1925057"/>
                </a:lnTo>
                <a:lnTo>
                  <a:pt x="127314" y="1924897"/>
                </a:lnTo>
                <a:lnTo>
                  <a:pt x="127203" y="1924746"/>
                </a:lnTo>
                <a:lnTo>
                  <a:pt x="127077" y="1924608"/>
                </a:lnTo>
                <a:lnTo>
                  <a:pt x="126939" y="1924482"/>
                </a:lnTo>
                <a:lnTo>
                  <a:pt x="126788" y="1924371"/>
                </a:lnTo>
                <a:lnTo>
                  <a:pt x="126628" y="1924275"/>
                </a:lnTo>
                <a:lnTo>
                  <a:pt x="126459" y="1924195"/>
                </a:lnTo>
                <a:lnTo>
                  <a:pt x="126283" y="1924132"/>
                </a:lnTo>
                <a:lnTo>
                  <a:pt x="126102" y="1924087"/>
                </a:lnTo>
                <a:lnTo>
                  <a:pt x="125917" y="1924059"/>
                </a:lnTo>
                <a:lnTo>
                  <a:pt x="125730" y="1924050"/>
                </a:lnTo>
                <a:lnTo>
                  <a:pt x="78105" y="1924050"/>
                </a:lnTo>
                <a:lnTo>
                  <a:pt x="77918" y="1924059"/>
                </a:lnTo>
                <a:lnTo>
                  <a:pt x="77733" y="1924087"/>
                </a:lnTo>
                <a:lnTo>
                  <a:pt x="77552" y="1924132"/>
                </a:lnTo>
                <a:lnTo>
                  <a:pt x="77376" y="1924195"/>
                </a:lnTo>
                <a:lnTo>
                  <a:pt x="77207" y="1924275"/>
                </a:lnTo>
                <a:lnTo>
                  <a:pt x="77047" y="1924371"/>
                </a:lnTo>
                <a:lnTo>
                  <a:pt x="76896" y="1924482"/>
                </a:lnTo>
                <a:lnTo>
                  <a:pt x="76758" y="1924608"/>
                </a:lnTo>
                <a:lnTo>
                  <a:pt x="76632" y="1924746"/>
                </a:lnTo>
                <a:lnTo>
                  <a:pt x="76521" y="1924897"/>
                </a:lnTo>
                <a:lnTo>
                  <a:pt x="76425" y="1925057"/>
                </a:lnTo>
                <a:lnTo>
                  <a:pt x="76345" y="1925226"/>
                </a:lnTo>
                <a:lnTo>
                  <a:pt x="76282" y="1925402"/>
                </a:lnTo>
                <a:lnTo>
                  <a:pt x="76237" y="1925583"/>
                </a:lnTo>
                <a:lnTo>
                  <a:pt x="76209" y="1925768"/>
                </a:lnTo>
                <a:lnTo>
                  <a:pt x="76200" y="1925955"/>
                </a:lnTo>
                <a:lnTo>
                  <a:pt x="76200" y="1933575"/>
                </a:lnTo>
                <a:lnTo>
                  <a:pt x="68580" y="1933575"/>
                </a:lnTo>
                <a:lnTo>
                  <a:pt x="68393" y="1933584"/>
                </a:lnTo>
                <a:lnTo>
                  <a:pt x="68208" y="1933612"/>
                </a:lnTo>
                <a:lnTo>
                  <a:pt x="68027" y="1933657"/>
                </a:lnTo>
                <a:lnTo>
                  <a:pt x="67851" y="1933720"/>
                </a:lnTo>
                <a:lnTo>
                  <a:pt x="67682" y="1933800"/>
                </a:lnTo>
                <a:lnTo>
                  <a:pt x="67522" y="1933896"/>
                </a:lnTo>
                <a:lnTo>
                  <a:pt x="67371" y="1934007"/>
                </a:lnTo>
                <a:lnTo>
                  <a:pt x="67233" y="1934133"/>
                </a:lnTo>
                <a:lnTo>
                  <a:pt x="67107" y="1934271"/>
                </a:lnTo>
                <a:lnTo>
                  <a:pt x="66996" y="1934422"/>
                </a:lnTo>
                <a:lnTo>
                  <a:pt x="66900" y="1934582"/>
                </a:lnTo>
                <a:lnTo>
                  <a:pt x="66820" y="1934751"/>
                </a:lnTo>
                <a:lnTo>
                  <a:pt x="66757" y="1934927"/>
                </a:lnTo>
                <a:lnTo>
                  <a:pt x="66712" y="1935108"/>
                </a:lnTo>
                <a:lnTo>
                  <a:pt x="66684" y="1935293"/>
                </a:lnTo>
                <a:lnTo>
                  <a:pt x="66675" y="1935480"/>
                </a:lnTo>
                <a:lnTo>
                  <a:pt x="66675" y="1943100"/>
                </a:lnTo>
                <a:lnTo>
                  <a:pt x="60960" y="1943100"/>
                </a:lnTo>
                <a:lnTo>
                  <a:pt x="60960" y="1935480"/>
                </a:lnTo>
                <a:lnTo>
                  <a:pt x="60951" y="1935293"/>
                </a:lnTo>
                <a:lnTo>
                  <a:pt x="60923" y="1935108"/>
                </a:lnTo>
                <a:lnTo>
                  <a:pt x="60878" y="1934927"/>
                </a:lnTo>
                <a:lnTo>
                  <a:pt x="60815" y="1934751"/>
                </a:lnTo>
                <a:lnTo>
                  <a:pt x="60735" y="1934582"/>
                </a:lnTo>
                <a:lnTo>
                  <a:pt x="60639" y="1934422"/>
                </a:lnTo>
                <a:lnTo>
                  <a:pt x="60528" y="1934271"/>
                </a:lnTo>
                <a:lnTo>
                  <a:pt x="60402" y="1934133"/>
                </a:lnTo>
                <a:lnTo>
                  <a:pt x="60264" y="1934007"/>
                </a:lnTo>
                <a:lnTo>
                  <a:pt x="60113" y="1933896"/>
                </a:lnTo>
                <a:lnTo>
                  <a:pt x="59953" y="1933800"/>
                </a:lnTo>
                <a:lnTo>
                  <a:pt x="59784" y="1933720"/>
                </a:lnTo>
                <a:lnTo>
                  <a:pt x="59608" y="1933657"/>
                </a:lnTo>
                <a:lnTo>
                  <a:pt x="59427" y="1933612"/>
                </a:lnTo>
                <a:lnTo>
                  <a:pt x="59242" y="1933584"/>
                </a:lnTo>
                <a:lnTo>
                  <a:pt x="59055" y="1933575"/>
                </a:lnTo>
                <a:lnTo>
                  <a:pt x="40005" y="1933575"/>
                </a:lnTo>
                <a:lnTo>
                  <a:pt x="39818" y="1933584"/>
                </a:lnTo>
                <a:lnTo>
                  <a:pt x="39633" y="1933612"/>
                </a:lnTo>
                <a:lnTo>
                  <a:pt x="39452" y="1933657"/>
                </a:lnTo>
                <a:lnTo>
                  <a:pt x="39276" y="1933720"/>
                </a:lnTo>
                <a:lnTo>
                  <a:pt x="39107" y="1933800"/>
                </a:lnTo>
                <a:lnTo>
                  <a:pt x="38947" y="1933896"/>
                </a:lnTo>
                <a:lnTo>
                  <a:pt x="38796" y="1934007"/>
                </a:lnTo>
                <a:lnTo>
                  <a:pt x="38658" y="1934133"/>
                </a:lnTo>
                <a:lnTo>
                  <a:pt x="38532" y="1934271"/>
                </a:lnTo>
                <a:lnTo>
                  <a:pt x="38421" y="1934422"/>
                </a:lnTo>
                <a:lnTo>
                  <a:pt x="38325" y="1934582"/>
                </a:lnTo>
                <a:lnTo>
                  <a:pt x="38245" y="1934751"/>
                </a:lnTo>
                <a:lnTo>
                  <a:pt x="38182" y="1934927"/>
                </a:lnTo>
                <a:lnTo>
                  <a:pt x="38137" y="1935108"/>
                </a:lnTo>
                <a:lnTo>
                  <a:pt x="38109" y="1935293"/>
                </a:lnTo>
                <a:lnTo>
                  <a:pt x="38100" y="1935480"/>
                </a:lnTo>
                <a:lnTo>
                  <a:pt x="38100" y="1971675"/>
                </a:lnTo>
                <a:lnTo>
                  <a:pt x="22860" y="1971675"/>
                </a:lnTo>
                <a:lnTo>
                  <a:pt x="22860" y="1935480"/>
                </a:lnTo>
                <a:lnTo>
                  <a:pt x="22851" y="1935293"/>
                </a:lnTo>
                <a:lnTo>
                  <a:pt x="22823" y="1935108"/>
                </a:lnTo>
                <a:lnTo>
                  <a:pt x="22778" y="1934927"/>
                </a:lnTo>
                <a:lnTo>
                  <a:pt x="22715" y="1934751"/>
                </a:lnTo>
                <a:lnTo>
                  <a:pt x="22635" y="1934582"/>
                </a:lnTo>
                <a:lnTo>
                  <a:pt x="22539" y="1934422"/>
                </a:lnTo>
                <a:lnTo>
                  <a:pt x="22428" y="1934271"/>
                </a:lnTo>
                <a:lnTo>
                  <a:pt x="22302" y="1934133"/>
                </a:lnTo>
                <a:lnTo>
                  <a:pt x="22164" y="1934007"/>
                </a:lnTo>
                <a:lnTo>
                  <a:pt x="22013" y="1933896"/>
                </a:lnTo>
                <a:lnTo>
                  <a:pt x="21853" y="1933800"/>
                </a:lnTo>
                <a:lnTo>
                  <a:pt x="21684" y="1933720"/>
                </a:lnTo>
                <a:lnTo>
                  <a:pt x="21508" y="1933657"/>
                </a:lnTo>
                <a:lnTo>
                  <a:pt x="21327" y="1933612"/>
                </a:lnTo>
                <a:lnTo>
                  <a:pt x="21142" y="1933584"/>
                </a:lnTo>
                <a:lnTo>
                  <a:pt x="20955" y="1933575"/>
                </a:lnTo>
                <a:lnTo>
                  <a:pt x="13335" y="1933575"/>
                </a:lnTo>
                <a:lnTo>
                  <a:pt x="13335" y="1916430"/>
                </a:lnTo>
                <a:lnTo>
                  <a:pt x="13326" y="1916243"/>
                </a:lnTo>
                <a:lnTo>
                  <a:pt x="13298" y="1916058"/>
                </a:lnTo>
                <a:lnTo>
                  <a:pt x="13253" y="1915877"/>
                </a:lnTo>
                <a:lnTo>
                  <a:pt x="13190" y="1915701"/>
                </a:lnTo>
                <a:lnTo>
                  <a:pt x="13110" y="1915532"/>
                </a:lnTo>
                <a:lnTo>
                  <a:pt x="13014" y="1915372"/>
                </a:lnTo>
                <a:lnTo>
                  <a:pt x="12903" y="1915221"/>
                </a:lnTo>
                <a:lnTo>
                  <a:pt x="12777" y="1915083"/>
                </a:lnTo>
                <a:lnTo>
                  <a:pt x="12639" y="1914957"/>
                </a:lnTo>
                <a:lnTo>
                  <a:pt x="12488" y="1914846"/>
                </a:lnTo>
                <a:lnTo>
                  <a:pt x="12328" y="1914750"/>
                </a:lnTo>
                <a:lnTo>
                  <a:pt x="12159" y="1914670"/>
                </a:lnTo>
                <a:lnTo>
                  <a:pt x="11983" y="1914607"/>
                </a:lnTo>
                <a:lnTo>
                  <a:pt x="11802" y="1914562"/>
                </a:lnTo>
                <a:lnTo>
                  <a:pt x="11617" y="1914534"/>
                </a:lnTo>
                <a:lnTo>
                  <a:pt x="11430" y="1914525"/>
                </a:lnTo>
                <a:lnTo>
                  <a:pt x="1905" y="1914525"/>
                </a:lnTo>
                <a:lnTo>
                  <a:pt x="1718" y="1914534"/>
                </a:lnTo>
                <a:lnTo>
                  <a:pt x="1533" y="1914562"/>
                </a:lnTo>
                <a:lnTo>
                  <a:pt x="1352" y="1914607"/>
                </a:lnTo>
                <a:lnTo>
                  <a:pt x="1176" y="1914670"/>
                </a:lnTo>
                <a:lnTo>
                  <a:pt x="1007" y="1914750"/>
                </a:lnTo>
                <a:lnTo>
                  <a:pt x="847" y="1914846"/>
                </a:lnTo>
                <a:lnTo>
                  <a:pt x="696" y="1914957"/>
                </a:lnTo>
                <a:lnTo>
                  <a:pt x="558" y="1915083"/>
                </a:lnTo>
                <a:lnTo>
                  <a:pt x="432" y="1915221"/>
                </a:lnTo>
                <a:lnTo>
                  <a:pt x="321" y="1915372"/>
                </a:lnTo>
                <a:lnTo>
                  <a:pt x="225" y="1915532"/>
                </a:lnTo>
                <a:lnTo>
                  <a:pt x="145" y="1915701"/>
                </a:lnTo>
                <a:lnTo>
                  <a:pt x="82" y="1915877"/>
                </a:lnTo>
                <a:lnTo>
                  <a:pt x="37" y="1916058"/>
                </a:lnTo>
                <a:lnTo>
                  <a:pt x="9" y="1916243"/>
                </a:lnTo>
                <a:lnTo>
                  <a:pt x="0" y="1916430"/>
                </a:lnTo>
                <a:lnTo>
                  <a:pt x="0" y="2011680"/>
                </a:lnTo>
                <a:lnTo>
                  <a:pt x="9" y="2011867"/>
                </a:lnTo>
                <a:lnTo>
                  <a:pt x="37" y="2012052"/>
                </a:lnTo>
                <a:lnTo>
                  <a:pt x="82" y="2012233"/>
                </a:lnTo>
                <a:lnTo>
                  <a:pt x="145" y="2012409"/>
                </a:lnTo>
                <a:lnTo>
                  <a:pt x="225" y="2012578"/>
                </a:lnTo>
                <a:lnTo>
                  <a:pt x="321" y="2012738"/>
                </a:lnTo>
                <a:lnTo>
                  <a:pt x="432" y="2012889"/>
                </a:lnTo>
                <a:lnTo>
                  <a:pt x="558" y="2013027"/>
                </a:lnTo>
                <a:lnTo>
                  <a:pt x="696" y="2013153"/>
                </a:lnTo>
                <a:lnTo>
                  <a:pt x="847" y="2013264"/>
                </a:lnTo>
                <a:lnTo>
                  <a:pt x="1007" y="2013360"/>
                </a:lnTo>
                <a:lnTo>
                  <a:pt x="1176" y="2013440"/>
                </a:lnTo>
                <a:lnTo>
                  <a:pt x="1352" y="2013503"/>
                </a:lnTo>
                <a:lnTo>
                  <a:pt x="1533" y="2013548"/>
                </a:lnTo>
                <a:lnTo>
                  <a:pt x="1718" y="2013576"/>
                </a:lnTo>
                <a:lnTo>
                  <a:pt x="1905" y="2013585"/>
                </a:lnTo>
                <a:lnTo>
                  <a:pt x="9525" y="2013585"/>
                </a:lnTo>
                <a:lnTo>
                  <a:pt x="9525" y="2021205"/>
                </a:lnTo>
                <a:lnTo>
                  <a:pt x="9534" y="2021392"/>
                </a:lnTo>
                <a:lnTo>
                  <a:pt x="9562" y="2021577"/>
                </a:lnTo>
                <a:lnTo>
                  <a:pt x="9607" y="2021758"/>
                </a:lnTo>
                <a:lnTo>
                  <a:pt x="9670" y="2021934"/>
                </a:lnTo>
                <a:lnTo>
                  <a:pt x="9750" y="2022103"/>
                </a:lnTo>
                <a:lnTo>
                  <a:pt x="9846" y="2022263"/>
                </a:lnTo>
                <a:lnTo>
                  <a:pt x="9957" y="2022414"/>
                </a:lnTo>
                <a:lnTo>
                  <a:pt x="10083" y="2022552"/>
                </a:lnTo>
                <a:lnTo>
                  <a:pt x="10221" y="2022678"/>
                </a:lnTo>
                <a:lnTo>
                  <a:pt x="10372" y="2022789"/>
                </a:lnTo>
                <a:lnTo>
                  <a:pt x="10532" y="2022885"/>
                </a:lnTo>
                <a:lnTo>
                  <a:pt x="10701" y="2022965"/>
                </a:lnTo>
                <a:lnTo>
                  <a:pt x="10877" y="2023028"/>
                </a:lnTo>
                <a:lnTo>
                  <a:pt x="11058" y="2023073"/>
                </a:lnTo>
                <a:lnTo>
                  <a:pt x="11243" y="2023101"/>
                </a:lnTo>
                <a:lnTo>
                  <a:pt x="11430" y="2023110"/>
                </a:lnTo>
                <a:lnTo>
                  <a:pt x="19050" y="2023110"/>
                </a:lnTo>
                <a:lnTo>
                  <a:pt x="19050" y="2030730"/>
                </a:lnTo>
                <a:lnTo>
                  <a:pt x="19059" y="2030917"/>
                </a:lnTo>
                <a:lnTo>
                  <a:pt x="19087" y="2031102"/>
                </a:lnTo>
                <a:lnTo>
                  <a:pt x="19132" y="2031283"/>
                </a:lnTo>
                <a:lnTo>
                  <a:pt x="19195" y="2031459"/>
                </a:lnTo>
                <a:lnTo>
                  <a:pt x="19275" y="2031628"/>
                </a:lnTo>
                <a:lnTo>
                  <a:pt x="19371" y="2031788"/>
                </a:lnTo>
                <a:lnTo>
                  <a:pt x="19482" y="2031939"/>
                </a:lnTo>
                <a:lnTo>
                  <a:pt x="19608" y="2032077"/>
                </a:lnTo>
                <a:lnTo>
                  <a:pt x="19746" y="2032203"/>
                </a:lnTo>
                <a:lnTo>
                  <a:pt x="19897" y="2032314"/>
                </a:lnTo>
                <a:lnTo>
                  <a:pt x="20057" y="2032410"/>
                </a:lnTo>
                <a:lnTo>
                  <a:pt x="20226" y="2032490"/>
                </a:lnTo>
                <a:lnTo>
                  <a:pt x="20402" y="2032553"/>
                </a:lnTo>
                <a:lnTo>
                  <a:pt x="20583" y="2032598"/>
                </a:lnTo>
                <a:lnTo>
                  <a:pt x="20768" y="2032626"/>
                </a:lnTo>
                <a:lnTo>
                  <a:pt x="20955" y="2032635"/>
                </a:lnTo>
                <a:lnTo>
                  <a:pt x="47625" y="2032635"/>
                </a:lnTo>
                <a:lnTo>
                  <a:pt x="47625" y="2040255"/>
                </a:lnTo>
                <a:lnTo>
                  <a:pt x="47634" y="2040442"/>
                </a:lnTo>
                <a:lnTo>
                  <a:pt x="47662" y="2040627"/>
                </a:lnTo>
                <a:lnTo>
                  <a:pt x="47707" y="2040808"/>
                </a:lnTo>
                <a:lnTo>
                  <a:pt x="47770" y="2040984"/>
                </a:lnTo>
                <a:lnTo>
                  <a:pt x="47850" y="2041153"/>
                </a:lnTo>
                <a:lnTo>
                  <a:pt x="47946" y="2041313"/>
                </a:lnTo>
                <a:lnTo>
                  <a:pt x="48057" y="2041464"/>
                </a:lnTo>
                <a:lnTo>
                  <a:pt x="48183" y="2041602"/>
                </a:lnTo>
                <a:lnTo>
                  <a:pt x="48321" y="2041728"/>
                </a:lnTo>
                <a:lnTo>
                  <a:pt x="48472" y="2041839"/>
                </a:lnTo>
                <a:lnTo>
                  <a:pt x="48632" y="2041935"/>
                </a:lnTo>
                <a:lnTo>
                  <a:pt x="48801" y="2042015"/>
                </a:lnTo>
                <a:lnTo>
                  <a:pt x="48977" y="2042078"/>
                </a:lnTo>
                <a:lnTo>
                  <a:pt x="49158" y="2042123"/>
                </a:lnTo>
                <a:lnTo>
                  <a:pt x="49343" y="2042151"/>
                </a:lnTo>
                <a:lnTo>
                  <a:pt x="49530" y="2042160"/>
                </a:lnTo>
                <a:lnTo>
                  <a:pt x="57150" y="2042160"/>
                </a:lnTo>
                <a:lnTo>
                  <a:pt x="57150" y="2049780"/>
                </a:lnTo>
                <a:lnTo>
                  <a:pt x="57159" y="2049967"/>
                </a:lnTo>
                <a:lnTo>
                  <a:pt x="57187" y="2050152"/>
                </a:lnTo>
                <a:lnTo>
                  <a:pt x="57232" y="2050333"/>
                </a:lnTo>
                <a:lnTo>
                  <a:pt x="57295" y="2050509"/>
                </a:lnTo>
                <a:lnTo>
                  <a:pt x="57375" y="2050678"/>
                </a:lnTo>
                <a:lnTo>
                  <a:pt x="57471" y="2050838"/>
                </a:lnTo>
                <a:lnTo>
                  <a:pt x="57582" y="2050989"/>
                </a:lnTo>
                <a:lnTo>
                  <a:pt x="57708" y="2051127"/>
                </a:lnTo>
                <a:lnTo>
                  <a:pt x="57846" y="2051253"/>
                </a:lnTo>
                <a:lnTo>
                  <a:pt x="57997" y="2051364"/>
                </a:lnTo>
                <a:lnTo>
                  <a:pt x="58157" y="2051460"/>
                </a:lnTo>
                <a:lnTo>
                  <a:pt x="58326" y="2051540"/>
                </a:lnTo>
                <a:lnTo>
                  <a:pt x="58502" y="2051603"/>
                </a:lnTo>
                <a:lnTo>
                  <a:pt x="58683" y="2051648"/>
                </a:lnTo>
                <a:lnTo>
                  <a:pt x="58868" y="2051676"/>
                </a:lnTo>
                <a:lnTo>
                  <a:pt x="59055" y="2051685"/>
                </a:lnTo>
                <a:lnTo>
                  <a:pt x="78105" y="2051685"/>
                </a:lnTo>
                <a:lnTo>
                  <a:pt x="78292" y="2051676"/>
                </a:lnTo>
                <a:lnTo>
                  <a:pt x="78477" y="2051648"/>
                </a:lnTo>
                <a:lnTo>
                  <a:pt x="78658" y="2051603"/>
                </a:lnTo>
                <a:lnTo>
                  <a:pt x="78834" y="2051540"/>
                </a:lnTo>
                <a:lnTo>
                  <a:pt x="79003" y="2051460"/>
                </a:lnTo>
                <a:lnTo>
                  <a:pt x="79163" y="2051364"/>
                </a:lnTo>
                <a:lnTo>
                  <a:pt x="79314" y="2051253"/>
                </a:lnTo>
                <a:lnTo>
                  <a:pt x="79452" y="2051127"/>
                </a:lnTo>
                <a:lnTo>
                  <a:pt x="79578" y="2050989"/>
                </a:lnTo>
                <a:lnTo>
                  <a:pt x="79689" y="2050838"/>
                </a:lnTo>
                <a:lnTo>
                  <a:pt x="79785" y="2050678"/>
                </a:lnTo>
                <a:lnTo>
                  <a:pt x="79865" y="2050509"/>
                </a:lnTo>
                <a:lnTo>
                  <a:pt x="79928" y="2050333"/>
                </a:lnTo>
                <a:lnTo>
                  <a:pt x="79973" y="2050152"/>
                </a:lnTo>
                <a:lnTo>
                  <a:pt x="80001" y="2049967"/>
                </a:lnTo>
                <a:lnTo>
                  <a:pt x="80010" y="2049780"/>
                </a:lnTo>
                <a:lnTo>
                  <a:pt x="80010" y="2023110"/>
                </a:lnTo>
                <a:lnTo>
                  <a:pt x="87630" y="2023110"/>
                </a:lnTo>
                <a:lnTo>
                  <a:pt x="87817" y="2023101"/>
                </a:lnTo>
                <a:lnTo>
                  <a:pt x="88002" y="2023073"/>
                </a:lnTo>
                <a:lnTo>
                  <a:pt x="88183" y="2023028"/>
                </a:lnTo>
                <a:lnTo>
                  <a:pt x="88359" y="2022965"/>
                </a:lnTo>
                <a:lnTo>
                  <a:pt x="88528" y="2022885"/>
                </a:lnTo>
                <a:lnTo>
                  <a:pt x="88688" y="2022789"/>
                </a:lnTo>
                <a:lnTo>
                  <a:pt x="88839" y="2022678"/>
                </a:lnTo>
                <a:lnTo>
                  <a:pt x="88977" y="2022552"/>
                </a:lnTo>
                <a:lnTo>
                  <a:pt x="89103" y="2022414"/>
                </a:lnTo>
                <a:lnTo>
                  <a:pt x="89214" y="2022263"/>
                </a:lnTo>
                <a:lnTo>
                  <a:pt x="89310" y="2022103"/>
                </a:lnTo>
                <a:lnTo>
                  <a:pt x="89390" y="2021934"/>
                </a:lnTo>
                <a:lnTo>
                  <a:pt x="89453" y="2021758"/>
                </a:lnTo>
                <a:lnTo>
                  <a:pt x="89498" y="2021577"/>
                </a:lnTo>
                <a:lnTo>
                  <a:pt x="89526" y="2021392"/>
                </a:lnTo>
                <a:lnTo>
                  <a:pt x="89535" y="2021205"/>
                </a:lnTo>
                <a:lnTo>
                  <a:pt x="89535" y="1994535"/>
                </a:lnTo>
                <a:lnTo>
                  <a:pt x="106680" y="1994535"/>
                </a:lnTo>
                <a:lnTo>
                  <a:pt x="106867" y="1994526"/>
                </a:lnTo>
                <a:lnTo>
                  <a:pt x="107052" y="1994498"/>
                </a:lnTo>
                <a:lnTo>
                  <a:pt x="107233" y="1994453"/>
                </a:lnTo>
                <a:lnTo>
                  <a:pt x="107409" y="1994390"/>
                </a:lnTo>
                <a:lnTo>
                  <a:pt x="107578" y="1994310"/>
                </a:lnTo>
                <a:lnTo>
                  <a:pt x="107738" y="1994214"/>
                </a:lnTo>
                <a:lnTo>
                  <a:pt x="107889" y="1994103"/>
                </a:lnTo>
                <a:lnTo>
                  <a:pt x="108027" y="1993977"/>
                </a:lnTo>
                <a:lnTo>
                  <a:pt x="108153" y="1993839"/>
                </a:lnTo>
                <a:lnTo>
                  <a:pt x="108264" y="1993688"/>
                </a:lnTo>
                <a:lnTo>
                  <a:pt x="108360" y="1993528"/>
                </a:lnTo>
                <a:lnTo>
                  <a:pt x="108440" y="1993359"/>
                </a:lnTo>
                <a:lnTo>
                  <a:pt x="108503" y="1993183"/>
                </a:lnTo>
                <a:lnTo>
                  <a:pt x="108548" y="1993002"/>
                </a:lnTo>
                <a:lnTo>
                  <a:pt x="108576" y="1992817"/>
                </a:lnTo>
                <a:lnTo>
                  <a:pt x="108585" y="1992630"/>
                </a:lnTo>
                <a:lnTo>
                  <a:pt x="108585" y="1985010"/>
                </a:lnTo>
                <a:lnTo>
                  <a:pt x="123825" y="1985010"/>
                </a:lnTo>
                <a:lnTo>
                  <a:pt x="123825" y="1992630"/>
                </a:lnTo>
                <a:lnTo>
                  <a:pt x="123834" y="1992817"/>
                </a:lnTo>
                <a:lnTo>
                  <a:pt x="123862" y="1993002"/>
                </a:lnTo>
                <a:lnTo>
                  <a:pt x="123907" y="1993183"/>
                </a:lnTo>
                <a:lnTo>
                  <a:pt x="123970" y="1993359"/>
                </a:lnTo>
                <a:lnTo>
                  <a:pt x="124050" y="1993528"/>
                </a:lnTo>
                <a:lnTo>
                  <a:pt x="124146" y="1993688"/>
                </a:lnTo>
                <a:lnTo>
                  <a:pt x="124257" y="1993839"/>
                </a:lnTo>
                <a:lnTo>
                  <a:pt x="124383" y="1993977"/>
                </a:lnTo>
                <a:lnTo>
                  <a:pt x="124521" y="1994103"/>
                </a:lnTo>
                <a:lnTo>
                  <a:pt x="124672" y="1994214"/>
                </a:lnTo>
                <a:lnTo>
                  <a:pt x="124832" y="1994310"/>
                </a:lnTo>
                <a:lnTo>
                  <a:pt x="125001" y="1994390"/>
                </a:lnTo>
                <a:lnTo>
                  <a:pt x="125177" y="1994453"/>
                </a:lnTo>
                <a:lnTo>
                  <a:pt x="125358" y="1994498"/>
                </a:lnTo>
                <a:lnTo>
                  <a:pt x="125543" y="1994526"/>
                </a:lnTo>
                <a:lnTo>
                  <a:pt x="125730" y="1994535"/>
                </a:lnTo>
                <a:lnTo>
                  <a:pt x="154305" y="1994535"/>
                </a:lnTo>
                <a:lnTo>
                  <a:pt x="154492" y="1994526"/>
                </a:lnTo>
                <a:lnTo>
                  <a:pt x="154677" y="1994498"/>
                </a:lnTo>
                <a:lnTo>
                  <a:pt x="154858" y="1994453"/>
                </a:lnTo>
                <a:lnTo>
                  <a:pt x="155034" y="1994390"/>
                </a:lnTo>
                <a:lnTo>
                  <a:pt x="155203" y="1994310"/>
                </a:lnTo>
                <a:lnTo>
                  <a:pt x="155363" y="1994214"/>
                </a:lnTo>
                <a:lnTo>
                  <a:pt x="155514" y="1994103"/>
                </a:lnTo>
                <a:lnTo>
                  <a:pt x="155652" y="1993977"/>
                </a:lnTo>
                <a:lnTo>
                  <a:pt x="155778" y="1993839"/>
                </a:lnTo>
                <a:lnTo>
                  <a:pt x="155889" y="1993688"/>
                </a:lnTo>
                <a:lnTo>
                  <a:pt x="155985" y="1993528"/>
                </a:lnTo>
                <a:lnTo>
                  <a:pt x="156065" y="1993359"/>
                </a:lnTo>
                <a:lnTo>
                  <a:pt x="156128" y="1993183"/>
                </a:lnTo>
                <a:lnTo>
                  <a:pt x="156173" y="1993002"/>
                </a:lnTo>
                <a:lnTo>
                  <a:pt x="156201" y="1992817"/>
                </a:lnTo>
                <a:lnTo>
                  <a:pt x="156210" y="1992630"/>
                </a:lnTo>
                <a:lnTo>
                  <a:pt x="156210" y="1985010"/>
                </a:lnTo>
                <a:lnTo>
                  <a:pt x="161925" y="1985010"/>
                </a:lnTo>
                <a:lnTo>
                  <a:pt x="161925" y="1992630"/>
                </a:lnTo>
                <a:lnTo>
                  <a:pt x="161934" y="1992817"/>
                </a:lnTo>
                <a:lnTo>
                  <a:pt x="161962" y="1993002"/>
                </a:lnTo>
                <a:lnTo>
                  <a:pt x="162007" y="1993183"/>
                </a:lnTo>
                <a:lnTo>
                  <a:pt x="162070" y="1993359"/>
                </a:lnTo>
                <a:lnTo>
                  <a:pt x="162150" y="1993528"/>
                </a:lnTo>
                <a:lnTo>
                  <a:pt x="162246" y="1993688"/>
                </a:lnTo>
                <a:lnTo>
                  <a:pt x="162357" y="1993839"/>
                </a:lnTo>
                <a:lnTo>
                  <a:pt x="162483" y="1993977"/>
                </a:lnTo>
                <a:lnTo>
                  <a:pt x="162621" y="1994103"/>
                </a:lnTo>
                <a:lnTo>
                  <a:pt x="162772" y="1994214"/>
                </a:lnTo>
                <a:lnTo>
                  <a:pt x="162932" y="1994310"/>
                </a:lnTo>
                <a:lnTo>
                  <a:pt x="163101" y="1994390"/>
                </a:lnTo>
                <a:lnTo>
                  <a:pt x="163277" y="1994453"/>
                </a:lnTo>
                <a:lnTo>
                  <a:pt x="163458" y="1994498"/>
                </a:lnTo>
                <a:lnTo>
                  <a:pt x="163643" y="1994526"/>
                </a:lnTo>
                <a:lnTo>
                  <a:pt x="163830" y="1994535"/>
                </a:lnTo>
                <a:lnTo>
                  <a:pt x="182880" y="1994535"/>
                </a:lnTo>
                <a:lnTo>
                  <a:pt x="183067" y="1994526"/>
                </a:lnTo>
                <a:lnTo>
                  <a:pt x="183252" y="1994498"/>
                </a:lnTo>
                <a:lnTo>
                  <a:pt x="183433" y="1994453"/>
                </a:lnTo>
                <a:lnTo>
                  <a:pt x="183609" y="1994390"/>
                </a:lnTo>
                <a:lnTo>
                  <a:pt x="183778" y="1994310"/>
                </a:lnTo>
                <a:lnTo>
                  <a:pt x="183938" y="1994214"/>
                </a:lnTo>
                <a:lnTo>
                  <a:pt x="184089" y="1994103"/>
                </a:lnTo>
                <a:lnTo>
                  <a:pt x="184227" y="1993977"/>
                </a:lnTo>
                <a:lnTo>
                  <a:pt x="184353" y="1993839"/>
                </a:lnTo>
                <a:lnTo>
                  <a:pt x="184464" y="1993688"/>
                </a:lnTo>
                <a:lnTo>
                  <a:pt x="184560" y="1993528"/>
                </a:lnTo>
                <a:lnTo>
                  <a:pt x="184640" y="1993359"/>
                </a:lnTo>
                <a:lnTo>
                  <a:pt x="184703" y="1993183"/>
                </a:lnTo>
                <a:lnTo>
                  <a:pt x="184748" y="1993002"/>
                </a:lnTo>
                <a:lnTo>
                  <a:pt x="184776" y="1992817"/>
                </a:lnTo>
                <a:lnTo>
                  <a:pt x="184785" y="1992630"/>
                </a:lnTo>
                <a:lnTo>
                  <a:pt x="184785" y="1965960"/>
                </a:lnTo>
                <a:lnTo>
                  <a:pt x="192405" y="1965960"/>
                </a:lnTo>
                <a:lnTo>
                  <a:pt x="192592" y="1965951"/>
                </a:lnTo>
                <a:lnTo>
                  <a:pt x="192777" y="1965923"/>
                </a:lnTo>
                <a:lnTo>
                  <a:pt x="192958" y="1965878"/>
                </a:lnTo>
                <a:lnTo>
                  <a:pt x="193134" y="1965815"/>
                </a:lnTo>
                <a:lnTo>
                  <a:pt x="193303" y="1965735"/>
                </a:lnTo>
                <a:lnTo>
                  <a:pt x="193463" y="1965639"/>
                </a:lnTo>
                <a:lnTo>
                  <a:pt x="193614" y="1965528"/>
                </a:lnTo>
                <a:lnTo>
                  <a:pt x="193752" y="1965402"/>
                </a:lnTo>
                <a:lnTo>
                  <a:pt x="193878" y="1965264"/>
                </a:lnTo>
                <a:lnTo>
                  <a:pt x="193989" y="1965113"/>
                </a:lnTo>
                <a:lnTo>
                  <a:pt x="194085" y="1964953"/>
                </a:lnTo>
                <a:lnTo>
                  <a:pt x="194165" y="1964784"/>
                </a:lnTo>
                <a:lnTo>
                  <a:pt x="194228" y="1964608"/>
                </a:lnTo>
                <a:lnTo>
                  <a:pt x="194273" y="1964427"/>
                </a:lnTo>
                <a:lnTo>
                  <a:pt x="194301" y="1964242"/>
                </a:lnTo>
                <a:lnTo>
                  <a:pt x="194310" y="1964055"/>
                </a:lnTo>
                <a:lnTo>
                  <a:pt x="194310" y="1946910"/>
                </a:lnTo>
                <a:lnTo>
                  <a:pt x="230505" y="1946910"/>
                </a:lnTo>
                <a:lnTo>
                  <a:pt x="230692" y="1946901"/>
                </a:lnTo>
                <a:lnTo>
                  <a:pt x="230877" y="1946873"/>
                </a:lnTo>
                <a:lnTo>
                  <a:pt x="231058" y="1946828"/>
                </a:lnTo>
                <a:lnTo>
                  <a:pt x="231234" y="1946765"/>
                </a:lnTo>
                <a:lnTo>
                  <a:pt x="231403" y="1946685"/>
                </a:lnTo>
                <a:lnTo>
                  <a:pt x="231563" y="1946589"/>
                </a:lnTo>
                <a:lnTo>
                  <a:pt x="231714" y="1946478"/>
                </a:lnTo>
                <a:lnTo>
                  <a:pt x="231852" y="1946352"/>
                </a:lnTo>
                <a:lnTo>
                  <a:pt x="231978" y="1946214"/>
                </a:lnTo>
                <a:lnTo>
                  <a:pt x="232089" y="1946063"/>
                </a:lnTo>
                <a:lnTo>
                  <a:pt x="232185" y="1945903"/>
                </a:lnTo>
                <a:lnTo>
                  <a:pt x="232265" y="1945734"/>
                </a:lnTo>
                <a:lnTo>
                  <a:pt x="232328" y="1945558"/>
                </a:lnTo>
                <a:lnTo>
                  <a:pt x="232373" y="1945377"/>
                </a:lnTo>
                <a:lnTo>
                  <a:pt x="232401" y="1945192"/>
                </a:lnTo>
                <a:lnTo>
                  <a:pt x="232410" y="1945005"/>
                </a:lnTo>
                <a:lnTo>
                  <a:pt x="232410" y="1937385"/>
                </a:lnTo>
                <a:lnTo>
                  <a:pt x="249555" y="1937385"/>
                </a:lnTo>
                <a:lnTo>
                  <a:pt x="249742" y="1937376"/>
                </a:lnTo>
                <a:lnTo>
                  <a:pt x="249927" y="1937348"/>
                </a:lnTo>
                <a:lnTo>
                  <a:pt x="250108" y="1937303"/>
                </a:lnTo>
                <a:lnTo>
                  <a:pt x="250284" y="1937240"/>
                </a:lnTo>
                <a:lnTo>
                  <a:pt x="250453" y="1937160"/>
                </a:lnTo>
                <a:lnTo>
                  <a:pt x="250613" y="1937064"/>
                </a:lnTo>
                <a:lnTo>
                  <a:pt x="250764" y="1936953"/>
                </a:lnTo>
                <a:lnTo>
                  <a:pt x="250902" y="1936827"/>
                </a:lnTo>
                <a:lnTo>
                  <a:pt x="251028" y="1936689"/>
                </a:lnTo>
                <a:lnTo>
                  <a:pt x="251139" y="1936538"/>
                </a:lnTo>
                <a:lnTo>
                  <a:pt x="251235" y="1936378"/>
                </a:lnTo>
                <a:lnTo>
                  <a:pt x="251315" y="1936209"/>
                </a:lnTo>
                <a:lnTo>
                  <a:pt x="251378" y="1936033"/>
                </a:lnTo>
                <a:lnTo>
                  <a:pt x="251423" y="1935852"/>
                </a:lnTo>
                <a:lnTo>
                  <a:pt x="251451" y="1935667"/>
                </a:lnTo>
                <a:lnTo>
                  <a:pt x="251460" y="1935480"/>
                </a:lnTo>
                <a:lnTo>
                  <a:pt x="251460" y="1908810"/>
                </a:lnTo>
                <a:lnTo>
                  <a:pt x="259080" y="1908810"/>
                </a:lnTo>
                <a:lnTo>
                  <a:pt x="259267" y="1908801"/>
                </a:lnTo>
                <a:lnTo>
                  <a:pt x="259452" y="1908773"/>
                </a:lnTo>
                <a:lnTo>
                  <a:pt x="259633" y="1908728"/>
                </a:lnTo>
                <a:lnTo>
                  <a:pt x="259809" y="1908665"/>
                </a:lnTo>
                <a:lnTo>
                  <a:pt x="259978" y="1908585"/>
                </a:lnTo>
                <a:lnTo>
                  <a:pt x="260138" y="1908489"/>
                </a:lnTo>
                <a:lnTo>
                  <a:pt x="260289" y="1908378"/>
                </a:lnTo>
                <a:lnTo>
                  <a:pt x="260427" y="1908252"/>
                </a:lnTo>
                <a:lnTo>
                  <a:pt x="260553" y="1908114"/>
                </a:lnTo>
                <a:lnTo>
                  <a:pt x="260664" y="1907963"/>
                </a:lnTo>
                <a:lnTo>
                  <a:pt x="260760" y="1907803"/>
                </a:lnTo>
                <a:lnTo>
                  <a:pt x="260840" y="1907634"/>
                </a:lnTo>
                <a:lnTo>
                  <a:pt x="260903" y="1907458"/>
                </a:lnTo>
                <a:lnTo>
                  <a:pt x="260948" y="1907277"/>
                </a:lnTo>
                <a:lnTo>
                  <a:pt x="260976" y="1907092"/>
                </a:lnTo>
                <a:lnTo>
                  <a:pt x="260985" y="1906905"/>
                </a:lnTo>
                <a:lnTo>
                  <a:pt x="260985" y="1861185"/>
                </a:lnTo>
                <a:lnTo>
                  <a:pt x="268605" y="1861185"/>
                </a:lnTo>
                <a:lnTo>
                  <a:pt x="268792" y="1861176"/>
                </a:lnTo>
                <a:lnTo>
                  <a:pt x="268977" y="1861148"/>
                </a:lnTo>
                <a:lnTo>
                  <a:pt x="269158" y="1861103"/>
                </a:lnTo>
                <a:lnTo>
                  <a:pt x="269334" y="1861040"/>
                </a:lnTo>
                <a:lnTo>
                  <a:pt x="269503" y="1860960"/>
                </a:lnTo>
                <a:lnTo>
                  <a:pt x="269663" y="1860864"/>
                </a:lnTo>
                <a:lnTo>
                  <a:pt x="269814" y="1860753"/>
                </a:lnTo>
                <a:lnTo>
                  <a:pt x="269952" y="1860627"/>
                </a:lnTo>
                <a:lnTo>
                  <a:pt x="270078" y="1860489"/>
                </a:lnTo>
                <a:lnTo>
                  <a:pt x="270189" y="1860338"/>
                </a:lnTo>
                <a:lnTo>
                  <a:pt x="270285" y="1860178"/>
                </a:lnTo>
                <a:lnTo>
                  <a:pt x="270365" y="1860009"/>
                </a:lnTo>
                <a:lnTo>
                  <a:pt x="270428" y="1859833"/>
                </a:lnTo>
                <a:lnTo>
                  <a:pt x="270473" y="1859652"/>
                </a:lnTo>
                <a:lnTo>
                  <a:pt x="270501" y="1859467"/>
                </a:lnTo>
                <a:lnTo>
                  <a:pt x="270510" y="1859280"/>
                </a:lnTo>
                <a:lnTo>
                  <a:pt x="270510" y="1851660"/>
                </a:lnTo>
                <a:lnTo>
                  <a:pt x="276225" y="1851660"/>
                </a:lnTo>
                <a:lnTo>
                  <a:pt x="276225" y="1859280"/>
                </a:lnTo>
                <a:lnTo>
                  <a:pt x="276234" y="1859467"/>
                </a:lnTo>
                <a:lnTo>
                  <a:pt x="276262" y="1859652"/>
                </a:lnTo>
                <a:lnTo>
                  <a:pt x="276307" y="1859833"/>
                </a:lnTo>
                <a:lnTo>
                  <a:pt x="276370" y="1860009"/>
                </a:lnTo>
                <a:lnTo>
                  <a:pt x="276450" y="1860178"/>
                </a:lnTo>
                <a:lnTo>
                  <a:pt x="276546" y="1860338"/>
                </a:lnTo>
                <a:lnTo>
                  <a:pt x="276657" y="1860489"/>
                </a:lnTo>
                <a:lnTo>
                  <a:pt x="276783" y="1860627"/>
                </a:lnTo>
                <a:lnTo>
                  <a:pt x="276921" y="1860753"/>
                </a:lnTo>
                <a:lnTo>
                  <a:pt x="277072" y="1860864"/>
                </a:lnTo>
                <a:lnTo>
                  <a:pt x="277232" y="1860960"/>
                </a:lnTo>
                <a:lnTo>
                  <a:pt x="277401" y="1861040"/>
                </a:lnTo>
                <a:lnTo>
                  <a:pt x="277577" y="1861103"/>
                </a:lnTo>
                <a:lnTo>
                  <a:pt x="277758" y="1861148"/>
                </a:lnTo>
                <a:lnTo>
                  <a:pt x="277943" y="1861176"/>
                </a:lnTo>
                <a:lnTo>
                  <a:pt x="278130" y="1861185"/>
                </a:lnTo>
                <a:lnTo>
                  <a:pt x="304800" y="1861185"/>
                </a:lnTo>
                <a:lnTo>
                  <a:pt x="304800" y="1916430"/>
                </a:lnTo>
                <a:lnTo>
                  <a:pt x="304809" y="1916617"/>
                </a:lnTo>
                <a:lnTo>
                  <a:pt x="304837" y="1916802"/>
                </a:lnTo>
                <a:lnTo>
                  <a:pt x="304882" y="1916983"/>
                </a:lnTo>
                <a:lnTo>
                  <a:pt x="304945" y="1917159"/>
                </a:lnTo>
                <a:lnTo>
                  <a:pt x="305025" y="1917328"/>
                </a:lnTo>
                <a:lnTo>
                  <a:pt x="305121" y="1917488"/>
                </a:lnTo>
                <a:lnTo>
                  <a:pt x="305232" y="1917639"/>
                </a:lnTo>
                <a:lnTo>
                  <a:pt x="305358" y="1917777"/>
                </a:lnTo>
                <a:lnTo>
                  <a:pt x="305496" y="1917903"/>
                </a:lnTo>
                <a:lnTo>
                  <a:pt x="305647" y="1918014"/>
                </a:lnTo>
                <a:lnTo>
                  <a:pt x="305807" y="1918110"/>
                </a:lnTo>
                <a:lnTo>
                  <a:pt x="305976" y="1918190"/>
                </a:lnTo>
                <a:lnTo>
                  <a:pt x="306152" y="1918253"/>
                </a:lnTo>
                <a:lnTo>
                  <a:pt x="306333" y="1918298"/>
                </a:lnTo>
                <a:lnTo>
                  <a:pt x="306518" y="1918326"/>
                </a:lnTo>
                <a:lnTo>
                  <a:pt x="306705" y="1918335"/>
                </a:lnTo>
                <a:lnTo>
                  <a:pt x="314325" y="1918335"/>
                </a:lnTo>
                <a:lnTo>
                  <a:pt x="314325" y="1925955"/>
                </a:lnTo>
                <a:lnTo>
                  <a:pt x="314334" y="1926142"/>
                </a:lnTo>
                <a:lnTo>
                  <a:pt x="314362" y="1926327"/>
                </a:lnTo>
                <a:lnTo>
                  <a:pt x="314407" y="1926508"/>
                </a:lnTo>
                <a:lnTo>
                  <a:pt x="314470" y="1926684"/>
                </a:lnTo>
                <a:lnTo>
                  <a:pt x="314550" y="1926853"/>
                </a:lnTo>
                <a:lnTo>
                  <a:pt x="314646" y="1927013"/>
                </a:lnTo>
                <a:lnTo>
                  <a:pt x="314757" y="1927164"/>
                </a:lnTo>
                <a:lnTo>
                  <a:pt x="314883" y="1927302"/>
                </a:lnTo>
                <a:lnTo>
                  <a:pt x="315021" y="1927428"/>
                </a:lnTo>
                <a:lnTo>
                  <a:pt x="315172" y="1927539"/>
                </a:lnTo>
                <a:lnTo>
                  <a:pt x="315332" y="1927635"/>
                </a:lnTo>
                <a:lnTo>
                  <a:pt x="315501" y="1927715"/>
                </a:lnTo>
                <a:lnTo>
                  <a:pt x="315677" y="1927778"/>
                </a:lnTo>
                <a:lnTo>
                  <a:pt x="315858" y="1927823"/>
                </a:lnTo>
                <a:lnTo>
                  <a:pt x="316043" y="1927851"/>
                </a:lnTo>
                <a:lnTo>
                  <a:pt x="316230" y="1927860"/>
                </a:lnTo>
                <a:lnTo>
                  <a:pt x="335280" y="1927860"/>
                </a:lnTo>
                <a:lnTo>
                  <a:pt x="335467" y="1927851"/>
                </a:lnTo>
                <a:lnTo>
                  <a:pt x="335652" y="1927823"/>
                </a:lnTo>
                <a:lnTo>
                  <a:pt x="335833" y="1927778"/>
                </a:lnTo>
                <a:lnTo>
                  <a:pt x="336009" y="1927715"/>
                </a:lnTo>
                <a:lnTo>
                  <a:pt x="336178" y="1927635"/>
                </a:lnTo>
                <a:lnTo>
                  <a:pt x="336338" y="1927539"/>
                </a:lnTo>
                <a:lnTo>
                  <a:pt x="336489" y="1927428"/>
                </a:lnTo>
                <a:lnTo>
                  <a:pt x="336627" y="1927302"/>
                </a:lnTo>
                <a:lnTo>
                  <a:pt x="336753" y="1927164"/>
                </a:lnTo>
                <a:lnTo>
                  <a:pt x="336864" y="1927013"/>
                </a:lnTo>
                <a:lnTo>
                  <a:pt x="336960" y="1926853"/>
                </a:lnTo>
                <a:lnTo>
                  <a:pt x="337040" y="1926684"/>
                </a:lnTo>
                <a:lnTo>
                  <a:pt x="337103" y="1926508"/>
                </a:lnTo>
                <a:lnTo>
                  <a:pt x="337148" y="1926327"/>
                </a:lnTo>
                <a:lnTo>
                  <a:pt x="337176" y="1926142"/>
                </a:lnTo>
                <a:lnTo>
                  <a:pt x="337185" y="1925955"/>
                </a:lnTo>
                <a:lnTo>
                  <a:pt x="337185" y="1908810"/>
                </a:lnTo>
                <a:lnTo>
                  <a:pt x="344805" y="1908810"/>
                </a:lnTo>
                <a:lnTo>
                  <a:pt x="344992" y="1908801"/>
                </a:lnTo>
                <a:lnTo>
                  <a:pt x="345177" y="1908773"/>
                </a:lnTo>
                <a:lnTo>
                  <a:pt x="345358" y="1908728"/>
                </a:lnTo>
                <a:lnTo>
                  <a:pt x="345534" y="1908665"/>
                </a:lnTo>
                <a:lnTo>
                  <a:pt x="345703" y="1908585"/>
                </a:lnTo>
                <a:lnTo>
                  <a:pt x="345863" y="1908489"/>
                </a:lnTo>
                <a:lnTo>
                  <a:pt x="346014" y="1908378"/>
                </a:lnTo>
                <a:lnTo>
                  <a:pt x="346152" y="1908252"/>
                </a:lnTo>
                <a:lnTo>
                  <a:pt x="346278" y="1908114"/>
                </a:lnTo>
                <a:lnTo>
                  <a:pt x="346389" y="1907963"/>
                </a:lnTo>
                <a:lnTo>
                  <a:pt x="346485" y="1907803"/>
                </a:lnTo>
                <a:lnTo>
                  <a:pt x="346565" y="1907634"/>
                </a:lnTo>
                <a:lnTo>
                  <a:pt x="346628" y="1907458"/>
                </a:lnTo>
                <a:lnTo>
                  <a:pt x="346673" y="1907277"/>
                </a:lnTo>
                <a:lnTo>
                  <a:pt x="346701" y="1907092"/>
                </a:lnTo>
                <a:lnTo>
                  <a:pt x="346710" y="1906905"/>
                </a:lnTo>
                <a:lnTo>
                  <a:pt x="346710" y="1842135"/>
                </a:lnTo>
                <a:lnTo>
                  <a:pt x="354330" y="1842135"/>
                </a:lnTo>
                <a:lnTo>
                  <a:pt x="354517" y="1842126"/>
                </a:lnTo>
                <a:lnTo>
                  <a:pt x="354702" y="1842098"/>
                </a:lnTo>
                <a:lnTo>
                  <a:pt x="354883" y="1842053"/>
                </a:lnTo>
                <a:lnTo>
                  <a:pt x="355059" y="1841990"/>
                </a:lnTo>
                <a:lnTo>
                  <a:pt x="355228" y="1841910"/>
                </a:lnTo>
                <a:lnTo>
                  <a:pt x="355388" y="1841814"/>
                </a:lnTo>
                <a:lnTo>
                  <a:pt x="355539" y="1841703"/>
                </a:lnTo>
                <a:lnTo>
                  <a:pt x="355677" y="1841577"/>
                </a:lnTo>
                <a:lnTo>
                  <a:pt x="355803" y="1841439"/>
                </a:lnTo>
                <a:lnTo>
                  <a:pt x="355914" y="1841288"/>
                </a:lnTo>
                <a:lnTo>
                  <a:pt x="356010" y="1841128"/>
                </a:lnTo>
                <a:lnTo>
                  <a:pt x="356090" y="1840959"/>
                </a:lnTo>
                <a:lnTo>
                  <a:pt x="356153" y="1840783"/>
                </a:lnTo>
                <a:lnTo>
                  <a:pt x="356198" y="1840602"/>
                </a:lnTo>
                <a:lnTo>
                  <a:pt x="356226" y="1840417"/>
                </a:lnTo>
                <a:lnTo>
                  <a:pt x="356235" y="1840230"/>
                </a:lnTo>
                <a:lnTo>
                  <a:pt x="356235" y="1832610"/>
                </a:lnTo>
                <a:lnTo>
                  <a:pt x="361950" y="1832610"/>
                </a:lnTo>
                <a:lnTo>
                  <a:pt x="361950" y="1840230"/>
                </a:lnTo>
                <a:lnTo>
                  <a:pt x="361959" y="1840417"/>
                </a:lnTo>
                <a:lnTo>
                  <a:pt x="361987" y="1840602"/>
                </a:lnTo>
                <a:lnTo>
                  <a:pt x="362032" y="1840783"/>
                </a:lnTo>
                <a:lnTo>
                  <a:pt x="362095" y="1840959"/>
                </a:lnTo>
                <a:lnTo>
                  <a:pt x="362175" y="1841128"/>
                </a:lnTo>
                <a:lnTo>
                  <a:pt x="362271" y="1841288"/>
                </a:lnTo>
                <a:lnTo>
                  <a:pt x="362382" y="1841439"/>
                </a:lnTo>
                <a:lnTo>
                  <a:pt x="362508" y="1841577"/>
                </a:lnTo>
                <a:lnTo>
                  <a:pt x="362646" y="1841703"/>
                </a:lnTo>
                <a:lnTo>
                  <a:pt x="362797" y="1841814"/>
                </a:lnTo>
                <a:lnTo>
                  <a:pt x="362957" y="1841910"/>
                </a:lnTo>
                <a:lnTo>
                  <a:pt x="363126" y="1841990"/>
                </a:lnTo>
                <a:lnTo>
                  <a:pt x="363302" y="1842053"/>
                </a:lnTo>
                <a:lnTo>
                  <a:pt x="363483" y="1842098"/>
                </a:lnTo>
                <a:lnTo>
                  <a:pt x="363668" y="1842126"/>
                </a:lnTo>
                <a:lnTo>
                  <a:pt x="363855" y="1842135"/>
                </a:lnTo>
                <a:lnTo>
                  <a:pt x="371475" y="1842135"/>
                </a:lnTo>
                <a:lnTo>
                  <a:pt x="371475" y="1859280"/>
                </a:lnTo>
                <a:lnTo>
                  <a:pt x="371484" y="1859467"/>
                </a:lnTo>
                <a:lnTo>
                  <a:pt x="371512" y="1859652"/>
                </a:lnTo>
                <a:lnTo>
                  <a:pt x="371557" y="1859833"/>
                </a:lnTo>
                <a:lnTo>
                  <a:pt x="371620" y="1860009"/>
                </a:lnTo>
                <a:lnTo>
                  <a:pt x="371700" y="1860178"/>
                </a:lnTo>
                <a:lnTo>
                  <a:pt x="371796" y="1860338"/>
                </a:lnTo>
                <a:lnTo>
                  <a:pt x="371907" y="1860489"/>
                </a:lnTo>
                <a:lnTo>
                  <a:pt x="372033" y="1860627"/>
                </a:lnTo>
                <a:lnTo>
                  <a:pt x="372171" y="1860753"/>
                </a:lnTo>
                <a:lnTo>
                  <a:pt x="372322" y="1860864"/>
                </a:lnTo>
                <a:lnTo>
                  <a:pt x="372482" y="1860960"/>
                </a:lnTo>
                <a:lnTo>
                  <a:pt x="372651" y="1861040"/>
                </a:lnTo>
                <a:lnTo>
                  <a:pt x="372827" y="1861103"/>
                </a:lnTo>
                <a:lnTo>
                  <a:pt x="373008" y="1861148"/>
                </a:lnTo>
                <a:lnTo>
                  <a:pt x="373193" y="1861176"/>
                </a:lnTo>
                <a:lnTo>
                  <a:pt x="373380" y="1861185"/>
                </a:lnTo>
                <a:lnTo>
                  <a:pt x="401955" y="1861185"/>
                </a:lnTo>
                <a:lnTo>
                  <a:pt x="402142" y="1861176"/>
                </a:lnTo>
                <a:lnTo>
                  <a:pt x="402327" y="1861148"/>
                </a:lnTo>
                <a:lnTo>
                  <a:pt x="402508" y="1861103"/>
                </a:lnTo>
                <a:lnTo>
                  <a:pt x="402684" y="1861040"/>
                </a:lnTo>
                <a:lnTo>
                  <a:pt x="402853" y="1860960"/>
                </a:lnTo>
                <a:lnTo>
                  <a:pt x="403013" y="1860864"/>
                </a:lnTo>
                <a:lnTo>
                  <a:pt x="403164" y="1860753"/>
                </a:lnTo>
                <a:lnTo>
                  <a:pt x="403302" y="1860627"/>
                </a:lnTo>
                <a:lnTo>
                  <a:pt x="403428" y="1860489"/>
                </a:lnTo>
                <a:lnTo>
                  <a:pt x="403539" y="1860338"/>
                </a:lnTo>
                <a:lnTo>
                  <a:pt x="403635" y="1860178"/>
                </a:lnTo>
                <a:lnTo>
                  <a:pt x="403715" y="1860009"/>
                </a:lnTo>
                <a:lnTo>
                  <a:pt x="403778" y="1859833"/>
                </a:lnTo>
                <a:lnTo>
                  <a:pt x="403823" y="1859652"/>
                </a:lnTo>
                <a:lnTo>
                  <a:pt x="403851" y="1859467"/>
                </a:lnTo>
                <a:lnTo>
                  <a:pt x="403860" y="1859280"/>
                </a:lnTo>
                <a:lnTo>
                  <a:pt x="403860" y="1851660"/>
                </a:lnTo>
                <a:lnTo>
                  <a:pt x="411480" y="1851660"/>
                </a:lnTo>
                <a:lnTo>
                  <a:pt x="411667" y="1851651"/>
                </a:lnTo>
                <a:lnTo>
                  <a:pt x="411852" y="1851623"/>
                </a:lnTo>
                <a:lnTo>
                  <a:pt x="412033" y="1851578"/>
                </a:lnTo>
                <a:lnTo>
                  <a:pt x="412209" y="1851515"/>
                </a:lnTo>
                <a:lnTo>
                  <a:pt x="412378" y="1851435"/>
                </a:lnTo>
                <a:lnTo>
                  <a:pt x="412538" y="1851339"/>
                </a:lnTo>
                <a:lnTo>
                  <a:pt x="412689" y="1851228"/>
                </a:lnTo>
                <a:lnTo>
                  <a:pt x="412827" y="1851102"/>
                </a:lnTo>
                <a:lnTo>
                  <a:pt x="412953" y="1850964"/>
                </a:lnTo>
                <a:lnTo>
                  <a:pt x="413064" y="1850813"/>
                </a:lnTo>
                <a:lnTo>
                  <a:pt x="413160" y="1850653"/>
                </a:lnTo>
                <a:lnTo>
                  <a:pt x="413240" y="1850484"/>
                </a:lnTo>
                <a:lnTo>
                  <a:pt x="413303" y="1850308"/>
                </a:lnTo>
                <a:lnTo>
                  <a:pt x="413348" y="1850127"/>
                </a:lnTo>
                <a:lnTo>
                  <a:pt x="413376" y="1849942"/>
                </a:lnTo>
                <a:lnTo>
                  <a:pt x="413385" y="1849755"/>
                </a:lnTo>
                <a:lnTo>
                  <a:pt x="413385" y="1842135"/>
                </a:lnTo>
                <a:lnTo>
                  <a:pt x="421005" y="1842135"/>
                </a:lnTo>
                <a:lnTo>
                  <a:pt x="421192" y="1842126"/>
                </a:lnTo>
                <a:lnTo>
                  <a:pt x="421377" y="1842098"/>
                </a:lnTo>
                <a:lnTo>
                  <a:pt x="421558" y="1842053"/>
                </a:lnTo>
                <a:lnTo>
                  <a:pt x="421734" y="1841990"/>
                </a:lnTo>
                <a:lnTo>
                  <a:pt x="421903" y="1841910"/>
                </a:lnTo>
                <a:lnTo>
                  <a:pt x="422063" y="1841814"/>
                </a:lnTo>
                <a:lnTo>
                  <a:pt x="422214" y="1841703"/>
                </a:lnTo>
                <a:lnTo>
                  <a:pt x="422352" y="1841577"/>
                </a:lnTo>
                <a:lnTo>
                  <a:pt x="422478" y="1841439"/>
                </a:lnTo>
                <a:lnTo>
                  <a:pt x="422589" y="1841288"/>
                </a:lnTo>
                <a:lnTo>
                  <a:pt x="422685" y="1841128"/>
                </a:lnTo>
                <a:lnTo>
                  <a:pt x="422765" y="1840959"/>
                </a:lnTo>
                <a:lnTo>
                  <a:pt x="422828" y="1840783"/>
                </a:lnTo>
                <a:lnTo>
                  <a:pt x="422873" y="1840602"/>
                </a:lnTo>
                <a:lnTo>
                  <a:pt x="422901" y="1840417"/>
                </a:lnTo>
                <a:lnTo>
                  <a:pt x="422910" y="1840230"/>
                </a:lnTo>
                <a:lnTo>
                  <a:pt x="422910" y="1804035"/>
                </a:lnTo>
                <a:lnTo>
                  <a:pt x="440055" y="1804035"/>
                </a:lnTo>
                <a:lnTo>
                  <a:pt x="440242" y="1804026"/>
                </a:lnTo>
                <a:lnTo>
                  <a:pt x="440427" y="1803998"/>
                </a:lnTo>
                <a:lnTo>
                  <a:pt x="440608" y="1803953"/>
                </a:lnTo>
                <a:lnTo>
                  <a:pt x="440784" y="1803890"/>
                </a:lnTo>
                <a:lnTo>
                  <a:pt x="440953" y="1803810"/>
                </a:lnTo>
                <a:lnTo>
                  <a:pt x="441113" y="1803714"/>
                </a:lnTo>
                <a:lnTo>
                  <a:pt x="441264" y="1803603"/>
                </a:lnTo>
                <a:lnTo>
                  <a:pt x="441402" y="1803477"/>
                </a:lnTo>
                <a:lnTo>
                  <a:pt x="441528" y="1803339"/>
                </a:lnTo>
                <a:lnTo>
                  <a:pt x="441639" y="1803188"/>
                </a:lnTo>
                <a:lnTo>
                  <a:pt x="441735" y="1803028"/>
                </a:lnTo>
                <a:lnTo>
                  <a:pt x="441815" y="1802859"/>
                </a:lnTo>
                <a:lnTo>
                  <a:pt x="441878" y="1802683"/>
                </a:lnTo>
                <a:lnTo>
                  <a:pt x="441923" y="1802502"/>
                </a:lnTo>
                <a:lnTo>
                  <a:pt x="441951" y="1802317"/>
                </a:lnTo>
                <a:lnTo>
                  <a:pt x="441960" y="1802130"/>
                </a:lnTo>
                <a:lnTo>
                  <a:pt x="441960" y="1746885"/>
                </a:lnTo>
                <a:lnTo>
                  <a:pt x="449580" y="1746885"/>
                </a:lnTo>
                <a:lnTo>
                  <a:pt x="449767" y="1746876"/>
                </a:lnTo>
                <a:lnTo>
                  <a:pt x="449952" y="1746848"/>
                </a:lnTo>
                <a:lnTo>
                  <a:pt x="450133" y="1746803"/>
                </a:lnTo>
                <a:lnTo>
                  <a:pt x="450309" y="1746740"/>
                </a:lnTo>
                <a:lnTo>
                  <a:pt x="450478" y="1746660"/>
                </a:lnTo>
                <a:lnTo>
                  <a:pt x="450638" y="1746564"/>
                </a:lnTo>
                <a:lnTo>
                  <a:pt x="450789" y="1746453"/>
                </a:lnTo>
                <a:lnTo>
                  <a:pt x="450927" y="1746327"/>
                </a:lnTo>
                <a:lnTo>
                  <a:pt x="451053" y="1746189"/>
                </a:lnTo>
                <a:lnTo>
                  <a:pt x="451164" y="1746038"/>
                </a:lnTo>
                <a:lnTo>
                  <a:pt x="451260" y="1745878"/>
                </a:lnTo>
                <a:lnTo>
                  <a:pt x="451340" y="1745709"/>
                </a:lnTo>
                <a:lnTo>
                  <a:pt x="451403" y="1745533"/>
                </a:lnTo>
                <a:lnTo>
                  <a:pt x="451448" y="1745352"/>
                </a:lnTo>
                <a:lnTo>
                  <a:pt x="451476" y="1745167"/>
                </a:lnTo>
                <a:lnTo>
                  <a:pt x="451485" y="1744980"/>
                </a:lnTo>
                <a:lnTo>
                  <a:pt x="451485" y="1737360"/>
                </a:lnTo>
                <a:lnTo>
                  <a:pt x="468630" y="1737360"/>
                </a:lnTo>
                <a:lnTo>
                  <a:pt x="468817" y="1737351"/>
                </a:lnTo>
                <a:lnTo>
                  <a:pt x="469002" y="1737323"/>
                </a:lnTo>
                <a:lnTo>
                  <a:pt x="469183" y="1737278"/>
                </a:lnTo>
                <a:lnTo>
                  <a:pt x="469359" y="1737215"/>
                </a:lnTo>
                <a:lnTo>
                  <a:pt x="469528" y="1737135"/>
                </a:lnTo>
                <a:lnTo>
                  <a:pt x="469688" y="1737039"/>
                </a:lnTo>
                <a:lnTo>
                  <a:pt x="469839" y="1736928"/>
                </a:lnTo>
                <a:lnTo>
                  <a:pt x="469977" y="1736802"/>
                </a:lnTo>
                <a:lnTo>
                  <a:pt x="470103" y="1736664"/>
                </a:lnTo>
                <a:lnTo>
                  <a:pt x="470214" y="1736513"/>
                </a:lnTo>
                <a:lnTo>
                  <a:pt x="470310" y="1736353"/>
                </a:lnTo>
                <a:lnTo>
                  <a:pt x="470390" y="1736184"/>
                </a:lnTo>
                <a:lnTo>
                  <a:pt x="470453" y="1736008"/>
                </a:lnTo>
                <a:lnTo>
                  <a:pt x="470498" y="1735827"/>
                </a:lnTo>
                <a:lnTo>
                  <a:pt x="470526" y="1735642"/>
                </a:lnTo>
                <a:lnTo>
                  <a:pt x="470535" y="1735455"/>
                </a:lnTo>
                <a:lnTo>
                  <a:pt x="470535" y="1718310"/>
                </a:lnTo>
                <a:lnTo>
                  <a:pt x="476250" y="1718310"/>
                </a:lnTo>
                <a:lnTo>
                  <a:pt x="476250" y="1735455"/>
                </a:lnTo>
                <a:lnTo>
                  <a:pt x="476259" y="1735642"/>
                </a:lnTo>
                <a:lnTo>
                  <a:pt x="476287" y="1735827"/>
                </a:lnTo>
                <a:lnTo>
                  <a:pt x="476332" y="1736008"/>
                </a:lnTo>
                <a:lnTo>
                  <a:pt x="476395" y="1736184"/>
                </a:lnTo>
                <a:lnTo>
                  <a:pt x="476475" y="1736353"/>
                </a:lnTo>
                <a:lnTo>
                  <a:pt x="476571" y="1736513"/>
                </a:lnTo>
                <a:lnTo>
                  <a:pt x="476682" y="1736664"/>
                </a:lnTo>
                <a:lnTo>
                  <a:pt x="476808" y="1736802"/>
                </a:lnTo>
                <a:lnTo>
                  <a:pt x="476946" y="1736928"/>
                </a:lnTo>
                <a:lnTo>
                  <a:pt x="477097" y="1737039"/>
                </a:lnTo>
                <a:lnTo>
                  <a:pt x="477257" y="1737135"/>
                </a:lnTo>
                <a:lnTo>
                  <a:pt x="477426" y="1737215"/>
                </a:lnTo>
                <a:lnTo>
                  <a:pt x="477602" y="1737278"/>
                </a:lnTo>
                <a:lnTo>
                  <a:pt x="477783" y="1737323"/>
                </a:lnTo>
                <a:lnTo>
                  <a:pt x="477968" y="1737351"/>
                </a:lnTo>
                <a:lnTo>
                  <a:pt x="478155" y="1737360"/>
                </a:lnTo>
                <a:lnTo>
                  <a:pt x="485775" y="1737360"/>
                </a:lnTo>
                <a:lnTo>
                  <a:pt x="485775" y="1773555"/>
                </a:lnTo>
                <a:lnTo>
                  <a:pt x="485784" y="1773742"/>
                </a:lnTo>
                <a:lnTo>
                  <a:pt x="485812" y="1773927"/>
                </a:lnTo>
                <a:lnTo>
                  <a:pt x="485857" y="1774108"/>
                </a:lnTo>
                <a:lnTo>
                  <a:pt x="485920" y="1774284"/>
                </a:lnTo>
                <a:lnTo>
                  <a:pt x="486000" y="1774453"/>
                </a:lnTo>
                <a:lnTo>
                  <a:pt x="486096" y="1774613"/>
                </a:lnTo>
                <a:lnTo>
                  <a:pt x="486207" y="1774764"/>
                </a:lnTo>
                <a:lnTo>
                  <a:pt x="486333" y="1774902"/>
                </a:lnTo>
                <a:lnTo>
                  <a:pt x="486471" y="1775028"/>
                </a:lnTo>
                <a:lnTo>
                  <a:pt x="486622" y="1775139"/>
                </a:lnTo>
                <a:lnTo>
                  <a:pt x="486782" y="1775235"/>
                </a:lnTo>
                <a:lnTo>
                  <a:pt x="486951" y="1775315"/>
                </a:lnTo>
                <a:lnTo>
                  <a:pt x="487127" y="1775378"/>
                </a:lnTo>
                <a:lnTo>
                  <a:pt x="487308" y="1775423"/>
                </a:lnTo>
                <a:lnTo>
                  <a:pt x="487493" y="1775451"/>
                </a:lnTo>
                <a:lnTo>
                  <a:pt x="487680" y="1775460"/>
                </a:lnTo>
                <a:lnTo>
                  <a:pt x="516255" y="1775460"/>
                </a:lnTo>
                <a:lnTo>
                  <a:pt x="516442" y="1775451"/>
                </a:lnTo>
                <a:lnTo>
                  <a:pt x="516627" y="1775423"/>
                </a:lnTo>
                <a:lnTo>
                  <a:pt x="516808" y="1775378"/>
                </a:lnTo>
                <a:lnTo>
                  <a:pt x="516984" y="1775315"/>
                </a:lnTo>
                <a:lnTo>
                  <a:pt x="517153" y="1775235"/>
                </a:lnTo>
                <a:lnTo>
                  <a:pt x="517313" y="1775139"/>
                </a:lnTo>
                <a:lnTo>
                  <a:pt x="517464" y="1775028"/>
                </a:lnTo>
                <a:lnTo>
                  <a:pt x="517602" y="1774902"/>
                </a:lnTo>
                <a:lnTo>
                  <a:pt x="517728" y="1774764"/>
                </a:lnTo>
                <a:lnTo>
                  <a:pt x="517839" y="1774613"/>
                </a:lnTo>
                <a:lnTo>
                  <a:pt x="517935" y="1774453"/>
                </a:lnTo>
                <a:lnTo>
                  <a:pt x="518015" y="1774284"/>
                </a:lnTo>
                <a:lnTo>
                  <a:pt x="518078" y="1774108"/>
                </a:lnTo>
                <a:lnTo>
                  <a:pt x="518123" y="1773927"/>
                </a:lnTo>
                <a:lnTo>
                  <a:pt x="518151" y="1773742"/>
                </a:lnTo>
                <a:lnTo>
                  <a:pt x="518160" y="1773555"/>
                </a:lnTo>
                <a:lnTo>
                  <a:pt x="518160" y="1680210"/>
                </a:lnTo>
                <a:lnTo>
                  <a:pt x="525780" y="1680210"/>
                </a:lnTo>
                <a:lnTo>
                  <a:pt x="525967" y="1680201"/>
                </a:lnTo>
                <a:lnTo>
                  <a:pt x="526152" y="1680173"/>
                </a:lnTo>
                <a:lnTo>
                  <a:pt x="526333" y="1680128"/>
                </a:lnTo>
                <a:lnTo>
                  <a:pt x="526509" y="1680065"/>
                </a:lnTo>
                <a:lnTo>
                  <a:pt x="526678" y="1679985"/>
                </a:lnTo>
                <a:lnTo>
                  <a:pt x="526838" y="1679889"/>
                </a:lnTo>
                <a:lnTo>
                  <a:pt x="526989" y="1679778"/>
                </a:lnTo>
                <a:lnTo>
                  <a:pt x="527127" y="1679652"/>
                </a:lnTo>
                <a:lnTo>
                  <a:pt x="527253" y="1679514"/>
                </a:lnTo>
                <a:lnTo>
                  <a:pt x="527364" y="1679363"/>
                </a:lnTo>
                <a:lnTo>
                  <a:pt x="527460" y="1679203"/>
                </a:lnTo>
                <a:lnTo>
                  <a:pt x="527540" y="1679034"/>
                </a:lnTo>
                <a:lnTo>
                  <a:pt x="527603" y="1678858"/>
                </a:lnTo>
                <a:lnTo>
                  <a:pt x="527648" y="1678677"/>
                </a:lnTo>
                <a:lnTo>
                  <a:pt x="527676" y="1678492"/>
                </a:lnTo>
                <a:lnTo>
                  <a:pt x="527685" y="1678305"/>
                </a:lnTo>
                <a:lnTo>
                  <a:pt x="527685" y="1632585"/>
                </a:lnTo>
                <a:lnTo>
                  <a:pt x="544830" y="1632585"/>
                </a:lnTo>
                <a:lnTo>
                  <a:pt x="545017" y="1632576"/>
                </a:lnTo>
                <a:lnTo>
                  <a:pt x="545202" y="1632548"/>
                </a:lnTo>
                <a:lnTo>
                  <a:pt x="545383" y="1632503"/>
                </a:lnTo>
                <a:lnTo>
                  <a:pt x="545559" y="1632440"/>
                </a:lnTo>
                <a:lnTo>
                  <a:pt x="545728" y="1632360"/>
                </a:lnTo>
                <a:lnTo>
                  <a:pt x="545888" y="1632264"/>
                </a:lnTo>
                <a:lnTo>
                  <a:pt x="546039" y="1632153"/>
                </a:lnTo>
                <a:lnTo>
                  <a:pt x="546177" y="1632027"/>
                </a:lnTo>
                <a:lnTo>
                  <a:pt x="546303" y="1631889"/>
                </a:lnTo>
                <a:lnTo>
                  <a:pt x="546414" y="1631738"/>
                </a:lnTo>
                <a:lnTo>
                  <a:pt x="546510" y="1631578"/>
                </a:lnTo>
                <a:lnTo>
                  <a:pt x="546590" y="1631409"/>
                </a:lnTo>
                <a:lnTo>
                  <a:pt x="546653" y="1631233"/>
                </a:lnTo>
                <a:lnTo>
                  <a:pt x="546698" y="1631052"/>
                </a:lnTo>
                <a:lnTo>
                  <a:pt x="546726" y="1630867"/>
                </a:lnTo>
                <a:lnTo>
                  <a:pt x="546735" y="1630680"/>
                </a:lnTo>
                <a:lnTo>
                  <a:pt x="546735" y="1575435"/>
                </a:lnTo>
                <a:lnTo>
                  <a:pt x="554355" y="1575435"/>
                </a:lnTo>
                <a:lnTo>
                  <a:pt x="554542" y="1575426"/>
                </a:lnTo>
                <a:lnTo>
                  <a:pt x="554727" y="1575398"/>
                </a:lnTo>
                <a:lnTo>
                  <a:pt x="554908" y="1575353"/>
                </a:lnTo>
                <a:lnTo>
                  <a:pt x="555084" y="1575290"/>
                </a:lnTo>
                <a:lnTo>
                  <a:pt x="555253" y="1575210"/>
                </a:lnTo>
                <a:lnTo>
                  <a:pt x="555413" y="1575114"/>
                </a:lnTo>
                <a:lnTo>
                  <a:pt x="555564" y="1575003"/>
                </a:lnTo>
                <a:lnTo>
                  <a:pt x="555702" y="1574877"/>
                </a:lnTo>
                <a:lnTo>
                  <a:pt x="555828" y="1574739"/>
                </a:lnTo>
                <a:lnTo>
                  <a:pt x="555939" y="1574588"/>
                </a:lnTo>
                <a:lnTo>
                  <a:pt x="556035" y="1574428"/>
                </a:lnTo>
                <a:lnTo>
                  <a:pt x="556115" y="1574259"/>
                </a:lnTo>
                <a:lnTo>
                  <a:pt x="556178" y="1574083"/>
                </a:lnTo>
                <a:lnTo>
                  <a:pt x="556223" y="1573902"/>
                </a:lnTo>
                <a:lnTo>
                  <a:pt x="556251" y="1573717"/>
                </a:lnTo>
                <a:lnTo>
                  <a:pt x="556260" y="1573530"/>
                </a:lnTo>
                <a:lnTo>
                  <a:pt x="556260" y="1537335"/>
                </a:lnTo>
                <a:lnTo>
                  <a:pt x="563880" y="1537335"/>
                </a:lnTo>
                <a:lnTo>
                  <a:pt x="564067" y="1537326"/>
                </a:lnTo>
                <a:lnTo>
                  <a:pt x="564252" y="1537298"/>
                </a:lnTo>
                <a:lnTo>
                  <a:pt x="564433" y="1537253"/>
                </a:lnTo>
                <a:lnTo>
                  <a:pt x="564609" y="1537190"/>
                </a:lnTo>
                <a:lnTo>
                  <a:pt x="564778" y="1537110"/>
                </a:lnTo>
                <a:lnTo>
                  <a:pt x="564938" y="1537014"/>
                </a:lnTo>
                <a:lnTo>
                  <a:pt x="565089" y="1536903"/>
                </a:lnTo>
                <a:lnTo>
                  <a:pt x="565227" y="1536777"/>
                </a:lnTo>
                <a:lnTo>
                  <a:pt x="565353" y="1536639"/>
                </a:lnTo>
                <a:lnTo>
                  <a:pt x="565464" y="1536488"/>
                </a:lnTo>
                <a:lnTo>
                  <a:pt x="565560" y="1536328"/>
                </a:lnTo>
                <a:lnTo>
                  <a:pt x="565640" y="1536159"/>
                </a:lnTo>
                <a:lnTo>
                  <a:pt x="565703" y="1535983"/>
                </a:lnTo>
                <a:lnTo>
                  <a:pt x="565748" y="1535802"/>
                </a:lnTo>
                <a:lnTo>
                  <a:pt x="565776" y="1535617"/>
                </a:lnTo>
                <a:lnTo>
                  <a:pt x="565785" y="1535430"/>
                </a:lnTo>
                <a:lnTo>
                  <a:pt x="565785" y="1518285"/>
                </a:lnTo>
                <a:lnTo>
                  <a:pt x="581025" y="1518285"/>
                </a:lnTo>
                <a:lnTo>
                  <a:pt x="581025" y="1525905"/>
                </a:lnTo>
                <a:lnTo>
                  <a:pt x="581034" y="1526092"/>
                </a:lnTo>
                <a:lnTo>
                  <a:pt x="581062" y="1526277"/>
                </a:lnTo>
                <a:lnTo>
                  <a:pt x="581107" y="1526458"/>
                </a:lnTo>
                <a:lnTo>
                  <a:pt x="581170" y="1526634"/>
                </a:lnTo>
                <a:lnTo>
                  <a:pt x="581250" y="1526803"/>
                </a:lnTo>
                <a:lnTo>
                  <a:pt x="581346" y="1526963"/>
                </a:lnTo>
                <a:lnTo>
                  <a:pt x="581457" y="1527114"/>
                </a:lnTo>
                <a:lnTo>
                  <a:pt x="581583" y="1527252"/>
                </a:lnTo>
                <a:lnTo>
                  <a:pt x="581721" y="1527378"/>
                </a:lnTo>
                <a:lnTo>
                  <a:pt x="581872" y="1527489"/>
                </a:lnTo>
                <a:lnTo>
                  <a:pt x="582032" y="1527585"/>
                </a:lnTo>
                <a:lnTo>
                  <a:pt x="582201" y="1527665"/>
                </a:lnTo>
                <a:lnTo>
                  <a:pt x="582377" y="1527728"/>
                </a:lnTo>
                <a:lnTo>
                  <a:pt x="582558" y="1527773"/>
                </a:lnTo>
                <a:lnTo>
                  <a:pt x="582743" y="1527801"/>
                </a:lnTo>
                <a:lnTo>
                  <a:pt x="582930" y="1527810"/>
                </a:lnTo>
                <a:lnTo>
                  <a:pt x="611505" y="1527810"/>
                </a:lnTo>
                <a:lnTo>
                  <a:pt x="611692" y="1527801"/>
                </a:lnTo>
                <a:lnTo>
                  <a:pt x="611877" y="1527773"/>
                </a:lnTo>
                <a:lnTo>
                  <a:pt x="612058" y="1527728"/>
                </a:lnTo>
                <a:lnTo>
                  <a:pt x="612234" y="1527665"/>
                </a:lnTo>
                <a:lnTo>
                  <a:pt x="612403" y="1527585"/>
                </a:lnTo>
                <a:lnTo>
                  <a:pt x="612563" y="1527489"/>
                </a:lnTo>
                <a:lnTo>
                  <a:pt x="612714" y="1527378"/>
                </a:lnTo>
                <a:lnTo>
                  <a:pt x="612852" y="1527252"/>
                </a:lnTo>
                <a:lnTo>
                  <a:pt x="612978" y="1527114"/>
                </a:lnTo>
                <a:lnTo>
                  <a:pt x="613089" y="1526963"/>
                </a:lnTo>
                <a:lnTo>
                  <a:pt x="613185" y="1526803"/>
                </a:lnTo>
                <a:lnTo>
                  <a:pt x="613265" y="1526634"/>
                </a:lnTo>
                <a:lnTo>
                  <a:pt x="613328" y="1526458"/>
                </a:lnTo>
                <a:lnTo>
                  <a:pt x="613373" y="1526277"/>
                </a:lnTo>
                <a:lnTo>
                  <a:pt x="613401" y="1526092"/>
                </a:lnTo>
                <a:lnTo>
                  <a:pt x="613410" y="1525905"/>
                </a:lnTo>
                <a:lnTo>
                  <a:pt x="613410" y="1508760"/>
                </a:lnTo>
                <a:lnTo>
                  <a:pt x="619125" y="1508760"/>
                </a:lnTo>
                <a:lnTo>
                  <a:pt x="619125" y="1544955"/>
                </a:lnTo>
                <a:lnTo>
                  <a:pt x="619134" y="1545142"/>
                </a:lnTo>
                <a:lnTo>
                  <a:pt x="619162" y="1545327"/>
                </a:lnTo>
                <a:lnTo>
                  <a:pt x="619207" y="1545508"/>
                </a:lnTo>
                <a:lnTo>
                  <a:pt x="619270" y="1545684"/>
                </a:lnTo>
                <a:lnTo>
                  <a:pt x="619350" y="1545853"/>
                </a:lnTo>
                <a:lnTo>
                  <a:pt x="619446" y="1546013"/>
                </a:lnTo>
                <a:lnTo>
                  <a:pt x="619557" y="1546164"/>
                </a:lnTo>
                <a:lnTo>
                  <a:pt x="619683" y="1546302"/>
                </a:lnTo>
                <a:lnTo>
                  <a:pt x="619821" y="1546428"/>
                </a:lnTo>
                <a:lnTo>
                  <a:pt x="619972" y="1546539"/>
                </a:lnTo>
                <a:lnTo>
                  <a:pt x="620132" y="1546635"/>
                </a:lnTo>
                <a:lnTo>
                  <a:pt x="620301" y="1546715"/>
                </a:lnTo>
                <a:lnTo>
                  <a:pt x="620477" y="1546778"/>
                </a:lnTo>
                <a:lnTo>
                  <a:pt x="620658" y="1546823"/>
                </a:lnTo>
                <a:lnTo>
                  <a:pt x="620843" y="1546851"/>
                </a:lnTo>
                <a:lnTo>
                  <a:pt x="621030" y="1546860"/>
                </a:lnTo>
                <a:lnTo>
                  <a:pt x="640080" y="1546860"/>
                </a:lnTo>
                <a:lnTo>
                  <a:pt x="640267" y="1546851"/>
                </a:lnTo>
                <a:lnTo>
                  <a:pt x="640452" y="1546823"/>
                </a:lnTo>
                <a:lnTo>
                  <a:pt x="640633" y="1546778"/>
                </a:lnTo>
                <a:lnTo>
                  <a:pt x="640809" y="1546715"/>
                </a:lnTo>
                <a:lnTo>
                  <a:pt x="640978" y="1546635"/>
                </a:lnTo>
                <a:lnTo>
                  <a:pt x="641138" y="1546539"/>
                </a:lnTo>
                <a:lnTo>
                  <a:pt x="641289" y="1546428"/>
                </a:lnTo>
                <a:lnTo>
                  <a:pt x="641427" y="1546302"/>
                </a:lnTo>
                <a:lnTo>
                  <a:pt x="641553" y="1546164"/>
                </a:lnTo>
                <a:lnTo>
                  <a:pt x="641664" y="1546013"/>
                </a:lnTo>
                <a:lnTo>
                  <a:pt x="641760" y="1545853"/>
                </a:lnTo>
                <a:lnTo>
                  <a:pt x="641840" y="1545684"/>
                </a:lnTo>
                <a:lnTo>
                  <a:pt x="641903" y="1545508"/>
                </a:lnTo>
                <a:lnTo>
                  <a:pt x="641948" y="1545327"/>
                </a:lnTo>
                <a:lnTo>
                  <a:pt x="641976" y="1545142"/>
                </a:lnTo>
                <a:lnTo>
                  <a:pt x="641985" y="1544955"/>
                </a:lnTo>
                <a:lnTo>
                  <a:pt x="641985" y="1537335"/>
                </a:lnTo>
                <a:lnTo>
                  <a:pt x="649605" y="1537335"/>
                </a:lnTo>
                <a:lnTo>
                  <a:pt x="649792" y="1537326"/>
                </a:lnTo>
                <a:lnTo>
                  <a:pt x="649977" y="1537298"/>
                </a:lnTo>
                <a:lnTo>
                  <a:pt x="650158" y="1537253"/>
                </a:lnTo>
                <a:lnTo>
                  <a:pt x="650334" y="1537190"/>
                </a:lnTo>
                <a:lnTo>
                  <a:pt x="650503" y="1537110"/>
                </a:lnTo>
                <a:lnTo>
                  <a:pt x="650663" y="1537014"/>
                </a:lnTo>
                <a:lnTo>
                  <a:pt x="650814" y="1536903"/>
                </a:lnTo>
                <a:lnTo>
                  <a:pt x="650952" y="1536777"/>
                </a:lnTo>
                <a:lnTo>
                  <a:pt x="651078" y="1536639"/>
                </a:lnTo>
                <a:lnTo>
                  <a:pt x="651189" y="1536488"/>
                </a:lnTo>
                <a:lnTo>
                  <a:pt x="651285" y="1536328"/>
                </a:lnTo>
                <a:lnTo>
                  <a:pt x="651365" y="1536159"/>
                </a:lnTo>
                <a:lnTo>
                  <a:pt x="651428" y="1535983"/>
                </a:lnTo>
                <a:lnTo>
                  <a:pt x="651473" y="1535802"/>
                </a:lnTo>
                <a:lnTo>
                  <a:pt x="651501" y="1535617"/>
                </a:lnTo>
                <a:lnTo>
                  <a:pt x="651510" y="1535430"/>
                </a:lnTo>
                <a:lnTo>
                  <a:pt x="651510" y="1480185"/>
                </a:lnTo>
                <a:lnTo>
                  <a:pt x="659130" y="1480185"/>
                </a:lnTo>
                <a:lnTo>
                  <a:pt x="659317" y="1480176"/>
                </a:lnTo>
                <a:lnTo>
                  <a:pt x="659502" y="1480148"/>
                </a:lnTo>
                <a:lnTo>
                  <a:pt x="659683" y="1480103"/>
                </a:lnTo>
                <a:lnTo>
                  <a:pt x="659859" y="1480040"/>
                </a:lnTo>
                <a:lnTo>
                  <a:pt x="660028" y="1479960"/>
                </a:lnTo>
                <a:lnTo>
                  <a:pt x="660188" y="1479864"/>
                </a:lnTo>
                <a:lnTo>
                  <a:pt x="660339" y="1479753"/>
                </a:lnTo>
                <a:lnTo>
                  <a:pt x="660477" y="1479627"/>
                </a:lnTo>
                <a:lnTo>
                  <a:pt x="660603" y="1479489"/>
                </a:lnTo>
                <a:lnTo>
                  <a:pt x="660714" y="1479338"/>
                </a:lnTo>
                <a:lnTo>
                  <a:pt x="660810" y="1479178"/>
                </a:lnTo>
                <a:lnTo>
                  <a:pt x="660890" y="1479009"/>
                </a:lnTo>
                <a:lnTo>
                  <a:pt x="660953" y="1478833"/>
                </a:lnTo>
                <a:lnTo>
                  <a:pt x="660998" y="1478652"/>
                </a:lnTo>
                <a:lnTo>
                  <a:pt x="661026" y="1478467"/>
                </a:lnTo>
                <a:lnTo>
                  <a:pt x="661035" y="1478280"/>
                </a:lnTo>
                <a:lnTo>
                  <a:pt x="661035" y="1403985"/>
                </a:lnTo>
                <a:lnTo>
                  <a:pt x="668655" y="1403985"/>
                </a:lnTo>
                <a:lnTo>
                  <a:pt x="668842" y="1403976"/>
                </a:lnTo>
                <a:lnTo>
                  <a:pt x="669027" y="1403948"/>
                </a:lnTo>
                <a:lnTo>
                  <a:pt x="669208" y="1403903"/>
                </a:lnTo>
                <a:lnTo>
                  <a:pt x="669384" y="1403840"/>
                </a:lnTo>
                <a:lnTo>
                  <a:pt x="669553" y="1403760"/>
                </a:lnTo>
                <a:lnTo>
                  <a:pt x="669713" y="1403664"/>
                </a:lnTo>
                <a:lnTo>
                  <a:pt x="669864" y="1403553"/>
                </a:lnTo>
                <a:lnTo>
                  <a:pt x="670002" y="1403427"/>
                </a:lnTo>
                <a:lnTo>
                  <a:pt x="670128" y="1403289"/>
                </a:lnTo>
                <a:lnTo>
                  <a:pt x="670239" y="1403138"/>
                </a:lnTo>
                <a:lnTo>
                  <a:pt x="670335" y="1402978"/>
                </a:lnTo>
                <a:lnTo>
                  <a:pt x="670415" y="1402809"/>
                </a:lnTo>
                <a:lnTo>
                  <a:pt x="670478" y="1402633"/>
                </a:lnTo>
                <a:lnTo>
                  <a:pt x="670523" y="1402452"/>
                </a:lnTo>
                <a:lnTo>
                  <a:pt x="670551" y="1402267"/>
                </a:lnTo>
                <a:lnTo>
                  <a:pt x="670560" y="1402080"/>
                </a:lnTo>
                <a:lnTo>
                  <a:pt x="670560" y="1375410"/>
                </a:lnTo>
                <a:lnTo>
                  <a:pt x="697230" y="1375410"/>
                </a:lnTo>
                <a:lnTo>
                  <a:pt x="697417" y="1375401"/>
                </a:lnTo>
                <a:lnTo>
                  <a:pt x="697602" y="1375373"/>
                </a:lnTo>
                <a:lnTo>
                  <a:pt x="697783" y="1375328"/>
                </a:lnTo>
                <a:lnTo>
                  <a:pt x="697959" y="1375265"/>
                </a:lnTo>
                <a:lnTo>
                  <a:pt x="698128" y="1375185"/>
                </a:lnTo>
                <a:lnTo>
                  <a:pt x="698288" y="1375089"/>
                </a:lnTo>
                <a:lnTo>
                  <a:pt x="698439" y="1374978"/>
                </a:lnTo>
                <a:lnTo>
                  <a:pt x="698577" y="1374852"/>
                </a:lnTo>
                <a:lnTo>
                  <a:pt x="698703" y="1374714"/>
                </a:lnTo>
                <a:lnTo>
                  <a:pt x="698814" y="1374563"/>
                </a:lnTo>
                <a:lnTo>
                  <a:pt x="698910" y="1374403"/>
                </a:lnTo>
                <a:lnTo>
                  <a:pt x="698990" y="1374234"/>
                </a:lnTo>
                <a:lnTo>
                  <a:pt x="699053" y="1374058"/>
                </a:lnTo>
                <a:lnTo>
                  <a:pt x="699098" y="1373877"/>
                </a:lnTo>
                <a:lnTo>
                  <a:pt x="699126" y="1373692"/>
                </a:lnTo>
                <a:lnTo>
                  <a:pt x="699135" y="1373505"/>
                </a:lnTo>
                <a:lnTo>
                  <a:pt x="699135" y="1346835"/>
                </a:lnTo>
                <a:lnTo>
                  <a:pt x="706755" y="1346835"/>
                </a:lnTo>
                <a:lnTo>
                  <a:pt x="706942" y="1346826"/>
                </a:lnTo>
                <a:lnTo>
                  <a:pt x="707127" y="1346798"/>
                </a:lnTo>
                <a:lnTo>
                  <a:pt x="707308" y="1346753"/>
                </a:lnTo>
                <a:lnTo>
                  <a:pt x="707484" y="1346690"/>
                </a:lnTo>
                <a:lnTo>
                  <a:pt x="707653" y="1346610"/>
                </a:lnTo>
                <a:lnTo>
                  <a:pt x="707813" y="1346514"/>
                </a:lnTo>
                <a:lnTo>
                  <a:pt x="707964" y="1346403"/>
                </a:lnTo>
                <a:lnTo>
                  <a:pt x="708102" y="1346277"/>
                </a:lnTo>
                <a:lnTo>
                  <a:pt x="708228" y="1346139"/>
                </a:lnTo>
                <a:lnTo>
                  <a:pt x="708339" y="1345988"/>
                </a:lnTo>
                <a:lnTo>
                  <a:pt x="708435" y="1345828"/>
                </a:lnTo>
                <a:lnTo>
                  <a:pt x="708515" y="1345659"/>
                </a:lnTo>
                <a:lnTo>
                  <a:pt x="708578" y="1345483"/>
                </a:lnTo>
                <a:lnTo>
                  <a:pt x="708623" y="1345302"/>
                </a:lnTo>
                <a:lnTo>
                  <a:pt x="708651" y="1345117"/>
                </a:lnTo>
                <a:lnTo>
                  <a:pt x="708660" y="1344930"/>
                </a:lnTo>
                <a:lnTo>
                  <a:pt x="708660" y="1299210"/>
                </a:lnTo>
                <a:lnTo>
                  <a:pt x="716280" y="1299210"/>
                </a:lnTo>
                <a:lnTo>
                  <a:pt x="716467" y="1299201"/>
                </a:lnTo>
                <a:lnTo>
                  <a:pt x="716652" y="1299173"/>
                </a:lnTo>
                <a:lnTo>
                  <a:pt x="716833" y="1299128"/>
                </a:lnTo>
                <a:lnTo>
                  <a:pt x="717009" y="1299065"/>
                </a:lnTo>
                <a:lnTo>
                  <a:pt x="717178" y="1298985"/>
                </a:lnTo>
                <a:lnTo>
                  <a:pt x="717338" y="1298889"/>
                </a:lnTo>
                <a:lnTo>
                  <a:pt x="717489" y="1298778"/>
                </a:lnTo>
                <a:lnTo>
                  <a:pt x="717627" y="1298652"/>
                </a:lnTo>
                <a:lnTo>
                  <a:pt x="717753" y="1298514"/>
                </a:lnTo>
                <a:lnTo>
                  <a:pt x="717864" y="1298363"/>
                </a:lnTo>
                <a:lnTo>
                  <a:pt x="717960" y="1298203"/>
                </a:lnTo>
                <a:lnTo>
                  <a:pt x="718040" y="1298034"/>
                </a:lnTo>
                <a:lnTo>
                  <a:pt x="718103" y="1297858"/>
                </a:lnTo>
                <a:lnTo>
                  <a:pt x="718148" y="1297677"/>
                </a:lnTo>
                <a:lnTo>
                  <a:pt x="718176" y="1297492"/>
                </a:lnTo>
                <a:lnTo>
                  <a:pt x="718185" y="1297305"/>
                </a:lnTo>
                <a:lnTo>
                  <a:pt x="718185" y="1289685"/>
                </a:lnTo>
                <a:lnTo>
                  <a:pt x="723900" y="1289685"/>
                </a:lnTo>
                <a:lnTo>
                  <a:pt x="723900" y="1421130"/>
                </a:lnTo>
                <a:lnTo>
                  <a:pt x="723909" y="1421317"/>
                </a:lnTo>
                <a:lnTo>
                  <a:pt x="723937" y="1421502"/>
                </a:lnTo>
                <a:lnTo>
                  <a:pt x="723982" y="1421683"/>
                </a:lnTo>
                <a:lnTo>
                  <a:pt x="724045" y="1421859"/>
                </a:lnTo>
                <a:lnTo>
                  <a:pt x="724125" y="1422028"/>
                </a:lnTo>
                <a:lnTo>
                  <a:pt x="724221" y="1422188"/>
                </a:lnTo>
                <a:lnTo>
                  <a:pt x="724332" y="1422339"/>
                </a:lnTo>
                <a:lnTo>
                  <a:pt x="724458" y="1422477"/>
                </a:lnTo>
                <a:lnTo>
                  <a:pt x="724596" y="1422603"/>
                </a:lnTo>
                <a:lnTo>
                  <a:pt x="724747" y="1422714"/>
                </a:lnTo>
                <a:lnTo>
                  <a:pt x="724907" y="1422810"/>
                </a:lnTo>
                <a:lnTo>
                  <a:pt x="725076" y="1422890"/>
                </a:lnTo>
                <a:lnTo>
                  <a:pt x="725252" y="1422953"/>
                </a:lnTo>
                <a:lnTo>
                  <a:pt x="725433" y="1422998"/>
                </a:lnTo>
                <a:lnTo>
                  <a:pt x="725618" y="1423026"/>
                </a:lnTo>
                <a:lnTo>
                  <a:pt x="725805" y="1423035"/>
                </a:lnTo>
                <a:lnTo>
                  <a:pt x="733425" y="1423035"/>
                </a:lnTo>
                <a:lnTo>
                  <a:pt x="733425" y="1430655"/>
                </a:lnTo>
                <a:lnTo>
                  <a:pt x="733434" y="1430842"/>
                </a:lnTo>
                <a:lnTo>
                  <a:pt x="733462" y="1431027"/>
                </a:lnTo>
                <a:lnTo>
                  <a:pt x="733507" y="1431208"/>
                </a:lnTo>
                <a:lnTo>
                  <a:pt x="733570" y="1431384"/>
                </a:lnTo>
                <a:lnTo>
                  <a:pt x="733650" y="1431553"/>
                </a:lnTo>
                <a:lnTo>
                  <a:pt x="733746" y="1431713"/>
                </a:lnTo>
                <a:lnTo>
                  <a:pt x="733857" y="1431864"/>
                </a:lnTo>
                <a:lnTo>
                  <a:pt x="733983" y="1432002"/>
                </a:lnTo>
                <a:lnTo>
                  <a:pt x="734121" y="1432128"/>
                </a:lnTo>
                <a:lnTo>
                  <a:pt x="734272" y="1432239"/>
                </a:lnTo>
                <a:lnTo>
                  <a:pt x="734432" y="1432335"/>
                </a:lnTo>
                <a:lnTo>
                  <a:pt x="734601" y="1432415"/>
                </a:lnTo>
                <a:lnTo>
                  <a:pt x="734777" y="1432478"/>
                </a:lnTo>
                <a:lnTo>
                  <a:pt x="734958" y="1432523"/>
                </a:lnTo>
                <a:lnTo>
                  <a:pt x="735143" y="1432551"/>
                </a:lnTo>
                <a:lnTo>
                  <a:pt x="735330" y="1432560"/>
                </a:lnTo>
                <a:lnTo>
                  <a:pt x="754380" y="1432560"/>
                </a:lnTo>
                <a:lnTo>
                  <a:pt x="754567" y="1432551"/>
                </a:lnTo>
                <a:lnTo>
                  <a:pt x="754752" y="1432523"/>
                </a:lnTo>
                <a:lnTo>
                  <a:pt x="754933" y="1432478"/>
                </a:lnTo>
                <a:lnTo>
                  <a:pt x="755109" y="1432415"/>
                </a:lnTo>
                <a:lnTo>
                  <a:pt x="755278" y="1432335"/>
                </a:lnTo>
                <a:lnTo>
                  <a:pt x="755438" y="1432239"/>
                </a:lnTo>
                <a:lnTo>
                  <a:pt x="755589" y="1432128"/>
                </a:lnTo>
                <a:lnTo>
                  <a:pt x="755727" y="1432002"/>
                </a:lnTo>
                <a:lnTo>
                  <a:pt x="755853" y="1431864"/>
                </a:lnTo>
                <a:lnTo>
                  <a:pt x="755964" y="1431713"/>
                </a:lnTo>
                <a:lnTo>
                  <a:pt x="756060" y="1431553"/>
                </a:lnTo>
                <a:lnTo>
                  <a:pt x="756140" y="1431384"/>
                </a:lnTo>
                <a:lnTo>
                  <a:pt x="756203" y="1431208"/>
                </a:lnTo>
                <a:lnTo>
                  <a:pt x="756248" y="1431027"/>
                </a:lnTo>
                <a:lnTo>
                  <a:pt x="756276" y="1430842"/>
                </a:lnTo>
                <a:lnTo>
                  <a:pt x="756285" y="1430655"/>
                </a:lnTo>
                <a:lnTo>
                  <a:pt x="756285" y="1413510"/>
                </a:lnTo>
                <a:lnTo>
                  <a:pt x="763905" y="1413510"/>
                </a:lnTo>
                <a:lnTo>
                  <a:pt x="764092" y="1413501"/>
                </a:lnTo>
                <a:lnTo>
                  <a:pt x="764277" y="1413473"/>
                </a:lnTo>
                <a:lnTo>
                  <a:pt x="764458" y="1413428"/>
                </a:lnTo>
                <a:lnTo>
                  <a:pt x="764634" y="1413365"/>
                </a:lnTo>
                <a:lnTo>
                  <a:pt x="764803" y="1413285"/>
                </a:lnTo>
                <a:lnTo>
                  <a:pt x="764963" y="1413189"/>
                </a:lnTo>
                <a:lnTo>
                  <a:pt x="765114" y="1413078"/>
                </a:lnTo>
                <a:lnTo>
                  <a:pt x="765252" y="1412952"/>
                </a:lnTo>
                <a:lnTo>
                  <a:pt x="765378" y="1412814"/>
                </a:lnTo>
                <a:lnTo>
                  <a:pt x="765489" y="1412663"/>
                </a:lnTo>
                <a:lnTo>
                  <a:pt x="765585" y="1412503"/>
                </a:lnTo>
                <a:lnTo>
                  <a:pt x="765665" y="1412334"/>
                </a:lnTo>
                <a:lnTo>
                  <a:pt x="765728" y="1412158"/>
                </a:lnTo>
                <a:lnTo>
                  <a:pt x="765773" y="1411977"/>
                </a:lnTo>
                <a:lnTo>
                  <a:pt x="765801" y="1411792"/>
                </a:lnTo>
                <a:lnTo>
                  <a:pt x="765810" y="1411605"/>
                </a:lnTo>
                <a:lnTo>
                  <a:pt x="765810" y="1299210"/>
                </a:lnTo>
                <a:lnTo>
                  <a:pt x="773430" y="1299210"/>
                </a:lnTo>
                <a:lnTo>
                  <a:pt x="773617" y="1299201"/>
                </a:lnTo>
                <a:lnTo>
                  <a:pt x="773802" y="1299173"/>
                </a:lnTo>
                <a:lnTo>
                  <a:pt x="773983" y="1299128"/>
                </a:lnTo>
                <a:lnTo>
                  <a:pt x="774159" y="1299065"/>
                </a:lnTo>
                <a:lnTo>
                  <a:pt x="774328" y="1298985"/>
                </a:lnTo>
                <a:lnTo>
                  <a:pt x="774488" y="1298889"/>
                </a:lnTo>
                <a:lnTo>
                  <a:pt x="774639" y="1298778"/>
                </a:lnTo>
                <a:lnTo>
                  <a:pt x="774777" y="1298652"/>
                </a:lnTo>
                <a:lnTo>
                  <a:pt x="774903" y="1298514"/>
                </a:lnTo>
                <a:lnTo>
                  <a:pt x="775014" y="1298363"/>
                </a:lnTo>
                <a:lnTo>
                  <a:pt x="775110" y="1298203"/>
                </a:lnTo>
                <a:lnTo>
                  <a:pt x="775190" y="1298034"/>
                </a:lnTo>
                <a:lnTo>
                  <a:pt x="775253" y="1297858"/>
                </a:lnTo>
                <a:lnTo>
                  <a:pt x="775298" y="1297677"/>
                </a:lnTo>
                <a:lnTo>
                  <a:pt x="775326" y="1297492"/>
                </a:lnTo>
                <a:lnTo>
                  <a:pt x="775335" y="1297305"/>
                </a:lnTo>
                <a:lnTo>
                  <a:pt x="775335" y="1289685"/>
                </a:lnTo>
                <a:lnTo>
                  <a:pt x="781050" y="1289685"/>
                </a:lnTo>
                <a:lnTo>
                  <a:pt x="781050" y="1306830"/>
                </a:lnTo>
                <a:lnTo>
                  <a:pt x="781059" y="1307017"/>
                </a:lnTo>
                <a:lnTo>
                  <a:pt x="781087" y="1307202"/>
                </a:lnTo>
                <a:lnTo>
                  <a:pt x="781132" y="1307383"/>
                </a:lnTo>
                <a:lnTo>
                  <a:pt x="781195" y="1307559"/>
                </a:lnTo>
                <a:lnTo>
                  <a:pt x="781275" y="1307728"/>
                </a:lnTo>
                <a:lnTo>
                  <a:pt x="781371" y="1307888"/>
                </a:lnTo>
                <a:lnTo>
                  <a:pt x="781482" y="1308039"/>
                </a:lnTo>
                <a:lnTo>
                  <a:pt x="781608" y="1308177"/>
                </a:lnTo>
                <a:lnTo>
                  <a:pt x="781746" y="1308303"/>
                </a:lnTo>
                <a:lnTo>
                  <a:pt x="781897" y="1308414"/>
                </a:lnTo>
                <a:lnTo>
                  <a:pt x="782057" y="1308510"/>
                </a:lnTo>
                <a:lnTo>
                  <a:pt x="782226" y="1308590"/>
                </a:lnTo>
                <a:lnTo>
                  <a:pt x="782402" y="1308653"/>
                </a:lnTo>
                <a:lnTo>
                  <a:pt x="782583" y="1308698"/>
                </a:lnTo>
                <a:lnTo>
                  <a:pt x="782768" y="1308726"/>
                </a:lnTo>
                <a:lnTo>
                  <a:pt x="782955" y="1308735"/>
                </a:lnTo>
                <a:lnTo>
                  <a:pt x="790575" y="1308735"/>
                </a:lnTo>
                <a:lnTo>
                  <a:pt x="790575" y="1316355"/>
                </a:lnTo>
                <a:lnTo>
                  <a:pt x="790584" y="1316542"/>
                </a:lnTo>
                <a:lnTo>
                  <a:pt x="790612" y="1316727"/>
                </a:lnTo>
                <a:lnTo>
                  <a:pt x="790657" y="1316908"/>
                </a:lnTo>
                <a:lnTo>
                  <a:pt x="790720" y="1317084"/>
                </a:lnTo>
                <a:lnTo>
                  <a:pt x="790800" y="1317253"/>
                </a:lnTo>
                <a:lnTo>
                  <a:pt x="790896" y="1317413"/>
                </a:lnTo>
                <a:lnTo>
                  <a:pt x="791007" y="1317564"/>
                </a:lnTo>
                <a:lnTo>
                  <a:pt x="791133" y="1317702"/>
                </a:lnTo>
                <a:lnTo>
                  <a:pt x="791271" y="1317828"/>
                </a:lnTo>
                <a:lnTo>
                  <a:pt x="791422" y="1317939"/>
                </a:lnTo>
                <a:lnTo>
                  <a:pt x="791582" y="1318035"/>
                </a:lnTo>
                <a:lnTo>
                  <a:pt x="791751" y="1318115"/>
                </a:lnTo>
                <a:lnTo>
                  <a:pt x="791927" y="1318178"/>
                </a:lnTo>
                <a:lnTo>
                  <a:pt x="792108" y="1318223"/>
                </a:lnTo>
                <a:lnTo>
                  <a:pt x="792293" y="1318251"/>
                </a:lnTo>
                <a:lnTo>
                  <a:pt x="792480" y="1318260"/>
                </a:lnTo>
                <a:lnTo>
                  <a:pt x="802005" y="1318260"/>
                </a:lnTo>
                <a:lnTo>
                  <a:pt x="802192" y="1318251"/>
                </a:lnTo>
                <a:lnTo>
                  <a:pt x="802377" y="1318223"/>
                </a:lnTo>
                <a:lnTo>
                  <a:pt x="802558" y="1318178"/>
                </a:lnTo>
                <a:lnTo>
                  <a:pt x="802734" y="1318115"/>
                </a:lnTo>
                <a:lnTo>
                  <a:pt x="802903" y="1318035"/>
                </a:lnTo>
                <a:lnTo>
                  <a:pt x="803063" y="1317939"/>
                </a:lnTo>
                <a:lnTo>
                  <a:pt x="803214" y="1317828"/>
                </a:lnTo>
                <a:lnTo>
                  <a:pt x="803352" y="1317702"/>
                </a:lnTo>
                <a:lnTo>
                  <a:pt x="803478" y="1317564"/>
                </a:lnTo>
                <a:lnTo>
                  <a:pt x="803589" y="1317413"/>
                </a:lnTo>
                <a:lnTo>
                  <a:pt x="803685" y="1317253"/>
                </a:lnTo>
                <a:lnTo>
                  <a:pt x="803765" y="1317084"/>
                </a:lnTo>
                <a:lnTo>
                  <a:pt x="803828" y="1316908"/>
                </a:lnTo>
                <a:lnTo>
                  <a:pt x="803873" y="1316727"/>
                </a:lnTo>
                <a:lnTo>
                  <a:pt x="803901" y="1316542"/>
                </a:lnTo>
                <a:lnTo>
                  <a:pt x="803910" y="1316355"/>
                </a:lnTo>
                <a:lnTo>
                  <a:pt x="803910" y="1308735"/>
                </a:lnTo>
                <a:lnTo>
                  <a:pt x="811530" y="1308735"/>
                </a:lnTo>
                <a:lnTo>
                  <a:pt x="811717" y="1308726"/>
                </a:lnTo>
                <a:lnTo>
                  <a:pt x="811902" y="1308698"/>
                </a:lnTo>
                <a:lnTo>
                  <a:pt x="812083" y="1308653"/>
                </a:lnTo>
                <a:lnTo>
                  <a:pt x="812259" y="1308590"/>
                </a:lnTo>
                <a:lnTo>
                  <a:pt x="812428" y="1308510"/>
                </a:lnTo>
                <a:lnTo>
                  <a:pt x="812588" y="1308414"/>
                </a:lnTo>
                <a:lnTo>
                  <a:pt x="812739" y="1308303"/>
                </a:lnTo>
                <a:lnTo>
                  <a:pt x="812877" y="1308177"/>
                </a:lnTo>
                <a:lnTo>
                  <a:pt x="813003" y="1308039"/>
                </a:lnTo>
                <a:lnTo>
                  <a:pt x="813114" y="1307888"/>
                </a:lnTo>
                <a:lnTo>
                  <a:pt x="813210" y="1307728"/>
                </a:lnTo>
                <a:lnTo>
                  <a:pt x="813290" y="1307559"/>
                </a:lnTo>
                <a:lnTo>
                  <a:pt x="813353" y="1307383"/>
                </a:lnTo>
                <a:lnTo>
                  <a:pt x="813398" y="1307202"/>
                </a:lnTo>
                <a:lnTo>
                  <a:pt x="813426" y="1307017"/>
                </a:lnTo>
                <a:lnTo>
                  <a:pt x="813435" y="1306830"/>
                </a:lnTo>
                <a:lnTo>
                  <a:pt x="813435" y="1299210"/>
                </a:lnTo>
                <a:lnTo>
                  <a:pt x="821055" y="1299210"/>
                </a:lnTo>
                <a:lnTo>
                  <a:pt x="821242" y="1299201"/>
                </a:lnTo>
                <a:lnTo>
                  <a:pt x="821427" y="1299173"/>
                </a:lnTo>
                <a:lnTo>
                  <a:pt x="821608" y="1299128"/>
                </a:lnTo>
                <a:lnTo>
                  <a:pt x="821784" y="1299065"/>
                </a:lnTo>
                <a:lnTo>
                  <a:pt x="821953" y="1298985"/>
                </a:lnTo>
                <a:lnTo>
                  <a:pt x="822113" y="1298889"/>
                </a:lnTo>
                <a:lnTo>
                  <a:pt x="822264" y="1298778"/>
                </a:lnTo>
                <a:lnTo>
                  <a:pt x="822402" y="1298652"/>
                </a:lnTo>
                <a:lnTo>
                  <a:pt x="822528" y="1298514"/>
                </a:lnTo>
                <a:lnTo>
                  <a:pt x="822639" y="1298363"/>
                </a:lnTo>
                <a:lnTo>
                  <a:pt x="822735" y="1298203"/>
                </a:lnTo>
                <a:lnTo>
                  <a:pt x="822815" y="1298034"/>
                </a:lnTo>
                <a:lnTo>
                  <a:pt x="822878" y="1297858"/>
                </a:lnTo>
                <a:lnTo>
                  <a:pt x="822923" y="1297677"/>
                </a:lnTo>
                <a:lnTo>
                  <a:pt x="822951" y="1297492"/>
                </a:lnTo>
                <a:lnTo>
                  <a:pt x="822960" y="1297305"/>
                </a:lnTo>
                <a:lnTo>
                  <a:pt x="822960" y="1289685"/>
                </a:lnTo>
                <a:lnTo>
                  <a:pt x="830580" y="1289685"/>
                </a:lnTo>
                <a:lnTo>
                  <a:pt x="830767" y="1289676"/>
                </a:lnTo>
                <a:lnTo>
                  <a:pt x="830952" y="1289648"/>
                </a:lnTo>
                <a:lnTo>
                  <a:pt x="831133" y="1289603"/>
                </a:lnTo>
                <a:lnTo>
                  <a:pt x="831309" y="1289540"/>
                </a:lnTo>
                <a:lnTo>
                  <a:pt x="831478" y="1289460"/>
                </a:lnTo>
                <a:lnTo>
                  <a:pt x="831638" y="1289364"/>
                </a:lnTo>
                <a:lnTo>
                  <a:pt x="831789" y="1289253"/>
                </a:lnTo>
                <a:lnTo>
                  <a:pt x="831927" y="1289127"/>
                </a:lnTo>
                <a:lnTo>
                  <a:pt x="832053" y="1288989"/>
                </a:lnTo>
                <a:lnTo>
                  <a:pt x="832164" y="1288838"/>
                </a:lnTo>
                <a:lnTo>
                  <a:pt x="832260" y="1288678"/>
                </a:lnTo>
                <a:lnTo>
                  <a:pt x="832340" y="1288509"/>
                </a:lnTo>
                <a:lnTo>
                  <a:pt x="832403" y="1288333"/>
                </a:lnTo>
                <a:lnTo>
                  <a:pt x="832448" y="1288152"/>
                </a:lnTo>
                <a:lnTo>
                  <a:pt x="832476" y="1287967"/>
                </a:lnTo>
                <a:lnTo>
                  <a:pt x="832485" y="1287780"/>
                </a:lnTo>
                <a:lnTo>
                  <a:pt x="832485" y="984885"/>
                </a:lnTo>
                <a:lnTo>
                  <a:pt x="849630" y="984885"/>
                </a:lnTo>
                <a:lnTo>
                  <a:pt x="849817" y="984876"/>
                </a:lnTo>
                <a:lnTo>
                  <a:pt x="850002" y="984848"/>
                </a:lnTo>
                <a:lnTo>
                  <a:pt x="850183" y="984803"/>
                </a:lnTo>
                <a:lnTo>
                  <a:pt x="850359" y="984740"/>
                </a:lnTo>
                <a:lnTo>
                  <a:pt x="850528" y="984660"/>
                </a:lnTo>
                <a:lnTo>
                  <a:pt x="850688" y="984564"/>
                </a:lnTo>
                <a:lnTo>
                  <a:pt x="850839" y="984453"/>
                </a:lnTo>
                <a:lnTo>
                  <a:pt x="850977" y="984327"/>
                </a:lnTo>
                <a:lnTo>
                  <a:pt x="851103" y="984189"/>
                </a:lnTo>
                <a:lnTo>
                  <a:pt x="851214" y="984038"/>
                </a:lnTo>
                <a:lnTo>
                  <a:pt x="851310" y="983878"/>
                </a:lnTo>
                <a:lnTo>
                  <a:pt x="851390" y="983709"/>
                </a:lnTo>
                <a:lnTo>
                  <a:pt x="851453" y="983533"/>
                </a:lnTo>
                <a:lnTo>
                  <a:pt x="851498" y="983352"/>
                </a:lnTo>
                <a:lnTo>
                  <a:pt x="851526" y="983167"/>
                </a:lnTo>
                <a:lnTo>
                  <a:pt x="851535" y="982980"/>
                </a:lnTo>
                <a:lnTo>
                  <a:pt x="851535" y="975360"/>
                </a:lnTo>
                <a:lnTo>
                  <a:pt x="859155" y="975360"/>
                </a:lnTo>
                <a:lnTo>
                  <a:pt x="859342" y="975351"/>
                </a:lnTo>
                <a:lnTo>
                  <a:pt x="859527" y="975323"/>
                </a:lnTo>
                <a:lnTo>
                  <a:pt x="859708" y="975278"/>
                </a:lnTo>
                <a:lnTo>
                  <a:pt x="859884" y="975215"/>
                </a:lnTo>
                <a:lnTo>
                  <a:pt x="860053" y="975135"/>
                </a:lnTo>
                <a:lnTo>
                  <a:pt x="860213" y="975039"/>
                </a:lnTo>
                <a:lnTo>
                  <a:pt x="860364" y="974928"/>
                </a:lnTo>
                <a:lnTo>
                  <a:pt x="860502" y="974802"/>
                </a:lnTo>
                <a:lnTo>
                  <a:pt x="860628" y="974664"/>
                </a:lnTo>
                <a:lnTo>
                  <a:pt x="860739" y="974513"/>
                </a:lnTo>
                <a:lnTo>
                  <a:pt x="860835" y="974353"/>
                </a:lnTo>
                <a:lnTo>
                  <a:pt x="860915" y="974184"/>
                </a:lnTo>
                <a:lnTo>
                  <a:pt x="860978" y="974008"/>
                </a:lnTo>
                <a:lnTo>
                  <a:pt x="861023" y="973827"/>
                </a:lnTo>
                <a:lnTo>
                  <a:pt x="861051" y="973642"/>
                </a:lnTo>
                <a:lnTo>
                  <a:pt x="861060" y="973455"/>
                </a:lnTo>
                <a:lnTo>
                  <a:pt x="861060" y="746760"/>
                </a:lnTo>
                <a:lnTo>
                  <a:pt x="868680" y="746760"/>
                </a:lnTo>
                <a:lnTo>
                  <a:pt x="868867" y="746751"/>
                </a:lnTo>
                <a:lnTo>
                  <a:pt x="869052" y="746723"/>
                </a:lnTo>
                <a:lnTo>
                  <a:pt x="869233" y="746678"/>
                </a:lnTo>
                <a:lnTo>
                  <a:pt x="869409" y="746615"/>
                </a:lnTo>
                <a:lnTo>
                  <a:pt x="869578" y="746535"/>
                </a:lnTo>
                <a:lnTo>
                  <a:pt x="869738" y="746439"/>
                </a:lnTo>
                <a:lnTo>
                  <a:pt x="869889" y="746328"/>
                </a:lnTo>
                <a:lnTo>
                  <a:pt x="870027" y="746202"/>
                </a:lnTo>
                <a:lnTo>
                  <a:pt x="870153" y="746064"/>
                </a:lnTo>
                <a:lnTo>
                  <a:pt x="870264" y="745913"/>
                </a:lnTo>
                <a:lnTo>
                  <a:pt x="870360" y="745753"/>
                </a:lnTo>
                <a:lnTo>
                  <a:pt x="870440" y="745584"/>
                </a:lnTo>
                <a:lnTo>
                  <a:pt x="870503" y="745408"/>
                </a:lnTo>
                <a:lnTo>
                  <a:pt x="870548" y="745227"/>
                </a:lnTo>
                <a:lnTo>
                  <a:pt x="870576" y="745042"/>
                </a:lnTo>
                <a:lnTo>
                  <a:pt x="870585" y="744855"/>
                </a:lnTo>
                <a:lnTo>
                  <a:pt x="870585" y="727710"/>
                </a:lnTo>
                <a:lnTo>
                  <a:pt x="876300" y="727710"/>
                </a:lnTo>
                <a:lnTo>
                  <a:pt x="876300" y="1049655"/>
                </a:lnTo>
                <a:lnTo>
                  <a:pt x="876309" y="1049842"/>
                </a:lnTo>
                <a:lnTo>
                  <a:pt x="876337" y="1050027"/>
                </a:lnTo>
                <a:lnTo>
                  <a:pt x="876382" y="1050208"/>
                </a:lnTo>
                <a:lnTo>
                  <a:pt x="876445" y="1050384"/>
                </a:lnTo>
                <a:lnTo>
                  <a:pt x="876525" y="1050553"/>
                </a:lnTo>
                <a:lnTo>
                  <a:pt x="876621" y="1050713"/>
                </a:lnTo>
                <a:lnTo>
                  <a:pt x="876732" y="1050864"/>
                </a:lnTo>
                <a:lnTo>
                  <a:pt x="876858" y="1051002"/>
                </a:lnTo>
                <a:lnTo>
                  <a:pt x="876996" y="1051128"/>
                </a:lnTo>
                <a:lnTo>
                  <a:pt x="877147" y="1051239"/>
                </a:lnTo>
                <a:lnTo>
                  <a:pt x="877307" y="1051335"/>
                </a:lnTo>
                <a:lnTo>
                  <a:pt x="877476" y="1051415"/>
                </a:lnTo>
                <a:lnTo>
                  <a:pt x="877652" y="1051478"/>
                </a:lnTo>
                <a:lnTo>
                  <a:pt x="877833" y="1051523"/>
                </a:lnTo>
                <a:lnTo>
                  <a:pt x="878018" y="1051551"/>
                </a:lnTo>
                <a:lnTo>
                  <a:pt x="878205" y="1051560"/>
                </a:lnTo>
                <a:lnTo>
                  <a:pt x="885825" y="1051560"/>
                </a:lnTo>
                <a:lnTo>
                  <a:pt x="885825" y="1306830"/>
                </a:lnTo>
                <a:lnTo>
                  <a:pt x="885834" y="1307017"/>
                </a:lnTo>
                <a:lnTo>
                  <a:pt x="885862" y="1307202"/>
                </a:lnTo>
                <a:lnTo>
                  <a:pt x="885907" y="1307383"/>
                </a:lnTo>
                <a:lnTo>
                  <a:pt x="885970" y="1307559"/>
                </a:lnTo>
                <a:lnTo>
                  <a:pt x="886050" y="1307728"/>
                </a:lnTo>
                <a:lnTo>
                  <a:pt x="886146" y="1307888"/>
                </a:lnTo>
                <a:lnTo>
                  <a:pt x="886257" y="1308039"/>
                </a:lnTo>
                <a:lnTo>
                  <a:pt x="886383" y="1308177"/>
                </a:lnTo>
                <a:lnTo>
                  <a:pt x="886521" y="1308303"/>
                </a:lnTo>
                <a:lnTo>
                  <a:pt x="886672" y="1308414"/>
                </a:lnTo>
                <a:lnTo>
                  <a:pt x="886832" y="1308510"/>
                </a:lnTo>
                <a:lnTo>
                  <a:pt x="887001" y="1308590"/>
                </a:lnTo>
                <a:lnTo>
                  <a:pt x="887177" y="1308653"/>
                </a:lnTo>
                <a:lnTo>
                  <a:pt x="887358" y="1308698"/>
                </a:lnTo>
                <a:lnTo>
                  <a:pt x="887543" y="1308726"/>
                </a:lnTo>
                <a:lnTo>
                  <a:pt x="887730" y="1308735"/>
                </a:lnTo>
                <a:lnTo>
                  <a:pt x="895350" y="1308735"/>
                </a:lnTo>
                <a:lnTo>
                  <a:pt x="895350" y="1316355"/>
                </a:lnTo>
                <a:lnTo>
                  <a:pt x="895359" y="1316542"/>
                </a:lnTo>
                <a:lnTo>
                  <a:pt x="895387" y="1316727"/>
                </a:lnTo>
                <a:lnTo>
                  <a:pt x="895432" y="1316908"/>
                </a:lnTo>
                <a:lnTo>
                  <a:pt x="895495" y="1317084"/>
                </a:lnTo>
                <a:lnTo>
                  <a:pt x="895575" y="1317253"/>
                </a:lnTo>
                <a:lnTo>
                  <a:pt x="895671" y="1317413"/>
                </a:lnTo>
                <a:lnTo>
                  <a:pt x="895782" y="1317564"/>
                </a:lnTo>
                <a:lnTo>
                  <a:pt x="895908" y="1317702"/>
                </a:lnTo>
                <a:lnTo>
                  <a:pt x="896046" y="1317828"/>
                </a:lnTo>
                <a:lnTo>
                  <a:pt x="896197" y="1317939"/>
                </a:lnTo>
                <a:lnTo>
                  <a:pt x="896357" y="1318035"/>
                </a:lnTo>
                <a:lnTo>
                  <a:pt x="896526" y="1318115"/>
                </a:lnTo>
                <a:lnTo>
                  <a:pt x="896702" y="1318178"/>
                </a:lnTo>
                <a:lnTo>
                  <a:pt x="896883" y="1318223"/>
                </a:lnTo>
                <a:lnTo>
                  <a:pt x="897068" y="1318251"/>
                </a:lnTo>
                <a:lnTo>
                  <a:pt x="897255" y="1318260"/>
                </a:lnTo>
                <a:lnTo>
                  <a:pt x="916305" y="1318260"/>
                </a:lnTo>
                <a:lnTo>
                  <a:pt x="916492" y="1318251"/>
                </a:lnTo>
                <a:lnTo>
                  <a:pt x="916677" y="1318223"/>
                </a:lnTo>
                <a:lnTo>
                  <a:pt x="916858" y="1318178"/>
                </a:lnTo>
                <a:lnTo>
                  <a:pt x="917034" y="1318115"/>
                </a:lnTo>
                <a:lnTo>
                  <a:pt x="917203" y="1318035"/>
                </a:lnTo>
                <a:lnTo>
                  <a:pt x="917363" y="1317939"/>
                </a:lnTo>
                <a:lnTo>
                  <a:pt x="917514" y="1317828"/>
                </a:lnTo>
                <a:lnTo>
                  <a:pt x="917652" y="1317702"/>
                </a:lnTo>
                <a:lnTo>
                  <a:pt x="917778" y="1317564"/>
                </a:lnTo>
                <a:lnTo>
                  <a:pt x="917889" y="1317413"/>
                </a:lnTo>
                <a:lnTo>
                  <a:pt x="917985" y="1317253"/>
                </a:lnTo>
                <a:lnTo>
                  <a:pt x="918065" y="1317084"/>
                </a:lnTo>
                <a:lnTo>
                  <a:pt x="918128" y="1316908"/>
                </a:lnTo>
                <a:lnTo>
                  <a:pt x="918173" y="1316727"/>
                </a:lnTo>
                <a:lnTo>
                  <a:pt x="918201" y="1316542"/>
                </a:lnTo>
                <a:lnTo>
                  <a:pt x="918210" y="1316355"/>
                </a:lnTo>
                <a:lnTo>
                  <a:pt x="918210" y="1308735"/>
                </a:lnTo>
                <a:lnTo>
                  <a:pt x="925830" y="1308735"/>
                </a:lnTo>
                <a:lnTo>
                  <a:pt x="926017" y="1308726"/>
                </a:lnTo>
                <a:lnTo>
                  <a:pt x="926202" y="1308698"/>
                </a:lnTo>
                <a:lnTo>
                  <a:pt x="926383" y="1308653"/>
                </a:lnTo>
                <a:lnTo>
                  <a:pt x="926559" y="1308590"/>
                </a:lnTo>
                <a:lnTo>
                  <a:pt x="926728" y="1308510"/>
                </a:lnTo>
                <a:lnTo>
                  <a:pt x="926888" y="1308414"/>
                </a:lnTo>
                <a:lnTo>
                  <a:pt x="927039" y="1308303"/>
                </a:lnTo>
                <a:lnTo>
                  <a:pt x="927177" y="1308177"/>
                </a:lnTo>
                <a:lnTo>
                  <a:pt x="927303" y="1308039"/>
                </a:lnTo>
                <a:lnTo>
                  <a:pt x="927414" y="1307888"/>
                </a:lnTo>
                <a:lnTo>
                  <a:pt x="927510" y="1307728"/>
                </a:lnTo>
                <a:lnTo>
                  <a:pt x="927590" y="1307559"/>
                </a:lnTo>
                <a:lnTo>
                  <a:pt x="927653" y="1307383"/>
                </a:lnTo>
                <a:lnTo>
                  <a:pt x="927698" y="1307202"/>
                </a:lnTo>
                <a:lnTo>
                  <a:pt x="927726" y="1307017"/>
                </a:lnTo>
                <a:lnTo>
                  <a:pt x="927735" y="1306830"/>
                </a:lnTo>
                <a:lnTo>
                  <a:pt x="927735" y="1280160"/>
                </a:lnTo>
                <a:lnTo>
                  <a:pt x="935355" y="1280160"/>
                </a:lnTo>
                <a:lnTo>
                  <a:pt x="935542" y="1280151"/>
                </a:lnTo>
                <a:lnTo>
                  <a:pt x="935727" y="1280123"/>
                </a:lnTo>
                <a:lnTo>
                  <a:pt x="935908" y="1280078"/>
                </a:lnTo>
                <a:lnTo>
                  <a:pt x="936084" y="1280015"/>
                </a:lnTo>
                <a:lnTo>
                  <a:pt x="936253" y="1279935"/>
                </a:lnTo>
                <a:lnTo>
                  <a:pt x="936413" y="1279839"/>
                </a:lnTo>
                <a:lnTo>
                  <a:pt x="936564" y="1279728"/>
                </a:lnTo>
                <a:lnTo>
                  <a:pt x="936702" y="1279602"/>
                </a:lnTo>
                <a:lnTo>
                  <a:pt x="936828" y="1279464"/>
                </a:lnTo>
                <a:lnTo>
                  <a:pt x="936939" y="1279313"/>
                </a:lnTo>
                <a:lnTo>
                  <a:pt x="937035" y="1279153"/>
                </a:lnTo>
                <a:lnTo>
                  <a:pt x="937115" y="1278984"/>
                </a:lnTo>
                <a:lnTo>
                  <a:pt x="937178" y="1278808"/>
                </a:lnTo>
                <a:lnTo>
                  <a:pt x="937223" y="1278627"/>
                </a:lnTo>
                <a:lnTo>
                  <a:pt x="937251" y="1278442"/>
                </a:lnTo>
                <a:lnTo>
                  <a:pt x="937260" y="1278255"/>
                </a:lnTo>
                <a:lnTo>
                  <a:pt x="937260" y="1242060"/>
                </a:lnTo>
                <a:lnTo>
                  <a:pt x="942975" y="1242060"/>
                </a:lnTo>
                <a:lnTo>
                  <a:pt x="942975" y="1325880"/>
                </a:lnTo>
                <a:lnTo>
                  <a:pt x="942984" y="1326067"/>
                </a:lnTo>
                <a:lnTo>
                  <a:pt x="943012" y="1326252"/>
                </a:lnTo>
                <a:lnTo>
                  <a:pt x="943057" y="1326433"/>
                </a:lnTo>
                <a:lnTo>
                  <a:pt x="943120" y="1326609"/>
                </a:lnTo>
                <a:lnTo>
                  <a:pt x="943200" y="1326778"/>
                </a:lnTo>
                <a:lnTo>
                  <a:pt x="943296" y="1326938"/>
                </a:lnTo>
                <a:lnTo>
                  <a:pt x="943407" y="1327089"/>
                </a:lnTo>
                <a:lnTo>
                  <a:pt x="943533" y="1327227"/>
                </a:lnTo>
                <a:lnTo>
                  <a:pt x="943671" y="1327353"/>
                </a:lnTo>
                <a:lnTo>
                  <a:pt x="943822" y="1327464"/>
                </a:lnTo>
                <a:lnTo>
                  <a:pt x="943982" y="1327560"/>
                </a:lnTo>
                <a:lnTo>
                  <a:pt x="944151" y="1327640"/>
                </a:lnTo>
                <a:lnTo>
                  <a:pt x="944327" y="1327703"/>
                </a:lnTo>
                <a:lnTo>
                  <a:pt x="944508" y="1327748"/>
                </a:lnTo>
                <a:lnTo>
                  <a:pt x="944693" y="1327776"/>
                </a:lnTo>
                <a:lnTo>
                  <a:pt x="944880" y="1327785"/>
                </a:lnTo>
                <a:lnTo>
                  <a:pt x="952500" y="1327785"/>
                </a:lnTo>
                <a:lnTo>
                  <a:pt x="952500" y="1335405"/>
                </a:lnTo>
                <a:lnTo>
                  <a:pt x="952509" y="1335592"/>
                </a:lnTo>
                <a:lnTo>
                  <a:pt x="952537" y="1335777"/>
                </a:lnTo>
                <a:lnTo>
                  <a:pt x="952582" y="1335958"/>
                </a:lnTo>
                <a:lnTo>
                  <a:pt x="952645" y="1336134"/>
                </a:lnTo>
                <a:lnTo>
                  <a:pt x="952725" y="1336303"/>
                </a:lnTo>
                <a:lnTo>
                  <a:pt x="952821" y="1336463"/>
                </a:lnTo>
                <a:lnTo>
                  <a:pt x="952932" y="1336614"/>
                </a:lnTo>
                <a:lnTo>
                  <a:pt x="953058" y="1336752"/>
                </a:lnTo>
                <a:lnTo>
                  <a:pt x="953196" y="1336878"/>
                </a:lnTo>
                <a:lnTo>
                  <a:pt x="953347" y="1336989"/>
                </a:lnTo>
                <a:lnTo>
                  <a:pt x="953507" y="1337085"/>
                </a:lnTo>
                <a:lnTo>
                  <a:pt x="953676" y="1337165"/>
                </a:lnTo>
                <a:lnTo>
                  <a:pt x="953852" y="1337228"/>
                </a:lnTo>
                <a:lnTo>
                  <a:pt x="954033" y="1337273"/>
                </a:lnTo>
                <a:lnTo>
                  <a:pt x="954218" y="1337301"/>
                </a:lnTo>
                <a:lnTo>
                  <a:pt x="954405" y="1337310"/>
                </a:lnTo>
                <a:lnTo>
                  <a:pt x="973455" y="1337310"/>
                </a:lnTo>
                <a:lnTo>
                  <a:pt x="973642" y="1337301"/>
                </a:lnTo>
                <a:lnTo>
                  <a:pt x="973827" y="1337273"/>
                </a:lnTo>
                <a:lnTo>
                  <a:pt x="974008" y="1337228"/>
                </a:lnTo>
                <a:lnTo>
                  <a:pt x="974184" y="1337165"/>
                </a:lnTo>
                <a:lnTo>
                  <a:pt x="974353" y="1337085"/>
                </a:lnTo>
                <a:lnTo>
                  <a:pt x="974513" y="1336989"/>
                </a:lnTo>
                <a:lnTo>
                  <a:pt x="974664" y="1336878"/>
                </a:lnTo>
                <a:lnTo>
                  <a:pt x="974802" y="1336752"/>
                </a:lnTo>
                <a:lnTo>
                  <a:pt x="974928" y="1336614"/>
                </a:lnTo>
                <a:lnTo>
                  <a:pt x="975039" y="1336463"/>
                </a:lnTo>
                <a:lnTo>
                  <a:pt x="975135" y="1336303"/>
                </a:lnTo>
                <a:lnTo>
                  <a:pt x="975215" y="1336134"/>
                </a:lnTo>
                <a:lnTo>
                  <a:pt x="975278" y="1335958"/>
                </a:lnTo>
                <a:lnTo>
                  <a:pt x="975323" y="1335777"/>
                </a:lnTo>
                <a:lnTo>
                  <a:pt x="975351" y="1335592"/>
                </a:lnTo>
                <a:lnTo>
                  <a:pt x="975360" y="1335405"/>
                </a:lnTo>
                <a:lnTo>
                  <a:pt x="975360" y="1327785"/>
                </a:lnTo>
                <a:lnTo>
                  <a:pt x="982980" y="1327785"/>
                </a:lnTo>
                <a:lnTo>
                  <a:pt x="983167" y="1327776"/>
                </a:lnTo>
                <a:lnTo>
                  <a:pt x="983352" y="1327748"/>
                </a:lnTo>
                <a:lnTo>
                  <a:pt x="983533" y="1327703"/>
                </a:lnTo>
                <a:lnTo>
                  <a:pt x="983709" y="1327640"/>
                </a:lnTo>
                <a:lnTo>
                  <a:pt x="983878" y="1327560"/>
                </a:lnTo>
                <a:lnTo>
                  <a:pt x="984038" y="1327464"/>
                </a:lnTo>
                <a:lnTo>
                  <a:pt x="984189" y="1327353"/>
                </a:lnTo>
                <a:lnTo>
                  <a:pt x="984327" y="1327227"/>
                </a:lnTo>
                <a:lnTo>
                  <a:pt x="984453" y="1327089"/>
                </a:lnTo>
                <a:lnTo>
                  <a:pt x="984564" y="1326938"/>
                </a:lnTo>
                <a:lnTo>
                  <a:pt x="984660" y="1326778"/>
                </a:lnTo>
                <a:lnTo>
                  <a:pt x="984740" y="1326609"/>
                </a:lnTo>
                <a:lnTo>
                  <a:pt x="984803" y="1326433"/>
                </a:lnTo>
                <a:lnTo>
                  <a:pt x="984848" y="1326252"/>
                </a:lnTo>
                <a:lnTo>
                  <a:pt x="984876" y="1326067"/>
                </a:lnTo>
                <a:lnTo>
                  <a:pt x="984885" y="1325880"/>
                </a:lnTo>
                <a:lnTo>
                  <a:pt x="984885" y="1184910"/>
                </a:lnTo>
                <a:lnTo>
                  <a:pt x="990600" y="1184910"/>
                </a:lnTo>
                <a:lnTo>
                  <a:pt x="990600" y="1249680"/>
                </a:lnTo>
                <a:lnTo>
                  <a:pt x="990609" y="1249867"/>
                </a:lnTo>
                <a:lnTo>
                  <a:pt x="990637" y="1250052"/>
                </a:lnTo>
                <a:lnTo>
                  <a:pt x="990682" y="1250233"/>
                </a:lnTo>
                <a:lnTo>
                  <a:pt x="990745" y="1250409"/>
                </a:lnTo>
                <a:lnTo>
                  <a:pt x="990825" y="1250578"/>
                </a:lnTo>
                <a:lnTo>
                  <a:pt x="990921" y="1250738"/>
                </a:lnTo>
                <a:lnTo>
                  <a:pt x="991032" y="1250889"/>
                </a:lnTo>
                <a:lnTo>
                  <a:pt x="991158" y="1251027"/>
                </a:lnTo>
                <a:lnTo>
                  <a:pt x="991296" y="1251153"/>
                </a:lnTo>
                <a:lnTo>
                  <a:pt x="991447" y="1251264"/>
                </a:lnTo>
                <a:lnTo>
                  <a:pt x="991607" y="1251360"/>
                </a:lnTo>
                <a:lnTo>
                  <a:pt x="991776" y="1251440"/>
                </a:lnTo>
                <a:lnTo>
                  <a:pt x="991952" y="1251503"/>
                </a:lnTo>
                <a:lnTo>
                  <a:pt x="992133" y="1251548"/>
                </a:lnTo>
                <a:lnTo>
                  <a:pt x="992318" y="1251576"/>
                </a:lnTo>
                <a:lnTo>
                  <a:pt x="992505" y="1251585"/>
                </a:lnTo>
                <a:lnTo>
                  <a:pt x="1030605" y="1251585"/>
                </a:lnTo>
                <a:lnTo>
                  <a:pt x="1030792" y="1251576"/>
                </a:lnTo>
                <a:lnTo>
                  <a:pt x="1030977" y="1251548"/>
                </a:lnTo>
                <a:lnTo>
                  <a:pt x="1031158" y="1251503"/>
                </a:lnTo>
                <a:lnTo>
                  <a:pt x="1031334" y="1251440"/>
                </a:lnTo>
                <a:lnTo>
                  <a:pt x="1031503" y="1251360"/>
                </a:lnTo>
                <a:lnTo>
                  <a:pt x="1031663" y="1251264"/>
                </a:lnTo>
                <a:lnTo>
                  <a:pt x="1031814" y="1251153"/>
                </a:lnTo>
                <a:lnTo>
                  <a:pt x="1031952" y="1251027"/>
                </a:lnTo>
                <a:lnTo>
                  <a:pt x="1032078" y="1250889"/>
                </a:lnTo>
                <a:lnTo>
                  <a:pt x="1032189" y="1250738"/>
                </a:lnTo>
                <a:lnTo>
                  <a:pt x="1032285" y="1250578"/>
                </a:lnTo>
                <a:lnTo>
                  <a:pt x="1032365" y="1250409"/>
                </a:lnTo>
                <a:lnTo>
                  <a:pt x="1032428" y="1250233"/>
                </a:lnTo>
                <a:lnTo>
                  <a:pt x="1032473" y="1250052"/>
                </a:lnTo>
                <a:lnTo>
                  <a:pt x="1032501" y="1249867"/>
                </a:lnTo>
                <a:lnTo>
                  <a:pt x="1032510" y="1249680"/>
                </a:lnTo>
                <a:lnTo>
                  <a:pt x="1032510" y="1146810"/>
                </a:lnTo>
                <a:lnTo>
                  <a:pt x="1040130" y="1146810"/>
                </a:lnTo>
                <a:lnTo>
                  <a:pt x="1040317" y="1146801"/>
                </a:lnTo>
                <a:lnTo>
                  <a:pt x="1040502" y="1146773"/>
                </a:lnTo>
                <a:lnTo>
                  <a:pt x="1040683" y="1146728"/>
                </a:lnTo>
                <a:lnTo>
                  <a:pt x="1040859" y="1146665"/>
                </a:lnTo>
                <a:lnTo>
                  <a:pt x="1041028" y="1146585"/>
                </a:lnTo>
                <a:lnTo>
                  <a:pt x="1041188" y="1146489"/>
                </a:lnTo>
                <a:lnTo>
                  <a:pt x="1041339" y="1146378"/>
                </a:lnTo>
                <a:lnTo>
                  <a:pt x="1041477" y="1146252"/>
                </a:lnTo>
                <a:lnTo>
                  <a:pt x="1041603" y="1146114"/>
                </a:lnTo>
                <a:lnTo>
                  <a:pt x="1041714" y="1145963"/>
                </a:lnTo>
                <a:lnTo>
                  <a:pt x="1041810" y="1145803"/>
                </a:lnTo>
                <a:lnTo>
                  <a:pt x="1041890" y="1145634"/>
                </a:lnTo>
                <a:lnTo>
                  <a:pt x="1041953" y="1145458"/>
                </a:lnTo>
                <a:lnTo>
                  <a:pt x="1041998" y="1145277"/>
                </a:lnTo>
                <a:lnTo>
                  <a:pt x="1042026" y="1145092"/>
                </a:lnTo>
                <a:lnTo>
                  <a:pt x="1042035" y="1144905"/>
                </a:lnTo>
                <a:lnTo>
                  <a:pt x="1042035" y="1137285"/>
                </a:lnTo>
                <a:lnTo>
                  <a:pt x="1068705" y="1137285"/>
                </a:lnTo>
                <a:lnTo>
                  <a:pt x="1068892" y="1137276"/>
                </a:lnTo>
                <a:lnTo>
                  <a:pt x="1069077" y="1137248"/>
                </a:lnTo>
                <a:lnTo>
                  <a:pt x="1069258" y="1137203"/>
                </a:lnTo>
                <a:lnTo>
                  <a:pt x="1069434" y="1137140"/>
                </a:lnTo>
                <a:lnTo>
                  <a:pt x="1069603" y="1137060"/>
                </a:lnTo>
                <a:lnTo>
                  <a:pt x="1069763" y="1136964"/>
                </a:lnTo>
                <a:lnTo>
                  <a:pt x="1069914" y="1136853"/>
                </a:lnTo>
                <a:lnTo>
                  <a:pt x="1070052" y="1136727"/>
                </a:lnTo>
                <a:lnTo>
                  <a:pt x="1070178" y="1136589"/>
                </a:lnTo>
                <a:lnTo>
                  <a:pt x="1070289" y="1136438"/>
                </a:lnTo>
                <a:lnTo>
                  <a:pt x="1070385" y="1136278"/>
                </a:lnTo>
                <a:lnTo>
                  <a:pt x="1070465" y="1136109"/>
                </a:lnTo>
                <a:lnTo>
                  <a:pt x="1070528" y="1135933"/>
                </a:lnTo>
                <a:lnTo>
                  <a:pt x="1070573" y="1135752"/>
                </a:lnTo>
                <a:lnTo>
                  <a:pt x="1070601" y="1135567"/>
                </a:lnTo>
                <a:lnTo>
                  <a:pt x="1070610" y="1135380"/>
                </a:lnTo>
                <a:lnTo>
                  <a:pt x="1070610" y="1099185"/>
                </a:lnTo>
                <a:lnTo>
                  <a:pt x="1076325" y="1099185"/>
                </a:lnTo>
                <a:lnTo>
                  <a:pt x="1076325" y="1135380"/>
                </a:lnTo>
                <a:lnTo>
                  <a:pt x="1076334" y="1135567"/>
                </a:lnTo>
                <a:lnTo>
                  <a:pt x="1076362" y="1135752"/>
                </a:lnTo>
                <a:lnTo>
                  <a:pt x="1076407" y="1135933"/>
                </a:lnTo>
                <a:lnTo>
                  <a:pt x="1076470" y="1136109"/>
                </a:lnTo>
                <a:lnTo>
                  <a:pt x="1076550" y="1136278"/>
                </a:lnTo>
                <a:lnTo>
                  <a:pt x="1076646" y="1136438"/>
                </a:lnTo>
                <a:lnTo>
                  <a:pt x="1076757" y="1136589"/>
                </a:lnTo>
                <a:lnTo>
                  <a:pt x="1076883" y="1136727"/>
                </a:lnTo>
                <a:lnTo>
                  <a:pt x="1077021" y="1136853"/>
                </a:lnTo>
                <a:lnTo>
                  <a:pt x="1077172" y="1136964"/>
                </a:lnTo>
                <a:lnTo>
                  <a:pt x="1077332" y="1137060"/>
                </a:lnTo>
                <a:lnTo>
                  <a:pt x="1077501" y="1137140"/>
                </a:lnTo>
                <a:lnTo>
                  <a:pt x="1077677" y="1137203"/>
                </a:lnTo>
                <a:lnTo>
                  <a:pt x="1077858" y="1137248"/>
                </a:lnTo>
                <a:lnTo>
                  <a:pt x="1078043" y="1137276"/>
                </a:lnTo>
                <a:lnTo>
                  <a:pt x="1078230" y="1137285"/>
                </a:lnTo>
                <a:lnTo>
                  <a:pt x="1085850" y="1137285"/>
                </a:lnTo>
                <a:lnTo>
                  <a:pt x="1085850" y="1259205"/>
                </a:lnTo>
                <a:lnTo>
                  <a:pt x="1085859" y="1259392"/>
                </a:lnTo>
                <a:lnTo>
                  <a:pt x="1085887" y="1259577"/>
                </a:lnTo>
                <a:lnTo>
                  <a:pt x="1085932" y="1259758"/>
                </a:lnTo>
                <a:lnTo>
                  <a:pt x="1085995" y="1259934"/>
                </a:lnTo>
                <a:lnTo>
                  <a:pt x="1086075" y="1260103"/>
                </a:lnTo>
                <a:lnTo>
                  <a:pt x="1086171" y="1260263"/>
                </a:lnTo>
                <a:lnTo>
                  <a:pt x="1086282" y="1260414"/>
                </a:lnTo>
                <a:lnTo>
                  <a:pt x="1086408" y="1260552"/>
                </a:lnTo>
                <a:lnTo>
                  <a:pt x="1086546" y="1260678"/>
                </a:lnTo>
                <a:lnTo>
                  <a:pt x="1086697" y="1260789"/>
                </a:lnTo>
                <a:lnTo>
                  <a:pt x="1086857" y="1260885"/>
                </a:lnTo>
                <a:lnTo>
                  <a:pt x="1087026" y="1260965"/>
                </a:lnTo>
                <a:lnTo>
                  <a:pt x="1087202" y="1261028"/>
                </a:lnTo>
                <a:lnTo>
                  <a:pt x="1087383" y="1261073"/>
                </a:lnTo>
                <a:lnTo>
                  <a:pt x="1087568" y="1261101"/>
                </a:lnTo>
                <a:lnTo>
                  <a:pt x="1087755" y="1261110"/>
                </a:lnTo>
                <a:lnTo>
                  <a:pt x="1095375" y="1261110"/>
                </a:lnTo>
                <a:lnTo>
                  <a:pt x="1095375" y="1306830"/>
                </a:lnTo>
                <a:lnTo>
                  <a:pt x="1095384" y="1307017"/>
                </a:lnTo>
                <a:lnTo>
                  <a:pt x="1095412" y="1307202"/>
                </a:lnTo>
                <a:lnTo>
                  <a:pt x="1095457" y="1307383"/>
                </a:lnTo>
                <a:lnTo>
                  <a:pt x="1095520" y="1307559"/>
                </a:lnTo>
                <a:lnTo>
                  <a:pt x="1095600" y="1307728"/>
                </a:lnTo>
                <a:lnTo>
                  <a:pt x="1095696" y="1307888"/>
                </a:lnTo>
                <a:lnTo>
                  <a:pt x="1095807" y="1308039"/>
                </a:lnTo>
                <a:lnTo>
                  <a:pt x="1095933" y="1308177"/>
                </a:lnTo>
                <a:lnTo>
                  <a:pt x="1096071" y="1308303"/>
                </a:lnTo>
                <a:lnTo>
                  <a:pt x="1096222" y="1308414"/>
                </a:lnTo>
                <a:lnTo>
                  <a:pt x="1096382" y="1308510"/>
                </a:lnTo>
                <a:lnTo>
                  <a:pt x="1096551" y="1308590"/>
                </a:lnTo>
                <a:lnTo>
                  <a:pt x="1096727" y="1308653"/>
                </a:lnTo>
                <a:lnTo>
                  <a:pt x="1096908" y="1308698"/>
                </a:lnTo>
                <a:lnTo>
                  <a:pt x="1097093" y="1308726"/>
                </a:lnTo>
                <a:lnTo>
                  <a:pt x="1097280" y="1308735"/>
                </a:lnTo>
                <a:lnTo>
                  <a:pt x="1125855" y="1308735"/>
                </a:lnTo>
                <a:lnTo>
                  <a:pt x="1126042" y="1308726"/>
                </a:lnTo>
                <a:lnTo>
                  <a:pt x="1126227" y="1308698"/>
                </a:lnTo>
                <a:lnTo>
                  <a:pt x="1126408" y="1308653"/>
                </a:lnTo>
                <a:lnTo>
                  <a:pt x="1126584" y="1308590"/>
                </a:lnTo>
                <a:lnTo>
                  <a:pt x="1126753" y="1308510"/>
                </a:lnTo>
                <a:lnTo>
                  <a:pt x="1126913" y="1308414"/>
                </a:lnTo>
                <a:lnTo>
                  <a:pt x="1127064" y="1308303"/>
                </a:lnTo>
                <a:lnTo>
                  <a:pt x="1127202" y="1308177"/>
                </a:lnTo>
                <a:lnTo>
                  <a:pt x="1127328" y="1308039"/>
                </a:lnTo>
                <a:lnTo>
                  <a:pt x="1127439" y="1307888"/>
                </a:lnTo>
                <a:lnTo>
                  <a:pt x="1127535" y="1307728"/>
                </a:lnTo>
                <a:lnTo>
                  <a:pt x="1127615" y="1307559"/>
                </a:lnTo>
                <a:lnTo>
                  <a:pt x="1127678" y="1307383"/>
                </a:lnTo>
                <a:lnTo>
                  <a:pt x="1127723" y="1307202"/>
                </a:lnTo>
                <a:lnTo>
                  <a:pt x="1127751" y="1307017"/>
                </a:lnTo>
                <a:lnTo>
                  <a:pt x="1127760" y="1306830"/>
                </a:lnTo>
                <a:lnTo>
                  <a:pt x="1127760" y="1232535"/>
                </a:lnTo>
                <a:lnTo>
                  <a:pt x="1154430" y="1232535"/>
                </a:lnTo>
                <a:lnTo>
                  <a:pt x="1154617" y="1232526"/>
                </a:lnTo>
                <a:lnTo>
                  <a:pt x="1154802" y="1232498"/>
                </a:lnTo>
                <a:lnTo>
                  <a:pt x="1154983" y="1232453"/>
                </a:lnTo>
                <a:lnTo>
                  <a:pt x="1155159" y="1232390"/>
                </a:lnTo>
                <a:lnTo>
                  <a:pt x="1155328" y="1232310"/>
                </a:lnTo>
                <a:lnTo>
                  <a:pt x="1155488" y="1232214"/>
                </a:lnTo>
                <a:lnTo>
                  <a:pt x="1155639" y="1232103"/>
                </a:lnTo>
                <a:lnTo>
                  <a:pt x="1155777" y="1231977"/>
                </a:lnTo>
                <a:lnTo>
                  <a:pt x="1155903" y="1231839"/>
                </a:lnTo>
                <a:lnTo>
                  <a:pt x="1156014" y="1231688"/>
                </a:lnTo>
                <a:lnTo>
                  <a:pt x="1156110" y="1231528"/>
                </a:lnTo>
                <a:lnTo>
                  <a:pt x="1156190" y="1231359"/>
                </a:lnTo>
                <a:lnTo>
                  <a:pt x="1156253" y="1231183"/>
                </a:lnTo>
                <a:lnTo>
                  <a:pt x="1156298" y="1231002"/>
                </a:lnTo>
                <a:lnTo>
                  <a:pt x="1156326" y="1230817"/>
                </a:lnTo>
                <a:lnTo>
                  <a:pt x="1156335" y="1230630"/>
                </a:lnTo>
                <a:lnTo>
                  <a:pt x="1156335" y="1223010"/>
                </a:lnTo>
                <a:lnTo>
                  <a:pt x="1162050" y="1223010"/>
                </a:lnTo>
                <a:lnTo>
                  <a:pt x="1162050" y="1230630"/>
                </a:lnTo>
                <a:lnTo>
                  <a:pt x="1162059" y="1230817"/>
                </a:lnTo>
                <a:lnTo>
                  <a:pt x="1162087" y="1231002"/>
                </a:lnTo>
                <a:lnTo>
                  <a:pt x="1162132" y="1231183"/>
                </a:lnTo>
                <a:lnTo>
                  <a:pt x="1162195" y="1231359"/>
                </a:lnTo>
                <a:lnTo>
                  <a:pt x="1162275" y="1231528"/>
                </a:lnTo>
                <a:lnTo>
                  <a:pt x="1162371" y="1231688"/>
                </a:lnTo>
                <a:lnTo>
                  <a:pt x="1162482" y="1231839"/>
                </a:lnTo>
                <a:lnTo>
                  <a:pt x="1162608" y="1231977"/>
                </a:lnTo>
                <a:lnTo>
                  <a:pt x="1162746" y="1232103"/>
                </a:lnTo>
                <a:lnTo>
                  <a:pt x="1162897" y="1232214"/>
                </a:lnTo>
                <a:lnTo>
                  <a:pt x="1163057" y="1232310"/>
                </a:lnTo>
                <a:lnTo>
                  <a:pt x="1163226" y="1232390"/>
                </a:lnTo>
                <a:lnTo>
                  <a:pt x="1163402" y="1232453"/>
                </a:lnTo>
                <a:lnTo>
                  <a:pt x="1163583" y="1232498"/>
                </a:lnTo>
                <a:lnTo>
                  <a:pt x="1163768" y="1232526"/>
                </a:lnTo>
                <a:lnTo>
                  <a:pt x="1163955" y="1232535"/>
                </a:lnTo>
                <a:lnTo>
                  <a:pt x="1181100" y="1232535"/>
                </a:lnTo>
                <a:lnTo>
                  <a:pt x="1181100" y="1249680"/>
                </a:lnTo>
                <a:lnTo>
                  <a:pt x="1181109" y="1249867"/>
                </a:lnTo>
                <a:lnTo>
                  <a:pt x="1181137" y="1250052"/>
                </a:lnTo>
                <a:lnTo>
                  <a:pt x="1181182" y="1250233"/>
                </a:lnTo>
                <a:lnTo>
                  <a:pt x="1181245" y="1250409"/>
                </a:lnTo>
                <a:lnTo>
                  <a:pt x="1181325" y="1250578"/>
                </a:lnTo>
                <a:lnTo>
                  <a:pt x="1181421" y="1250738"/>
                </a:lnTo>
                <a:lnTo>
                  <a:pt x="1181532" y="1250889"/>
                </a:lnTo>
                <a:lnTo>
                  <a:pt x="1181658" y="1251027"/>
                </a:lnTo>
                <a:lnTo>
                  <a:pt x="1181796" y="1251153"/>
                </a:lnTo>
                <a:lnTo>
                  <a:pt x="1181947" y="1251264"/>
                </a:lnTo>
                <a:lnTo>
                  <a:pt x="1182107" y="1251360"/>
                </a:lnTo>
                <a:lnTo>
                  <a:pt x="1182276" y="1251440"/>
                </a:lnTo>
                <a:lnTo>
                  <a:pt x="1182452" y="1251503"/>
                </a:lnTo>
                <a:lnTo>
                  <a:pt x="1182633" y="1251548"/>
                </a:lnTo>
                <a:lnTo>
                  <a:pt x="1182818" y="1251576"/>
                </a:lnTo>
                <a:lnTo>
                  <a:pt x="1183005" y="1251585"/>
                </a:lnTo>
                <a:lnTo>
                  <a:pt x="1190625" y="1251585"/>
                </a:lnTo>
                <a:lnTo>
                  <a:pt x="1190625" y="1278255"/>
                </a:lnTo>
                <a:lnTo>
                  <a:pt x="1190634" y="1278442"/>
                </a:lnTo>
                <a:lnTo>
                  <a:pt x="1190662" y="1278627"/>
                </a:lnTo>
                <a:lnTo>
                  <a:pt x="1190707" y="1278808"/>
                </a:lnTo>
                <a:lnTo>
                  <a:pt x="1190770" y="1278984"/>
                </a:lnTo>
                <a:lnTo>
                  <a:pt x="1190850" y="1279153"/>
                </a:lnTo>
                <a:lnTo>
                  <a:pt x="1190946" y="1279313"/>
                </a:lnTo>
                <a:lnTo>
                  <a:pt x="1191057" y="1279464"/>
                </a:lnTo>
                <a:lnTo>
                  <a:pt x="1191183" y="1279602"/>
                </a:lnTo>
                <a:lnTo>
                  <a:pt x="1191321" y="1279728"/>
                </a:lnTo>
                <a:lnTo>
                  <a:pt x="1191472" y="1279839"/>
                </a:lnTo>
                <a:lnTo>
                  <a:pt x="1191632" y="1279935"/>
                </a:lnTo>
                <a:lnTo>
                  <a:pt x="1191801" y="1280015"/>
                </a:lnTo>
                <a:lnTo>
                  <a:pt x="1191977" y="1280078"/>
                </a:lnTo>
                <a:lnTo>
                  <a:pt x="1192158" y="1280123"/>
                </a:lnTo>
                <a:lnTo>
                  <a:pt x="1192343" y="1280151"/>
                </a:lnTo>
                <a:lnTo>
                  <a:pt x="1192530" y="1280160"/>
                </a:lnTo>
                <a:lnTo>
                  <a:pt x="1221105" y="1280160"/>
                </a:lnTo>
                <a:lnTo>
                  <a:pt x="1221292" y="1280151"/>
                </a:lnTo>
                <a:lnTo>
                  <a:pt x="1221477" y="1280123"/>
                </a:lnTo>
                <a:lnTo>
                  <a:pt x="1221658" y="1280078"/>
                </a:lnTo>
                <a:lnTo>
                  <a:pt x="1221834" y="1280015"/>
                </a:lnTo>
                <a:lnTo>
                  <a:pt x="1222003" y="1279935"/>
                </a:lnTo>
                <a:lnTo>
                  <a:pt x="1222163" y="1279839"/>
                </a:lnTo>
                <a:lnTo>
                  <a:pt x="1222314" y="1279728"/>
                </a:lnTo>
                <a:lnTo>
                  <a:pt x="1222452" y="1279602"/>
                </a:lnTo>
                <a:lnTo>
                  <a:pt x="1222578" y="1279464"/>
                </a:lnTo>
                <a:lnTo>
                  <a:pt x="1222689" y="1279313"/>
                </a:lnTo>
                <a:lnTo>
                  <a:pt x="1222785" y="1279153"/>
                </a:lnTo>
                <a:lnTo>
                  <a:pt x="1222865" y="1278984"/>
                </a:lnTo>
                <a:lnTo>
                  <a:pt x="1222928" y="1278808"/>
                </a:lnTo>
                <a:lnTo>
                  <a:pt x="1222973" y="1278627"/>
                </a:lnTo>
                <a:lnTo>
                  <a:pt x="1223001" y="1278442"/>
                </a:lnTo>
                <a:lnTo>
                  <a:pt x="1223010" y="1278255"/>
                </a:lnTo>
                <a:lnTo>
                  <a:pt x="1223010" y="1270635"/>
                </a:lnTo>
                <a:lnTo>
                  <a:pt x="1230630" y="1270635"/>
                </a:lnTo>
                <a:lnTo>
                  <a:pt x="1230817" y="1270626"/>
                </a:lnTo>
                <a:lnTo>
                  <a:pt x="1231002" y="1270598"/>
                </a:lnTo>
                <a:lnTo>
                  <a:pt x="1231183" y="1270553"/>
                </a:lnTo>
                <a:lnTo>
                  <a:pt x="1231359" y="1270490"/>
                </a:lnTo>
                <a:lnTo>
                  <a:pt x="1231528" y="1270410"/>
                </a:lnTo>
                <a:lnTo>
                  <a:pt x="1231688" y="1270314"/>
                </a:lnTo>
                <a:lnTo>
                  <a:pt x="1231839" y="1270203"/>
                </a:lnTo>
                <a:lnTo>
                  <a:pt x="1231977" y="1270077"/>
                </a:lnTo>
                <a:lnTo>
                  <a:pt x="1232103" y="1269939"/>
                </a:lnTo>
                <a:lnTo>
                  <a:pt x="1232214" y="1269788"/>
                </a:lnTo>
                <a:lnTo>
                  <a:pt x="1232310" y="1269628"/>
                </a:lnTo>
                <a:lnTo>
                  <a:pt x="1232390" y="1269459"/>
                </a:lnTo>
                <a:lnTo>
                  <a:pt x="1232453" y="1269283"/>
                </a:lnTo>
                <a:lnTo>
                  <a:pt x="1232498" y="1269102"/>
                </a:lnTo>
                <a:lnTo>
                  <a:pt x="1232526" y="1268917"/>
                </a:lnTo>
                <a:lnTo>
                  <a:pt x="1232535" y="1268730"/>
                </a:lnTo>
                <a:lnTo>
                  <a:pt x="1232535" y="1261110"/>
                </a:lnTo>
                <a:lnTo>
                  <a:pt x="1238250" y="1261110"/>
                </a:lnTo>
                <a:lnTo>
                  <a:pt x="1238250" y="1287780"/>
                </a:lnTo>
                <a:lnTo>
                  <a:pt x="1238259" y="1287967"/>
                </a:lnTo>
                <a:lnTo>
                  <a:pt x="1238287" y="1288152"/>
                </a:lnTo>
                <a:lnTo>
                  <a:pt x="1238332" y="1288333"/>
                </a:lnTo>
                <a:lnTo>
                  <a:pt x="1238395" y="1288509"/>
                </a:lnTo>
                <a:lnTo>
                  <a:pt x="1238475" y="1288678"/>
                </a:lnTo>
                <a:lnTo>
                  <a:pt x="1238571" y="1288838"/>
                </a:lnTo>
                <a:lnTo>
                  <a:pt x="1238682" y="1288989"/>
                </a:lnTo>
                <a:lnTo>
                  <a:pt x="1238808" y="1289127"/>
                </a:lnTo>
                <a:lnTo>
                  <a:pt x="1238946" y="1289253"/>
                </a:lnTo>
                <a:lnTo>
                  <a:pt x="1239097" y="1289364"/>
                </a:lnTo>
                <a:lnTo>
                  <a:pt x="1239257" y="1289460"/>
                </a:lnTo>
                <a:lnTo>
                  <a:pt x="1239426" y="1289540"/>
                </a:lnTo>
                <a:lnTo>
                  <a:pt x="1239602" y="1289603"/>
                </a:lnTo>
                <a:lnTo>
                  <a:pt x="1239783" y="1289648"/>
                </a:lnTo>
                <a:lnTo>
                  <a:pt x="1239968" y="1289676"/>
                </a:lnTo>
                <a:lnTo>
                  <a:pt x="1240155" y="1289685"/>
                </a:lnTo>
                <a:lnTo>
                  <a:pt x="1247775" y="1289685"/>
                </a:lnTo>
                <a:lnTo>
                  <a:pt x="1247775" y="1306830"/>
                </a:lnTo>
                <a:lnTo>
                  <a:pt x="1247784" y="1307017"/>
                </a:lnTo>
                <a:lnTo>
                  <a:pt x="1247812" y="1307202"/>
                </a:lnTo>
                <a:lnTo>
                  <a:pt x="1247857" y="1307383"/>
                </a:lnTo>
                <a:lnTo>
                  <a:pt x="1247920" y="1307559"/>
                </a:lnTo>
                <a:lnTo>
                  <a:pt x="1248000" y="1307728"/>
                </a:lnTo>
                <a:lnTo>
                  <a:pt x="1248096" y="1307888"/>
                </a:lnTo>
                <a:lnTo>
                  <a:pt x="1248207" y="1308039"/>
                </a:lnTo>
                <a:lnTo>
                  <a:pt x="1248333" y="1308177"/>
                </a:lnTo>
                <a:lnTo>
                  <a:pt x="1248471" y="1308303"/>
                </a:lnTo>
                <a:lnTo>
                  <a:pt x="1248622" y="1308414"/>
                </a:lnTo>
                <a:lnTo>
                  <a:pt x="1248782" y="1308510"/>
                </a:lnTo>
                <a:lnTo>
                  <a:pt x="1248951" y="1308590"/>
                </a:lnTo>
                <a:lnTo>
                  <a:pt x="1249127" y="1308653"/>
                </a:lnTo>
                <a:lnTo>
                  <a:pt x="1249308" y="1308698"/>
                </a:lnTo>
                <a:lnTo>
                  <a:pt x="1249493" y="1308726"/>
                </a:lnTo>
                <a:lnTo>
                  <a:pt x="1249680" y="1308735"/>
                </a:lnTo>
                <a:lnTo>
                  <a:pt x="1257300" y="1308735"/>
                </a:lnTo>
                <a:lnTo>
                  <a:pt x="1257300" y="1316355"/>
                </a:lnTo>
                <a:lnTo>
                  <a:pt x="1257309" y="1316542"/>
                </a:lnTo>
                <a:lnTo>
                  <a:pt x="1257337" y="1316727"/>
                </a:lnTo>
                <a:lnTo>
                  <a:pt x="1257382" y="1316908"/>
                </a:lnTo>
                <a:lnTo>
                  <a:pt x="1257445" y="1317084"/>
                </a:lnTo>
                <a:lnTo>
                  <a:pt x="1257525" y="1317253"/>
                </a:lnTo>
                <a:lnTo>
                  <a:pt x="1257621" y="1317413"/>
                </a:lnTo>
                <a:lnTo>
                  <a:pt x="1257732" y="1317564"/>
                </a:lnTo>
                <a:lnTo>
                  <a:pt x="1257858" y="1317702"/>
                </a:lnTo>
                <a:lnTo>
                  <a:pt x="1257996" y="1317828"/>
                </a:lnTo>
                <a:lnTo>
                  <a:pt x="1258147" y="1317939"/>
                </a:lnTo>
                <a:lnTo>
                  <a:pt x="1258307" y="1318035"/>
                </a:lnTo>
                <a:lnTo>
                  <a:pt x="1258476" y="1318115"/>
                </a:lnTo>
                <a:lnTo>
                  <a:pt x="1258652" y="1318178"/>
                </a:lnTo>
                <a:lnTo>
                  <a:pt x="1258833" y="1318223"/>
                </a:lnTo>
                <a:lnTo>
                  <a:pt x="1259018" y="1318251"/>
                </a:lnTo>
                <a:lnTo>
                  <a:pt x="1259205" y="1318260"/>
                </a:lnTo>
                <a:lnTo>
                  <a:pt x="1278255" y="1318260"/>
                </a:lnTo>
                <a:lnTo>
                  <a:pt x="1278442" y="1318251"/>
                </a:lnTo>
                <a:lnTo>
                  <a:pt x="1278627" y="1318223"/>
                </a:lnTo>
                <a:lnTo>
                  <a:pt x="1278808" y="1318178"/>
                </a:lnTo>
                <a:lnTo>
                  <a:pt x="1278984" y="1318115"/>
                </a:lnTo>
                <a:lnTo>
                  <a:pt x="1279153" y="1318035"/>
                </a:lnTo>
                <a:lnTo>
                  <a:pt x="1279313" y="1317939"/>
                </a:lnTo>
                <a:lnTo>
                  <a:pt x="1279464" y="1317828"/>
                </a:lnTo>
                <a:lnTo>
                  <a:pt x="1279602" y="1317702"/>
                </a:lnTo>
                <a:lnTo>
                  <a:pt x="1279728" y="1317564"/>
                </a:lnTo>
                <a:lnTo>
                  <a:pt x="1279839" y="1317413"/>
                </a:lnTo>
                <a:lnTo>
                  <a:pt x="1279935" y="1317253"/>
                </a:lnTo>
                <a:lnTo>
                  <a:pt x="1280015" y="1317084"/>
                </a:lnTo>
                <a:lnTo>
                  <a:pt x="1280078" y="1316908"/>
                </a:lnTo>
                <a:lnTo>
                  <a:pt x="1280123" y="1316727"/>
                </a:lnTo>
                <a:lnTo>
                  <a:pt x="1280151" y="1316542"/>
                </a:lnTo>
                <a:lnTo>
                  <a:pt x="1280160" y="1316355"/>
                </a:lnTo>
                <a:lnTo>
                  <a:pt x="1280160" y="1270635"/>
                </a:lnTo>
                <a:lnTo>
                  <a:pt x="1285875" y="1270635"/>
                </a:lnTo>
                <a:lnTo>
                  <a:pt x="1285875" y="1297305"/>
                </a:lnTo>
                <a:lnTo>
                  <a:pt x="1285884" y="1297492"/>
                </a:lnTo>
                <a:lnTo>
                  <a:pt x="1285912" y="1297677"/>
                </a:lnTo>
                <a:lnTo>
                  <a:pt x="1285957" y="1297858"/>
                </a:lnTo>
                <a:lnTo>
                  <a:pt x="1286020" y="1298034"/>
                </a:lnTo>
                <a:lnTo>
                  <a:pt x="1286100" y="1298203"/>
                </a:lnTo>
                <a:lnTo>
                  <a:pt x="1286196" y="1298363"/>
                </a:lnTo>
                <a:lnTo>
                  <a:pt x="1286307" y="1298514"/>
                </a:lnTo>
                <a:lnTo>
                  <a:pt x="1286433" y="1298652"/>
                </a:lnTo>
                <a:lnTo>
                  <a:pt x="1286571" y="1298778"/>
                </a:lnTo>
                <a:lnTo>
                  <a:pt x="1286722" y="1298889"/>
                </a:lnTo>
                <a:lnTo>
                  <a:pt x="1286882" y="1298985"/>
                </a:lnTo>
                <a:lnTo>
                  <a:pt x="1287051" y="1299065"/>
                </a:lnTo>
                <a:lnTo>
                  <a:pt x="1287227" y="1299128"/>
                </a:lnTo>
                <a:lnTo>
                  <a:pt x="1287408" y="1299173"/>
                </a:lnTo>
                <a:lnTo>
                  <a:pt x="1287593" y="1299201"/>
                </a:lnTo>
                <a:lnTo>
                  <a:pt x="1287780" y="1299210"/>
                </a:lnTo>
                <a:lnTo>
                  <a:pt x="1295400" y="1299210"/>
                </a:lnTo>
                <a:lnTo>
                  <a:pt x="1295400" y="1373505"/>
                </a:lnTo>
                <a:lnTo>
                  <a:pt x="1295409" y="1373692"/>
                </a:lnTo>
                <a:lnTo>
                  <a:pt x="1295437" y="1373877"/>
                </a:lnTo>
                <a:lnTo>
                  <a:pt x="1295482" y="1374058"/>
                </a:lnTo>
                <a:lnTo>
                  <a:pt x="1295545" y="1374234"/>
                </a:lnTo>
                <a:lnTo>
                  <a:pt x="1295625" y="1374403"/>
                </a:lnTo>
                <a:lnTo>
                  <a:pt x="1295721" y="1374563"/>
                </a:lnTo>
                <a:lnTo>
                  <a:pt x="1295832" y="1374714"/>
                </a:lnTo>
                <a:lnTo>
                  <a:pt x="1295958" y="1374852"/>
                </a:lnTo>
                <a:lnTo>
                  <a:pt x="1296096" y="1374978"/>
                </a:lnTo>
                <a:lnTo>
                  <a:pt x="1296247" y="1375089"/>
                </a:lnTo>
                <a:lnTo>
                  <a:pt x="1296407" y="1375185"/>
                </a:lnTo>
                <a:lnTo>
                  <a:pt x="1296576" y="1375265"/>
                </a:lnTo>
                <a:lnTo>
                  <a:pt x="1296752" y="1375328"/>
                </a:lnTo>
                <a:lnTo>
                  <a:pt x="1296933" y="1375373"/>
                </a:lnTo>
                <a:lnTo>
                  <a:pt x="1297118" y="1375401"/>
                </a:lnTo>
                <a:lnTo>
                  <a:pt x="1297305" y="1375410"/>
                </a:lnTo>
                <a:lnTo>
                  <a:pt x="1304925" y="1375410"/>
                </a:lnTo>
                <a:lnTo>
                  <a:pt x="1304925" y="1402080"/>
                </a:lnTo>
                <a:lnTo>
                  <a:pt x="1304934" y="1402267"/>
                </a:lnTo>
                <a:lnTo>
                  <a:pt x="1304962" y="1402452"/>
                </a:lnTo>
                <a:lnTo>
                  <a:pt x="1305007" y="1402633"/>
                </a:lnTo>
                <a:lnTo>
                  <a:pt x="1305070" y="1402809"/>
                </a:lnTo>
                <a:lnTo>
                  <a:pt x="1305150" y="1402978"/>
                </a:lnTo>
                <a:lnTo>
                  <a:pt x="1305246" y="1403138"/>
                </a:lnTo>
                <a:lnTo>
                  <a:pt x="1305357" y="1403289"/>
                </a:lnTo>
                <a:lnTo>
                  <a:pt x="1305483" y="1403427"/>
                </a:lnTo>
                <a:lnTo>
                  <a:pt x="1305621" y="1403553"/>
                </a:lnTo>
                <a:lnTo>
                  <a:pt x="1305772" y="1403664"/>
                </a:lnTo>
                <a:lnTo>
                  <a:pt x="1305932" y="1403760"/>
                </a:lnTo>
                <a:lnTo>
                  <a:pt x="1306101" y="1403840"/>
                </a:lnTo>
                <a:lnTo>
                  <a:pt x="1306277" y="1403903"/>
                </a:lnTo>
                <a:lnTo>
                  <a:pt x="1306458" y="1403948"/>
                </a:lnTo>
                <a:lnTo>
                  <a:pt x="1306643" y="1403976"/>
                </a:lnTo>
                <a:lnTo>
                  <a:pt x="1306830" y="1403985"/>
                </a:lnTo>
                <a:lnTo>
                  <a:pt x="1314450" y="1403985"/>
                </a:lnTo>
                <a:lnTo>
                  <a:pt x="1314450" y="1411605"/>
                </a:lnTo>
                <a:lnTo>
                  <a:pt x="1314459" y="1411792"/>
                </a:lnTo>
                <a:lnTo>
                  <a:pt x="1314487" y="1411977"/>
                </a:lnTo>
                <a:lnTo>
                  <a:pt x="1314532" y="1412158"/>
                </a:lnTo>
                <a:lnTo>
                  <a:pt x="1314595" y="1412334"/>
                </a:lnTo>
                <a:lnTo>
                  <a:pt x="1314675" y="1412503"/>
                </a:lnTo>
                <a:lnTo>
                  <a:pt x="1314771" y="1412663"/>
                </a:lnTo>
                <a:lnTo>
                  <a:pt x="1314882" y="1412814"/>
                </a:lnTo>
                <a:lnTo>
                  <a:pt x="1315008" y="1412952"/>
                </a:lnTo>
                <a:lnTo>
                  <a:pt x="1315146" y="1413078"/>
                </a:lnTo>
                <a:lnTo>
                  <a:pt x="1315297" y="1413189"/>
                </a:lnTo>
                <a:lnTo>
                  <a:pt x="1315457" y="1413285"/>
                </a:lnTo>
                <a:lnTo>
                  <a:pt x="1315626" y="1413365"/>
                </a:lnTo>
                <a:lnTo>
                  <a:pt x="1315802" y="1413428"/>
                </a:lnTo>
                <a:lnTo>
                  <a:pt x="1315983" y="1413473"/>
                </a:lnTo>
                <a:lnTo>
                  <a:pt x="1316168" y="1413501"/>
                </a:lnTo>
                <a:lnTo>
                  <a:pt x="1316355" y="1413510"/>
                </a:lnTo>
                <a:lnTo>
                  <a:pt x="1335405" y="1413510"/>
                </a:lnTo>
                <a:lnTo>
                  <a:pt x="1335592" y="1413501"/>
                </a:lnTo>
                <a:lnTo>
                  <a:pt x="1335777" y="1413473"/>
                </a:lnTo>
                <a:lnTo>
                  <a:pt x="1335958" y="1413428"/>
                </a:lnTo>
                <a:lnTo>
                  <a:pt x="1336134" y="1413365"/>
                </a:lnTo>
                <a:lnTo>
                  <a:pt x="1336303" y="1413285"/>
                </a:lnTo>
                <a:lnTo>
                  <a:pt x="1336463" y="1413189"/>
                </a:lnTo>
                <a:lnTo>
                  <a:pt x="1336614" y="1413078"/>
                </a:lnTo>
                <a:lnTo>
                  <a:pt x="1336752" y="1412952"/>
                </a:lnTo>
                <a:lnTo>
                  <a:pt x="1336878" y="1412814"/>
                </a:lnTo>
                <a:lnTo>
                  <a:pt x="1336989" y="1412663"/>
                </a:lnTo>
                <a:lnTo>
                  <a:pt x="1337085" y="1412503"/>
                </a:lnTo>
                <a:lnTo>
                  <a:pt x="1337165" y="1412334"/>
                </a:lnTo>
                <a:lnTo>
                  <a:pt x="1337228" y="1412158"/>
                </a:lnTo>
                <a:lnTo>
                  <a:pt x="1337273" y="1411977"/>
                </a:lnTo>
                <a:lnTo>
                  <a:pt x="1337301" y="1411792"/>
                </a:lnTo>
                <a:lnTo>
                  <a:pt x="1337310" y="1411605"/>
                </a:lnTo>
                <a:lnTo>
                  <a:pt x="1337310" y="1384935"/>
                </a:lnTo>
                <a:lnTo>
                  <a:pt x="1344930" y="1384935"/>
                </a:lnTo>
                <a:lnTo>
                  <a:pt x="1345117" y="1384926"/>
                </a:lnTo>
                <a:lnTo>
                  <a:pt x="1345302" y="1384898"/>
                </a:lnTo>
                <a:lnTo>
                  <a:pt x="1345483" y="1384853"/>
                </a:lnTo>
                <a:lnTo>
                  <a:pt x="1345659" y="1384790"/>
                </a:lnTo>
                <a:lnTo>
                  <a:pt x="1345828" y="1384710"/>
                </a:lnTo>
                <a:lnTo>
                  <a:pt x="1345988" y="1384614"/>
                </a:lnTo>
                <a:lnTo>
                  <a:pt x="1346139" y="1384503"/>
                </a:lnTo>
                <a:lnTo>
                  <a:pt x="1346277" y="1384377"/>
                </a:lnTo>
                <a:lnTo>
                  <a:pt x="1346403" y="1384239"/>
                </a:lnTo>
                <a:lnTo>
                  <a:pt x="1346514" y="1384088"/>
                </a:lnTo>
                <a:lnTo>
                  <a:pt x="1346610" y="1383928"/>
                </a:lnTo>
                <a:lnTo>
                  <a:pt x="1346690" y="1383759"/>
                </a:lnTo>
                <a:lnTo>
                  <a:pt x="1346753" y="1383583"/>
                </a:lnTo>
                <a:lnTo>
                  <a:pt x="1346798" y="1383402"/>
                </a:lnTo>
                <a:lnTo>
                  <a:pt x="1346826" y="1383217"/>
                </a:lnTo>
                <a:lnTo>
                  <a:pt x="1346835" y="1383030"/>
                </a:lnTo>
                <a:lnTo>
                  <a:pt x="1346835" y="1356360"/>
                </a:lnTo>
                <a:lnTo>
                  <a:pt x="1352550" y="1356360"/>
                </a:lnTo>
                <a:lnTo>
                  <a:pt x="1352550" y="1392555"/>
                </a:lnTo>
                <a:lnTo>
                  <a:pt x="1352559" y="1392742"/>
                </a:lnTo>
                <a:lnTo>
                  <a:pt x="1352587" y="1392927"/>
                </a:lnTo>
                <a:lnTo>
                  <a:pt x="1352632" y="1393108"/>
                </a:lnTo>
                <a:lnTo>
                  <a:pt x="1352695" y="1393284"/>
                </a:lnTo>
                <a:lnTo>
                  <a:pt x="1352775" y="1393453"/>
                </a:lnTo>
                <a:lnTo>
                  <a:pt x="1352871" y="1393613"/>
                </a:lnTo>
                <a:lnTo>
                  <a:pt x="1352982" y="1393764"/>
                </a:lnTo>
                <a:lnTo>
                  <a:pt x="1353108" y="1393902"/>
                </a:lnTo>
                <a:lnTo>
                  <a:pt x="1353246" y="1394028"/>
                </a:lnTo>
                <a:lnTo>
                  <a:pt x="1353397" y="1394139"/>
                </a:lnTo>
                <a:lnTo>
                  <a:pt x="1353557" y="1394235"/>
                </a:lnTo>
                <a:lnTo>
                  <a:pt x="1353726" y="1394315"/>
                </a:lnTo>
                <a:lnTo>
                  <a:pt x="1353902" y="1394378"/>
                </a:lnTo>
                <a:lnTo>
                  <a:pt x="1354083" y="1394423"/>
                </a:lnTo>
                <a:lnTo>
                  <a:pt x="1354268" y="1394451"/>
                </a:lnTo>
                <a:lnTo>
                  <a:pt x="1354455" y="1394460"/>
                </a:lnTo>
                <a:lnTo>
                  <a:pt x="1362075" y="1394460"/>
                </a:lnTo>
                <a:lnTo>
                  <a:pt x="1362075" y="1402080"/>
                </a:lnTo>
                <a:lnTo>
                  <a:pt x="1362084" y="1402267"/>
                </a:lnTo>
                <a:lnTo>
                  <a:pt x="1362112" y="1402452"/>
                </a:lnTo>
                <a:lnTo>
                  <a:pt x="1362157" y="1402633"/>
                </a:lnTo>
                <a:lnTo>
                  <a:pt x="1362220" y="1402809"/>
                </a:lnTo>
                <a:lnTo>
                  <a:pt x="1362300" y="1402978"/>
                </a:lnTo>
                <a:lnTo>
                  <a:pt x="1362396" y="1403138"/>
                </a:lnTo>
                <a:lnTo>
                  <a:pt x="1362507" y="1403289"/>
                </a:lnTo>
                <a:lnTo>
                  <a:pt x="1362633" y="1403427"/>
                </a:lnTo>
                <a:lnTo>
                  <a:pt x="1362771" y="1403553"/>
                </a:lnTo>
                <a:lnTo>
                  <a:pt x="1362922" y="1403664"/>
                </a:lnTo>
                <a:lnTo>
                  <a:pt x="1363082" y="1403760"/>
                </a:lnTo>
                <a:lnTo>
                  <a:pt x="1363251" y="1403840"/>
                </a:lnTo>
                <a:lnTo>
                  <a:pt x="1363427" y="1403903"/>
                </a:lnTo>
                <a:lnTo>
                  <a:pt x="1363608" y="1403948"/>
                </a:lnTo>
                <a:lnTo>
                  <a:pt x="1363793" y="1403976"/>
                </a:lnTo>
                <a:lnTo>
                  <a:pt x="1363980" y="1403985"/>
                </a:lnTo>
                <a:lnTo>
                  <a:pt x="1373505" y="1403985"/>
                </a:lnTo>
                <a:lnTo>
                  <a:pt x="1373692" y="1403976"/>
                </a:lnTo>
                <a:lnTo>
                  <a:pt x="1373877" y="1403948"/>
                </a:lnTo>
                <a:lnTo>
                  <a:pt x="1374058" y="1403903"/>
                </a:lnTo>
                <a:lnTo>
                  <a:pt x="1374234" y="1403840"/>
                </a:lnTo>
                <a:lnTo>
                  <a:pt x="1374403" y="1403760"/>
                </a:lnTo>
                <a:lnTo>
                  <a:pt x="1374563" y="1403664"/>
                </a:lnTo>
                <a:lnTo>
                  <a:pt x="1374714" y="1403553"/>
                </a:lnTo>
                <a:lnTo>
                  <a:pt x="1374852" y="1403427"/>
                </a:lnTo>
                <a:lnTo>
                  <a:pt x="1374978" y="1403289"/>
                </a:lnTo>
                <a:lnTo>
                  <a:pt x="1375089" y="1403138"/>
                </a:lnTo>
                <a:lnTo>
                  <a:pt x="1375185" y="1402978"/>
                </a:lnTo>
                <a:lnTo>
                  <a:pt x="1375265" y="1402809"/>
                </a:lnTo>
                <a:lnTo>
                  <a:pt x="1375328" y="1402633"/>
                </a:lnTo>
                <a:lnTo>
                  <a:pt x="1375373" y="1402452"/>
                </a:lnTo>
                <a:lnTo>
                  <a:pt x="1375401" y="1402267"/>
                </a:lnTo>
                <a:lnTo>
                  <a:pt x="1375410" y="1402080"/>
                </a:lnTo>
                <a:lnTo>
                  <a:pt x="1375410" y="1394460"/>
                </a:lnTo>
                <a:lnTo>
                  <a:pt x="1383030" y="1394460"/>
                </a:lnTo>
                <a:lnTo>
                  <a:pt x="1383217" y="1394451"/>
                </a:lnTo>
                <a:lnTo>
                  <a:pt x="1383402" y="1394423"/>
                </a:lnTo>
                <a:lnTo>
                  <a:pt x="1383583" y="1394378"/>
                </a:lnTo>
                <a:lnTo>
                  <a:pt x="1383759" y="1394315"/>
                </a:lnTo>
                <a:lnTo>
                  <a:pt x="1383928" y="1394235"/>
                </a:lnTo>
                <a:lnTo>
                  <a:pt x="1384088" y="1394139"/>
                </a:lnTo>
                <a:lnTo>
                  <a:pt x="1384239" y="1394028"/>
                </a:lnTo>
                <a:lnTo>
                  <a:pt x="1384377" y="1393902"/>
                </a:lnTo>
                <a:lnTo>
                  <a:pt x="1384503" y="1393764"/>
                </a:lnTo>
                <a:lnTo>
                  <a:pt x="1384614" y="1393613"/>
                </a:lnTo>
                <a:lnTo>
                  <a:pt x="1384710" y="1393453"/>
                </a:lnTo>
                <a:lnTo>
                  <a:pt x="1384790" y="1393284"/>
                </a:lnTo>
                <a:lnTo>
                  <a:pt x="1384853" y="1393108"/>
                </a:lnTo>
                <a:lnTo>
                  <a:pt x="1384898" y="1392927"/>
                </a:lnTo>
                <a:lnTo>
                  <a:pt x="1384926" y="1392742"/>
                </a:lnTo>
                <a:lnTo>
                  <a:pt x="1384935" y="1392555"/>
                </a:lnTo>
                <a:lnTo>
                  <a:pt x="1384935" y="1365885"/>
                </a:lnTo>
                <a:lnTo>
                  <a:pt x="1392555" y="1365885"/>
                </a:lnTo>
                <a:lnTo>
                  <a:pt x="1392742" y="1365876"/>
                </a:lnTo>
                <a:lnTo>
                  <a:pt x="1392927" y="1365848"/>
                </a:lnTo>
                <a:lnTo>
                  <a:pt x="1393108" y="1365803"/>
                </a:lnTo>
                <a:lnTo>
                  <a:pt x="1393284" y="1365740"/>
                </a:lnTo>
                <a:lnTo>
                  <a:pt x="1393453" y="1365660"/>
                </a:lnTo>
                <a:lnTo>
                  <a:pt x="1393613" y="1365564"/>
                </a:lnTo>
                <a:lnTo>
                  <a:pt x="1393764" y="1365453"/>
                </a:lnTo>
                <a:lnTo>
                  <a:pt x="1393902" y="1365327"/>
                </a:lnTo>
                <a:lnTo>
                  <a:pt x="1394028" y="1365189"/>
                </a:lnTo>
                <a:lnTo>
                  <a:pt x="1394139" y="1365038"/>
                </a:lnTo>
                <a:lnTo>
                  <a:pt x="1394235" y="1364878"/>
                </a:lnTo>
                <a:lnTo>
                  <a:pt x="1394315" y="1364709"/>
                </a:lnTo>
                <a:lnTo>
                  <a:pt x="1394378" y="1364533"/>
                </a:lnTo>
                <a:lnTo>
                  <a:pt x="1394423" y="1364352"/>
                </a:lnTo>
                <a:lnTo>
                  <a:pt x="1394451" y="1364167"/>
                </a:lnTo>
                <a:lnTo>
                  <a:pt x="1394460" y="1363980"/>
                </a:lnTo>
                <a:lnTo>
                  <a:pt x="1394460" y="1356360"/>
                </a:lnTo>
                <a:lnTo>
                  <a:pt x="1400175" y="1356360"/>
                </a:lnTo>
                <a:lnTo>
                  <a:pt x="1400175" y="1392555"/>
                </a:lnTo>
                <a:lnTo>
                  <a:pt x="1400184" y="1392742"/>
                </a:lnTo>
                <a:lnTo>
                  <a:pt x="1400212" y="1392927"/>
                </a:lnTo>
                <a:lnTo>
                  <a:pt x="1400257" y="1393108"/>
                </a:lnTo>
                <a:lnTo>
                  <a:pt x="1400320" y="1393284"/>
                </a:lnTo>
                <a:lnTo>
                  <a:pt x="1400400" y="1393453"/>
                </a:lnTo>
                <a:lnTo>
                  <a:pt x="1400496" y="1393613"/>
                </a:lnTo>
                <a:lnTo>
                  <a:pt x="1400607" y="1393764"/>
                </a:lnTo>
                <a:lnTo>
                  <a:pt x="1400733" y="1393902"/>
                </a:lnTo>
                <a:lnTo>
                  <a:pt x="1400871" y="1394028"/>
                </a:lnTo>
                <a:lnTo>
                  <a:pt x="1401022" y="1394139"/>
                </a:lnTo>
                <a:lnTo>
                  <a:pt x="1401182" y="1394235"/>
                </a:lnTo>
                <a:lnTo>
                  <a:pt x="1401351" y="1394315"/>
                </a:lnTo>
                <a:lnTo>
                  <a:pt x="1401527" y="1394378"/>
                </a:lnTo>
                <a:lnTo>
                  <a:pt x="1401708" y="1394423"/>
                </a:lnTo>
                <a:lnTo>
                  <a:pt x="1401893" y="1394451"/>
                </a:lnTo>
                <a:lnTo>
                  <a:pt x="1402080" y="1394460"/>
                </a:lnTo>
                <a:lnTo>
                  <a:pt x="1409700" y="1394460"/>
                </a:lnTo>
                <a:lnTo>
                  <a:pt x="1409700" y="1402080"/>
                </a:lnTo>
                <a:lnTo>
                  <a:pt x="1409709" y="1402267"/>
                </a:lnTo>
                <a:lnTo>
                  <a:pt x="1409737" y="1402452"/>
                </a:lnTo>
                <a:lnTo>
                  <a:pt x="1409782" y="1402633"/>
                </a:lnTo>
                <a:lnTo>
                  <a:pt x="1409845" y="1402809"/>
                </a:lnTo>
                <a:lnTo>
                  <a:pt x="1409925" y="1402978"/>
                </a:lnTo>
                <a:lnTo>
                  <a:pt x="1410021" y="1403138"/>
                </a:lnTo>
                <a:lnTo>
                  <a:pt x="1410132" y="1403289"/>
                </a:lnTo>
                <a:lnTo>
                  <a:pt x="1410258" y="1403427"/>
                </a:lnTo>
                <a:lnTo>
                  <a:pt x="1410396" y="1403553"/>
                </a:lnTo>
                <a:lnTo>
                  <a:pt x="1410547" y="1403664"/>
                </a:lnTo>
                <a:lnTo>
                  <a:pt x="1410707" y="1403760"/>
                </a:lnTo>
                <a:lnTo>
                  <a:pt x="1410876" y="1403840"/>
                </a:lnTo>
                <a:lnTo>
                  <a:pt x="1411052" y="1403903"/>
                </a:lnTo>
                <a:lnTo>
                  <a:pt x="1411233" y="1403948"/>
                </a:lnTo>
                <a:lnTo>
                  <a:pt x="1411418" y="1403976"/>
                </a:lnTo>
                <a:lnTo>
                  <a:pt x="1411605" y="1403985"/>
                </a:lnTo>
                <a:lnTo>
                  <a:pt x="1430655" y="1403985"/>
                </a:lnTo>
                <a:lnTo>
                  <a:pt x="1430842" y="1403976"/>
                </a:lnTo>
                <a:lnTo>
                  <a:pt x="1431027" y="1403948"/>
                </a:lnTo>
                <a:lnTo>
                  <a:pt x="1431208" y="1403903"/>
                </a:lnTo>
                <a:lnTo>
                  <a:pt x="1431384" y="1403840"/>
                </a:lnTo>
                <a:lnTo>
                  <a:pt x="1431553" y="1403760"/>
                </a:lnTo>
                <a:lnTo>
                  <a:pt x="1431713" y="1403664"/>
                </a:lnTo>
                <a:lnTo>
                  <a:pt x="1431864" y="1403553"/>
                </a:lnTo>
                <a:lnTo>
                  <a:pt x="1432002" y="1403427"/>
                </a:lnTo>
                <a:lnTo>
                  <a:pt x="1432128" y="1403289"/>
                </a:lnTo>
                <a:lnTo>
                  <a:pt x="1432239" y="1403138"/>
                </a:lnTo>
                <a:lnTo>
                  <a:pt x="1432335" y="1402978"/>
                </a:lnTo>
                <a:lnTo>
                  <a:pt x="1432415" y="1402809"/>
                </a:lnTo>
                <a:lnTo>
                  <a:pt x="1432478" y="1402633"/>
                </a:lnTo>
                <a:lnTo>
                  <a:pt x="1432523" y="1402452"/>
                </a:lnTo>
                <a:lnTo>
                  <a:pt x="1432551" y="1402267"/>
                </a:lnTo>
                <a:lnTo>
                  <a:pt x="1432560" y="1402080"/>
                </a:lnTo>
                <a:lnTo>
                  <a:pt x="1432560" y="1384935"/>
                </a:lnTo>
                <a:lnTo>
                  <a:pt x="1447800" y="1384935"/>
                </a:lnTo>
                <a:lnTo>
                  <a:pt x="1447800" y="1411605"/>
                </a:lnTo>
                <a:lnTo>
                  <a:pt x="1447809" y="1411792"/>
                </a:lnTo>
                <a:lnTo>
                  <a:pt x="1447837" y="1411977"/>
                </a:lnTo>
                <a:lnTo>
                  <a:pt x="1447882" y="1412158"/>
                </a:lnTo>
                <a:lnTo>
                  <a:pt x="1447945" y="1412334"/>
                </a:lnTo>
                <a:lnTo>
                  <a:pt x="1448025" y="1412503"/>
                </a:lnTo>
                <a:lnTo>
                  <a:pt x="1448121" y="1412663"/>
                </a:lnTo>
                <a:lnTo>
                  <a:pt x="1448232" y="1412814"/>
                </a:lnTo>
                <a:lnTo>
                  <a:pt x="1448358" y="1412952"/>
                </a:lnTo>
                <a:lnTo>
                  <a:pt x="1448496" y="1413078"/>
                </a:lnTo>
                <a:lnTo>
                  <a:pt x="1448647" y="1413189"/>
                </a:lnTo>
                <a:lnTo>
                  <a:pt x="1448807" y="1413285"/>
                </a:lnTo>
                <a:lnTo>
                  <a:pt x="1448976" y="1413365"/>
                </a:lnTo>
                <a:lnTo>
                  <a:pt x="1449152" y="1413428"/>
                </a:lnTo>
                <a:lnTo>
                  <a:pt x="1449333" y="1413473"/>
                </a:lnTo>
                <a:lnTo>
                  <a:pt x="1449518" y="1413501"/>
                </a:lnTo>
                <a:lnTo>
                  <a:pt x="1449705" y="1413510"/>
                </a:lnTo>
                <a:lnTo>
                  <a:pt x="1457325" y="1413510"/>
                </a:lnTo>
                <a:lnTo>
                  <a:pt x="1457325" y="1440180"/>
                </a:lnTo>
                <a:lnTo>
                  <a:pt x="1457334" y="1440367"/>
                </a:lnTo>
                <a:lnTo>
                  <a:pt x="1457362" y="1440552"/>
                </a:lnTo>
                <a:lnTo>
                  <a:pt x="1457407" y="1440733"/>
                </a:lnTo>
                <a:lnTo>
                  <a:pt x="1457470" y="1440909"/>
                </a:lnTo>
                <a:lnTo>
                  <a:pt x="1457550" y="1441078"/>
                </a:lnTo>
                <a:lnTo>
                  <a:pt x="1457646" y="1441238"/>
                </a:lnTo>
                <a:lnTo>
                  <a:pt x="1457757" y="1441389"/>
                </a:lnTo>
                <a:lnTo>
                  <a:pt x="1457883" y="1441527"/>
                </a:lnTo>
                <a:lnTo>
                  <a:pt x="1458021" y="1441653"/>
                </a:lnTo>
                <a:lnTo>
                  <a:pt x="1458172" y="1441764"/>
                </a:lnTo>
                <a:lnTo>
                  <a:pt x="1458332" y="1441860"/>
                </a:lnTo>
                <a:lnTo>
                  <a:pt x="1458501" y="1441940"/>
                </a:lnTo>
                <a:lnTo>
                  <a:pt x="1458677" y="1442003"/>
                </a:lnTo>
                <a:lnTo>
                  <a:pt x="1458858" y="1442048"/>
                </a:lnTo>
                <a:lnTo>
                  <a:pt x="1459043" y="1442076"/>
                </a:lnTo>
                <a:lnTo>
                  <a:pt x="1459230" y="1442085"/>
                </a:lnTo>
                <a:lnTo>
                  <a:pt x="1478280" y="1442085"/>
                </a:lnTo>
                <a:lnTo>
                  <a:pt x="1478467" y="1442076"/>
                </a:lnTo>
                <a:lnTo>
                  <a:pt x="1478652" y="1442048"/>
                </a:lnTo>
                <a:lnTo>
                  <a:pt x="1478833" y="1442003"/>
                </a:lnTo>
                <a:lnTo>
                  <a:pt x="1479009" y="1441940"/>
                </a:lnTo>
                <a:lnTo>
                  <a:pt x="1479178" y="1441860"/>
                </a:lnTo>
                <a:lnTo>
                  <a:pt x="1479338" y="1441764"/>
                </a:lnTo>
                <a:lnTo>
                  <a:pt x="1479489" y="1441653"/>
                </a:lnTo>
                <a:lnTo>
                  <a:pt x="1479627" y="1441527"/>
                </a:lnTo>
                <a:lnTo>
                  <a:pt x="1479753" y="1441389"/>
                </a:lnTo>
                <a:lnTo>
                  <a:pt x="1479864" y="1441238"/>
                </a:lnTo>
                <a:lnTo>
                  <a:pt x="1479960" y="1441078"/>
                </a:lnTo>
                <a:lnTo>
                  <a:pt x="1480040" y="1440909"/>
                </a:lnTo>
                <a:lnTo>
                  <a:pt x="1480103" y="1440733"/>
                </a:lnTo>
                <a:lnTo>
                  <a:pt x="1480148" y="1440552"/>
                </a:lnTo>
                <a:lnTo>
                  <a:pt x="1480176" y="1440367"/>
                </a:lnTo>
                <a:lnTo>
                  <a:pt x="1480185" y="1440180"/>
                </a:lnTo>
                <a:lnTo>
                  <a:pt x="1480185" y="1432560"/>
                </a:lnTo>
                <a:lnTo>
                  <a:pt x="1487805" y="1432560"/>
                </a:lnTo>
                <a:lnTo>
                  <a:pt x="1487992" y="1432551"/>
                </a:lnTo>
                <a:lnTo>
                  <a:pt x="1488177" y="1432523"/>
                </a:lnTo>
                <a:lnTo>
                  <a:pt x="1488358" y="1432478"/>
                </a:lnTo>
                <a:lnTo>
                  <a:pt x="1488534" y="1432415"/>
                </a:lnTo>
                <a:lnTo>
                  <a:pt x="1488703" y="1432335"/>
                </a:lnTo>
                <a:lnTo>
                  <a:pt x="1488863" y="1432239"/>
                </a:lnTo>
                <a:lnTo>
                  <a:pt x="1489014" y="1432128"/>
                </a:lnTo>
                <a:lnTo>
                  <a:pt x="1489152" y="1432002"/>
                </a:lnTo>
                <a:lnTo>
                  <a:pt x="1489278" y="1431864"/>
                </a:lnTo>
                <a:lnTo>
                  <a:pt x="1489389" y="1431713"/>
                </a:lnTo>
                <a:lnTo>
                  <a:pt x="1489485" y="1431553"/>
                </a:lnTo>
                <a:lnTo>
                  <a:pt x="1489565" y="1431384"/>
                </a:lnTo>
                <a:lnTo>
                  <a:pt x="1489628" y="1431208"/>
                </a:lnTo>
                <a:lnTo>
                  <a:pt x="1489673" y="1431027"/>
                </a:lnTo>
                <a:lnTo>
                  <a:pt x="1489701" y="1430842"/>
                </a:lnTo>
                <a:lnTo>
                  <a:pt x="1489710" y="1430655"/>
                </a:lnTo>
                <a:lnTo>
                  <a:pt x="1489710" y="1413510"/>
                </a:lnTo>
                <a:lnTo>
                  <a:pt x="1497330" y="1413510"/>
                </a:lnTo>
                <a:lnTo>
                  <a:pt x="1497517" y="1413501"/>
                </a:lnTo>
                <a:lnTo>
                  <a:pt x="1497702" y="1413473"/>
                </a:lnTo>
                <a:lnTo>
                  <a:pt x="1497883" y="1413428"/>
                </a:lnTo>
                <a:lnTo>
                  <a:pt x="1498059" y="1413365"/>
                </a:lnTo>
                <a:lnTo>
                  <a:pt x="1498228" y="1413285"/>
                </a:lnTo>
                <a:lnTo>
                  <a:pt x="1498388" y="1413189"/>
                </a:lnTo>
                <a:lnTo>
                  <a:pt x="1498539" y="1413078"/>
                </a:lnTo>
                <a:lnTo>
                  <a:pt x="1498677" y="1412952"/>
                </a:lnTo>
                <a:lnTo>
                  <a:pt x="1498803" y="1412814"/>
                </a:lnTo>
                <a:lnTo>
                  <a:pt x="1498914" y="1412663"/>
                </a:lnTo>
                <a:lnTo>
                  <a:pt x="1499010" y="1412503"/>
                </a:lnTo>
                <a:lnTo>
                  <a:pt x="1499090" y="1412334"/>
                </a:lnTo>
                <a:lnTo>
                  <a:pt x="1499153" y="1412158"/>
                </a:lnTo>
                <a:lnTo>
                  <a:pt x="1499198" y="1411977"/>
                </a:lnTo>
                <a:lnTo>
                  <a:pt x="1499226" y="1411792"/>
                </a:lnTo>
                <a:lnTo>
                  <a:pt x="1499235" y="1411605"/>
                </a:lnTo>
                <a:lnTo>
                  <a:pt x="1499235" y="1403985"/>
                </a:lnTo>
                <a:lnTo>
                  <a:pt x="1514475" y="1403985"/>
                </a:lnTo>
                <a:lnTo>
                  <a:pt x="1514475" y="1459230"/>
                </a:lnTo>
                <a:lnTo>
                  <a:pt x="1514484" y="1459417"/>
                </a:lnTo>
                <a:lnTo>
                  <a:pt x="1514512" y="1459602"/>
                </a:lnTo>
                <a:lnTo>
                  <a:pt x="1514557" y="1459783"/>
                </a:lnTo>
                <a:lnTo>
                  <a:pt x="1514620" y="1459959"/>
                </a:lnTo>
                <a:lnTo>
                  <a:pt x="1514700" y="1460128"/>
                </a:lnTo>
                <a:lnTo>
                  <a:pt x="1514796" y="1460288"/>
                </a:lnTo>
                <a:lnTo>
                  <a:pt x="1514907" y="1460439"/>
                </a:lnTo>
                <a:lnTo>
                  <a:pt x="1515033" y="1460577"/>
                </a:lnTo>
                <a:lnTo>
                  <a:pt x="1515171" y="1460703"/>
                </a:lnTo>
                <a:lnTo>
                  <a:pt x="1515322" y="1460814"/>
                </a:lnTo>
                <a:lnTo>
                  <a:pt x="1515482" y="1460910"/>
                </a:lnTo>
                <a:lnTo>
                  <a:pt x="1515651" y="1460990"/>
                </a:lnTo>
                <a:lnTo>
                  <a:pt x="1515827" y="1461053"/>
                </a:lnTo>
                <a:lnTo>
                  <a:pt x="1516008" y="1461098"/>
                </a:lnTo>
                <a:lnTo>
                  <a:pt x="1516193" y="1461126"/>
                </a:lnTo>
                <a:lnTo>
                  <a:pt x="1516380" y="1461135"/>
                </a:lnTo>
                <a:lnTo>
                  <a:pt x="1552575" y="1461135"/>
                </a:lnTo>
                <a:lnTo>
                  <a:pt x="1552575" y="1516380"/>
                </a:lnTo>
                <a:lnTo>
                  <a:pt x="1552584" y="1516567"/>
                </a:lnTo>
                <a:lnTo>
                  <a:pt x="1552612" y="1516752"/>
                </a:lnTo>
                <a:lnTo>
                  <a:pt x="1552657" y="1516933"/>
                </a:lnTo>
                <a:lnTo>
                  <a:pt x="1552720" y="1517109"/>
                </a:lnTo>
                <a:lnTo>
                  <a:pt x="1552800" y="1517278"/>
                </a:lnTo>
                <a:lnTo>
                  <a:pt x="1552896" y="1517438"/>
                </a:lnTo>
                <a:lnTo>
                  <a:pt x="1553007" y="1517589"/>
                </a:lnTo>
                <a:lnTo>
                  <a:pt x="1553133" y="1517727"/>
                </a:lnTo>
                <a:lnTo>
                  <a:pt x="1553271" y="1517853"/>
                </a:lnTo>
                <a:lnTo>
                  <a:pt x="1553422" y="1517964"/>
                </a:lnTo>
                <a:lnTo>
                  <a:pt x="1553582" y="1518060"/>
                </a:lnTo>
                <a:lnTo>
                  <a:pt x="1553751" y="1518140"/>
                </a:lnTo>
                <a:lnTo>
                  <a:pt x="1553927" y="1518203"/>
                </a:lnTo>
                <a:lnTo>
                  <a:pt x="1554108" y="1518248"/>
                </a:lnTo>
                <a:lnTo>
                  <a:pt x="1554293" y="1518276"/>
                </a:lnTo>
                <a:lnTo>
                  <a:pt x="1554480" y="1518285"/>
                </a:lnTo>
                <a:lnTo>
                  <a:pt x="1562100" y="1518285"/>
                </a:lnTo>
                <a:lnTo>
                  <a:pt x="1562100" y="1554480"/>
                </a:lnTo>
                <a:lnTo>
                  <a:pt x="1562109" y="1554667"/>
                </a:lnTo>
                <a:lnTo>
                  <a:pt x="1562137" y="1554852"/>
                </a:lnTo>
                <a:lnTo>
                  <a:pt x="1562182" y="1555033"/>
                </a:lnTo>
                <a:lnTo>
                  <a:pt x="1562245" y="1555209"/>
                </a:lnTo>
                <a:lnTo>
                  <a:pt x="1562325" y="1555378"/>
                </a:lnTo>
                <a:lnTo>
                  <a:pt x="1562421" y="1555538"/>
                </a:lnTo>
                <a:lnTo>
                  <a:pt x="1562532" y="1555689"/>
                </a:lnTo>
                <a:lnTo>
                  <a:pt x="1562658" y="1555827"/>
                </a:lnTo>
                <a:lnTo>
                  <a:pt x="1562796" y="1555953"/>
                </a:lnTo>
                <a:lnTo>
                  <a:pt x="1562947" y="1556064"/>
                </a:lnTo>
                <a:lnTo>
                  <a:pt x="1563107" y="1556160"/>
                </a:lnTo>
                <a:lnTo>
                  <a:pt x="1563276" y="1556240"/>
                </a:lnTo>
                <a:lnTo>
                  <a:pt x="1563452" y="1556303"/>
                </a:lnTo>
                <a:lnTo>
                  <a:pt x="1563633" y="1556348"/>
                </a:lnTo>
                <a:lnTo>
                  <a:pt x="1563818" y="1556376"/>
                </a:lnTo>
                <a:lnTo>
                  <a:pt x="1564005" y="1556385"/>
                </a:lnTo>
                <a:lnTo>
                  <a:pt x="1571625" y="1556385"/>
                </a:lnTo>
                <a:lnTo>
                  <a:pt x="1571625" y="1564005"/>
                </a:lnTo>
                <a:lnTo>
                  <a:pt x="1571634" y="1564192"/>
                </a:lnTo>
                <a:lnTo>
                  <a:pt x="1571662" y="1564377"/>
                </a:lnTo>
                <a:lnTo>
                  <a:pt x="1571707" y="1564558"/>
                </a:lnTo>
                <a:lnTo>
                  <a:pt x="1571770" y="1564734"/>
                </a:lnTo>
                <a:lnTo>
                  <a:pt x="1571850" y="1564903"/>
                </a:lnTo>
                <a:lnTo>
                  <a:pt x="1571946" y="1565063"/>
                </a:lnTo>
                <a:lnTo>
                  <a:pt x="1572057" y="1565214"/>
                </a:lnTo>
                <a:lnTo>
                  <a:pt x="1572183" y="1565352"/>
                </a:lnTo>
                <a:lnTo>
                  <a:pt x="1572321" y="1565478"/>
                </a:lnTo>
                <a:lnTo>
                  <a:pt x="1572472" y="1565589"/>
                </a:lnTo>
                <a:lnTo>
                  <a:pt x="1572632" y="1565685"/>
                </a:lnTo>
                <a:lnTo>
                  <a:pt x="1572801" y="1565765"/>
                </a:lnTo>
                <a:lnTo>
                  <a:pt x="1572977" y="1565828"/>
                </a:lnTo>
                <a:lnTo>
                  <a:pt x="1573158" y="1565873"/>
                </a:lnTo>
                <a:lnTo>
                  <a:pt x="1573343" y="1565901"/>
                </a:lnTo>
                <a:lnTo>
                  <a:pt x="1573530" y="1565910"/>
                </a:lnTo>
                <a:lnTo>
                  <a:pt x="1592580" y="1565910"/>
                </a:lnTo>
                <a:lnTo>
                  <a:pt x="1592767" y="1565901"/>
                </a:lnTo>
                <a:lnTo>
                  <a:pt x="1592952" y="1565873"/>
                </a:lnTo>
                <a:lnTo>
                  <a:pt x="1593133" y="1565828"/>
                </a:lnTo>
                <a:lnTo>
                  <a:pt x="1593309" y="1565765"/>
                </a:lnTo>
                <a:lnTo>
                  <a:pt x="1593478" y="1565685"/>
                </a:lnTo>
                <a:lnTo>
                  <a:pt x="1593638" y="1565589"/>
                </a:lnTo>
                <a:lnTo>
                  <a:pt x="1593789" y="1565478"/>
                </a:lnTo>
                <a:lnTo>
                  <a:pt x="1593927" y="1565352"/>
                </a:lnTo>
                <a:lnTo>
                  <a:pt x="1594053" y="1565214"/>
                </a:lnTo>
                <a:lnTo>
                  <a:pt x="1594164" y="1565063"/>
                </a:lnTo>
                <a:lnTo>
                  <a:pt x="1594260" y="1564903"/>
                </a:lnTo>
                <a:lnTo>
                  <a:pt x="1594340" y="1564734"/>
                </a:lnTo>
                <a:lnTo>
                  <a:pt x="1594403" y="1564558"/>
                </a:lnTo>
                <a:lnTo>
                  <a:pt x="1594448" y="1564377"/>
                </a:lnTo>
                <a:lnTo>
                  <a:pt x="1594476" y="1564192"/>
                </a:lnTo>
                <a:lnTo>
                  <a:pt x="1594485" y="1564005"/>
                </a:lnTo>
                <a:lnTo>
                  <a:pt x="1594485" y="1537335"/>
                </a:lnTo>
                <a:lnTo>
                  <a:pt x="1602105" y="1537335"/>
                </a:lnTo>
                <a:lnTo>
                  <a:pt x="1602292" y="1537326"/>
                </a:lnTo>
                <a:lnTo>
                  <a:pt x="1602477" y="1537298"/>
                </a:lnTo>
                <a:lnTo>
                  <a:pt x="1602658" y="1537253"/>
                </a:lnTo>
                <a:lnTo>
                  <a:pt x="1602834" y="1537190"/>
                </a:lnTo>
                <a:lnTo>
                  <a:pt x="1603003" y="1537110"/>
                </a:lnTo>
                <a:lnTo>
                  <a:pt x="1603163" y="1537014"/>
                </a:lnTo>
                <a:lnTo>
                  <a:pt x="1603314" y="1536903"/>
                </a:lnTo>
                <a:lnTo>
                  <a:pt x="1603452" y="1536777"/>
                </a:lnTo>
                <a:lnTo>
                  <a:pt x="1603578" y="1536639"/>
                </a:lnTo>
                <a:lnTo>
                  <a:pt x="1603689" y="1536488"/>
                </a:lnTo>
                <a:lnTo>
                  <a:pt x="1603785" y="1536328"/>
                </a:lnTo>
                <a:lnTo>
                  <a:pt x="1603865" y="1536159"/>
                </a:lnTo>
                <a:lnTo>
                  <a:pt x="1603928" y="1535983"/>
                </a:lnTo>
                <a:lnTo>
                  <a:pt x="1603973" y="1535802"/>
                </a:lnTo>
                <a:lnTo>
                  <a:pt x="1604001" y="1535617"/>
                </a:lnTo>
                <a:lnTo>
                  <a:pt x="1604010" y="1535430"/>
                </a:lnTo>
                <a:lnTo>
                  <a:pt x="1604010" y="1518285"/>
                </a:lnTo>
                <a:lnTo>
                  <a:pt x="1609725" y="1518285"/>
                </a:lnTo>
                <a:lnTo>
                  <a:pt x="1609725" y="1583055"/>
                </a:lnTo>
                <a:lnTo>
                  <a:pt x="1609734" y="1583242"/>
                </a:lnTo>
                <a:lnTo>
                  <a:pt x="1609762" y="1583427"/>
                </a:lnTo>
                <a:lnTo>
                  <a:pt x="1609807" y="1583608"/>
                </a:lnTo>
                <a:lnTo>
                  <a:pt x="1609870" y="1583784"/>
                </a:lnTo>
                <a:lnTo>
                  <a:pt x="1609950" y="1583953"/>
                </a:lnTo>
                <a:lnTo>
                  <a:pt x="1610046" y="1584113"/>
                </a:lnTo>
                <a:lnTo>
                  <a:pt x="1610157" y="1584264"/>
                </a:lnTo>
                <a:lnTo>
                  <a:pt x="1610283" y="1584402"/>
                </a:lnTo>
                <a:lnTo>
                  <a:pt x="1610421" y="1584528"/>
                </a:lnTo>
                <a:lnTo>
                  <a:pt x="1610572" y="1584639"/>
                </a:lnTo>
                <a:lnTo>
                  <a:pt x="1610732" y="1584735"/>
                </a:lnTo>
                <a:lnTo>
                  <a:pt x="1610901" y="1584815"/>
                </a:lnTo>
                <a:lnTo>
                  <a:pt x="1611077" y="1584878"/>
                </a:lnTo>
                <a:lnTo>
                  <a:pt x="1611258" y="1584923"/>
                </a:lnTo>
                <a:lnTo>
                  <a:pt x="1611443" y="1584951"/>
                </a:lnTo>
                <a:lnTo>
                  <a:pt x="1611630" y="1584960"/>
                </a:lnTo>
                <a:lnTo>
                  <a:pt x="1638300" y="1584960"/>
                </a:lnTo>
                <a:lnTo>
                  <a:pt x="1638300" y="1611630"/>
                </a:lnTo>
                <a:lnTo>
                  <a:pt x="1638309" y="1611817"/>
                </a:lnTo>
                <a:lnTo>
                  <a:pt x="1638337" y="1612002"/>
                </a:lnTo>
                <a:lnTo>
                  <a:pt x="1638382" y="1612183"/>
                </a:lnTo>
                <a:lnTo>
                  <a:pt x="1638445" y="1612359"/>
                </a:lnTo>
                <a:lnTo>
                  <a:pt x="1638525" y="1612528"/>
                </a:lnTo>
                <a:lnTo>
                  <a:pt x="1638621" y="1612688"/>
                </a:lnTo>
                <a:lnTo>
                  <a:pt x="1638732" y="1612839"/>
                </a:lnTo>
                <a:lnTo>
                  <a:pt x="1638858" y="1612977"/>
                </a:lnTo>
                <a:lnTo>
                  <a:pt x="1638996" y="1613103"/>
                </a:lnTo>
                <a:lnTo>
                  <a:pt x="1639147" y="1613214"/>
                </a:lnTo>
                <a:lnTo>
                  <a:pt x="1639307" y="1613310"/>
                </a:lnTo>
                <a:lnTo>
                  <a:pt x="1639476" y="1613390"/>
                </a:lnTo>
                <a:lnTo>
                  <a:pt x="1639652" y="1613453"/>
                </a:lnTo>
                <a:lnTo>
                  <a:pt x="1639833" y="1613498"/>
                </a:lnTo>
                <a:lnTo>
                  <a:pt x="1640018" y="1613526"/>
                </a:lnTo>
                <a:lnTo>
                  <a:pt x="1640205" y="1613535"/>
                </a:lnTo>
                <a:lnTo>
                  <a:pt x="1647825" y="1613535"/>
                </a:lnTo>
                <a:lnTo>
                  <a:pt x="1647825" y="1659255"/>
                </a:lnTo>
                <a:lnTo>
                  <a:pt x="1647834" y="1659442"/>
                </a:lnTo>
                <a:lnTo>
                  <a:pt x="1647862" y="1659627"/>
                </a:lnTo>
                <a:lnTo>
                  <a:pt x="1647907" y="1659808"/>
                </a:lnTo>
                <a:lnTo>
                  <a:pt x="1647970" y="1659984"/>
                </a:lnTo>
                <a:lnTo>
                  <a:pt x="1648050" y="1660153"/>
                </a:lnTo>
                <a:lnTo>
                  <a:pt x="1648146" y="1660313"/>
                </a:lnTo>
                <a:lnTo>
                  <a:pt x="1648257" y="1660464"/>
                </a:lnTo>
                <a:lnTo>
                  <a:pt x="1648383" y="1660602"/>
                </a:lnTo>
                <a:lnTo>
                  <a:pt x="1648521" y="1660728"/>
                </a:lnTo>
                <a:lnTo>
                  <a:pt x="1648672" y="1660839"/>
                </a:lnTo>
                <a:lnTo>
                  <a:pt x="1648832" y="1660935"/>
                </a:lnTo>
                <a:lnTo>
                  <a:pt x="1649001" y="1661015"/>
                </a:lnTo>
                <a:lnTo>
                  <a:pt x="1649177" y="1661078"/>
                </a:lnTo>
                <a:lnTo>
                  <a:pt x="1649358" y="1661123"/>
                </a:lnTo>
                <a:lnTo>
                  <a:pt x="1649543" y="1661151"/>
                </a:lnTo>
                <a:lnTo>
                  <a:pt x="1649730" y="1661160"/>
                </a:lnTo>
                <a:lnTo>
                  <a:pt x="1657350" y="1661160"/>
                </a:lnTo>
                <a:lnTo>
                  <a:pt x="1657350" y="1687830"/>
                </a:lnTo>
                <a:lnTo>
                  <a:pt x="1657359" y="1688017"/>
                </a:lnTo>
                <a:lnTo>
                  <a:pt x="1657387" y="1688202"/>
                </a:lnTo>
                <a:lnTo>
                  <a:pt x="1657432" y="1688383"/>
                </a:lnTo>
                <a:lnTo>
                  <a:pt x="1657495" y="1688559"/>
                </a:lnTo>
                <a:lnTo>
                  <a:pt x="1657575" y="1688728"/>
                </a:lnTo>
                <a:lnTo>
                  <a:pt x="1657671" y="1688888"/>
                </a:lnTo>
                <a:lnTo>
                  <a:pt x="1657782" y="1689039"/>
                </a:lnTo>
                <a:lnTo>
                  <a:pt x="1657908" y="1689177"/>
                </a:lnTo>
                <a:lnTo>
                  <a:pt x="1658046" y="1689303"/>
                </a:lnTo>
                <a:lnTo>
                  <a:pt x="1658197" y="1689414"/>
                </a:lnTo>
                <a:lnTo>
                  <a:pt x="1658357" y="1689510"/>
                </a:lnTo>
                <a:lnTo>
                  <a:pt x="1658526" y="1689590"/>
                </a:lnTo>
                <a:lnTo>
                  <a:pt x="1658702" y="1689653"/>
                </a:lnTo>
                <a:lnTo>
                  <a:pt x="1658883" y="1689698"/>
                </a:lnTo>
                <a:lnTo>
                  <a:pt x="1659068" y="1689726"/>
                </a:lnTo>
                <a:lnTo>
                  <a:pt x="1659255" y="1689735"/>
                </a:lnTo>
                <a:lnTo>
                  <a:pt x="1666875" y="1689735"/>
                </a:lnTo>
                <a:lnTo>
                  <a:pt x="1666875" y="1697355"/>
                </a:lnTo>
                <a:lnTo>
                  <a:pt x="1666884" y="1697542"/>
                </a:lnTo>
                <a:lnTo>
                  <a:pt x="1666912" y="1697727"/>
                </a:lnTo>
                <a:lnTo>
                  <a:pt x="1666957" y="1697908"/>
                </a:lnTo>
                <a:lnTo>
                  <a:pt x="1667020" y="1698084"/>
                </a:lnTo>
                <a:lnTo>
                  <a:pt x="1667100" y="1698253"/>
                </a:lnTo>
                <a:lnTo>
                  <a:pt x="1667196" y="1698413"/>
                </a:lnTo>
                <a:lnTo>
                  <a:pt x="1667307" y="1698564"/>
                </a:lnTo>
                <a:lnTo>
                  <a:pt x="1667433" y="1698702"/>
                </a:lnTo>
                <a:lnTo>
                  <a:pt x="1667571" y="1698828"/>
                </a:lnTo>
                <a:lnTo>
                  <a:pt x="1667722" y="1698939"/>
                </a:lnTo>
                <a:lnTo>
                  <a:pt x="1667882" y="1699035"/>
                </a:lnTo>
                <a:lnTo>
                  <a:pt x="1668051" y="1699115"/>
                </a:lnTo>
                <a:lnTo>
                  <a:pt x="1668227" y="1699178"/>
                </a:lnTo>
                <a:lnTo>
                  <a:pt x="1668408" y="1699223"/>
                </a:lnTo>
                <a:lnTo>
                  <a:pt x="1668593" y="1699251"/>
                </a:lnTo>
                <a:lnTo>
                  <a:pt x="1668780" y="1699260"/>
                </a:lnTo>
                <a:lnTo>
                  <a:pt x="1687830" y="1699260"/>
                </a:lnTo>
                <a:lnTo>
                  <a:pt x="1688017" y="1699251"/>
                </a:lnTo>
                <a:lnTo>
                  <a:pt x="1688202" y="1699223"/>
                </a:lnTo>
                <a:lnTo>
                  <a:pt x="1688383" y="1699178"/>
                </a:lnTo>
                <a:lnTo>
                  <a:pt x="1688559" y="1699115"/>
                </a:lnTo>
                <a:lnTo>
                  <a:pt x="1688728" y="1699035"/>
                </a:lnTo>
                <a:lnTo>
                  <a:pt x="1688888" y="1698939"/>
                </a:lnTo>
                <a:lnTo>
                  <a:pt x="1689039" y="1698828"/>
                </a:lnTo>
                <a:lnTo>
                  <a:pt x="1689177" y="1698702"/>
                </a:lnTo>
                <a:lnTo>
                  <a:pt x="1689303" y="1698564"/>
                </a:lnTo>
                <a:lnTo>
                  <a:pt x="1689414" y="1698413"/>
                </a:lnTo>
                <a:lnTo>
                  <a:pt x="1689510" y="1698253"/>
                </a:lnTo>
                <a:lnTo>
                  <a:pt x="1689590" y="1698084"/>
                </a:lnTo>
                <a:lnTo>
                  <a:pt x="1689653" y="1697908"/>
                </a:lnTo>
                <a:lnTo>
                  <a:pt x="1689698" y="1697727"/>
                </a:lnTo>
                <a:lnTo>
                  <a:pt x="1689726" y="1697542"/>
                </a:lnTo>
                <a:lnTo>
                  <a:pt x="1689735" y="1697355"/>
                </a:lnTo>
                <a:lnTo>
                  <a:pt x="1689735" y="1680210"/>
                </a:lnTo>
                <a:lnTo>
                  <a:pt x="1697355" y="1680210"/>
                </a:lnTo>
                <a:lnTo>
                  <a:pt x="1697542" y="1680201"/>
                </a:lnTo>
                <a:lnTo>
                  <a:pt x="1697727" y="1680173"/>
                </a:lnTo>
                <a:lnTo>
                  <a:pt x="1697908" y="1680128"/>
                </a:lnTo>
                <a:lnTo>
                  <a:pt x="1698084" y="1680065"/>
                </a:lnTo>
                <a:lnTo>
                  <a:pt x="1698253" y="1679985"/>
                </a:lnTo>
                <a:lnTo>
                  <a:pt x="1698413" y="1679889"/>
                </a:lnTo>
                <a:lnTo>
                  <a:pt x="1698564" y="1679778"/>
                </a:lnTo>
                <a:lnTo>
                  <a:pt x="1698702" y="1679652"/>
                </a:lnTo>
                <a:lnTo>
                  <a:pt x="1698828" y="1679514"/>
                </a:lnTo>
                <a:lnTo>
                  <a:pt x="1698939" y="1679363"/>
                </a:lnTo>
                <a:lnTo>
                  <a:pt x="1699035" y="1679203"/>
                </a:lnTo>
                <a:lnTo>
                  <a:pt x="1699115" y="1679034"/>
                </a:lnTo>
                <a:lnTo>
                  <a:pt x="1699178" y="1678858"/>
                </a:lnTo>
                <a:lnTo>
                  <a:pt x="1699223" y="1678677"/>
                </a:lnTo>
                <a:lnTo>
                  <a:pt x="1699251" y="1678492"/>
                </a:lnTo>
                <a:lnTo>
                  <a:pt x="1699260" y="1678305"/>
                </a:lnTo>
                <a:lnTo>
                  <a:pt x="1699260" y="1670685"/>
                </a:lnTo>
                <a:lnTo>
                  <a:pt x="1704975" y="1670685"/>
                </a:lnTo>
                <a:lnTo>
                  <a:pt x="1704975" y="1735455"/>
                </a:lnTo>
                <a:lnTo>
                  <a:pt x="1704984" y="1735642"/>
                </a:lnTo>
                <a:lnTo>
                  <a:pt x="1705012" y="1735827"/>
                </a:lnTo>
                <a:lnTo>
                  <a:pt x="1705057" y="1736008"/>
                </a:lnTo>
                <a:lnTo>
                  <a:pt x="1705120" y="1736184"/>
                </a:lnTo>
                <a:lnTo>
                  <a:pt x="1705200" y="1736353"/>
                </a:lnTo>
                <a:lnTo>
                  <a:pt x="1705296" y="1736513"/>
                </a:lnTo>
                <a:lnTo>
                  <a:pt x="1705407" y="1736664"/>
                </a:lnTo>
                <a:lnTo>
                  <a:pt x="1705533" y="1736802"/>
                </a:lnTo>
                <a:lnTo>
                  <a:pt x="1705671" y="1736928"/>
                </a:lnTo>
                <a:lnTo>
                  <a:pt x="1705822" y="1737039"/>
                </a:lnTo>
                <a:lnTo>
                  <a:pt x="1705982" y="1737135"/>
                </a:lnTo>
                <a:lnTo>
                  <a:pt x="1706151" y="1737215"/>
                </a:lnTo>
                <a:lnTo>
                  <a:pt x="1706327" y="1737278"/>
                </a:lnTo>
                <a:lnTo>
                  <a:pt x="1706508" y="1737323"/>
                </a:lnTo>
                <a:lnTo>
                  <a:pt x="1706693" y="1737351"/>
                </a:lnTo>
                <a:lnTo>
                  <a:pt x="1706880" y="1737360"/>
                </a:lnTo>
                <a:lnTo>
                  <a:pt x="1714500" y="1737360"/>
                </a:lnTo>
                <a:lnTo>
                  <a:pt x="1714500" y="1744980"/>
                </a:lnTo>
                <a:lnTo>
                  <a:pt x="1714509" y="1745167"/>
                </a:lnTo>
                <a:lnTo>
                  <a:pt x="1714537" y="1745352"/>
                </a:lnTo>
                <a:lnTo>
                  <a:pt x="1714582" y="1745533"/>
                </a:lnTo>
                <a:lnTo>
                  <a:pt x="1714645" y="1745709"/>
                </a:lnTo>
                <a:lnTo>
                  <a:pt x="1714725" y="1745878"/>
                </a:lnTo>
                <a:lnTo>
                  <a:pt x="1714821" y="1746038"/>
                </a:lnTo>
                <a:lnTo>
                  <a:pt x="1714932" y="1746189"/>
                </a:lnTo>
                <a:lnTo>
                  <a:pt x="1715058" y="1746327"/>
                </a:lnTo>
                <a:lnTo>
                  <a:pt x="1715196" y="1746453"/>
                </a:lnTo>
                <a:lnTo>
                  <a:pt x="1715347" y="1746564"/>
                </a:lnTo>
                <a:lnTo>
                  <a:pt x="1715507" y="1746660"/>
                </a:lnTo>
                <a:lnTo>
                  <a:pt x="1715676" y="1746740"/>
                </a:lnTo>
                <a:lnTo>
                  <a:pt x="1715852" y="1746803"/>
                </a:lnTo>
                <a:lnTo>
                  <a:pt x="1716033" y="1746848"/>
                </a:lnTo>
                <a:lnTo>
                  <a:pt x="1716218" y="1746876"/>
                </a:lnTo>
                <a:lnTo>
                  <a:pt x="1716405" y="1746885"/>
                </a:lnTo>
                <a:lnTo>
                  <a:pt x="1724025" y="1746885"/>
                </a:lnTo>
                <a:lnTo>
                  <a:pt x="1724025" y="1764030"/>
                </a:lnTo>
                <a:lnTo>
                  <a:pt x="1724034" y="1764217"/>
                </a:lnTo>
                <a:lnTo>
                  <a:pt x="1724062" y="1764402"/>
                </a:lnTo>
                <a:lnTo>
                  <a:pt x="1724107" y="1764583"/>
                </a:lnTo>
                <a:lnTo>
                  <a:pt x="1724170" y="1764759"/>
                </a:lnTo>
                <a:lnTo>
                  <a:pt x="1724250" y="1764928"/>
                </a:lnTo>
                <a:lnTo>
                  <a:pt x="1724346" y="1765088"/>
                </a:lnTo>
                <a:lnTo>
                  <a:pt x="1724457" y="1765239"/>
                </a:lnTo>
                <a:lnTo>
                  <a:pt x="1724583" y="1765377"/>
                </a:lnTo>
                <a:lnTo>
                  <a:pt x="1724721" y="1765503"/>
                </a:lnTo>
                <a:lnTo>
                  <a:pt x="1724872" y="1765614"/>
                </a:lnTo>
                <a:lnTo>
                  <a:pt x="1725032" y="1765710"/>
                </a:lnTo>
                <a:lnTo>
                  <a:pt x="1725201" y="1765790"/>
                </a:lnTo>
                <a:lnTo>
                  <a:pt x="1725377" y="1765853"/>
                </a:lnTo>
                <a:lnTo>
                  <a:pt x="1725558" y="1765898"/>
                </a:lnTo>
                <a:lnTo>
                  <a:pt x="1725743" y="1765926"/>
                </a:lnTo>
                <a:lnTo>
                  <a:pt x="1725930" y="1765935"/>
                </a:lnTo>
                <a:lnTo>
                  <a:pt x="1752600" y="1765935"/>
                </a:lnTo>
                <a:lnTo>
                  <a:pt x="1752600" y="1792605"/>
                </a:lnTo>
                <a:lnTo>
                  <a:pt x="1752609" y="1792792"/>
                </a:lnTo>
                <a:lnTo>
                  <a:pt x="1752637" y="1792977"/>
                </a:lnTo>
                <a:lnTo>
                  <a:pt x="1752682" y="1793158"/>
                </a:lnTo>
                <a:lnTo>
                  <a:pt x="1752745" y="1793334"/>
                </a:lnTo>
                <a:lnTo>
                  <a:pt x="1752825" y="1793503"/>
                </a:lnTo>
                <a:lnTo>
                  <a:pt x="1752921" y="1793663"/>
                </a:lnTo>
                <a:lnTo>
                  <a:pt x="1753032" y="1793814"/>
                </a:lnTo>
                <a:lnTo>
                  <a:pt x="1753158" y="1793952"/>
                </a:lnTo>
                <a:lnTo>
                  <a:pt x="1753296" y="1794078"/>
                </a:lnTo>
                <a:lnTo>
                  <a:pt x="1753447" y="1794189"/>
                </a:lnTo>
                <a:lnTo>
                  <a:pt x="1753607" y="1794285"/>
                </a:lnTo>
                <a:lnTo>
                  <a:pt x="1753776" y="1794365"/>
                </a:lnTo>
                <a:lnTo>
                  <a:pt x="1753952" y="1794428"/>
                </a:lnTo>
                <a:lnTo>
                  <a:pt x="1754133" y="1794473"/>
                </a:lnTo>
                <a:lnTo>
                  <a:pt x="1754318" y="1794501"/>
                </a:lnTo>
                <a:lnTo>
                  <a:pt x="1754505" y="1794510"/>
                </a:lnTo>
                <a:lnTo>
                  <a:pt x="1773555" y="1794510"/>
                </a:lnTo>
                <a:lnTo>
                  <a:pt x="1773742" y="1794501"/>
                </a:lnTo>
                <a:lnTo>
                  <a:pt x="1773927" y="1794473"/>
                </a:lnTo>
                <a:lnTo>
                  <a:pt x="1774108" y="1794428"/>
                </a:lnTo>
                <a:lnTo>
                  <a:pt x="1774284" y="1794365"/>
                </a:lnTo>
                <a:lnTo>
                  <a:pt x="1774453" y="1794285"/>
                </a:lnTo>
                <a:lnTo>
                  <a:pt x="1774613" y="1794189"/>
                </a:lnTo>
                <a:lnTo>
                  <a:pt x="1774764" y="1794078"/>
                </a:lnTo>
                <a:lnTo>
                  <a:pt x="1774902" y="1793952"/>
                </a:lnTo>
                <a:lnTo>
                  <a:pt x="1775028" y="1793814"/>
                </a:lnTo>
                <a:lnTo>
                  <a:pt x="1775139" y="1793663"/>
                </a:lnTo>
                <a:lnTo>
                  <a:pt x="1775235" y="1793503"/>
                </a:lnTo>
                <a:lnTo>
                  <a:pt x="1775315" y="1793334"/>
                </a:lnTo>
                <a:lnTo>
                  <a:pt x="1775378" y="1793158"/>
                </a:lnTo>
                <a:lnTo>
                  <a:pt x="1775423" y="1792977"/>
                </a:lnTo>
                <a:lnTo>
                  <a:pt x="1775451" y="1792792"/>
                </a:lnTo>
                <a:lnTo>
                  <a:pt x="1775460" y="1792605"/>
                </a:lnTo>
                <a:lnTo>
                  <a:pt x="1775460" y="1784985"/>
                </a:lnTo>
                <a:lnTo>
                  <a:pt x="1792605" y="1784985"/>
                </a:lnTo>
                <a:lnTo>
                  <a:pt x="1792792" y="1784976"/>
                </a:lnTo>
                <a:lnTo>
                  <a:pt x="1792977" y="1784948"/>
                </a:lnTo>
                <a:lnTo>
                  <a:pt x="1793158" y="1784903"/>
                </a:lnTo>
                <a:lnTo>
                  <a:pt x="1793334" y="1784840"/>
                </a:lnTo>
                <a:lnTo>
                  <a:pt x="1793503" y="1784760"/>
                </a:lnTo>
                <a:lnTo>
                  <a:pt x="1793663" y="1784664"/>
                </a:lnTo>
                <a:lnTo>
                  <a:pt x="1793814" y="1784553"/>
                </a:lnTo>
                <a:lnTo>
                  <a:pt x="1793952" y="1784427"/>
                </a:lnTo>
                <a:lnTo>
                  <a:pt x="1794078" y="1784289"/>
                </a:lnTo>
                <a:lnTo>
                  <a:pt x="1794189" y="1784138"/>
                </a:lnTo>
                <a:lnTo>
                  <a:pt x="1794285" y="1783978"/>
                </a:lnTo>
                <a:lnTo>
                  <a:pt x="1794365" y="1783809"/>
                </a:lnTo>
                <a:lnTo>
                  <a:pt x="1794428" y="1783633"/>
                </a:lnTo>
                <a:lnTo>
                  <a:pt x="1794473" y="1783452"/>
                </a:lnTo>
                <a:lnTo>
                  <a:pt x="1794501" y="1783267"/>
                </a:lnTo>
                <a:lnTo>
                  <a:pt x="1794510" y="1783080"/>
                </a:lnTo>
                <a:lnTo>
                  <a:pt x="1794510" y="1775460"/>
                </a:lnTo>
                <a:lnTo>
                  <a:pt x="1802130" y="1775460"/>
                </a:lnTo>
                <a:lnTo>
                  <a:pt x="1802317" y="1775451"/>
                </a:lnTo>
                <a:lnTo>
                  <a:pt x="1802502" y="1775423"/>
                </a:lnTo>
                <a:lnTo>
                  <a:pt x="1802683" y="1775378"/>
                </a:lnTo>
                <a:lnTo>
                  <a:pt x="1802859" y="1775315"/>
                </a:lnTo>
                <a:lnTo>
                  <a:pt x="1803028" y="1775235"/>
                </a:lnTo>
                <a:lnTo>
                  <a:pt x="1803188" y="1775139"/>
                </a:lnTo>
                <a:lnTo>
                  <a:pt x="1803339" y="1775028"/>
                </a:lnTo>
                <a:lnTo>
                  <a:pt x="1803477" y="1774902"/>
                </a:lnTo>
                <a:lnTo>
                  <a:pt x="1803603" y="1774764"/>
                </a:lnTo>
                <a:lnTo>
                  <a:pt x="1803714" y="1774613"/>
                </a:lnTo>
                <a:lnTo>
                  <a:pt x="1803810" y="1774453"/>
                </a:lnTo>
                <a:lnTo>
                  <a:pt x="1803890" y="1774284"/>
                </a:lnTo>
                <a:lnTo>
                  <a:pt x="1803953" y="1774108"/>
                </a:lnTo>
                <a:lnTo>
                  <a:pt x="1803998" y="1773927"/>
                </a:lnTo>
                <a:lnTo>
                  <a:pt x="1804026" y="1773742"/>
                </a:lnTo>
                <a:lnTo>
                  <a:pt x="1804035" y="1773555"/>
                </a:lnTo>
                <a:lnTo>
                  <a:pt x="1804035" y="1737360"/>
                </a:lnTo>
                <a:lnTo>
                  <a:pt x="1809750" y="1737360"/>
                </a:lnTo>
                <a:lnTo>
                  <a:pt x="1809750" y="1744980"/>
                </a:lnTo>
                <a:lnTo>
                  <a:pt x="1809759" y="1745167"/>
                </a:lnTo>
                <a:lnTo>
                  <a:pt x="1809787" y="1745352"/>
                </a:lnTo>
                <a:lnTo>
                  <a:pt x="1809832" y="1745533"/>
                </a:lnTo>
                <a:lnTo>
                  <a:pt x="1809895" y="1745709"/>
                </a:lnTo>
                <a:lnTo>
                  <a:pt x="1809975" y="1745878"/>
                </a:lnTo>
                <a:lnTo>
                  <a:pt x="1810071" y="1746038"/>
                </a:lnTo>
                <a:lnTo>
                  <a:pt x="1810182" y="1746189"/>
                </a:lnTo>
                <a:lnTo>
                  <a:pt x="1810308" y="1746327"/>
                </a:lnTo>
                <a:lnTo>
                  <a:pt x="1810446" y="1746453"/>
                </a:lnTo>
                <a:lnTo>
                  <a:pt x="1810597" y="1746564"/>
                </a:lnTo>
                <a:lnTo>
                  <a:pt x="1810757" y="1746660"/>
                </a:lnTo>
                <a:lnTo>
                  <a:pt x="1810926" y="1746740"/>
                </a:lnTo>
                <a:lnTo>
                  <a:pt x="1811102" y="1746803"/>
                </a:lnTo>
                <a:lnTo>
                  <a:pt x="1811283" y="1746848"/>
                </a:lnTo>
                <a:lnTo>
                  <a:pt x="1811468" y="1746876"/>
                </a:lnTo>
                <a:lnTo>
                  <a:pt x="1811655" y="1746885"/>
                </a:lnTo>
                <a:lnTo>
                  <a:pt x="1819275" y="1746885"/>
                </a:lnTo>
                <a:lnTo>
                  <a:pt x="1819275" y="1754505"/>
                </a:lnTo>
                <a:lnTo>
                  <a:pt x="1819284" y="1754692"/>
                </a:lnTo>
                <a:lnTo>
                  <a:pt x="1819312" y="1754877"/>
                </a:lnTo>
                <a:lnTo>
                  <a:pt x="1819357" y="1755058"/>
                </a:lnTo>
                <a:lnTo>
                  <a:pt x="1819420" y="1755234"/>
                </a:lnTo>
                <a:lnTo>
                  <a:pt x="1819500" y="1755403"/>
                </a:lnTo>
                <a:lnTo>
                  <a:pt x="1819596" y="1755563"/>
                </a:lnTo>
                <a:lnTo>
                  <a:pt x="1819707" y="1755714"/>
                </a:lnTo>
                <a:lnTo>
                  <a:pt x="1819833" y="1755852"/>
                </a:lnTo>
                <a:lnTo>
                  <a:pt x="1819971" y="1755978"/>
                </a:lnTo>
                <a:lnTo>
                  <a:pt x="1820122" y="1756089"/>
                </a:lnTo>
                <a:lnTo>
                  <a:pt x="1820282" y="1756185"/>
                </a:lnTo>
                <a:lnTo>
                  <a:pt x="1820451" y="1756265"/>
                </a:lnTo>
                <a:lnTo>
                  <a:pt x="1820627" y="1756328"/>
                </a:lnTo>
                <a:lnTo>
                  <a:pt x="1820808" y="1756373"/>
                </a:lnTo>
                <a:lnTo>
                  <a:pt x="1820993" y="1756401"/>
                </a:lnTo>
                <a:lnTo>
                  <a:pt x="1821180" y="1756410"/>
                </a:lnTo>
                <a:lnTo>
                  <a:pt x="1828800" y="1756410"/>
                </a:lnTo>
                <a:lnTo>
                  <a:pt x="1828800" y="1764030"/>
                </a:lnTo>
                <a:lnTo>
                  <a:pt x="1828809" y="1764217"/>
                </a:lnTo>
                <a:lnTo>
                  <a:pt x="1828837" y="1764402"/>
                </a:lnTo>
                <a:lnTo>
                  <a:pt x="1828882" y="1764583"/>
                </a:lnTo>
                <a:lnTo>
                  <a:pt x="1828945" y="1764759"/>
                </a:lnTo>
                <a:lnTo>
                  <a:pt x="1829025" y="1764928"/>
                </a:lnTo>
                <a:lnTo>
                  <a:pt x="1829121" y="1765088"/>
                </a:lnTo>
                <a:lnTo>
                  <a:pt x="1829232" y="1765239"/>
                </a:lnTo>
                <a:lnTo>
                  <a:pt x="1829358" y="1765377"/>
                </a:lnTo>
                <a:lnTo>
                  <a:pt x="1829496" y="1765503"/>
                </a:lnTo>
                <a:lnTo>
                  <a:pt x="1829647" y="1765614"/>
                </a:lnTo>
                <a:lnTo>
                  <a:pt x="1829807" y="1765710"/>
                </a:lnTo>
                <a:lnTo>
                  <a:pt x="1829976" y="1765790"/>
                </a:lnTo>
                <a:lnTo>
                  <a:pt x="1830152" y="1765853"/>
                </a:lnTo>
                <a:lnTo>
                  <a:pt x="1830333" y="1765898"/>
                </a:lnTo>
                <a:lnTo>
                  <a:pt x="1830518" y="1765926"/>
                </a:lnTo>
                <a:lnTo>
                  <a:pt x="1830705" y="1765935"/>
                </a:lnTo>
                <a:lnTo>
                  <a:pt x="1857375" y="1765935"/>
                </a:lnTo>
                <a:lnTo>
                  <a:pt x="1857375" y="1802130"/>
                </a:lnTo>
                <a:lnTo>
                  <a:pt x="1857384" y="1802317"/>
                </a:lnTo>
                <a:lnTo>
                  <a:pt x="1857412" y="1802502"/>
                </a:lnTo>
                <a:lnTo>
                  <a:pt x="1857457" y="1802683"/>
                </a:lnTo>
                <a:lnTo>
                  <a:pt x="1857520" y="1802859"/>
                </a:lnTo>
                <a:lnTo>
                  <a:pt x="1857600" y="1803028"/>
                </a:lnTo>
                <a:lnTo>
                  <a:pt x="1857696" y="1803188"/>
                </a:lnTo>
                <a:lnTo>
                  <a:pt x="1857807" y="1803339"/>
                </a:lnTo>
                <a:lnTo>
                  <a:pt x="1857933" y="1803477"/>
                </a:lnTo>
                <a:lnTo>
                  <a:pt x="1858071" y="1803603"/>
                </a:lnTo>
                <a:lnTo>
                  <a:pt x="1858222" y="1803714"/>
                </a:lnTo>
                <a:lnTo>
                  <a:pt x="1858382" y="1803810"/>
                </a:lnTo>
                <a:lnTo>
                  <a:pt x="1858551" y="1803890"/>
                </a:lnTo>
                <a:lnTo>
                  <a:pt x="1858727" y="1803953"/>
                </a:lnTo>
                <a:lnTo>
                  <a:pt x="1858908" y="1803998"/>
                </a:lnTo>
                <a:lnTo>
                  <a:pt x="1859093" y="1804026"/>
                </a:lnTo>
                <a:lnTo>
                  <a:pt x="1859280" y="1804035"/>
                </a:lnTo>
                <a:lnTo>
                  <a:pt x="1887855" y="1804035"/>
                </a:lnTo>
                <a:lnTo>
                  <a:pt x="1888042" y="1804026"/>
                </a:lnTo>
                <a:lnTo>
                  <a:pt x="1888227" y="1803998"/>
                </a:lnTo>
                <a:lnTo>
                  <a:pt x="1888408" y="1803953"/>
                </a:lnTo>
                <a:lnTo>
                  <a:pt x="1888584" y="1803890"/>
                </a:lnTo>
                <a:lnTo>
                  <a:pt x="1888753" y="1803810"/>
                </a:lnTo>
                <a:lnTo>
                  <a:pt x="1888913" y="1803714"/>
                </a:lnTo>
                <a:lnTo>
                  <a:pt x="1889064" y="1803603"/>
                </a:lnTo>
                <a:lnTo>
                  <a:pt x="1889202" y="1803477"/>
                </a:lnTo>
                <a:lnTo>
                  <a:pt x="1889328" y="1803339"/>
                </a:lnTo>
                <a:lnTo>
                  <a:pt x="1889439" y="1803188"/>
                </a:lnTo>
                <a:lnTo>
                  <a:pt x="1889535" y="1803028"/>
                </a:lnTo>
                <a:lnTo>
                  <a:pt x="1889615" y="1802859"/>
                </a:lnTo>
                <a:lnTo>
                  <a:pt x="1889678" y="1802683"/>
                </a:lnTo>
                <a:lnTo>
                  <a:pt x="1889723" y="1802502"/>
                </a:lnTo>
                <a:lnTo>
                  <a:pt x="1889751" y="1802317"/>
                </a:lnTo>
                <a:lnTo>
                  <a:pt x="1889760" y="1802130"/>
                </a:lnTo>
                <a:lnTo>
                  <a:pt x="1889760" y="1794510"/>
                </a:lnTo>
                <a:lnTo>
                  <a:pt x="1897380" y="1794510"/>
                </a:lnTo>
                <a:lnTo>
                  <a:pt x="1897567" y="1794501"/>
                </a:lnTo>
                <a:lnTo>
                  <a:pt x="1897752" y="1794473"/>
                </a:lnTo>
                <a:lnTo>
                  <a:pt x="1897933" y="1794428"/>
                </a:lnTo>
                <a:lnTo>
                  <a:pt x="1898109" y="1794365"/>
                </a:lnTo>
                <a:lnTo>
                  <a:pt x="1898278" y="1794285"/>
                </a:lnTo>
                <a:lnTo>
                  <a:pt x="1898438" y="1794189"/>
                </a:lnTo>
                <a:lnTo>
                  <a:pt x="1898589" y="1794078"/>
                </a:lnTo>
                <a:lnTo>
                  <a:pt x="1898727" y="1793952"/>
                </a:lnTo>
                <a:lnTo>
                  <a:pt x="1898853" y="1793814"/>
                </a:lnTo>
                <a:lnTo>
                  <a:pt x="1898964" y="1793663"/>
                </a:lnTo>
                <a:lnTo>
                  <a:pt x="1899060" y="1793503"/>
                </a:lnTo>
                <a:lnTo>
                  <a:pt x="1899140" y="1793334"/>
                </a:lnTo>
                <a:lnTo>
                  <a:pt x="1899203" y="1793158"/>
                </a:lnTo>
                <a:lnTo>
                  <a:pt x="1899248" y="1792977"/>
                </a:lnTo>
                <a:lnTo>
                  <a:pt x="1899276" y="1792792"/>
                </a:lnTo>
                <a:lnTo>
                  <a:pt x="1899285" y="1792605"/>
                </a:lnTo>
                <a:lnTo>
                  <a:pt x="1899285" y="1784985"/>
                </a:lnTo>
                <a:lnTo>
                  <a:pt x="1906905" y="1784985"/>
                </a:lnTo>
                <a:lnTo>
                  <a:pt x="1907092" y="1784976"/>
                </a:lnTo>
                <a:lnTo>
                  <a:pt x="1907277" y="1784948"/>
                </a:lnTo>
                <a:lnTo>
                  <a:pt x="1907458" y="1784903"/>
                </a:lnTo>
                <a:lnTo>
                  <a:pt x="1907634" y="1784840"/>
                </a:lnTo>
                <a:lnTo>
                  <a:pt x="1907803" y="1784760"/>
                </a:lnTo>
                <a:lnTo>
                  <a:pt x="1907963" y="1784664"/>
                </a:lnTo>
                <a:lnTo>
                  <a:pt x="1908114" y="1784553"/>
                </a:lnTo>
                <a:lnTo>
                  <a:pt x="1908252" y="1784427"/>
                </a:lnTo>
                <a:lnTo>
                  <a:pt x="1908378" y="1784289"/>
                </a:lnTo>
                <a:lnTo>
                  <a:pt x="1908489" y="1784138"/>
                </a:lnTo>
                <a:lnTo>
                  <a:pt x="1908585" y="1783978"/>
                </a:lnTo>
                <a:lnTo>
                  <a:pt x="1908665" y="1783809"/>
                </a:lnTo>
                <a:lnTo>
                  <a:pt x="1908728" y="1783633"/>
                </a:lnTo>
                <a:lnTo>
                  <a:pt x="1908773" y="1783452"/>
                </a:lnTo>
                <a:lnTo>
                  <a:pt x="1908801" y="1783267"/>
                </a:lnTo>
                <a:lnTo>
                  <a:pt x="1908810" y="1783080"/>
                </a:lnTo>
                <a:lnTo>
                  <a:pt x="1908810" y="1775460"/>
                </a:lnTo>
                <a:lnTo>
                  <a:pt x="1914525" y="1775460"/>
                </a:lnTo>
                <a:lnTo>
                  <a:pt x="1914525" y="1830705"/>
                </a:lnTo>
                <a:lnTo>
                  <a:pt x="1914534" y="1830892"/>
                </a:lnTo>
                <a:lnTo>
                  <a:pt x="1914562" y="1831077"/>
                </a:lnTo>
                <a:lnTo>
                  <a:pt x="1914607" y="1831258"/>
                </a:lnTo>
                <a:lnTo>
                  <a:pt x="1914670" y="1831434"/>
                </a:lnTo>
                <a:lnTo>
                  <a:pt x="1914750" y="1831603"/>
                </a:lnTo>
                <a:lnTo>
                  <a:pt x="1914846" y="1831763"/>
                </a:lnTo>
                <a:lnTo>
                  <a:pt x="1914957" y="1831914"/>
                </a:lnTo>
                <a:lnTo>
                  <a:pt x="1915083" y="1832052"/>
                </a:lnTo>
                <a:lnTo>
                  <a:pt x="1915221" y="1832178"/>
                </a:lnTo>
                <a:lnTo>
                  <a:pt x="1915372" y="1832289"/>
                </a:lnTo>
                <a:lnTo>
                  <a:pt x="1915532" y="1832385"/>
                </a:lnTo>
                <a:lnTo>
                  <a:pt x="1915701" y="1832465"/>
                </a:lnTo>
                <a:lnTo>
                  <a:pt x="1915877" y="1832528"/>
                </a:lnTo>
                <a:lnTo>
                  <a:pt x="1916058" y="1832573"/>
                </a:lnTo>
                <a:lnTo>
                  <a:pt x="1916243" y="1832601"/>
                </a:lnTo>
                <a:lnTo>
                  <a:pt x="1916430" y="1832610"/>
                </a:lnTo>
                <a:lnTo>
                  <a:pt x="1924050" y="1832610"/>
                </a:lnTo>
                <a:lnTo>
                  <a:pt x="1924050" y="1840230"/>
                </a:lnTo>
                <a:lnTo>
                  <a:pt x="1924059" y="1840417"/>
                </a:lnTo>
                <a:lnTo>
                  <a:pt x="1924087" y="1840602"/>
                </a:lnTo>
                <a:lnTo>
                  <a:pt x="1924132" y="1840783"/>
                </a:lnTo>
                <a:lnTo>
                  <a:pt x="1924195" y="1840959"/>
                </a:lnTo>
                <a:lnTo>
                  <a:pt x="1924275" y="1841128"/>
                </a:lnTo>
                <a:lnTo>
                  <a:pt x="1924371" y="1841288"/>
                </a:lnTo>
                <a:lnTo>
                  <a:pt x="1924482" y="1841439"/>
                </a:lnTo>
                <a:lnTo>
                  <a:pt x="1924608" y="1841577"/>
                </a:lnTo>
                <a:lnTo>
                  <a:pt x="1924746" y="1841703"/>
                </a:lnTo>
                <a:lnTo>
                  <a:pt x="1924897" y="1841814"/>
                </a:lnTo>
                <a:lnTo>
                  <a:pt x="1925057" y="1841910"/>
                </a:lnTo>
                <a:lnTo>
                  <a:pt x="1925226" y="1841990"/>
                </a:lnTo>
                <a:lnTo>
                  <a:pt x="1925402" y="1842053"/>
                </a:lnTo>
                <a:lnTo>
                  <a:pt x="1925583" y="1842098"/>
                </a:lnTo>
                <a:lnTo>
                  <a:pt x="1925768" y="1842126"/>
                </a:lnTo>
                <a:lnTo>
                  <a:pt x="1925955" y="1842135"/>
                </a:lnTo>
                <a:lnTo>
                  <a:pt x="1952625" y="1842135"/>
                </a:lnTo>
                <a:lnTo>
                  <a:pt x="1952625" y="1849755"/>
                </a:lnTo>
                <a:lnTo>
                  <a:pt x="1952634" y="1849942"/>
                </a:lnTo>
                <a:lnTo>
                  <a:pt x="1952662" y="1850127"/>
                </a:lnTo>
                <a:lnTo>
                  <a:pt x="1952707" y="1850308"/>
                </a:lnTo>
                <a:lnTo>
                  <a:pt x="1952770" y="1850484"/>
                </a:lnTo>
                <a:lnTo>
                  <a:pt x="1952850" y="1850653"/>
                </a:lnTo>
                <a:lnTo>
                  <a:pt x="1952946" y="1850813"/>
                </a:lnTo>
                <a:lnTo>
                  <a:pt x="1953057" y="1850964"/>
                </a:lnTo>
                <a:lnTo>
                  <a:pt x="1953183" y="1851102"/>
                </a:lnTo>
                <a:lnTo>
                  <a:pt x="1953321" y="1851228"/>
                </a:lnTo>
                <a:lnTo>
                  <a:pt x="1953472" y="1851339"/>
                </a:lnTo>
                <a:lnTo>
                  <a:pt x="1953632" y="1851435"/>
                </a:lnTo>
                <a:lnTo>
                  <a:pt x="1953801" y="1851515"/>
                </a:lnTo>
                <a:lnTo>
                  <a:pt x="1953977" y="1851578"/>
                </a:lnTo>
                <a:lnTo>
                  <a:pt x="1954158" y="1851623"/>
                </a:lnTo>
                <a:lnTo>
                  <a:pt x="1954343" y="1851651"/>
                </a:lnTo>
                <a:lnTo>
                  <a:pt x="1954530" y="1851660"/>
                </a:lnTo>
                <a:lnTo>
                  <a:pt x="1973580" y="1851660"/>
                </a:lnTo>
                <a:lnTo>
                  <a:pt x="1973767" y="1851651"/>
                </a:lnTo>
                <a:lnTo>
                  <a:pt x="1973952" y="1851623"/>
                </a:lnTo>
                <a:lnTo>
                  <a:pt x="1974133" y="1851578"/>
                </a:lnTo>
                <a:lnTo>
                  <a:pt x="1974309" y="1851515"/>
                </a:lnTo>
                <a:lnTo>
                  <a:pt x="1974478" y="1851435"/>
                </a:lnTo>
                <a:lnTo>
                  <a:pt x="1974638" y="1851339"/>
                </a:lnTo>
                <a:lnTo>
                  <a:pt x="1974789" y="1851228"/>
                </a:lnTo>
                <a:lnTo>
                  <a:pt x="1974927" y="1851102"/>
                </a:lnTo>
                <a:lnTo>
                  <a:pt x="1975053" y="1850964"/>
                </a:lnTo>
                <a:lnTo>
                  <a:pt x="1975164" y="1850813"/>
                </a:lnTo>
                <a:lnTo>
                  <a:pt x="1975260" y="1850653"/>
                </a:lnTo>
                <a:lnTo>
                  <a:pt x="1975340" y="1850484"/>
                </a:lnTo>
                <a:lnTo>
                  <a:pt x="1975403" y="1850308"/>
                </a:lnTo>
                <a:lnTo>
                  <a:pt x="1975448" y="1850127"/>
                </a:lnTo>
                <a:lnTo>
                  <a:pt x="1975476" y="1849942"/>
                </a:lnTo>
                <a:lnTo>
                  <a:pt x="1975485" y="1849755"/>
                </a:lnTo>
                <a:lnTo>
                  <a:pt x="1975485" y="1842135"/>
                </a:lnTo>
                <a:lnTo>
                  <a:pt x="1983105" y="1842135"/>
                </a:lnTo>
                <a:lnTo>
                  <a:pt x="1983292" y="1842126"/>
                </a:lnTo>
                <a:lnTo>
                  <a:pt x="1983477" y="1842098"/>
                </a:lnTo>
                <a:lnTo>
                  <a:pt x="1983658" y="1842053"/>
                </a:lnTo>
                <a:lnTo>
                  <a:pt x="1983834" y="1841990"/>
                </a:lnTo>
                <a:lnTo>
                  <a:pt x="1984003" y="1841910"/>
                </a:lnTo>
                <a:lnTo>
                  <a:pt x="1984163" y="1841814"/>
                </a:lnTo>
                <a:lnTo>
                  <a:pt x="1984314" y="1841703"/>
                </a:lnTo>
                <a:lnTo>
                  <a:pt x="1984452" y="1841577"/>
                </a:lnTo>
                <a:lnTo>
                  <a:pt x="1984578" y="1841439"/>
                </a:lnTo>
                <a:lnTo>
                  <a:pt x="1984689" y="1841288"/>
                </a:lnTo>
                <a:lnTo>
                  <a:pt x="1984785" y="1841128"/>
                </a:lnTo>
                <a:lnTo>
                  <a:pt x="1984865" y="1840959"/>
                </a:lnTo>
                <a:lnTo>
                  <a:pt x="1984928" y="1840783"/>
                </a:lnTo>
                <a:lnTo>
                  <a:pt x="1984973" y="1840602"/>
                </a:lnTo>
                <a:lnTo>
                  <a:pt x="1985001" y="1840417"/>
                </a:lnTo>
                <a:lnTo>
                  <a:pt x="1985010" y="1840230"/>
                </a:lnTo>
                <a:lnTo>
                  <a:pt x="1985010" y="1832610"/>
                </a:lnTo>
                <a:lnTo>
                  <a:pt x="1992630" y="1832610"/>
                </a:lnTo>
                <a:lnTo>
                  <a:pt x="1992817" y="1832601"/>
                </a:lnTo>
                <a:lnTo>
                  <a:pt x="1993002" y="1832573"/>
                </a:lnTo>
                <a:lnTo>
                  <a:pt x="1993183" y="1832528"/>
                </a:lnTo>
                <a:lnTo>
                  <a:pt x="1993359" y="1832465"/>
                </a:lnTo>
                <a:lnTo>
                  <a:pt x="1993528" y="1832385"/>
                </a:lnTo>
                <a:lnTo>
                  <a:pt x="1993688" y="1832289"/>
                </a:lnTo>
                <a:lnTo>
                  <a:pt x="1993839" y="1832178"/>
                </a:lnTo>
                <a:lnTo>
                  <a:pt x="1993977" y="1832052"/>
                </a:lnTo>
                <a:lnTo>
                  <a:pt x="1994103" y="1831914"/>
                </a:lnTo>
                <a:lnTo>
                  <a:pt x="1994214" y="1831763"/>
                </a:lnTo>
                <a:lnTo>
                  <a:pt x="1994310" y="1831603"/>
                </a:lnTo>
                <a:lnTo>
                  <a:pt x="1994390" y="1831434"/>
                </a:lnTo>
                <a:lnTo>
                  <a:pt x="1994453" y="1831258"/>
                </a:lnTo>
                <a:lnTo>
                  <a:pt x="1994498" y="1831077"/>
                </a:lnTo>
                <a:lnTo>
                  <a:pt x="1994526" y="1830892"/>
                </a:lnTo>
                <a:lnTo>
                  <a:pt x="1994535" y="1830705"/>
                </a:lnTo>
                <a:lnTo>
                  <a:pt x="1994535" y="1813560"/>
                </a:lnTo>
                <a:lnTo>
                  <a:pt x="2009775" y="1813560"/>
                </a:lnTo>
                <a:lnTo>
                  <a:pt x="2009775" y="1859280"/>
                </a:lnTo>
                <a:lnTo>
                  <a:pt x="2009784" y="1859467"/>
                </a:lnTo>
                <a:lnTo>
                  <a:pt x="2009812" y="1859652"/>
                </a:lnTo>
                <a:lnTo>
                  <a:pt x="2009857" y="1859833"/>
                </a:lnTo>
                <a:lnTo>
                  <a:pt x="2009920" y="1860009"/>
                </a:lnTo>
                <a:lnTo>
                  <a:pt x="2010000" y="1860178"/>
                </a:lnTo>
                <a:lnTo>
                  <a:pt x="2010096" y="1860338"/>
                </a:lnTo>
                <a:lnTo>
                  <a:pt x="2010207" y="1860489"/>
                </a:lnTo>
                <a:lnTo>
                  <a:pt x="2010333" y="1860627"/>
                </a:lnTo>
                <a:lnTo>
                  <a:pt x="2010471" y="1860753"/>
                </a:lnTo>
                <a:lnTo>
                  <a:pt x="2010622" y="1860864"/>
                </a:lnTo>
                <a:lnTo>
                  <a:pt x="2010782" y="1860960"/>
                </a:lnTo>
                <a:lnTo>
                  <a:pt x="2010951" y="1861040"/>
                </a:lnTo>
                <a:lnTo>
                  <a:pt x="2011127" y="1861103"/>
                </a:lnTo>
                <a:lnTo>
                  <a:pt x="2011308" y="1861148"/>
                </a:lnTo>
                <a:lnTo>
                  <a:pt x="2011493" y="1861176"/>
                </a:lnTo>
                <a:lnTo>
                  <a:pt x="2011680" y="1861185"/>
                </a:lnTo>
                <a:lnTo>
                  <a:pt x="2019300" y="1861185"/>
                </a:lnTo>
                <a:lnTo>
                  <a:pt x="2019300" y="1868805"/>
                </a:lnTo>
                <a:lnTo>
                  <a:pt x="2019309" y="1868992"/>
                </a:lnTo>
                <a:lnTo>
                  <a:pt x="2019337" y="1869177"/>
                </a:lnTo>
                <a:lnTo>
                  <a:pt x="2019382" y="1869358"/>
                </a:lnTo>
                <a:lnTo>
                  <a:pt x="2019445" y="1869534"/>
                </a:lnTo>
                <a:lnTo>
                  <a:pt x="2019525" y="1869703"/>
                </a:lnTo>
                <a:lnTo>
                  <a:pt x="2019621" y="1869863"/>
                </a:lnTo>
                <a:lnTo>
                  <a:pt x="2019732" y="1870014"/>
                </a:lnTo>
                <a:lnTo>
                  <a:pt x="2019858" y="1870152"/>
                </a:lnTo>
                <a:lnTo>
                  <a:pt x="2019996" y="1870278"/>
                </a:lnTo>
                <a:lnTo>
                  <a:pt x="2020147" y="1870389"/>
                </a:lnTo>
                <a:lnTo>
                  <a:pt x="2020307" y="1870485"/>
                </a:lnTo>
                <a:lnTo>
                  <a:pt x="2020476" y="1870565"/>
                </a:lnTo>
                <a:lnTo>
                  <a:pt x="2020652" y="1870628"/>
                </a:lnTo>
                <a:lnTo>
                  <a:pt x="2020833" y="1870673"/>
                </a:lnTo>
                <a:lnTo>
                  <a:pt x="2021018" y="1870701"/>
                </a:lnTo>
                <a:lnTo>
                  <a:pt x="2021205" y="1870710"/>
                </a:lnTo>
                <a:lnTo>
                  <a:pt x="2028825" y="1870710"/>
                </a:lnTo>
                <a:lnTo>
                  <a:pt x="2028825" y="1878330"/>
                </a:lnTo>
                <a:lnTo>
                  <a:pt x="2028834" y="1878517"/>
                </a:lnTo>
                <a:lnTo>
                  <a:pt x="2028862" y="1878702"/>
                </a:lnTo>
                <a:lnTo>
                  <a:pt x="2028907" y="1878883"/>
                </a:lnTo>
                <a:lnTo>
                  <a:pt x="2028970" y="1879059"/>
                </a:lnTo>
                <a:lnTo>
                  <a:pt x="2029050" y="1879228"/>
                </a:lnTo>
                <a:lnTo>
                  <a:pt x="2029146" y="1879388"/>
                </a:lnTo>
                <a:lnTo>
                  <a:pt x="2029257" y="1879539"/>
                </a:lnTo>
                <a:lnTo>
                  <a:pt x="2029383" y="1879677"/>
                </a:lnTo>
                <a:lnTo>
                  <a:pt x="2029521" y="1879803"/>
                </a:lnTo>
                <a:lnTo>
                  <a:pt x="2029672" y="1879914"/>
                </a:lnTo>
                <a:lnTo>
                  <a:pt x="2029832" y="1880010"/>
                </a:lnTo>
                <a:lnTo>
                  <a:pt x="2030001" y="1880090"/>
                </a:lnTo>
                <a:lnTo>
                  <a:pt x="2030177" y="1880153"/>
                </a:lnTo>
                <a:lnTo>
                  <a:pt x="2030358" y="1880198"/>
                </a:lnTo>
                <a:lnTo>
                  <a:pt x="2030543" y="1880226"/>
                </a:lnTo>
                <a:lnTo>
                  <a:pt x="2030730" y="1880235"/>
                </a:lnTo>
                <a:lnTo>
                  <a:pt x="2049780" y="1880235"/>
                </a:lnTo>
                <a:lnTo>
                  <a:pt x="2049967" y="1880226"/>
                </a:lnTo>
                <a:lnTo>
                  <a:pt x="2050152" y="1880198"/>
                </a:lnTo>
                <a:lnTo>
                  <a:pt x="2050333" y="1880153"/>
                </a:lnTo>
                <a:lnTo>
                  <a:pt x="2050509" y="1880090"/>
                </a:lnTo>
                <a:lnTo>
                  <a:pt x="2050678" y="1880010"/>
                </a:lnTo>
                <a:lnTo>
                  <a:pt x="2050838" y="1879914"/>
                </a:lnTo>
                <a:lnTo>
                  <a:pt x="2050989" y="1879803"/>
                </a:lnTo>
                <a:lnTo>
                  <a:pt x="2051127" y="1879677"/>
                </a:lnTo>
                <a:lnTo>
                  <a:pt x="2051253" y="1879539"/>
                </a:lnTo>
                <a:lnTo>
                  <a:pt x="2051364" y="1879388"/>
                </a:lnTo>
                <a:lnTo>
                  <a:pt x="2051460" y="1879228"/>
                </a:lnTo>
                <a:lnTo>
                  <a:pt x="2051540" y="1879059"/>
                </a:lnTo>
                <a:lnTo>
                  <a:pt x="2051603" y="1878883"/>
                </a:lnTo>
                <a:lnTo>
                  <a:pt x="2051648" y="1878702"/>
                </a:lnTo>
                <a:lnTo>
                  <a:pt x="2051676" y="1878517"/>
                </a:lnTo>
                <a:lnTo>
                  <a:pt x="2051685" y="1878330"/>
                </a:lnTo>
                <a:lnTo>
                  <a:pt x="2051685" y="1851660"/>
                </a:lnTo>
                <a:lnTo>
                  <a:pt x="2066925" y="1851660"/>
                </a:lnTo>
                <a:lnTo>
                  <a:pt x="2066925" y="1906905"/>
                </a:lnTo>
                <a:lnTo>
                  <a:pt x="2066934" y="1907092"/>
                </a:lnTo>
                <a:lnTo>
                  <a:pt x="2066962" y="1907277"/>
                </a:lnTo>
                <a:lnTo>
                  <a:pt x="2067007" y="1907458"/>
                </a:lnTo>
                <a:lnTo>
                  <a:pt x="2067070" y="1907634"/>
                </a:lnTo>
                <a:lnTo>
                  <a:pt x="2067150" y="1907803"/>
                </a:lnTo>
                <a:lnTo>
                  <a:pt x="2067246" y="1907963"/>
                </a:lnTo>
                <a:lnTo>
                  <a:pt x="2067357" y="1908114"/>
                </a:lnTo>
                <a:lnTo>
                  <a:pt x="2067483" y="1908252"/>
                </a:lnTo>
                <a:lnTo>
                  <a:pt x="2067621" y="1908378"/>
                </a:lnTo>
                <a:lnTo>
                  <a:pt x="2067772" y="1908489"/>
                </a:lnTo>
                <a:lnTo>
                  <a:pt x="2067932" y="1908585"/>
                </a:lnTo>
                <a:lnTo>
                  <a:pt x="2068101" y="1908665"/>
                </a:lnTo>
                <a:lnTo>
                  <a:pt x="2068277" y="1908728"/>
                </a:lnTo>
                <a:lnTo>
                  <a:pt x="2068458" y="1908773"/>
                </a:lnTo>
                <a:lnTo>
                  <a:pt x="2068643" y="1908801"/>
                </a:lnTo>
                <a:lnTo>
                  <a:pt x="2068830" y="1908810"/>
                </a:lnTo>
                <a:lnTo>
                  <a:pt x="2097405" y="1908810"/>
                </a:lnTo>
                <a:lnTo>
                  <a:pt x="2097592" y="1908801"/>
                </a:lnTo>
                <a:lnTo>
                  <a:pt x="2097777" y="1908773"/>
                </a:lnTo>
                <a:lnTo>
                  <a:pt x="2097958" y="1908728"/>
                </a:lnTo>
                <a:lnTo>
                  <a:pt x="2098134" y="1908665"/>
                </a:lnTo>
                <a:lnTo>
                  <a:pt x="2098303" y="1908585"/>
                </a:lnTo>
                <a:lnTo>
                  <a:pt x="2098463" y="1908489"/>
                </a:lnTo>
                <a:lnTo>
                  <a:pt x="2098614" y="1908378"/>
                </a:lnTo>
                <a:lnTo>
                  <a:pt x="2098752" y="1908252"/>
                </a:lnTo>
                <a:lnTo>
                  <a:pt x="2098878" y="1908114"/>
                </a:lnTo>
                <a:lnTo>
                  <a:pt x="2098989" y="1907963"/>
                </a:lnTo>
                <a:lnTo>
                  <a:pt x="2099085" y="1907803"/>
                </a:lnTo>
                <a:lnTo>
                  <a:pt x="2099165" y="1907634"/>
                </a:lnTo>
                <a:lnTo>
                  <a:pt x="2099228" y="1907458"/>
                </a:lnTo>
                <a:lnTo>
                  <a:pt x="2099273" y="1907277"/>
                </a:lnTo>
                <a:lnTo>
                  <a:pt x="2099301" y="1907092"/>
                </a:lnTo>
                <a:lnTo>
                  <a:pt x="2099310" y="1906905"/>
                </a:lnTo>
                <a:lnTo>
                  <a:pt x="2099310" y="1870710"/>
                </a:lnTo>
                <a:lnTo>
                  <a:pt x="2106930" y="1870710"/>
                </a:lnTo>
                <a:lnTo>
                  <a:pt x="2107117" y="1870701"/>
                </a:lnTo>
                <a:lnTo>
                  <a:pt x="2107302" y="1870673"/>
                </a:lnTo>
                <a:lnTo>
                  <a:pt x="2107483" y="1870628"/>
                </a:lnTo>
                <a:lnTo>
                  <a:pt x="2107659" y="1870565"/>
                </a:lnTo>
                <a:lnTo>
                  <a:pt x="2107828" y="1870485"/>
                </a:lnTo>
                <a:lnTo>
                  <a:pt x="2107988" y="1870389"/>
                </a:lnTo>
                <a:lnTo>
                  <a:pt x="2108139" y="1870278"/>
                </a:lnTo>
                <a:lnTo>
                  <a:pt x="2108277" y="1870152"/>
                </a:lnTo>
                <a:lnTo>
                  <a:pt x="2108403" y="1870014"/>
                </a:lnTo>
                <a:lnTo>
                  <a:pt x="2108514" y="1869863"/>
                </a:lnTo>
                <a:lnTo>
                  <a:pt x="2108610" y="1869703"/>
                </a:lnTo>
                <a:lnTo>
                  <a:pt x="2108690" y="1869534"/>
                </a:lnTo>
                <a:lnTo>
                  <a:pt x="2108753" y="1869358"/>
                </a:lnTo>
                <a:lnTo>
                  <a:pt x="2108798" y="1869177"/>
                </a:lnTo>
                <a:lnTo>
                  <a:pt x="2108826" y="1868992"/>
                </a:lnTo>
                <a:lnTo>
                  <a:pt x="2108835" y="1868805"/>
                </a:lnTo>
                <a:lnTo>
                  <a:pt x="2108835" y="1861185"/>
                </a:lnTo>
                <a:lnTo>
                  <a:pt x="2124075" y="1861185"/>
                </a:lnTo>
                <a:lnTo>
                  <a:pt x="2124075" y="1887855"/>
                </a:lnTo>
                <a:lnTo>
                  <a:pt x="2124084" y="1888042"/>
                </a:lnTo>
                <a:lnTo>
                  <a:pt x="2124112" y="1888227"/>
                </a:lnTo>
                <a:lnTo>
                  <a:pt x="2124157" y="1888408"/>
                </a:lnTo>
                <a:lnTo>
                  <a:pt x="2124220" y="1888584"/>
                </a:lnTo>
                <a:lnTo>
                  <a:pt x="2124300" y="1888753"/>
                </a:lnTo>
                <a:lnTo>
                  <a:pt x="2124396" y="1888913"/>
                </a:lnTo>
                <a:lnTo>
                  <a:pt x="2124507" y="1889064"/>
                </a:lnTo>
                <a:lnTo>
                  <a:pt x="2124633" y="1889202"/>
                </a:lnTo>
                <a:lnTo>
                  <a:pt x="2124771" y="1889328"/>
                </a:lnTo>
                <a:lnTo>
                  <a:pt x="2124922" y="1889439"/>
                </a:lnTo>
                <a:lnTo>
                  <a:pt x="2125082" y="1889535"/>
                </a:lnTo>
                <a:lnTo>
                  <a:pt x="2125251" y="1889615"/>
                </a:lnTo>
                <a:lnTo>
                  <a:pt x="2125427" y="1889678"/>
                </a:lnTo>
                <a:lnTo>
                  <a:pt x="2125608" y="1889723"/>
                </a:lnTo>
                <a:lnTo>
                  <a:pt x="2125793" y="1889751"/>
                </a:lnTo>
                <a:lnTo>
                  <a:pt x="2125980" y="1889760"/>
                </a:lnTo>
                <a:lnTo>
                  <a:pt x="2133600" y="1889760"/>
                </a:lnTo>
                <a:lnTo>
                  <a:pt x="2133600" y="1897380"/>
                </a:lnTo>
                <a:lnTo>
                  <a:pt x="2133609" y="1897567"/>
                </a:lnTo>
                <a:lnTo>
                  <a:pt x="2133637" y="1897752"/>
                </a:lnTo>
                <a:lnTo>
                  <a:pt x="2133682" y="1897933"/>
                </a:lnTo>
                <a:lnTo>
                  <a:pt x="2133745" y="1898109"/>
                </a:lnTo>
                <a:lnTo>
                  <a:pt x="2133825" y="1898278"/>
                </a:lnTo>
                <a:lnTo>
                  <a:pt x="2133921" y="1898438"/>
                </a:lnTo>
                <a:lnTo>
                  <a:pt x="2134032" y="1898589"/>
                </a:lnTo>
                <a:lnTo>
                  <a:pt x="2134158" y="1898727"/>
                </a:lnTo>
                <a:lnTo>
                  <a:pt x="2134296" y="1898853"/>
                </a:lnTo>
                <a:lnTo>
                  <a:pt x="2134447" y="1898964"/>
                </a:lnTo>
                <a:lnTo>
                  <a:pt x="2134607" y="1899060"/>
                </a:lnTo>
                <a:lnTo>
                  <a:pt x="2134776" y="1899140"/>
                </a:lnTo>
                <a:lnTo>
                  <a:pt x="2134952" y="1899203"/>
                </a:lnTo>
                <a:lnTo>
                  <a:pt x="2135133" y="1899248"/>
                </a:lnTo>
                <a:lnTo>
                  <a:pt x="2135318" y="1899276"/>
                </a:lnTo>
                <a:lnTo>
                  <a:pt x="2135505" y="1899285"/>
                </a:lnTo>
                <a:lnTo>
                  <a:pt x="2152650" y="1899285"/>
                </a:lnTo>
                <a:lnTo>
                  <a:pt x="2152650" y="1906905"/>
                </a:lnTo>
                <a:lnTo>
                  <a:pt x="2152659" y="1907092"/>
                </a:lnTo>
                <a:lnTo>
                  <a:pt x="2152687" y="1907277"/>
                </a:lnTo>
                <a:lnTo>
                  <a:pt x="2152732" y="1907458"/>
                </a:lnTo>
                <a:lnTo>
                  <a:pt x="2152795" y="1907634"/>
                </a:lnTo>
                <a:lnTo>
                  <a:pt x="2152875" y="1907803"/>
                </a:lnTo>
                <a:lnTo>
                  <a:pt x="2152971" y="1907963"/>
                </a:lnTo>
                <a:lnTo>
                  <a:pt x="2153082" y="1908114"/>
                </a:lnTo>
                <a:lnTo>
                  <a:pt x="2153208" y="1908252"/>
                </a:lnTo>
                <a:lnTo>
                  <a:pt x="2153346" y="1908378"/>
                </a:lnTo>
                <a:lnTo>
                  <a:pt x="2153497" y="1908489"/>
                </a:lnTo>
                <a:lnTo>
                  <a:pt x="2153657" y="1908585"/>
                </a:lnTo>
                <a:lnTo>
                  <a:pt x="2153826" y="1908665"/>
                </a:lnTo>
                <a:lnTo>
                  <a:pt x="2154002" y="1908728"/>
                </a:lnTo>
                <a:lnTo>
                  <a:pt x="2154183" y="1908773"/>
                </a:lnTo>
                <a:lnTo>
                  <a:pt x="2154368" y="1908801"/>
                </a:lnTo>
                <a:lnTo>
                  <a:pt x="2154555" y="1908810"/>
                </a:lnTo>
                <a:lnTo>
                  <a:pt x="2162175" y="1908810"/>
                </a:lnTo>
                <a:lnTo>
                  <a:pt x="2162175" y="1935480"/>
                </a:lnTo>
                <a:lnTo>
                  <a:pt x="2162184" y="1935667"/>
                </a:lnTo>
                <a:lnTo>
                  <a:pt x="2162212" y="1935852"/>
                </a:lnTo>
                <a:lnTo>
                  <a:pt x="2162257" y="1936033"/>
                </a:lnTo>
                <a:lnTo>
                  <a:pt x="2162320" y="1936209"/>
                </a:lnTo>
                <a:lnTo>
                  <a:pt x="2162400" y="1936378"/>
                </a:lnTo>
                <a:lnTo>
                  <a:pt x="2162496" y="1936538"/>
                </a:lnTo>
                <a:lnTo>
                  <a:pt x="2162607" y="1936689"/>
                </a:lnTo>
                <a:lnTo>
                  <a:pt x="2162733" y="1936827"/>
                </a:lnTo>
                <a:lnTo>
                  <a:pt x="2162871" y="1936953"/>
                </a:lnTo>
                <a:lnTo>
                  <a:pt x="2163022" y="1937064"/>
                </a:lnTo>
                <a:lnTo>
                  <a:pt x="2163182" y="1937160"/>
                </a:lnTo>
                <a:lnTo>
                  <a:pt x="2163351" y="1937240"/>
                </a:lnTo>
                <a:lnTo>
                  <a:pt x="2163527" y="1937303"/>
                </a:lnTo>
                <a:lnTo>
                  <a:pt x="2163708" y="1937348"/>
                </a:lnTo>
                <a:lnTo>
                  <a:pt x="2163893" y="1937376"/>
                </a:lnTo>
                <a:lnTo>
                  <a:pt x="2164080" y="1937385"/>
                </a:lnTo>
                <a:lnTo>
                  <a:pt x="2171700" y="1937385"/>
                </a:lnTo>
                <a:lnTo>
                  <a:pt x="2171700" y="1973580"/>
                </a:lnTo>
                <a:lnTo>
                  <a:pt x="2171709" y="1973767"/>
                </a:lnTo>
                <a:lnTo>
                  <a:pt x="2171737" y="1973952"/>
                </a:lnTo>
                <a:lnTo>
                  <a:pt x="2171782" y="1974133"/>
                </a:lnTo>
                <a:lnTo>
                  <a:pt x="2171845" y="1974309"/>
                </a:lnTo>
                <a:lnTo>
                  <a:pt x="2171925" y="1974478"/>
                </a:lnTo>
                <a:lnTo>
                  <a:pt x="2172021" y="1974638"/>
                </a:lnTo>
                <a:lnTo>
                  <a:pt x="2172132" y="1974789"/>
                </a:lnTo>
                <a:lnTo>
                  <a:pt x="2172258" y="1974927"/>
                </a:lnTo>
                <a:lnTo>
                  <a:pt x="2172396" y="1975053"/>
                </a:lnTo>
                <a:lnTo>
                  <a:pt x="2172547" y="1975164"/>
                </a:lnTo>
                <a:lnTo>
                  <a:pt x="2172707" y="1975260"/>
                </a:lnTo>
                <a:lnTo>
                  <a:pt x="2172876" y="1975340"/>
                </a:lnTo>
                <a:lnTo>
                  <a:pt x="2173052" y="1975403"/>
                </a:lnTo>
                <a:lnTo>
                  <a:pt x="2173233" y="1975448"/>
                </a:lnTo>
                <a:lnTo>
                  <a:pt x="2173418" y="1975476"/>
                </a:lnTo>
                <a:lnTo>
                  <a:pt x="2173605" y="1975485"/>
                </a:lnTo>
                <a:lnTo>
                  <a:pt x="2181225" y="1975485"/>
                </a:lnTo>
                <a:lnTo>
                  <a:pt x="2181225" y="1983105"/>
                </a:lnTo>
                <a:lnTo>
                  <a:pt x="2181234" y="1983292"/>
                </a:lnTo>
                <a:lnTo>
                  <a:pt x="2181262" y="1983477"/>
                </a:lnTo>
                <a:lnTo>
                  <a:pt x="2181307" y="1983658"/>
                </a:lnTo>
                <a:lnTo>
                  <a:pt x="2181370" y="1983834"/>
                </a:lnTo>
                <a:lnTo>
                  <a:pt x="2181450" y="1984003"/>
                </a:lnTo>
                <a:lnTo>
                  <a:pt x="2181546" y="1984163"/>
                </a:lnTo>
                <a:lnTo>
                  <a:pt x="2181657" y="1984314"/>
                </a:lnTo>
                <a:lnTo>
                  <a:pt x="2181783" y="1984452"/>
                </a:lnTo>
                <a:lnTo>
                  <a:pt x="2181921" y="1984578"/>
                </a:lnTo>
                <a:lnTo>
                  <a:pt x="2182072" y="1984689"/>
                </a:lnTo>
                <a:lnTo>
                  <a:pt x="2182232" y="1984785"/>
                </a:lnTo>
                <a:lnTo>
                  <a:pt x="2182401" y="1984865"/>
                </a:lnTo>
                <a:lnTo>
                  <a:pt x="2182577" y="1984928"/>
                </a:lnTo>
                <a:lnTo>
                  <a:pt x="2182758" y="1984973"/>
                </a:lnTo>
                <a:lnTo>
                  <a:pt x="2182943" y="1985001"/>
                </a:lnTo>
                <a:lnTo>
                  <a:pt x="2183130" y="1985010"/>
                </a:lnTo>
                <a:lnTo>
                  <a:pt x="2202180" y="1985010"/>
                </a:lnTo>
                <a:lnTo>
                  <a:pt x="2202367" y="1985001"/>
                </a:lnTo>
                <a:lnTo>
                  <a:pt x="2202552" y="1984973"/>
                </a:lnTo>
                <a:lnTo>
                  <a:pt x="2202733" y="1984928"/>
                </a:lnTo>
                <a:lnTo>
                  <a:pt x="2202909" y="1984865"/>
                </a:lnTo>
                <a:lnTo>
                  <a:pt x="2203078" y="1984785"/>
                </a:lnTo>
                <a:lnTo>
                  <a:pt x="2203238" y="1984689"/>
                </a:lnTo>
                <a:lnTo>
                  <a:pt x="2203389" y="1984578"/>
                </a:lnTo>
                <a:lnTo>
                  <a:pt x="2203527" y="1984452"/>
                </a:lnTo>
                <a:lnTo>
                  <a:pt x="2203653" y="1984314"/>
                </a:lnTo>
                <a:lnTo>
                  <a:pt x="2203764" y="1984163"/>
                </a:lnTo>
                <a:lnTo>
                  <a:pt x="2203860" y="1984003"/>
                </a:lnTo>
                <a:lnTo>
                  <a:pt x="2203940" y="1983834"/>
                </a:lnTo>
                <a:lnTo>
                  <a:pt x="2204003" y="1983658"/>
                </a:lnTo>
                <a:lnTo>
                  <a:pt x="2204048" y="1983477"/>
                </a:lnTo>
                <a:lnTo>
                  <a:pt x="2204076" y="1983292"/>
                </a:lnTo>
                <a:lnTo>
                  <a:pt x="2204085" y="1983105"/>
                </a:lnTo>
                <a:lnTo>
                  <a:pt x="2204085" y="1965960"/>
                </a:lnTo>
                <a:lnTo>
                  <a:pt x="2211705" y="1965960"/>
                </a:lnTo>
                <a:lnTo>
                  <a:pt x="2211892" y="1965951"/>
                </a:lnTo>
                <a:lnTo>
                  <a:pt x="2212077" y="1965923"/>
                </a:lnTo>
                <a:lnTo>
                  <a:pt x="2212258" y="1965878"/>
                </a:lnTo>
                <a:lnTo>
                  <a:pt x="2212434" y="1965815"/>
                </a:lnTo>
                <a:lnTo>
                  <a:pt x="2212603" y="1965735"/>
                </a:lnTo>
                <a:lnTo>
                  <a:pt x="2212763" y="1965639"/>
                </a:lnTo>
                <a:lnTo>
                  <a:pt x="2212914" y="1965528"/>
                </a:lnTo>
                <a:lnTo>
                  <a:pt x="2213052" y="1965402"/>
                </a:lnTo>
                <a:lnTo>
                  <a:pt x="2213178" y="1965264"/>
                </a:lnTo>
                <a:lnTo>
                  <a:pt x="2213289" y="1965113"/>
                </a:lnTo>
                <a:lnTo>
                  <a:pt x="2213385" y="1964953"/>
                </a:lnTo>
                <a:lnTo>
                  <a:pt x="2213465" y="1964784"/>
                </a:lnTo>
                <a:lnTo>
                  <a:pt x="2213528" y="1964608"/>
                </a:lnTo>
                <a:lnTo>
                  <a:pt x="2213573" y="1964427"/>
                </a:lnTo>
                <a:lnTo>
                  <a:pt x="2213601" y="1964242"/>
                </a:lnTo>
                <a:lnTo>
                  <a:pt x="2213610" y="1964055"/>
                </a:lnTo>
                <a:lnTo>
                  <a:pt x="2213610" y="1956435"/>
                </a:lnTo>
                <a:lnTo>
                  <a:pt x="2238375" y="1956435"/>
                </a:lnTo>
                <a:lnTo>
                  <a:pt x="2238375" y="1964055"/>
                </a:lnTo>
                <a:lnTo>
                  <a:pt x="2238384" y="1964242"/>
                </a:lnTo>
                <a:lnTo>
                  <a:pt x="2238412" y="1964427"/>
                </a:lnTo>
                <a:lnTo>
                  <a:pt x="2238457" y="1964608"/>
                </a:lnTo>
                <a:lnTo>
                  <a:pt x="2238520" y="1964784"/>
                </a:lnTo>
                <a:lnTo>
                  <a:pt x="2238600" y="1964953"/>
                </a:lnTo>
                <a:lnTo>
                  <a:pt x="2238696" y="1965113"/>
                </a:lnTo>
                <a:lnTo>
                  <a:pt x="2238807" y="1965264"/>
                </a:lnTo>
                <a:lnTo>
                  <a:pt x="2238933" y="1965402"/>
                </a:lnTo>
                <a:lnTo>
                  <a:pt x="2239071" y="1965528"/>
                </a:lnTo>
                <a:lnTo>
                  <a:pt x="2239222" y="1965639"/>
                </a:lnTo>
                <a:lnTo>
                  <a:pt x="2239382" y="1965735"/>
                </a:lnTo>
                <a:lnTo>
                  <a:pt x="2239551" y="1965815"/>
                </a:lnTo>
                <a:lnTo>
                  <a:pt x="2239727" y="1965878"/>
                </a:lnTo>
                <a:lnTo>
                  <a:pt x="2239908" y="1965923"/>
                </a:lnTo>
                <a:lnTo>
                  <a:pt x="2240093" y="1965951"/>
                </a:lnTo>
                <a:lnTo>
                  <a:pt x="2240280" y="1965960"/>
                </a:lnTo>
                <a:lnTo>
                  <a:pt x="2249805" y="1965960"/>
                </a:lnTo>
                <a:lnTo>
                  <a:pt x="2249992" y="1965951"/>
                </a:lnTo>
                <a:lnTo>
                  <a:pt x="2250177" y="1965923"/>
                </a:lnTo>
                <a:lnTo>
                  <a:pt x="2250358" y="1965878"/>
                </a:lnTo>
                <a:lnTo>
                  <a:pt x="2250534" y="1965815"/>
                </a:lnTo>
                <a:lnTo>
                  <a:pt x="2250703" y="1965735"/>
                </a:lnTo>
                <a:lnTo>
                  <a:pt x="2250863" y="1965639"/>
                </a:lnTo>
                <a:lnTo>
                  <a:pt x="2251014" y="1965528"/>
                </a:lnTo>
                <a:lnTo>
                  <a:pt x="2251152" y="1965402"/>
                </a:lnTo>
                <a:lnTo>
                  <a:pt x="2251278" y="1965264"/>
                </a:lnTo>
                <a:lnTo>
                  <a:pt x="2251389" y="1965113"/>
                </a:lnTo>
                <a:lnTo>
                  <a:pt x="2251485" y="1964953"/>
                </a:lnTo>
                <a:lnTo>
                  <a:pt x="2251565" y="1964784"/>
                </a:lnTo>
                <a:lnTo>
                  <a:pt x="2251628" y="1964608"/>
                </a:lnTo>
                <a:lnTo>
                  <a:pt x="2251673" y="1964427"/>
                </a:lnTo>
                <a:lnTo>
                  <a:pt x="2251701" y="1964242"/>
                </a:lnTo>
                <a:lnTo>
                  <a:pt x="2251710" y="1964055"/>
                </a:lnTo>
                <a:lnTo>
                  <a:pt x="2251710" y="1956435"/>
                </a:lnTo>
                <a:lnTo>
                  <a:pt x="2259330" y="1956435"/>
                </a:lnTo>
                <a:lnTo>
                  <a:pt x="2259517" y="1956426"/>
                </a:lnTo>
                <a:lnTo>
                  <a:pt x="2259702" y="1956398"/>
                </a:lnTo>
                <a:lnTo>
                  <a:pt x="2259883" y="1956353"/>
                </a:lnTo>
                <a:lnTo>
                  <a:pt x="2260059" y="1956290"/>
                </a:lnTo>
                <a:lnTo>
                  <a:pt x="2260228" y="1956210"/>
                </a:lnTo>
                <a:lnTo>
                  <a:pt x="2260388" y="1956114"/>
                </a:lnTo>
                <a:lnTo>
                  <a:pt x="2260539" y="1956003"/>
                </a:lnTo>
                <a:lnTo>
                  <a:pt x="2260677" y="1955877"/>
                </a:lnTo>
                <a:lnTo>
                  <a:pt x="2260803" y="1955739"/>
                </a:lnTo>
                <a:lnTo>
                  <a:pt x="2260914" y="1955588"/>
                </a:lnTo>
                <a:lnTo>
                  <a:pt x="2261010" y="1955428"/>
                </a:lnTo>
                <a:lnTo>
                  <a:pt x="2261090" y="1955259"/>
                </a:lnTo>
                <a:lnTo>
                  <a:pt x="2261153" y="1955083"/>
                </a:lnTo>
                <a:lnTo>
                  <a:pt x="2261198" y="1954902"/>
                </a:lnTo>
                <a:lnTo>
                  <a:pt x="2261226" y="1954717"/>
                </a:lnTo>
                <a:lnTo>
                  <a:pt x="2261235" y="1954530"/>
                </a:lnTo>
                <a:lnTo>
                  <a:pt x="2261235" y="1927860"/>
                </a:lnTo>
                <a:lnTo>
                  <a:pt x="2266950" y="1927860"/>
                </a:lnTo>
                <a:lnTo>
                  <a:pt x="2266950" y="1954530"/>
                </a:lnTo>
                <a:lnTo>
                  <a:pt x="2266959" y="1954717"/>
                </a:lnTo>
                <a:lnTo>
                  <a:pt x="2266987" y="1954902"/>
                </a:lnTo>
                <a:lnTo>
                  <a:pt x="2267032" y="1955083"/>
                </a:lnTo>
                <a:lnTo>
                  <a:pt x="2267095" y="1955259"/>
                </a:lnTo>
                <a:lnTo>
                  <a:pt x="2267175" y="1955428"/>
                </a:lnTo>
                <a:lnTo>
                  <a:pt x="2267271" y="1955588"/>
                </a:lnTo>
                <a:lnTo>
                  <a:pt x="2267382" y="1955739"/>
                </a:lnTo>
                <a:lnTo>
                  <a:pt x="2267508" y="1955877"/>
                </a:lnTo>
                <a:lnTo>
                  <a:pt x="2267646" y="1956003"/>
                </a:lnTo>
                <a:lnTo>
                  <a:pt x="2267797" y="1956114"/>
                </a:lnTo>
                <a:lnTo>
                  <a:pt x="2267957" y="1956210"/>
                </a:lnTo>
                <a:lnTo>
                  <a:pt x="2268126" y="1956290"/>
                </a:lnTo>
                <a:lnTo>
                  <a:pt x="2268302" y="1956353"/>
                </a:lnTo>
                <a:lnTo>
                  <a:pt x="2268483" y="1956398"/>
                </a:lnTo>
                <a:lnTo>
                  <a:pt x="2268668" y="1956426"/>
                </a:lnTo>
                <a:lnTo>
                  <a:pt x="2268855" y="1956435"/>
                </a:lnTo>
                <a:lnTo>
                  <a:pt x="2276475" y="1956435"/>
                </a:lnTo>
                <a:lnTo>
                  <a:pt x="2276475" y="1973580"/>
                </a:lnTo>
                <a:lnTo>
                  <a:pt x="2276484" y="1973767"/>
                </a:lnTo>
                <a:lnTo>
                  <a:pt x="2276512" y="1973952"/>
                </a:lnTo>
                <a:lnTo>
                  <a:pt x="2276557" y="1974133"/>
                </a:lnTo>
                <a:lnTo>
                  <a:pt x="2276620" y="1974309"/>
                </a:lnTo>
                <a:lnTo>
                  <a:pt x="2276700" y="1974478"/>
                </a:lnTo>
                <a:lnTo>
                  <a:pt x="2276796" y="1974638"/>
                </a:lnTo>
                <a:lnTo>
                  <a:pt x="2276907" y="1974789"/>
                </a:lnTo>
                <a:lnTo>
                  <a:pt x="2277033" y="1974927"/>
                </a:lnTo>
                <a:lnTo>
                  <a:pt x="2277171" y="1975053"/>
                </a:lnTo>
                <a:lnTo>
                  <a:pt x="2277322" y="1975164"/>
                </a:lnTo>
                <a:lnTo>
                  <a:pt x="2277482" y="1975260"/>
                </a:lnTo>
                <a:lnTo>
                  <a:pt x="2277651" y="1975340"/>
                </a:lnTo>
                <a:lnTo>
                  <a:pt x="2277827" y="1975403"/>
                </a:lnTo>
                <a:lnTo>
                  <a:pt x="2278008" y="1975448"/>
                </a:lnTo>
                <a:lnTo>
                  <a:pt x="2278193" y="1975476"/>
                </a:lnTo>
                <a:lnTo>
                  <a:pt x="2278380" y="1975485"/>
                </a:lnTo>
                <a:lnTo>
                  <a:pt x="2286000" y="1975485"/>
                </a:lnTo>
                <a:lnTo>
                  <a:pt x="2286000" y="1983105"/>
                </a:lnTo>
                <a:lnTo>
                  <a:pt x="2286009" y="1983292"/>
                </a:lnTo>
                <a:lnTo>
                  <a:pt x="2286037" y="1983477"/>
                </a:lnTo>
                <a:lnTo>
                  <a:pt x="2286082" y="1983658"/>
                </a:lnTo>
                <a:lnTo>
                  <a:pt x="2286145" y="1983834"/>
                </a:lnTo>
                <a:lnTo>
                  <a:pt x="2286225" y="1984003"/>
                </a:lnTo>
                <a:lnTo>
                  <a:pt x="2286321" y="1984163"/>
                </a:lnTo>
                <a:lnTo>
                  <a:pt x="2286432" y="1984314"/>
                </a:lnTo>
                <a:lnTo>
                  <a:pt x="2286558" y="1984452"/>
                </a:lnTo>
                <a:lnTo>
                  <a:pt x="2286696" y="1984578"/>
                </a:lnTo>
                <a:lnTo>
                  <a:pt x="2286847" y="1984689"/>
                </a:lnTo>
                <a:lnTo>
                  <a:pt x="2287007" y="1984785"/>
                </a:lnTo>
                <a:lnTo>
                  <a:pt x="2287176" y="1984865"/>
                </a:lnTo>
                <a:lnTo>
                  <a:pt x="2287352" y="1984928"/>
                </a:lnTo>
                <a:lnTo>
                  <a:pt x="2287533" y="1984973"/>
                </a:lnTo>
                <a:lnTo>
                  <a:pt x="2287718" y="1985001"/>
                </a:lnTo>
                <a:lnTo>
                  <a:pt x="2287905" y="1985010"/>
                </a:lnTo>
                <a:lnTo>
                  <a:pt x="2297430" y="1985010"/>
                </a:lnTo>
                <a:lnTo>
                  <a:pt x="2297617" y="1985001"/>
                </a:lnTo>
                <a:lnTo>
                  <a:pt x="2297802" y="1984973"/>
                </a:lnTo>
                <a:lnTo>
                  <a:pt x="2297983" y="1984928"/>
                </a:lnTo>
                <a:lnTo>
                  <a:pt x="2298159" y="1984865"/>
                </a:lnTo>
                <a:lnTo>
                  <a:pt x="2298328" y="1984785"/>
                </a:lnTo>
                <a:lnTo>
                  <a:pt x="2298488" y="1984689"/>
                </a:lnTo>
                <a:lnTo>
                  <a:pt x="2298639" y="1984578"/>
                </a:lnTo>
                <a:lnTo>
                  <a:pt x="2298777" y="1984452"/>
                </a:lnTo>
                <a:lnTo>
                  <a:pt x="2298903" y="1984314"/>
                </a:lnTo>
                <a:lnTo>
                  <a:pt x="2299014" y="1984163"/>
                </a:lnTo>
                <a:lnTo>
                  <a:pt x="2299110" y="1984003"/>
                </a:lnTo>
                <a:lnTo>
                  <a:pt x="2299190" y="1983834"/>
                </a:lnTo>
                <a:lnTo>
                  <a:pt x="2299253" y="1983658"/>
                </a:lnTo>
                <a:lnTo>
                  <a:pt x="2299298" y="1983477"/>
                </a:lnTo>
                <a:lnTo>
                  <a:pt x="2299326" y="1983292"/>
                </a:lnTo>
                <a:lnTo>
                  <a:pt x="2299335" y="1983105"/>
                </a:lnTo>
                <a:lnTo>
                  <a:pt x="2299335" y="1975485"/>
                </a:lnTo>
                <a:lnTo>
                  <a:pt x="2306955" y="1975485"/>
                </a:lnTo>
                <a:lnTo>
                  <a:pt x="2307142" y="1975476"/>
                </a:lnTo>
                <a:lnTo>
                  <a:pt x="2307327" y="1975448"/>
                </a:lnTo>
                <a:lnTo>
                  <a:pt x="2307508" y="1975403"/>
                </a:lnTo>
                <a:lnTo>
                  <a:pt x="2307684" y="1975340"/>
                </a:lnTo>
                <a:lnTo>
                  <a:pt x="2307853" y="1975260"/>
                </a:lnTo>
                <a:lnTo>
                  <a:pt x="2308013" y="1975164"/>
                </a:lnTo>
                <a:lnTo>
                  <a:pt x="2308164" y="1975053"/>
                </a:lnTo>
                <a:lnTo>
                  <a:pt x="2308302" y="1974927"/>
                </a:lnTo>
                <a:lnTo>
                  <a:pt x="2308428" y="1974789"/>
                </a:lnTo>
                <a:lnTo>
                  <a:pt x="2308539" y="1974638"/>
                </a:lnTo>
                <a:lnTo>
                  <a:pt x="2308635" y="1974478"/>
                </a:lnTo>
                <a:lnTo>
                  <a:pt x="2308715" y="1974309"/>
                </a:lnTo>
                <a:lnTo>
                  <a:pt x="2308778" y="1974133"/>
                </a:lnTo>
                <a:lnTo>
                  <a:pt x="2308823" y="1973952"/>
                </a:lnTo>
                <a:lnTo>
                  <a:pt x="2308851" y="1973767"/>
                </a:lnTo>
                <a:lnTo>
                  <a:pt x="2308860" y="1973580"/>
                </a:lnTo>
                <a:lnTo>
                  <a:pt x="2308860" y="1965960"/>
                </a:lnTo>
                <a:lnTo>
                  <a:pt x="2316480" y="1965960"/>
                </a:lnTo>
                <a:lnTo>
                  <a:pt x="2316667" y="1965951"/>
                </a:lnTo>
                <a:lnTo>
                  <a:pt x="2316852" y="1965923"/>
                </a:lnTo>
                <a:lnTo>
                  <a:pt x="2317033" y="1965878"/>
                </a:lnTo>
                <a:lnTo>
                  <a:pt x="2317209" y="1965815"/>
                </a:lnTo>
                <a:lnTo>
                  <a:pt x="2317378" y="1965735"/>
                </a:lnTo>
                <a:lnTo>
                  <a:pt x="2317538" y="1965639"/>
                </a:lnTo>
                <a:lnTo>
                  <a:pt x="2317689" y="1965528"/>
                </a:lnTo>
                <a:lnTo>
                  <a:pt x="2317827" y="1965402"/>
                </a:lnTo>
                <a:lnTo>
                  <a:pt x="2317953" y="1965264"/>
                </a:lnTo>
                <a:lnTo>
                  <a:pt x="2318064" y="1965113"/>
                </a:lnTo>
                <a:lnTo>
                  <a:pt x="2318160" y="1964953"/>
                </a:lnTo>
                <a:lnTo>
                  <a:pt x="2318240" y="1964784"/>
                </a:lnTo>
                <a:lnTo>
                  <a:pt x="2318303" y="1964608"/>
                </a:lnTo>
                <a:lnTo>
                  <a:pt x="2318348" y="1964427"/>
                </a:lnTo>
                <a:lnTo>
                  <a:pt x="2318376" y="1964242"/>
                </a:lnTo>
                <a:lnTo>
                  <a:pt x="2318385" y="1964055"/>
                </a:lnTo>
                <a:lnTo>
                  <a:pt x="2318385" y="1946910"/>
                </a:lnTo>
                <a:lnTo>
                  <a:pt x="2324100" y="1946910"/>
                </a:lnTo>
                <a:lnTo>
                  <a:pt x="2324100" y="1973580"/>
                </a:lnTo>
                <a:lnTo>
                  <a:pt x="2324109" y="1973767"/>
                </a:lnTo>
                <a:lnTo>
                  <a:pt x="2324137" y="1973952"/>
                </a:lnTo>
                <a:lnTo>
                  <a:pt x="2324182" y="1974133"/>
                </a:lnTo>
                <a:lnTo>
                  <a:pt x="2324245" y="1974309"/>
                </a:lnTo>
                <a:lnTo>
                  <a:pt x="2324325" y="1974478"/>
                </a:lnTo>
                <a:lnTo>
                  <a:pt x="2324421" y="1974638"/>
                </a:lnTo>
                <a:lnTo>
                  <a:pt x="2324532" y="1974789"/>
                </a:lnTo>
                <a:lnTo>
                  <a:pt x="2324658" y="1974927"/>
                </a:lnTo>
                <a:lnTo>
                  <a:pt x="2324796" y="1975053"/>
                </a:lnTo>
                <a:lnTo>
                  <a:pt x="2324947" y="1975164"/>
                </a:lnTo>
                <a:lnTo>
                  <a:pt x="2325107" y="1975260"/>
                </a:lnTo>
                <a:lnTo>
                  <a:pt x="2325276" y="1975340"/>
                </a:lnTo>
                <a:lnTo>
                  <a:pt x="2325452" y="1975403"/>
                </a:lnTo>
                <a:lnTo>
                  <a:pt x="2325633" y="1975448"/>
                </a:lnTo>
                <a:lnTo>
                  <a:pt x="2325818" y="1975476"/>
                </a:lnTo>
                <a:lnTo>
                  <a:pt x="2326005" y="1975485"/>
                </a:lnTo>
                <a:lnTo>
                  <a:pt x="2333625" y="1975485"/>
                </a:lnTo>
                <a:lnTo>
                  <a:pt x="2333625" y="1983105"/>
                </a:lnTo>
                <a:lnTo>
                  <a:pt x="2333634" y="1983292"/>
                </a:lnTo>
                <a:lnTo>
                  <a:pt x="2333662" y="1983477"/>
                </a:lnTo>
                <a:lnTo>
                  <a:pt x="2333707" y="1983658"/>
                </a:lnTo>
                <a:lnTo>
                  <a:pt x="2333770" y="1983834"/>
                </a:lnTo>
                <a:lnTo>
                  <a:pt x="2333850" y="1984003"/>
                </a:lnTo>
                <a:lnTo>
                  <a:pt x="2333946" y="1984163"/>
                </a:lnTo>
                <a:lnTo>
                  <a:pt x="2334057" y="1984314"/>
                </a:lnTo>
                <a:lnTo>
                  <a:pt x="2334183" y="1984452"/>
                </a:lnTo>
                <a:lnTo>
                  <a:pt x="2334321" y="1984578"/>
                </a:lnTo>
                <a:lnTo>
                  <a:pt x="2334472" y="1984689"/>
                </a:lnTo>
                <a:lnTo>
                  <a:pt x="2334632" y="1984785"/>
                </a:lnTo>
                <a:lnTo>
                  <a:pt x="2334801" y="1984865"/>
                </a:lnTo>
                <a:lnTo>
                  <a:pt x="2334977" y="1984928"/>
                </a:lnTo>
                <a:lnTo>
                  <a:pt x="2335158" y="1984973"/>
                </a:lnTo>
                <a:lnTo>
                  <a:pt x="2335343" y="1985001"/>
                </a:lnTo>
                <a:lnTo>
                  <a:pt x="2335530" y="1985010"/>
                </a:lnTo>
                <a:lnTo>
                  <a:pt x="2345055" y="1985010"/>
                </a:lnTo>
                <a:lnTo>
                  <a:pt x="2345242" y="1985001"/>
                </a:lnTo>
                <a:lnTo>
                  <a:pt x="2345427" y="1984973"/>
                </a:lnTo>
                <a:lnTo>
                  <a:pt x="2345608" y="1984928"/>
                </a:lnTo>
                <a:lnTo>
                  <a:pt x="2345784" y="1984865"/>
                </a:lnTo>
                <a:lnTo>
                  <a:pt x="2345953" y="1984785"/>
                </a:lnTo>
                <a:lnTo>
                  <a:pt x="2346113" y="1984689"/>
                </a:lnTo>
                <a:lnTo>
                  <a:pt x="2346264" y="1984578"/>
                </a:lnTo>
                <a:lnTo>
                  <a:pt x="2346402" y="1984452"/>
                </a:lnTo>
                <a:lnTo>
                  <a:pt x="2346528" y="1984314"/>
                </a:lnTo>
                <a:lnTo>
                  <a:pt x="2346639" y="1984163"/>
                </a:lnTo>
                <a:lnTo>
                  <a:pt x="2346735" y="1984003"/>
                </a:lnTo>
                <a:lnTo>
                  <a:pt x="2346815" y="1983834"/>
                </a:lnTo>
                <a:lnTo>
                  <a:pt x="2346878" y="1983658"/>
                </a:lnTo>
                <a:lnTo>
                  <a:pt x="2346923" y="1983477"/>
                </a:lnTo>
                <a:lnTo>
                  <a:pt x="2346951" y="1983292"/>
                </a:lnTo>
                <a:lnTo>
                  <a:pt x="2346960" y="1983105"/>
                </a:lnTo>
                <a:lnTo>
                  <a:pt x="2346960" y="1975485"/>
                </a:lnTo>
                <a:lnTo>
                  <a:pt x="2373630" y="1975485"/>
                </a:lnTo>
                <a:lnTo>
                  <a:pt x="2373817" y="1975476"/>
                </a:lnTo>
                <a:lnTo>
                  <a:pt x="2374002" y="1975448"/>
                </a:lnTo>
                <a:lnTo>
                  <a:pt x="2374183" y="1975403"/>
                </a:lnTo>
                <a:lnTo>
                  <a:pt x="2374359" y="1975340"/>
                </a:lnTo>
                <a:lnTo>
                  <a:pt x="2374528" y="1975260"/>
                </a:lnTo>
                <a:lnTo>
                  <a:pt x="2374688" y="1975164"/>
                </a:lnTo>
                <a:lnTo>
                  <a:pt x="2374839" y="1975053"/>
                </a:lnTo>
                <a:lnTo>
                  <a:pt x="2374977" y="1974927"/>
                </a:lnTo>
                <a:lnTo>
                  <a:pt x="2375103" y="1974789"/>
                </a:lnTo>
                <a:lnTo>
                  <a:pt x="2375214" y="1974638"/>
                </a:lnTo>
                <a:lnTo>
                  <a:pt x="2375310" y="1974478"/>
                </a:lnTo>
                <a:lnTo>
                  <a:pt x="2375390" y="1974309"/>
                </a:lnTo>
                <a:lnTo>
                  <a:pt x="2375453" y="1974133"/>
                </a:lnTo>
                <a:lnTo>
                  <a:pt x="2375498" y="1973952"/>
                </a:lnTo>
                <a:lnTo>
                  <a:pt x="2375526" y="1973767"/>
                </a:lnTo>
                <a:lnTo>
                  <a:pt x="2375535" y="1973580"/>
                </a:lnTo>
                <a:lnTo>
                  <a:pt x="2375535" y="1946910"/>
                </a:lnTo>
                <a:lnTo>
                  <a:pt x="2383155" y="1946910"/>
                </a:lnTo>
                <a:lnTo>
                  <a:pt x="2383342" y="1946901"/>
                </a:lnTo>
                <a:lnTo>
                  <a:pt x="2383527" y="1946873"/>
                </a:lnTo>
                <a:lnTo>
                  <a:pt x="2383708" y="1946828"/>
                </a:lnTo>
                <a:lnTo>
                  <a:pt x="2383884" y="1946765"/>
                </a:lnTo>
                <a:lnTo>
                  <a:pt x="2384053" y="1946685"/>
                </a:lnTo>
                <a:lnTo>
                  <a:pt x="2384213" y="1946589"/>
                </a:lnTo>
                <a:lnTo>
                  <a:pt x="2384364" y="1946478"/>
                </a:lnTo>
                <a:lnTo>
                  <a:pt x="2384502" y="1946352"/>
                </a:lnTo>
                <a:lnTo>
                  <a:pt x="2384628" y="1946214"/>
                </a:lnTo>
                <a:lnTo>
                  <a:pt x="2384739" y="1946063"/>
                </a:lnTo>
                <a:lnTo>
                  <a:pt x="2384835" y="1945903"/>
                </a:lnTo>
                <a:lnTo>
                  <a:pt x="2384915" y="1945734"/>
                </a:lnTo>
                <a:lnTo>
                  <a:pt x="2384978" y="1945558"/>
                </a:lnTo>
                <a:lnTo>
                  <a:pt x="2385023" y="1945377"/>
                </a:lnTo>
                <a:lnTo>
                  <a:pt x="2385051" y="1945192"/>
                </a:lnTo>
                <a:lnTo>
                  <a:pt x="2385060" y="1945005"/>
                </a:lnTo>
                <a:lnTo>
                  <a:pt x="2385060" y="1937385"/>
                </a:lnTo>
                <a:lnTo>
                  <a:pt x="2402205" y="1937385"/>
                </a:lnTo>
                <a:lnTo>
                  <a:pt x="2402392" y="1937376"/>
                </a:lnTo>
                <a:lnTo>
                  <a:pt x="2402577" y="1937348"/>
                </a:lnTo>
                <a:lnTo>
                  <a:pt x="2402758" y="1937303"/>
                </a:lnTo>
                <a:lnTo>
                  <a:pt x="2402934" y="1937240"/>
                </a:lnTo>
                <a:lnTo>
                  <a:pt x="2403103" y="1937160"/>
                </a:lnTo>
                <a:lnTo>
                  <a:pt x="2403263" y="1937064"/>
                </a:lnTo>
                <a:lnTo>
                  <a:pt x="2403414" y="1936953"/>
                </a:lnTo>
                <a:lnTo>
                  <a:pt x="2403552" y="1936827"/>
                </a:lnTo>
                <a:lnTo>
                  <a:pt x="2403678" y="1936689"/>
                </a:lnTo>
                <a:lnTo>
                  <a:pt x="2403789" y="1936538"/>
                </a:lnTo>
                <a:lnTo>
                  <a:pt x="2403885" y="1936378"/>
                </a:lnTo>
                <a:lnTo>
                  <a:pt x="2403965" y="1936209"/>
                </a:lnTo>
                <a:lnTo>
                  <a:pt x="2404028" y="1936033"/>
                </a:lnTo>
                <a:lnTo>
                  <a:pt x="2404073" y="1935852"/>
                </a:lnTo>
                <a:lnTo>
                  <a:pt x="2404101" y="1935667"/>
                </a:lnTo>
                <a:lnTo>
                  <a:pt x="2404110" y="1935480"/>
                </a:lnTo>
                <a:lnTo>
                  <a:pt x="2404110" y="1927860"/>
                </a:lnTo>
                <a:lnTo>
                  <a:pt x="2419350" y="1927860"/>
                </a:lnTo>
                <a:lnTo>
                  <a:pt x="2419350" y="1945005"/>
                </a:lnTo>
                <a:lnTo>
                  <a:pt x="2419359" y="1945192"/>
                </a:lnTo>
                <a:lnTo>
                  <a:pt x="2419387" y="1945377"/>
                </a:lnTo>
                <a:lnTo>
                  <a:pt x="2419432" y="1945558"/>
                </a:lnTo>
                <a:lnTo>
                  <a:pt x="2419495" y="1945734"/>
                </a:lnTo>
                <a:lnTo>
                  <a:pt x="2419575" y="1945903"/>
                </a:lnTo>
                <a:lnTo>
                  <a:pt x="2419671" y="1946063"/>
                </a:lnTo>
                <a:lnTo>
                  <a:pt x="2419782" y="1946214"/>
                </a:lnTo>
                <a:lnTo>
                  <a:pt x="2419908" y="1946352"/>
                </a:lnTo>
                <a:lnTo>
                  <a:pt x="2420046" y="1946478"/>
                </a:lnTo>
                <a:lnTo>
                  <a:pt x="2420197" y="1946589"/>
                </a:lnTo>
                <a:lnTo>
                  <a:pt x="2420357" y="1946685"/>
                </a:lnTo>
                <a:lnTo>
                  <a:pt x="2420526" y="1946765"/>
                </a:lnTo>
                <a:lnTo>
                  <a:pt x="2420702" y="1946828"/>
                </a:lnTo>
                <a:lnTo>
                  <a:pt x="2420883" y="1946873"/>
                </a:lnTo>
                <a:lnTo>
                  <a:pt x="2421068" y="1946901"/>
                </a:lnTo>
                <a:lnTo>
                  <a:pt x="2421255" y="1946910"/>
                </a:lnTo>
                <a:lnTo>
                  <a:pt x="2428875" y="1946910"/>
                </a:lnTo>
                <a:lnTo>
                  <a:pt x="2428875" y="1983105"/>
                </a:lnTo>
                <a:lnTo>
                  <a:pt x="2428884" y="1983292"/>
                </a:lnTo>
                <a:lnTo>
                  <a:pt x="2428912" y="1983477"/>
                </a:lnTo>
                <a:lnTo>
                  <a:pt x="2428957" y="1983658"/>
                </a:lnTo>
                <a:lnTo>
                  <a:pt x="2429020" y="1983834"/>
                </a:lnTo>
                <a:lnTo>
                  <a:pt x="2429100" y="1984003"/>
                </a:lnTo>
                <a:lnTo>
                  <a:pt x="2429196" y="1984163"/>
                </a:lnTo>
                <a:lnTo>
                  <a:pt x="2429307" y="1984314"/>
                </a:lnTo>
                <a:lnTo>
                  <a:pt x="2429433" y="1984452"/>
                </a:lnTo>
                <a:lnTo>
                  <a:pt x="2429571" y="1984578"/>
                </a:lnTo>
                <a:lnTo>
                  <a:pt x="2429722" y="1984689"/>
                </a:lnTo>
                <a:lnTo>
                  <a:pt x="2429882" y="1984785"/>
                </a:lnTo>
                <a:lnTo>
                  <a:pt x="2430051" y="1984865"/>
                </a:lnTo>
                <a:lnTo>
                  <a:pt x="2430227" y="1984928"/>
                </a:lnTo>
                <a:lnTo>
                  <a:pt x="2430408" y="1984973"/>
                </a:lnTo>
                <a:lnTo>
                  <a:pt x="2430593" y="1985001"/>
                </a:lnTo>
                <a:lnTo>
                  <a:pt x="2430780" y="1985010"/>
                </a:lnTo>
                <a:lnTo>
                  <a:pt x="2438400" y="1985010"/>
                </a:lnTo>
                <a:lnTo>
                  <a:pt x="2438400" y="2030730"/>
                </a:lnTo>
                <a:lnTo>
                  <a:pt x="2438409" y="2030917"/>
                </a:lnTo>
                <a:lnTo>
                  <a:pt x="2438437" y="2031102"/>
                </a:lnTo>
                <a:lnTo>
                  <a:pt x="2438482" y="2031283"/>
                </a:lnTo>
                <a:lnTo>
                  <a:pt x="2438545" y="2031459"/>
                </a:lnTo>
                <a:lnTo>
                  <a:pt x="2438625" y="2031628"/>
                </a:lnTo>
                <a:lnTo>
                  <a:pt x="2438721" y="2031788"/>
                </a:lnTo>
                <a:lnTo>
                  <a:pt x="2438832" y="2031939"/>
                </a:lnTo>
                <a:lnTo>
                  <a:pt x="2438958" y="2032077"/>
                </a:lnTo>
                <a:lnTo>
                  <a:pt x="2439096" y="2032203"/>
                </a:lnTo>
                <a:lnTo>
                  <a:pt x="2439247" y="2032314"/>
                </a:lnTo>
                <a:lnTo>
                  <a:pt x="2439407" y="2032410"/>
                </a:lnTo>
                <a:lnTo>
                  <a:pt x="2439576" y="2032490"/>
                </a:lnTo>
                <a:lnTo>
                  <a:pt x="2439752" y="2032553"/>
                </a:lnTo>
                <a:lnTo>
                  <a:pt x="2439933" y="2032598"/>
                </a:lnTo>
                <a:lnTo>
                  <a:pt x="2440118" y="2032626"/>
                </a:lnTo>
                <a:lnTo>
                  <a:pt x="2440305" y="2032635"/>
                </a:lnTo>
                <a:lnTo>
                  <a:pt x="2468880" y="2032635"/>
                </a:lnTo>
                <a:lnTo>
                  <a:pt x="2469067" y="2032626"/>
                </a:lnTo>
                <a:lnTo>
                  <a:pt x="2469252" y="2032598"/>
                </a:lnTo>
                <a:lnTo>
                  <a:pt x="2469433" y="2032553"/>
                </a:lnTo>
                <a:lnTo>
                  <a:pt x="2469609" y="2032490"/>
                </a:lnTo>
                <a:lnTo>
                  <a:pt x="2469778" y="2032410"/>
                </a:lnTo>
                <a:lnTo>
                  <a:pt x="2469938" y="2032314"/>
                </a:lnTo>
                <a:lnTo>
                  <a:pt x="2470089" y="2032203"/>
                </a:lnTo>
                <a:lnTo>
                  <a:pt x="2470227" y="2032077"/>
                </a:lnTo>
                <a:lnTo>
                  <a:pt x="2470353" y="2031939"/>
                </a:lnTo>
                <a:lnTo>
                  <a:pt x="2470464" y="2031788"/>
                </a:lnTo>
                <a:lnTo>
                  <a:pt x="2470560" y="2031628"/>
                </a:lnTo>
                <a:lnTo>
                  <a:pt x="2470640" y="2031459"/>
                </a:lnTo>
                <a:lnTo>
                  <a:pt x="2470703" y="2031283"/>
                </a:lnTo>
                <a:lnTo>
                  <a:pt x="2470748" y="2031102"/>
                </a:lnTo>
                <a:lnTo>
                  <a:pt x="2470776" y="2030917"/>
                </a:lnTo>
                <a:lnTo>
                  <a:pt x="2470785" y="2030730"/>
                </a:lnTo>
                <a:lnTo>
                  <a:pt x="2470785" y="2004060"/>
                </a:lnTo>
                <a:lnTo>
                  <a:pt x="2478405" y="2004060"/>
                </a:lnTo>
                <a:lnTo>
                  <a:pt x="2478592" y="2004051"/>
                </a:lnTo>
                <a:lnTo>
                  <a:pt x="2478777" y="2004023"/>
                </a:lnTo>
                <a:lnTo>
                  <a:pt x="2478958" y="2003978"/>
                </a:lnTo>
                <a:lnTo>
                  <a:pt x="2479134" y="2003915"/>
                </a:lnTo>
                <a:lnTo>
                  <a:pt x="2479303" y="2003835"/>
                </a:lnTo>
                <a:lnTo>
                  <a:pt x="2479463" y="2003739"/>
                </a:lnTo>
                <a:lnTo>
                  <a:pt x="2479614" y="2003628"/>
                </a:lnTo>
                <a:lnTo>
                  <a:pt x="2479752" y="2003502"/>
                </a:lnTo>
                <a:lnTo>
                  <a:pt x="2479878" y="2003364"/>
                </a:lnTo>
                <a:lnTo>
                  <a:pt x="2479989" y="2003213"/>
                </a:lnTo>
                <a:lnTo>
                  <a:pt x="2480085" y="2003053"/>
                </a:lnTo>
                <a:lnTo>
                  <a:pt x="2480165" y="2002884"/>
                </a:lnTo>
                <a:lnTo>
                  <a:pt x="2480228" y="2002708"/>
                </a:lnTo>
                <a:lnTo>
                  <a:pt x="2480273" y="2002527"/>
                </a:lnTo>
                <a:lnTo>
                  <a:pt x="2480301" y="2002342"/>
                </a:lnTo>
                <a:lnTo>
                  <a:pt x="2480310" y="2002155"/>
                </a:lnTo>
                <a:lnTo>
                  <a:pt x="2480310" y="1985010"/>
                </a:lnTo>
                <a:lnTo>
                  <a:pt x="2486025" y="1985010"/>
                </a:lnTo>
                <a:lnTo>
                  <a:pt x="2486025" y="1992630"/>
                </a:lnTo>
                <a:lnTo>
                  <a:pt x="2486034" y="1992817"/>
                </a:lnTo>
                <a:lnTo>
                  <a:pt x="2486062" y="1993002"/>
                </a:lnTo>
                <a:lnTo>
                  <a:pt x="2486107" y="1993183"/>
                </a:lnTo>
                <a:lnTo>
                  <a:pt x="2486170" y="1993359"/>
                </a:lnTo>
                <a:lnTo>
                  <a:pt x="2486250" y="1993528"/>
                </a:lnTo>
                <a:lnTo>
                  <a:pt x="2486346" y="1993688"/>
                </a:lnTo>
                <a:lnTo>
                  <a:pt x="2486457" y="1993839"/>
                </a:lnTo>
                <a:lnTo>
                  <a:pt x="2486583" y="1993977"/>
                </a:lnTo>
                <a:lnTo>
                  <a:pt x="2486721" y="1994103"/>
                </a:lnTo>
                <a:lnTo>
                  <a:pt x="2486872" y="1994214"/>
                </a:lnTo>
                <a:lnTo>
                  <a:pt x="2487032" y="1994310"/>
                </a:lnTo>
                <a:lnTo>
                  <a:pt x="2487201" y="1994390"/>
                </a:lnTo>
                <a:lnTo>
                  <a:pt x="2487377" y="1994453"/>
                </a:lnTo>
                <a:lnTo>
                  <a:pt x="2487558" y="1994498"/>
                </a:lnTo>
                <a:lnTo>
                  <a:pt x="2487743" y="1994526"/>
                </a:lnTo>
                <a:lnTo>
                  <a:pt x="2487930" y="1994535"/>
                </a:lnTo>
                <a:lnTo>
                  <a:pt x="2533650" y="1994535"/>
                </a:lnTo>
                <a:lnTo>
                  <a:pt x="2533650" y="2030730"/>
                </a:lnTo>
                <a:lnTo>
                  <a:pt x="2533659" y="2030917"/>
                </a:lnTo>
                <a:lnTo>
                  <a:pt x="2533687" y="2031102"/>
                </a:lnTo>
                <a:lnTo>
                  <a:pt x="2533732" y="2031283"/>
                </a:lnTo>
                <a:lnTo>
                  <a:pt x="2533795" y="2031459"/>
                </a:lnTo>
                <a:lnTo>
                  <a:pt x="2533875" y="2031628"/>
                </a:lnTo>
                <a:lnTo>
                  <a:pt x="2533971" y="2031788"/>
                </a:lnTo>
                <a:lnTo>
                  <a:pt x="2534082" y="2031939"/>
                </a:lnTo>
                <a:lnTo>
                  <a:pt x="2534208" y="2032077"/>
                </a:lnTo>
                <a:lnTo>
                  <a:pt x="2534346" y="2032203"/>
                </a:lnTo>
                <a:lnTo>
                  <a:pt x="2534497" y="2032314"/>
                </a:lnTo>
                <a:lnTo>
                  <a:pt x="2534657" y="2032410"/>
                </a:lnTo>
                <a:lnTo>
                  <a:pt x="2534826" y="2032490"/>
                </a:lnTo>
                <a:lnTo>
                  <a:pt x="2535002" y="2032553"/>
                </a:lnTo>
                <a:lnTo>
                  <a:pt x="2535183" y="2032598"/>
                </a:lnTo>
                <a:lnTo>
                  <a:pt x="2535368" y="2032626"/>
                </a:lnTo>
                <a:lnTo>
                  <a:pt x="2535555" y="2032635"/>
                </a:lnTo>
                <a:lnTo>
                  <a:pt x="2564130" y="2032635"/>
                </a:lnTo>
                <a:lnTo>
                  <a:pt x="2564317" y="2032626"/>
                </a:lnTo>
                <a:lnTo>
                  <a:pt x="2564502" y="2032598"/>
                </a:lnTo>
                <a:lnTo>
                  <a:pt x="2564683" y="2032553"/>
                </a:lnTo>
                <a:lnTo>
                  <a:pt x="2564859" y="2032490"/>
                </a:lnTo>
                <a:lnTo>
                  <a:pt x="2565028" y="2032410"/>
                </a:lnTo>
                <a:lnTo>
                  <a:pt x="2565188" y="2032314"/>
                </a:lnTo>
                <a:lnTo>
                  <a:pt x="2565339" y="2032203"/>
                </a:lnTo>
                <a:lnTo>
                  <a:pt x="2565477" y="2032077"/>
                </a:lnTo>
                <a:lnTo>
                  <a:pt x="2565603" y="2031939"/>
                </a:lnTo>
                <a:lnTo>
                  <a:pt x="2565714" y="2031788"/>
                </a:lnTo>
                <a:lnTo>
                  <a:pt x="2565810" y="2031628"/>
                </a:lnTo>
                <a:lnTo>
                  <a:pt x="2565890" y="2031459"/>
                </a:lnTo>
                <a:lnTo>
                  <a:pt x="2565953" y="2031283"/>
                </a:lnTo>
                <a:lnTo>
                  <a:pt x="2565998" y="2031102"/>
                </a:lnTo>
                <a:lnTo>
                  <a:pt x="2566026" y="2030917"/>
                </a:lnTo>
                <a:lnTo>
                  <a:pt x="2566035" y="2030730"/>
                </a:lnTo>
                <a:lnTo>
                  <a:pt x="2566035" y="2023110"/>
                </a:lnTo>
                <a:lnTo>
                  <a:pt x="2573655" y="2023110"/>
                </a:lnTo>
                <a:lnTo>
                  <a:pt x="2573842" y="2023101"/>
                </a:lnTo>
                <a:lnTo>
                  <a:pt x="2574027" y="2023073"/>
                </a:lnTo>
                <a:lnTo>
                  <a:pt x="2574208" y="2023028"/>
                </a:lnTo>
                <a:lnTo>
                  <a:pt x="2574384" y="2022965"/>
                </a:lnTo>
                <a:lnTo>
                  <a:pt x="2574553" y="2022885"/>
                </a:lnTo>
                <a:lnTo>
                  <a:pt x="2574713" y="2022789"/>
                </a:lnTo>
                <a:lnTo>
                  <a:pt x="2574864" y="2022678"/>
                </a:lnTo>
                <a:lnTo>
                  <a:pt x="2575002" y="2022552"/>
                </a:lnTo>
                <a:lnTo>
                  <a:pt x="2575128" y="2022414"/>
                </a:lnTo>
                <a:lnTo>
                  <a:pt x="2575239" y="2022263"/>
                </a:lnTo>
                <a:lnTo>
                  <a:pt x="2575335" y="2022103"/>
                </a:lnTo>
                <a:lnTo>
                  <a:pt x="2575415" y="2021934"/>
                </a:lnTo>
                <a:lnTo>
                  <a:pt x="2575478" y="2021758"/>
                </a:lnTo>
                <a:lnTo>
                  <a:pt x="2575523" y="2021577"/>
                </a:lnTo>
                <a:lnTo>
                  <a:pt x="2575551" y="2021392"/>
                </a:lnTo>
                <a:lnTo>
                  <a:pt x="2575560" y="2021205"/>
                </a:lnTo>
                <a:lnTo>
                  <a:pt x="2575560" y="2004060"/>
                </a:lnTo>
                <a:lnTo>
                  <a:pt x="2590800" y="2004060"/>
                </a:lnTo>
                <a:lnTo>
                  <a:pt x="2590800" y="2011680"/>
                </a:lnTo>
                <a:lnTo>
                  <a:pt x="2590809" y="2011867"/>
                </a:lnTo>
                <a:lnTo>
                  <a:pt x="2590837" y="2012052"/>
                </a:lnTo>
                <a:lnTo>
                  <a:pt x="2590882" y="2012233"/>
                </a:lnTo>
                <a:lnTo>
                  <a:pt x="2590945" y="2012409"/>
                </a:lnTo>
                <a:lnTo>
                  <a:pt x="2591025" y="2012578"/>
                </a:lnTo>
                <a:lnTo>
                  <a:pt x="2591121" y="2012738"/>
                </a:lnTo>
                <a:lnTo>
                  <a:pt x="2591232" y="2012889"/>
                </a:lnTo>
                <a:lnTo>
                  <a:pt x="2591358" y="2013027"/>
                </a:lnTo>
                <a:lnTo>
                  <a:pt x="2591496" y="2013153"/>
                </a:lnTo>
                <a:lnTo>
                  <a:pt x="2591647" y="2013264"/>
                </a:lnTo>
                <a:lnTo>
                  <a:pt x="2591807" y="2013360"/>
                </a:lnTo>
                <a:lnTo>
                  <a:pt x="2591976" y="2013440"/>
                </a:lnTo>
                <a:lnTo>
                  <a:pt x="2592152" y="2013503"/>
                </a:lnTo>
                <a:lnTo>
                  <a:pt x="2592333" y="2013548"/>
                </a:lnTo>
                <a:lnTo>
                  <a:pt x="2592518" y="2013576"/>
                </a:lnTo>
                <a:lnTo>
                  <a:pt x="2592705" y="2013585"/>
                </a:lnTo>
                <a:lnTo>
                  <a:pt x="2602230" y="2013585"/>
                </a:lnTo>
                <a:lnTo>
                  <a:pt x="2602417" y="2013576"/>
                </a:lnTo>
                <a:lnTo>
                  <a:pt x="2602602" y="2013548"/>
                </a:lnTo>
                <a:lnTo>
                  <a:pt x="2602783" y="2013503"/>
                </a:lnTo>
                <a:lnTo>
                  <a:pt x="2602959" y="2013440"/>
                </a:lnTo>
                <a:lnTo>
                  <a:pt x="2603128" y="2013360"/>
                </a:lnTo>
                <a:lnTo>
                  <a:pt x="2603288" y="2013264"/>
                </a:lnTo>
                <a:lnTo>
                  <a:pt x="2603439" y="2013153"/>
                </a:lnTo>
                <a:lnTo>
                  <a:pt x="2603577" y="2013027"/>
                </a:lnTo>
                <a:lnTo>
                  <a:pt x="2603703" y="2012889"/>
                </a:lnTo>
                <a:lnTo>
                  <a:pt x="2603814" y="2012738"/>
                </a:lnTo>
                <a:lnTo>
                  <a:pt x="2603910" y="2012578"/>
                </a:lnTo>
                <a:lnTo>
                  <a:pt x="2603990" y="2012409"/>
                </a:lnTo>
                <a:lnTo>
                  <a:pt x="2604053" y="2012233"/>
                </a:lnTo>
                <a:lnTo>
                  <a:pt x="2604098" y="2012052"/>
                </a:lnTo>
                <a:lnTo>
                  <a:pt x="2604126" y="2011867"/>
                </a:lnTo>
                <a:lnTo>
                  <a:pt x="2604135" y="2011680"/>
                </a:lnTo>
                <a:lnTo>
                  <a:pt x="2604135" y="2004060"/>
                </a:lnTo>
                <a:lnTo>
                  <a:pt x="2619375" y="2004060"/>
                </a:lnTo>
                <a:lnTo>
                  <a:pt x="2619375" y="2011680"/>
                </a:lnTo>
                <a:lnTo>
                  <a:pt x="2619384" y="2011867"/>
                </a:lnTo>
                <a:lnTo>
                  <a:pt x="2619412" y="2012052"/>
                </a:lnTo>
                <a:lnTo>
                  <a:pt x="2619457" y="2012233"/>
                </a:lnTo>
                <a:lnTo>
                  <a:pt x="2619520" y="2012409"/>
                </a:lnTo>
                <a:lnTo>
                  <a:pt x="2619600" y="2012578"/>
                </a:lnTo>
                <a:lnTo>
                  <a:pt x="2619696" y="2012738"/>
                </a:lnTo>
                <a:lnTo>
                  <a:pt x="2619807" y="2012889"/>
                </a:lnTo>
                <a:lnTo>
                  <a:pt x="2619933" y="2013027"/>
                </a:lnTo>
                <a:lnTo>
                  <a:pt x="2620071" y="2013153"/>
                </a:lnTo>
                <a:lnTo>
                  <a:pt x="2620222" y="2013264"/>
                </a:lnTo>
                <a:lnTo>
                  <a:pt x="2620382" y="2013360"/>
                </a:lnTo>
                <a:lnTo>
                  <a:pt x="2620551" y="2013440"/>
                </a:lnTo>
                <a:lnTo>
                  <a:pt x="2620727" y="2013503"/>
                </a:lnTo>
                <a:lnTo>
                  <a:pt x="2620908" y="2013548"/>
                </a:lnTo>
                <a:lnTo>
                  <a:pt x="2621093" y="2013576"/>
                </a:lnTo>
                <a:lnTo>
                  <a:pt x="2621280" y="2013585"/>
                </a:lnTo>
                <a:lnTo>
                  <a:pt x="2640330" y="2013585"/>
                </a:lnTo>
                <a:lnTo>
                  <a:pt x="2640517" y="2013576"/>
                </a:lnTo>
                <a:lnTo>
                  <a:pt x="2640702" y="2013548"/>
                </a:lnTo>
                <a:lnTo>
                  <a:pt x="2640883" y="2013503"/>
                </a:lnTo>
                <a:lnTo>
                  <a:pt x="2641059" y="2013440"/>
                </a:lnTo>
                <a:lnTo>
                  <a:pt x="2641228" y="2013360"/>
                </a:lnTo>
                <a:lnTo>
                  <a:pt x="2641388" y="2013264"/>
                </a:lnTo>
                <a:lnTo>
                  <a:pt x="2641539" y="2013153"/>
                </a:lnTo>
                <a:lnTo>
                  <a:pt x="2641677" y="2013027"/>
                </a:lnTo>
                <a:lnTo>
                  <a:pt x="2641803" y="2012889"/>
                </a:lnTo>
                <a:lnTo>
                  <a:pt x="2641914" y="2012738"/>
                </a:lnTo>
                <a:lnTo>
                  <a:pt x="2642010" y="2012578"/>
                </a:lnTo>
                <a:lnTo>
                  <a:pt x="2642090" y="2012409"/>
                </a:lnTo>
                <a:lnTo>
                  <a:pt x="2642153" y="2012233"/>
                </a:lnTo>
                <a:lnTo>
                  <a:pt x="2642198" y="2012052"/>
                </a:lnTo>
                <a:lnTo>
                  <a:pt x="2642226" y="2011867"/>
                </a:lnTo>
                <a:lnTo>
                  <a:pt x="2642235" y="2011680"/>
                </a:lnTo>
                <a:lnTo>
                  <a:pt x="2642235" y="2004060"/>
                </a:lnTo>
                <a:lnTo>
                  <a:pt x="2649855" y="2004060"/>
                </a:lnTo>
                <a:lnTo>
                  <a:pt x="2650042" y="2004051"/>
                </a:lnTo>
                <a:lnTo>
                  <a:pt x="2650227" y="2004023"/>
                </a:lnTo>
                <a:lnTo>
                  <a:pt x="2650408" y="2003978"/>
                </a:lnTo>
                <a:lnTo>
                  <a:pt x="2650584" y="2003915"/>
                </a:lnTo>
                <a:lnTo>
                  <a:pt x="2650753" y="2003835"/>
                </a:lnTo>
                <a:lnTo>
                  <a:pt x="2650913" y="2003739"/>
                </a:lnTo>
                <a:lnTo>
                  <a:pt x="2651064" y="2003628"/>
                </a:lnTo>
                <a:lnTo>
                  <a:pt x="2651202" y="2003502"/>
                </a:lnTo>
                <a:lnTo>
                  <a:pt x="2651328" y="2003364"/>
                </a:lnTo>
                <a:lnTo>
                  <a:pt x="2651439" y="2003213"/>
                </a:lnTo>
                <a:lnTo>
                  <a:pt x="2651535" y="2003053"/>
                </a:lnTo>
                <a:lnTo>
                  <a:pt x="2651615" y="2002884"/>
                </a:lnTo>
                <a:lnTo>
                  <a:pt x="2651678" y="2002708"/>
                </a:lnTo>
                <a:lnTo>
                  <a:pt x="2651723" y="2002527"/>
                </a:lnTo>
                <a:lnTo>
                  <a:pt x="2651751" y="2002342"/>
                </a:lnTo>
                <a:lnTo>
                  <a:pt x="2651760" y="2002155"/>
                </a:lnTo>
                <a:lnTo>
                  <a:pt x="2651760" y="1956435"/>
                </a:lnTo>
                <a:lnTo>
                  <a:pt x="2657475" y="1956435"/>
                </a:lnTo>
                <a:lnTo>
                  <a:pt x="2657475" y="1964055"/>
                </a:lnTo>
                <a:lnTo>
                  <a:pt x="2657484" y="1964242"/>
                </a:lnTo>
                <a:lnTo>
                  <a:pt x="2657512" y="1964427"/>
                </a:lnTo>
                <a:lnTo>
                  <a:pt x="2657557" y="1964608"/>
                </a:lnTo>
                <a:lnTo>
                  <a:pt x="2657620" y="1964784"/>
                </a:lnTo>
                <a:lnTo>
                  <a:pt x="2657700" y="1964953"/>
                </a:lnTo>
                <a:lnTo>
                  <a:pt x="2657796" y="1965113"/>
                </a:lnTo>
                <a:lnTo>
                  <a:pt x="2657907" y="1965264"/>
                </a:lnTo>
                <a:lnTo>
                  <a:pt x="2658033" y="1965402"/>
                </a:lnTo>
                <a:lnTo>
                  <a:pt x="2658171" y="1965528"/>
                </a:lnTo>
                <a:lnTo>
                  <a:pt x="2658322" y="1965639"/>
                </a:lnTo>
                <a:lnTo>
                  <a:pt x="2658482" y="1965735"/>
                </a:lnTo>
                <a:lnTo>
                  <a:pt x="2658651" y="1965815"/>
                </a:lnTo>
                <a:lnTo>
                  <a:pt x="2658827" y="1965878"/>
                </a:lnTo>
                <a:lnTo>
                  <a:pt x="2659008" y="1965923"/>
                </a:lnTo>
                <a:lnTo>
                  <a:pt x="2659193" y="1965951"/>
                </a:lnTo>
                <a:lnTo>
                  <a:pt x="2659380" y="1965960"/>
                </a:lnTo>
                <a:lnTo>
                  <a:pt x="2678430" y="1965960"/>
                </a:lnTo>
                <a:lnTo>
                  <a:pt x="2678617" y="1965951"/>
                </a:lnTo>
                <a:lnTo>
                  <a:pt x="2678802" y="1965923"/>
                </a:lnTo>
                <a:lnTo>
                  <a:pt x="2678983" y="1965878"/>
                </a:lnTo>
                <a:lnTo>
                  <a:pt x="2679159" y="1965815"/>
                </a:lnTo>
                <a:lnTo>
                  <a:pt x="2679328" y="1965735"/>
                </a:lnTo>
                <a:lnTo>
                  <a:pt x="2679488" y="1965639"/>
                </a:lnTo>
                <a:lnTo>
                  <a:pt x="2679639" y="1965528"/>
                </a:lnTo>
                <a:lnTo>
                  <a:pt x="2679777" y="1965402"/>
                </a:lnTo>
                <a:lnTo>
                  <a:pt x="2679903" y="1965264"/>
                </a:lnTo>
                <a:lnTo>
                  <a:pt x="2680014" y="1965113"/>
                </a:lnTo>
                <a:lnTo>
                  <a:pt x="2680110" y="1964953"/>
                </a:lnTo>
                <a:lnTo>
                  <a:pt x="2680190" y="1964784"/>
                </a:lnTo>
                <a:lnTo>
                  <a:pt x="2680253" y="1964608"/>
                </a:lnTo>
                <a:lnTo>
                  <a:pt x="2680298" y="1964427"/>
                </a:lnTo>
                <a:lnTo>
                  <a:pt x="2680326" y="1964242"/>
                </a:lnTo>
                <a:lnTo>
                  <a:pt x="2680335" y="1964055"/>
                </a:lnTo>
                <a:lnTo>
                  <a:pt x="2680335" y="1956435"/>
                </a:lnTo>
                <a:lnTo>
                  <a:pt x="2697480" y="1956435"/>
                </a:lnTo>
                <a:lnTo>
                  <a:pt x="2697667" y="1956426"/>
                </a:lnTo>
                <a:lnTo>
                  <a:pt x="2697852" y="1956398"/>
                </a:lnTo>
                <a:lnTo>
                  <a:pt x="2698033" y="1956353"/>
                </a:lnTo>
                <a:lnTo>
                  <a:pt x="2698209" y="1956290"/>
                </a:lnTo>
                <a:lnTo>
                  <a:pt x="2698378" y="1956210"/>
                </a:lnTo>
                <a:lnTo>
                  <a:pt x="2698538" y="1956114"/>
                </a:lnTo>
                <a:lnTo>
                  <a:pt x="2698689" y="1956003"/>
                </a:lnTo>
                <a:lnTo>
                  <a:pt x="2698827" y="1955877"/>
                </a:lnTo>
                <a:lnTo>
                  <a:pt x="2698953" y="1955739"/>
                </a:lnTo>
                <a:lnTo>
                  <a:pt x="2699064" y="1955588"/>
                </a:lnTo>
                <a:lnTo>
                  <a:pt x="2699160" y="1955428"/>
                </a:lnTo>
                <a:lnTo>
                  <a:pt x="2699240" y="1955259"/>
                </a:lnTo>
                <a:lnTo>
                  <a:pt x="2699303" y="1955083"/>
                </a:lnTo>
                <a:lnTo>
                  <a:pt x="2699348" y="1954902"/>
                </a:lnTo>
                <a:lnTo>
                  <a:pt x="2699376" y="1954717"/>
                </a:lnTo>
                <a:lnTo>
                  <a:pt x="2699385" y="1954530"/>
                </a:lnTo>
                <a:lnTo>
                  <a:pt x="2699385" y="1935480"/>
                </a:lnTo>
                <a:lnTo>
                  <a:pt x="2699376" y="1935293"/>
                </a:lnTo>
                <a:lnTo>
                  <a:pt x="2699348" y="1935108"/>
                </a:lnTo>
                <a:lnTo>
                  <a:pt x="2699303" y="1934927"/>
                </a:lnTo>
                <a:lnTo>
                  <a:pt x="2699240" y="1934751"/>
                </a:lnTo>
                <a:lnTo>
                  <a:pt x="2699160" y="1934582"/>
                </a:lnTo>
                <a:lnTo>
                  <a:pt x="2699064" y="1934422"/>
                </a:lnTo>
                <a:lnTo>
                  <a:pt x="2698953" y="1934271"/>
                </a:lnTo>
                <a:lnTo>
                  <a:pt x="2698827" y="1934133"/>
                </a:lnTo>
                <a:lnTo>
                  <a:pt x="2698689" y="1934007"/>
                </a:lnTo>
                <a:lnTo>
                  <a:pt x="2698538" y="1933896"/>
                </a:lnTo>
                <a:lnTo>
                  <a:pt x="2698378" y="1933800"/>
                </a:lnTo>
                <a:lnTo>
                  <a:pt x="2698209" y="1933720"/>
                </a:lnTo>
                <a:lnTo>
                  <a:pt x="2698033" y="1933657"/>
                </a:lnTo>
                <a:lnTo>
                  <a:pt x="2697852" y="1933612"/>
                </a:lnTo>
                <a:lnTo>
                  <a:pt x="2697667" y="1933584"/>
                </a:lnTo>
                <a:lnTo>
                  <a:pt x="2697480" y="1933575"/>
                </a:lnTo>
                <a:lnTo>
                  <a:pt x="2689860" y="1933575"/>
                </a:lnTo>
                <a:lnTo>
                  <a:pt x="2689860" y="1916430"/>
                </a:lnTo>
                <a:lnTo>
                  <a:pt x="2689851" y="1916243"/>
                </a:lnTo>
                <a:lnTo>
                  <a:pt x="2689823" y="1916058"/>
                </a:lnTo>
                <a:lnTo>
                  <a:pt x="2689778" y="1915877"/>
                </a:lnTo>
                <a:lnTo>
                  <a:pt x="2689715" y="1915701"/>
                </a:lnTo>
                <a:lnTo>
                  <a:pt x="2689635" y="1915532"/>
                </a:lnTo>
                <a:lnTo>
                  <a:pt x="2689539" y="1915372"/>
                </a:lnTo>
                <a:lnTo>
                  <a:pt x="2689428" y="1915221"/>
                </a:lnTo>
                <a:lnTo>
                  <a:pt x="2689302" y="1915083"/>
                </a:lnTo>
                <a:lnTo>
                  <a:pt x="2689164" y="1914957"/>
                </a:lnTo>
                <a:lnTo>
                  <a:pt x="2689013" y="1914846"/>
                </a:lnTo>
                <a:lnTo>
                  <a:pt x="2688853" y="1914750"/>
                </a:lnTo>
                <a:lnTo>
                  <a:pt x="2688684" y="1914670"/>
                </a:lnTo>
                <a:lnTo>
                  <a:pt x="2688508" y="1914607"/>
                </a:lnTo>
                <a:lnTo>
                  <a:pt x="2688327" y="1914562"/>
                </a:lnTo>
                <a:lnTo>
                  <a:pt x="2688142" y="1914534"/>
                </a:lnTo>
                <a:lnTo>
                  <a:pt x="2687955" y="1914525"/>
                </a:lnTo>
                <a:lnTo>
                  <a:pt x="2680335" y="1914525"/>
                </a:lnTo>
                <a:lnTo>
                  <a:pt x="2680335" y="1906905"/>
                </a:lnTo>
                <a:lnTo>
                  <a:pt x="2680326" y="1906718"/>
                </a:lnTo>
                <a:lnTo>
                  <a:pt x="2680298" y="1906533"/>
                </a:lnTo>
                <a:lnTo>
                  <a:pt x="2680253" y="1906352"/>
                </a:lnTo>
                <a:lnTo>
                  <a:pt x="2680190" y="1906176"/>
                </a:lnTo>
                <a:lnTo>
                  <a:pt x="2680110" y="1906007"/>
                </a:lnTo>
                <a:lnTo>
                  <a:pt x="2680014" y="1905847"/>
                </a:lnTo>
                <a:lnTo>
                  <a:pt x="2679903" y="1905696"/>
                </a:lnTo>
                <a:lnTo>
                  <a:pt x="2679777" y="1905558"/>
                </a:lnTo>
                <a:lnTo>
                  <a:pt x="2679639" y="1905432"/>
                </a:lnTo>
                <a:lnTo>
                  <a:pt x="2679488" y="1905321"/>
                </a:lnTo>
                <a:lnTo>
                  <a:pt x="2679328" y="1905225"/>
                </a:lnTo>
                <a:lnTo>
                  <a:pt x="2679159" y="1905145"/>
                </a:lnTo>
                <a:lnTo>
                  <a:pt x="2678983" y="1905082"/>
                </a:lnTo>
                <a:lnTo>
                  <a:pt x="2678802" y="1905037"/>
                </a:lnTo>
                <a:lnTo>
                  <a:pt x="2678617" y="1905009"/>
                </a:lnTo>
                <a:lnTo>
                  <a:pt x="2678430" y="1905000"/>
                </a:lnTo>
                <a:lnTo>
                  <a:pt x="2670810" y="1905000"/>
                </a:lnTo>
                <a:lnTo>
                  <a:pt x="2670810" y="1868805"/>
                </a:lnTo>
                <a:lnTo>
                  <a:pt x="2670801" y="1868618"/>
                </a:lnTo>
                <a:lnTo>
                  <a:pt x="2670773" y="1868433"/>
                </a:lnTo>
                <a:lnTo>
                  <a:pt x="2670728" y="1868252"/>
                </a:lnTo>
                <a:lnTo>
                  <a:pt x="2670665" y="1868076"/>
                </a:lnTo>
                <a:lnTo>
                  <a:pt x="2670585" y="1867907"/>
                </a:lnTo>
                <a:lnTo>
                  <a:pt x="2670489" y="1867747"/>
                </a:lnTo>
                <a:lnTo>
                  <a:pt x="2670378" y="1867596"/>
                </a:lnTo>
                <a:lnTo>
                  <a:pt x="2670252" y="1867458"/>
                </a:lnTo>
                <a:lnTo>
                  <a:pt x="2670114" y="1867332"/>
                </a:lnTo>
                <a:lnTo>
                  <a:pt x="2669963" y="1867221"/>
                </a:lnTo>
                <a:lnTo>
                  <a:pt x="2669803" y="1867125"/>
                </a:lnTo>
                <a:lnTo>
                  <a:pt x="2669634" y="1867045"/>
                </a:lnTo>
                <a:lnTo>
                  <a:pt x="2669458" y="1866982"/>
                </a:lnTo>
                <a:lnTo>
                  <a:pt x="2669277" y="1866937"/>
                </a:lnTo>
                <a:lnTo>
                  <a:pt x="2669092" y="1866909"/>
                </a:lnTo>
                <a:lnTo>
                  <a:pt x="2668905" y="1866900"/>
                </a:lnTo>
                <a:lnTo>
                  <a:pt x="2630805" y="1866900"/>
                </a:lnTo>
                <a:lnTo>
                  <a:pt x="2630618" y="1866909"/>
                </a:lnTo>
                <a:lnTo>
                  <a:pt x="2630433" y="1866937"/>
                </a:lnTo>
                <a:lnTo>
                  <a:pt x="2630252" y="1866982"/>
                </a:lnTo>
                <a:lnTo>
                  <a:pt x="2630076" y="1867045"/>
                </a:lnTo>
                <a:lnTo>
                  <a:pt x="2629907" y="1867125"/>
                </a:lnTo>
                <a:lnTo>
                  <a:pt x="2629747" y="1867221"/>
                </a:lnTo>
                <a:lnTo>
                  <a:pt x="2629596" y="1867332"/>
                </a:lnTo>
                <a:lnTo>
                  <a:pt x="2629458" y="1867458"/>
                </a:lnTo>
                <a:lnTo>
                  <a:pt x="2629332" y="1867596"/>
                </a:lnTo>
                <a:lnTo>
                  <a:pt x="2629221" y="1867747"/>
                </a:lnTo>
                <a:lnTo>
                  <a:pt x="2629125" y="1867907"/>
                </a:lnTo>
                <a:lnTo>
                  <a:pt x="2629045" y="1868076"/>
                </a:lnTo>
                <a:lnTo>
                  <a:pt x="2628982" y="1868252"/>
                </a:lnTo>
                <a:lnTo>
                  <a:pt x="2628937" y="1868433"/>
                </a:lnTo>
                <a:lnTo>
                  <a:pt x="2628909" y="1868618"/>
                </a:lnTo>
                <a:lnTo>
                  <a:pt x="2628900" y="1868805"/>
                </a:lnTo>
                <a:lnTo>
                  <a:pt x="2628900" y="1885950"/>
                </a:lnTo>
                <a:lnTo>
                  <a:pt x="2621280" y="1885950"/>
                </a:lnTo>
                <a:lnTo>
                  <a:pt x="2621093" y="1885959"/>
                </a:lnTo>
                <a:lnTo>
                  <a:pt x="2620908" y="1885987"/>
                </a:lnTo>
                <a:lnTo>
                  <a:pt x="2620727" y="1886032"/>
                </a:lnTo>
                <a:lnTo>
                  <a:pt x="2620551" y="1886095"/>
                </a:lnTo>
                <a:lnTo>
                  <a:pt x="2620382" y="1886175"/>
                </a:lnTo>
                <a:lnTo>
                  <a:pt x="2620222" y="1886271"/>
                </a:lnTo>
                <a:lnTo>
                  <a:pt x="2620071" y="1886382"/>
                </a:lnTo>
                <a:lnTo>
                  <a:pt x="2619933" y="1886508"/>
                </a:lnTo>
                <a:lnTo>
                  <a:pt x="2619807" y="1886646"/>
                </a:lnTo>
                <a:lnTo>
                  <a:pt x="2619696" y="1886797"/>
                </a:lnTo>
                <a:lnTo>
                  <a:pt x="2619600" y="1886957"/>
                </a:lnTo>
                <a:lnTo>
                  <a:pt x="2619520" y="1887126"/>
                </a:lnTo>
                <a:lnTo>
                  <a:pt x="2619457" y="1887302"/>
                </a:lnTo>
                <a:lnTo>
                  <a:pt x="2619412" y="1887483"/>
                </a:lnTo>
                <a:lnTo>
                  <a:pt x="2619384" y="1887668"/>
                </a:lnTo>
                <a:lnTo>
                  <a:pt x="2619375" y="1887855"/>
                </a:lnTo>
                <a:lnTo>
                  <a:pt x="2619375" y="1952625"/>
                </a:lnTo>
                <a:lnTo>
                  <a:pt x="2604135" y="1952625"/>
                </a:lnTo>
                <a:lnTo>
                  <a:pt x="2604135" y="1945005"/>
                </a:lnTo>
                <a:lnTo>
                  <a:pt x="2604126" y="1944818"/>
                </a:lnTo>
                <a:lnTo>
                  <a:pt x="2604098" y="1944633"/>
                </a:lnTo>
                <a:lnTo>
                  <a:pt x="2604053" y="1944452"/>
                </a:lnTo>
                <a:lnTo>
                  <a:pt x="2603990" y="1944276"/>
                </a:lnTo>
                <a:lnTo>
                  <a:pt x="2603910" y="1944107"/>
                </a:lnTo>
                <a:lnTo>
                  <a:pt x="2603814" y="1943947"/>
                </a:lnTo>
                <a:lnTo>
                  <a:pt x="2603703" y="1943796"/>
                </a:lnTo>
                <a:lnTo>
                  <a:pt x="2603577" y="1943658"/>
                </a:lnTo>
                <a:lnTo>
                  <a:pt x="2603439" y="1943532"/>
                </a:lnTo>
                <a:lnTo>
                  <a:pt x="2603288" y="1943421"/>
                </a:lnTo>
                <a:lnTo>
                  <a:pt x="2603128" y="1943325"/>
                </a:lnTo>
                <a:lnTo>
                  <a:pt x="2602959" y="1943245"/>
                </a:lnTo>
                <a:lnTo>
                  <a:pt x="2602783" y="1943182"/>
                </a:lnTo>
                <a:lnTo>
                  <a:pt x="2602602" y="1943137"/>
                </a:lnTo>
                <a:lnTo>
                  <a:pt x="2602417" y="1943109"/>
                </a:lnTo>
                <a:lnTo>
                  <a:pt x="2602230" y="1943100"/>
                </a:lnTo>
                <a:lnTo>
                  <a:pt x="2594610" y="1943100"/>
                </a:lnTo>
                <a:lnTo>
                  <a:pt x="2594610" y="1925955"/>
                </a:lnTo>
                <a:lnTo>
                  <a:pt x="2594601" y="1925768"/>
                </a:lnTo>
                <a:lnTo>
                  <a:pt x="2594573" y="1925583"/>
                </a:lnTo>
                <a:lnTo>
                  <a:pt x="2594528" y="1925402"/>
                </a:lnTo>
                <a:lnTo>
                  <a:pt x="2594465" y="1925226"/>
                </a:lnTo>
                <a:lnTo>
                  <a:pt x="2594385" y="1925057"/>
                </a:lnTo>
                <a:lnTo>
                  <a:pt x="2594289" y="1924897"/>
                </a:lnTo>
                <a:lnTo>
                  <a:pt x="2594178" y="1924746"/>
                </a:lnTo>
                <a:lnTo>
                  <a:pt x="2594052" y="1924608"/>
                </a:lnTo>
                <a:lnTo>
                  <a:pt x="2593914" y="1924482"/>
                </a:lnTo>
                <a:lnTo>
                  <a:pt x="2593763" y="1924371"/>
                </a:lnTo>
                <a:lnTo>
                  <a:pt x="2593603" y="1924275"/>
                </a:lnTo>
                <a:lnTo>
                  <a:pt x="2593434" y="1924195"/>
                </a:lnTo>
                <a:lnTo>
                  <a:pt x="2593258" y="1924132"/>
                </a:lnTo>
                <a:lnTo>
                  <a:pt x="2593077" y="1924087"/>
                </a:lnTo>
                <a:lnTo>
                  <a:pt x="2592892" y="1924059"/>
                </a:lnTo>
                <a:lnTo>
                  <a:pt x="2592705" y="1924050"/>
                </a:lnTo>
                <a:lnTo>
                  <a:pt x="2564130" y="1924050"/>
                </a:lnTo>
                <a:lnTo>
                  <a:pt x="2563943" y="1924059"/>
                </a:lnTo>
                <a:lnTo>
                  <a:pt x="2563758" y="1924087"/>
                </a:lnTo>
                <a:lnTo>
                  <a:pt x="2563577" y="1924132"/>
                </a:lnTo>
                <a:lnTo>
                  <a:pt x="2563401" y="1924195"/>
                </a:lnTo>
                <a:lnTo>
                  <a:pt x="2563232" y="1924275"/>
                </a:lnTo>
                <a:lnTo>
                  <a:pt x="2563072" y="1924371"/>
                </a:lnTo>
                <a:lnTo>
                  <a:pt x="2562921" y="1924482"/>
                </a:lnTo>
                <a:lnTo>
                  <a:pt x="2562783" y="1924608"/>
                </a:lnTo>
                <a:lnTo>
                  <a:pt x="2562657" y="1924746"/>
                </a:lnTo>
                <a:lnTo>
                  <a:pt x="2562546" y="1924897"/>
                </a:lnTo>
                <a:lnTo>
                  <a:pt x="2562450" y="1925057"/>
                </a:lnTo>
                <a:lnTo>
                  <a:pt x="2562370" y="1925226"/>
                </a:lnTo>
                <a:lnTo>
                  <a:pt x="2562307" y="1925402"/>
                </a:lnTo>
                <a:lnTo>
                  <a:pt x="2562262" y="1925583"/>
                </a:lnTo>
                <a:lnTo>
                  <a:pt x="2562234" y="1925768"/>
                </a:lnTo>
                <a:lnTo>
                  <a:pt x="2562225" y="1925955"/>
                </a:lnTo>
                <a:lnTo>
                  <a:pt x="2562225" y="1952625"/>
                </a:lnTo>
                <a:lnTo>
                  <a:pt x="2546985" y="1952625"/>
                </a:lnTo>
                <a:lnTo>
                  <a:pt x="2546985" y="1935480"/>
                </a:lnTo>
                <a:lnTo>
                  <a:pt x="2546976" y="1935293"/>
                </a:lnTo>
                <a:lnTo>
                  <a:pt x="2546948" y="1935108"/>
                </a:lnTo>
                <a:lnTo>
                  <a:pt x="2546903" y="1934927"/>
                </a:lnTo>
                <a:lnTo>
                  <a:pt x="2546840" y="1934751"/>
                </a:lnTo>
                <a:lnTo>
                  <a:pt x="2546760" y="1934582"/>
                </a:lnTo>
                <a:lnTo>
                  <a:pt x="2546664" y="1934422"/>
                </a:lnTo>
                <a:lnTo>
                  <a:pt x="2546553" y="1934271"/>
                </a:lnTo>
                <a:lnTo>
                  <a:pt x="2546427" y="1934133"/>
                </a:lnTo>
                <a:lnTo>
                  <a:pt x="2546289" y="1934007"/>
                </a:lnTo>
                <a:lnTo>
                  <a:pt x="2546138" y="1933896"/>
                </a:lnTo>
                <a:lnTo>
                  <a:pt x="2545978" y="1933800"/>
                </a:lnTo>
                <a:lnTo>
                  <a:pt x="2545809" y="1933720"/>
                </a:lnTo>
                <a:lnTo>
                  <a:pt x="2545633" y="1933657"/>
                </a:lnTo>
                <a:lnTo>
                  <a:pt x="2545452" y="1933612"/>
                </a:lnTo>
                <a:lnTo>
                  <a:pt x="2545267" y="1933584"/>
                </a:lnTo>
                <a:lnTo>
                  <a:pt x="2545080" y="1933575"/>
                </a:lnTo>
                <a:lnTo>
                  <a:pt x="2537460" y="1933575"/>
                </a:lnTo>
                <a:lnTo>
                  <a:pt x="2537460" y="1925955"/>
                </a:lnTo>
                <a:lnTo>
                  <a:pt x="2537451" y="1925768"/>
                </a:lnTo>
                <a:lnTo>
                  <a:pt x="2537423" y="1925583"/>
                </a:lnTo>
                <a:lnTo>
                  <a:pt x="2537378" y="1925402"/>
                </a:lnTo>
                <a:lnTo>
                  <a:pt x="2537315" y="1925226"/>
                </a:lnTo>
                <a:lnTo>
                  <a:pt x="2537235" y="1925057"/>
                </a:lnTo>
                <a:lnTo>
                  <a:pt x="2537139" y="1924897"/>
                </a:lnTo>
                <a:lnTo>
                  <a:pt x="2537028" y="1924746"/>
                </a:lnTo>
                <a:lnTo>
                  <a:pt x="2536902" y="1924608"/>
                </a:lnTo>
                <a:lnTo>
                  <a:pt x="2536764" y="1924482"/>
                </a:lnTo>
                <a:lnTo>
                  <a:pt x="2536613" y="1924371"/>
                </a:lnTo>
                <a:lnTo>
                  <a:pt x="2536453" y="1924275"/>
                </a:lnTo>
                <a:lnTo>
                  <a:pt x="2536284" y="1924195"/>
                </a:lnTo>
                <a:lnTo>
                  <a:pt x="2536108" y="1924132"/>
                </a:lnTo>
                <a:lnTo>
                  <a:pt x="2535927" y="1924087"/>
                </a:lnTo>
                <a:lnTo>
                  <a:pt x="2535742" y="1924059"/>
                </a:lnTo>
                <a:lnTo>
                  <a:pt x="2535555" y="1924050"/>
                </a:lnTo>
                <a:lnTo>
                  <a:pt x="2526030" y="1924050"/>
                </a:lnTo>
                <a:lnTo>
                  <a:pt x="2525843" y="1924059"/>
                </a:lnTo>
                <a:lnTo>
                  <a:pt x="2525658" y="1924087"/>
                </a:lnTo>
                <a:lnTo>
                  <a:pt x="2525477" y="1924132"/>
                </a:lnTo>
                <a:lnTo>
                  <a:pt x="2525301" y="1924195"/>
                </a:lnTo>
                <a:lnTo>
                  <a:pt x="2525132" y="1924275"/>
                </a:lnTo>
                <a:lnTo>
                  <a:pt x="2524972" y="1924371"/>
                </a:lnTo>
                <a:lnTo>
                  <a:pt x="2524821" y="1924482"/>
                </a:lnTo>
                <a:lnTo>
                  <a:pt x="2524683" y="1924608"/>
                </a:lnTo>
                <a:lnTo>
                  <a:pt x="2524557" y="1924746"/>
                </a:lnTo>
                <a:lnTo>
                  <a:pt x="2524446" y="1924897"/>
                </a:lnTo>
                <a:lnTo>
                  <a:pt x="2524350" y="1925057"/>
                </a:lnTo>
                <a:lnTo>
                  <a:pt x="2524270" y="1925226"/>
                </a:lnTo>
                <a:lnTo>
                  <a:pt x="2524207" y="1925402"/>
                </a:lnTo>
                <a:lnTo>
                  <a:pt x="2524162" y="1925583"/>
                </a:lnTo>
                <a:lnTo>
                  <a:pt x="2524134" y="1925768"/>
                </a:lnTo>
                <a:lnTo>
                  <a:pt x="2524125" y="1925955"/>
                </a:lnTo>
                <a:lnTo>
                  <a:pt x="2524125" y="1933575"/>
                </a:lnTo>
                <a:lnTo>
                  <a:pt x="2508885" y="1933575"/>
                </a:lnTo>
                <a:lnTo>
                  <a:pt x="2508885" y="1887855"/>
                </a:lnTo>
                <a:lnTo>
                  <a:pt x="2508876" y="1887668"/>
                </a:lnTo>
                <a:lnTo>
                  <a:pt x="2508848" y="1887483"/>
                </a:lnTo>
                <a:lnTo>
                  <a:pt x="2508803" y="1887302"/>
                </a:lnTo>
                <a:lnTo>
                  <a:pt x="2508740" y="1887126"/>
                </a:lnTo>
                <a:lnTo>
                  <a:pt x="2508660" y="1886957"/>
                </a:lnTo>
                <a:lnTo>
                  <a:pt x="2508564" y="1886797"/>
                </a:lnTo>
                <a:lnTo>
                  <a:pt x="2508453" y="1886646"/>
                </a:lnTo>
                <a:lnTo>
                  <a:pt x="2508327" y="1886508"/>
                </a:lnTo>
                <a:lnTo>
                  <a:pt x="2508189" y="1886382"/>
                </a:lnTo>
                <a:lnTo>
                  <a:pt x="2508038" y="1886271"/>
                </a:lnTo>
                <a:lnTo>
                  <a:pt x="2507878" y="1886175"/>
                </a:lnTo>
                <a:lnTo>
                  <a:pt x="2507709" y="1886095"/>
                </a:lnTo>
                <a:lnTo>
                  <a:pt x="2507533" y="1886032"/>
                </a:lnTo>
                <a:lnTo>
                  <a:pt x="2507352" y="1885987"/>
                </a:lnTo>
                <a:lnTo>
                  <a:pt x="2507167" y="1885959"/>
                </a:lnTo>
                <a:lnTo>
                  <a:pt x="2506980" y="1885950"/>
                </a:lnTo>
                <a:lnTo>
                  <a:pt x="2478405" y="1885950"/>
                </a:lnTo>
                <a:lnTo>
                  <a:pt x="2478218" y="1885959"/>
                </a:lnTo>
                <a:lnTo>
                  <a:pt x="2478033" y="1885987"/>
                </a:lnTo>
                <a:lnTo>
                  <a:pt x="2477852" y="1886032"/>
                </a:lnTo>
                <a:lnTo>
                  <a:pt x="2477676" y="1886095"/>
                </a:lnTo>
                <a:lnTo>
                  <a:pt x="2477507" y="1886175"/>
                </a:lnTo>
                <a:lnTo>
                  <a:pt x="2477347" y="1886271"/>
                </a:lnTo>
                <a:lnTo>
                  <a:pt x="2477196" y="1886382"/>
                </a:lnTo>
                <a:lnTo>
                  <a:pt x="2477058" y="1886508"/>
                </a:lnTo>
                <a:lnTo>
                  <a:pt x="2476932" y="1886646"/>
                </a:lnTo>
                <a:lnTo>
                  <a:pt x="2476821" y="1886797"/>
                </a:lnTo>
                <a:lnTo>
                  <a:pt x="2476725" y="1886957"/>
                </a:lnTo>
                <a:lnTo>
                  <a:pt x="2476645" y="1887126"/>
                </a:lnTo>
                <a:lnTo>
                  <a:pt x="2476582" y="1887302"/>
                </a:lnTo>
                <a:lnTo>
                  <a:pt x="2476537" y="1887483"/>
                </a:lnTo>
                <a:lnTo>
                  <a:pt x="2476509" y="1887668"/>
                </a:lnTo>
                <a:lnTo>
                  <a:pt x="2476500" y="1887855"/>
                </a:lnTo>
                <a:lnTo>
                  <a:pt x="2476500" y="1905000"/>
                </a:lnTo>
                <a:lnTo>
                  <a:pt x="2468880" y="1905000"/>
                </a:lnTo>
                <a:lnTo>
                  <a:pt x="2468693" y="1905009"/>
                </a:lnTo>
                <a:lnTo>
                  <a:pt x="2468508" y="1905037"/>
                </a:lnTo>
                <a:lnTo>
                  <a:pt x="2468327" y="1905082"/>
                </a:lnTo>
                <a:lnTo>
                  <a:pt x="2468151" y="1905145"/>
                </a:lnTo>
                <a:lnTo>
                  <a:pt x="2467982" y="1905225"/>
                </a:lnTo>
                <a:lnTo>
                  <a:pt x="2467822" y="1905321"/>
                </a:lnTo>
                <a:lnTo>
                  <a:pt x="2467671" y="1905432"/>
                </a:lnTo>
                <a:lnTo>
                  <a:pt x="2467533" y="1905558"/>
                </a:lnTo>
                <a:lnTo>
                  <a:pt x="2467407" y="1905696"/>
                </a:lnTo>
                <a:lnTo>
                  <a:pt x="2467296" y="1905847"/>
                </a:lnTo>
                <a:lnTo>
                  <a:pt x="2467200" y="1906007"/>
                </a:lnTo>
                <a:lnTo>
                  <a:pt x="2467120" y="1906176"/>
                </a:lnTo>
                <a:lnTo>
                  <a:pt x="2467057" y="1906352"/>
                </a:lnTo>
                <a:lnTo>
                  <a:pt x="2467012" y="1906533"/>
                </a:lnTo>
                <a:lnTo>
                  <a:pt x="2466984" y="1906718"/>
                </a:lnTo>
                <a:lnTo>
                  <a:pt x="2466975" y="1906905"/>
                </a:lnTo>
                <a:lnTo>
                  <a:pt x="2466975" y="1924050"/>
                </a:lnTo>
                <a:lnTo>
                  <a:pt x="2459355" y="1924050"/>
                </a:lnTo>
                <a:lnTo>
                  <a:pt x="2459168" y="1924059"/>
                </a:lnTo>
                <a:lnTo>
                  <a:pt x="2458983" y="1924087"/>
                </a:lnTo>
                <a:lnTo>
                  <a:pt x="2458802" y="1924132"/>
                </a:lnTo>
                <a:lnTo>
                  <a:pt x="2458626" y="1924195"/>
                </a:lnTo>
                <a:lnTo>
                  <a:pt x="2458457" y="1924275"/>
                </a:lnTo>
                <a:lnTo>
                  <a:pt x="2458297" y="1924371"/>
                </a:lnTo>
                <a:lnTo>
                  <a:pt x="2458146" y="1924482"/>
                </a:lnTo>
                <a:lnTo>
                  <a:pt x="2458008" y="1924608"/>
                </a:lnTo>
                <a:lnTo>
                  <a:pt x="2457882" y="1924746"/>
                </a:lnTo>
                <a:lnTo>
                  <a:pt x="2457771" y="1924897"/>
                </a:lnTo>
                <a:lnTo>
                  <a:pt x="2457675" y="1925057"/>
                </a:lnTo>
                <a:lnTo>
                  <a:pt x="2457595" y="1925226"/>
                </a:lnTo>
                <a:lnTo>
                  <a:pt x="2457532" y="1925402"/>
                </a:lnTo>
                <a:lnTo>
                  <a:pt x="2457487" y="1925583"/>
                </a:lnTo>
                <a:lnTo>
                  <a:pt x="2457459" y="1925768"/>
                </a:lnTo>
                <a:lnTo>
                  <a:pt x="2457450" y="1925955"/>
                </a:lnTo>
                <a:lnTo>
                  <a:pt x="2457450" y="1933575"/>
                </a:lnTo>
                <a:lnTo>
                  <a:pt x="2451735" y="1933575"/>
                </a:lnTo>
                <a:lnTo>
                  <a:pt x="2451735" y="1916430"/>
                </a:lnTo>
                <a:lnTo>
                  <a:pt x="2451726" y="1916243"/>
                </a:lnTo>
                <a:lnTo>
                  <a:pt x="2451698" y="1916058"/>
                </a:lnTo>
                <a:lnTo>
                  <a:pt x="2451653" y="1915877"/>
                </a:lnTo>
                <a:lnTo>
                  <a:pt x="2451590" y="1915701"/>
                </a:lnTo>
                <a:lnTo>
                  <a:pt x="2451510" y="1915532"/>
                </a:lnTo>
                <a:lnTo>
                  <a:pt x="2451414" y="1915372"/>
                </a:lnTo>
                <a:lnTo>
                  <a:pt x="2451303" y="1915221"/>
                </a:lnTo>
                <a:lnTo>
                  <a:pt x="2451177" y="1915083"/>
                </a:lnTo>
                <a:lnTo>
                  <a:pt x="2451039" y="1914957"/>
                </a:lnTo>
                <a:lnTo>
                  <a:pt x="2450888" y="1914846"/>
                </a:lnTo>
                <a:lnTo>
                  <a:pt x="2450728" y="1914750"/>
                </a:lnTo>
                <a:lnTo>
                  <a:pt x="2450559" y="1914670"/>
                </a:lnTo>
                <a:lnTo>
                  <a:pt x="2450383" y="1914607"/>
                </a:lnTo>
                <a:lnTo>
                  <a:pt x="2450202" y="1914562"/>
                </a:lnTo>
                <a:lnTo>
                  <a:pt x="2450017" y="1914534"/>
                </a:lnTo>
                <a:lnTo>
                  <a:pt x="2449830" y="1914525"/>
                </a:lnTo>
                <a:lnTo>
                  <a:pt x="2442210" y="1914525"/>
                </a:lnTo>
                <a:lnTo>
                  <a:pt x="2442210" y="1868805"/>
                </a:lnTo>
                <a:lnTo>
                  <a:pt x="2442201" y="1868618"/>
                </a:lnTo>
                <a:lnTo>
                  <a:pt x="2442173" y="1868433"/>
                </a:lnTo>
                <a:lnTo>
                  <a:pt x="2442128" y="1868252"/>
                </a:lnTo>
                <a:lnTo>
                  <a:pt x="2442065" y="1868076"/>
                </a:lnTo>
                <a:lnTo>
                  <a:pt x="2441985" y="1867907"/>
                </a:lnTo>
                <a:lnTo>
                  <a:pt x="2441889" y="1867747"/>
                </a:lnTo>
                <a:lnTo>
                  <a:pt x="2441778" y="1867596"/>
                </a:lnTo>
                <a:lnTo>
                  <a:pt x="2441652" y="1867458"/>
                </a:lnTo>
                <a:lnTo>
                  <a:pt x="2441514" y="1867332"/>
                </a:lnTo>
                <a:lnTo>
                  <a:pt x="2441363" y="1867221"/>
                </a:lnTo>
                <a:lnTo>
                  <a:pt x="2441203" y="1867125"/>
                </a:lnTo>
                <a:lnTo>
                  <a:pt x="2441034" y="1867045"/>
                </a:lnTo>
                <a:lnTo>
                  <a:pt x="2440858" y="1866982"/>
                </a:lnTo>
                <a:lnTo>
                  <a:pt x="2440677" y="1866937"/>
                </a:lnTo>
                <a:lnTo>
                  <a:pt x="2440492" y="1866909"/>
                </a:lnTo>
                <a:lnTo>
                  <a:pt x="2440305" y="1866900"/>
                </a:lnTo>
                <a:lnTo>
                  <a:pt x="2432685" y="1866900"/>
                </a:lnTo>
                <a:lnTo>
                  <a:pt x="2432685" y="1849755"/>
                </a:lnTo>
                <a:lnTo>
                  <a:pt x="2432676" y="1849568"/>
                </a:lnTo>
                <a:lnTo>
                  <a:pt x="2432648" y="1849383"/>
                </a:lnTo>
                <a:lnTo>
                  <a:pt x="2432603" y="1849202"/>
                </a:lnTo>
                <a:lnTo>
                  <a:pt x="2432540" y="1849026"/>
                </a:lnTo>
                <a:lnTo>
                  <a:pt x="2432460" y="1848857"/>
                </a:lnTo>
                <a:lnTo>
                  <a:pt x="2432364" y="1848697"/>
                </a:lnTo>
                <a:lnTo>
                  <a:pt x="2432253" y="1848546"/>
                </a:lnTo>
                <a:lnTo>
                  <a:pt x="2432127" y="1848408"/>
                </a:lnTo>
                <a:lnTo>
                  <a:pt x="2431989" y="1848282"/>
                </a:lnTo>
                <a:lnTo>
                  <a:pt x="2431838" y="1848171"/>
                </a:lnTo>
                <a:lnTo>
                  <a:pt x="2431678" y="1848075"/>
                </a:lnTo>
                <a:lnTo>
                  <a:pt x="2431509" y="1847995"/>
                </a:lnTo>
                <a:lnTo>
                  <a:pt x="2431333" y="1847932"/>
                </a:lnTo>
                <a:lnTo>
                  <a:pt x="2431152" y="1847887"/>
                </a:lnTo>
                <a:lnTo>
                  <a:pt x="2430967" y="1847859"/>
                </a:lnTo>
                <a:lnTo>
                  <a:pt x="2430780" y="1847850"/>
                </a:lnTo>
                <a:lnTo>
                  <a:pt x="2402205" y="1847850"/>
                </a:lnTo>
                <a:lnTo>
                  <a:pt x="2402018" y="1847859"/>
                </a:lnTo>
                <a:lnTo>
                  <a:pt x="2401833" y="1847887"/>
                </a:lnTo>
                <a:lnTo>
                  <a:pt x="2401652" y="1847932"/>
                </a:lnTo>
                <a:lnTo>
                  <a:pt x="2401476" y="1847995"/>
                </a:lnTo>
                <a:lnTo>
                  <a:pt x="2401307" y="1848075"/>
                </a:lnTo>
                <a:lnTo>
                  <a:pt x="2401147" y="1848171"/>
                </a:lnTo>
                <a:lnTo>
                  <a:pt x="2400996" y="1848282"/>
                </a:lnTo>
                <a:lnTo>
                  <a:pt x="2400858" y="1848408"/>
                </a:lnTo>
                <a:lnTo>
                  <a:pt x="2400732" y="1848546"/>
                </a:lnTo>
                <a:lnTo>
                  <a:pt x="2400621" y="1848697"/>
                </a:lnTo>
                <a:lnTo>
                  <a:pt x="2400525" y="1848857"/>
                </a:lnTo>
                <a:lnTo>
                  <a:pt x="2400445" y="1849026"/>
                </a:lnTo>
                <a:lnTo>
                  <a:pt x="2400382" y="1849202"/>
                </a:lnTo>
                <a:lnTo>
                  <a:pt x="2400337" y="1849383"/>
                </a:lnTo>
                <a:lnTo>
                  <a:pt x="2400309" y="1849568"/>
                </a:lnTo>
                <a:lnTo>
                  <a:pt x="2400300" y="1849755"/>
                </a:lnTo>
                <a:lnTo>
                  <a:pt x="2400300" y="1857375"/>
                </a:lnTo>
                <a:lnTo>
                  <a:pt x="2392680" y="1857375"/>
                </a:lnTo>
                <a:lnTo>
                  <a:pt x="2392493" y="1857384"/>
                </a:lnTo>
                <a:lnTo>
                  <a:pt x="2392308" y="1857412"/>
                </a:lnTo>
                <a:lnTo>
                  <a:pt x="2392127" y="1857457"/>
                </a:lnTo>
                <a:lnTo>
                  <a:pt x="2391951" y="1857520"/>
                </a:lnTo>
                <a:lnTo>
                  <a:pt x="2391782" y="1857600"/>
                </a:lnTo>
                <a:lnTo>
                  <a:pt x="2391622" y="1857696"/>
                </a:lnTo>
                <a:lnTo>
                  <a:pt x="2391471" y="1857807"/>
                </a:lnTo>
                <a:lnTo>
                  <a:pt x="2391333" y="1857933"/>
                </a:lnTo>
                <a:lnTo>
                  <a:pt x="2391207" y="1858071"/>
                </a:lnTo>
                <a:lnTo>
                  <a:pt x="2391096" y="1858222"/>
                </a:lnTo>
                <a:lnTo>
                  <a:pt x="2391000" y="1858382"/>
                </a:lnTo>
                <a:lnTo>
                  <a:pt x="2390920" y="1858551"/>
                </a:lnTo>
                <a:lnTo>
                  <a:pt x="2390857" y="1858727"/>
                </a:lnTo>
                <a:lnTo>
                  <a:pt x="2390812" y="1858908"/>
                </a:lnTo>
                <a:lnTo>
                  <a:pt x="2390784" y="1859093"/>
                </a:lnTo>
                <a:lnTo>
                  <a:pt x="2390775" y="1859280"/>
                </a:lnTo>
                <a:lnTo>
                  <a:pt x="2390775" y="1866900"/>
                </a:lnTo>
                <a:lnTo>
                  <a:pt x="2364105" y="1866900"/>
                </a:lnTo>
                <a:lnTo>
                  <a:pt x="2363918" y="1866909"/>
                </a:lnTo>
                <a:lnTo>
                  <a:pt x="2363733" y="1866937"/>
                </a:lnTo>
                <a:lnTo>
                  <a:pt x="2363552" y="1866982"/>
                </a:lnTo>
                <a:lnTo>
                  <a:pt x="2363376" y="1867045"/>
                </a:lnTo>
                <a:lnTo>
                  <a:pt x="2363207" y="1867125"/>
                </a:lnTo>
                <a:lnTo>
                  <a:pt x="2363047" y="1867221"/>
                </a:lnTo>
                <a:lnTo>
                  <a:pt x="2362896" y="1867332"/>
                </a:lnTo>
                <a:lnTo>
                  <a:pt x="2362758" y="1867458"/>
                </a:lnTo>
                <a:lnTo>
                  <a:pt x="2362632" y="1867596"/>
                </a:lnTo>
                <a:lnTo>
                  <a:pt x="2362521" y="1867747"/>
                </a:lnTo>
                <a:lnTo>
                  <a:pt x="2362425" y="1867907"/>
                </a:lnTo>
                <a:lnTo>
                  <a:pt x="2362345" y="1868076"/>
                </a:lnTo>
                <a:lnTo>
                  <a:pt x="2362282" y="1868252"/>
                </a:lnTo>
                <a:lnTo>
                  <a:pt x="2362237" y="1868433"/>
                </a:lnTo>
                <a:lnTo>
                  <a:pt x="2362209" y="1868618"/>
                </a:lnTo>
                <a:lnTo>
                  <a:pt x="2362200" y="1868805"/>
                </a:lnTo>
                <a:lnTo>
                  <a:pt x="2362200" y="1876425"/>
                </a:lnTo>
                <a:lnTo>
                  <a:pt x="2354580" y="1876425"/>
                </a:lnTo>
                <a:lnTo>
                  <a:pt x="2354393" y="1876434"/>
                </a:lnTo>
                <a:lnTo>
                  <a:pt x="2354208" y="1876462"/>
                </a:lnTo>
                <a:lnTo>
                  <a:pt x="2354027" y="1876507"/>
                </a:lnTo>
                <a:lnTo>
                  <a:pt x="2353851" y="1876570"/>
                </a:lnTo>
                <a:lnTo>
                  <a:pt x="2353682" y="1876650"/>
                </a:lnTo>
                <a:lnTo>
                  <a:pt x="2353522" y="1876746"/>
                </a:lnTo>
                <a:lnTo>
                  <a:pt x="2353371" y="1876857"/>
                </a:lnTo>
                <a:lnTo>
                  <a:pt x="2353233" y="1876983"/>
                </a:lnTo>
                <a:lnTo>
                  <a:pt x="2353107" y="1877121"/>
                </a:lnTo>
                <a:lnTo>
                  <a:pt x="2352996" y="1877272"/>
                </a:lnTo>
                <a:lnTo>
                  <a:pt x="2352900" y="1877432"/>
                </a:lnTo>
                <a:lnTo>
                  <a:pt x="2352820" y="1877601"/>
                </a:lnTo>
                <a:lnTo>
                  <a:pt x="2352757" y="1877777"/>
                </a:lnTo>
                <a:lnTo>
                  <a:pt x="2352712" y="1877958"/>
                </a:lnTo>
                <a:lnTo>
                  <a:pt x="2352684" y="1878143"/>
                </a:lnTo>
                <a:lnTo>
                  <a:pt x="2352675" y="1878330"/>
                </a:lnTo>
                <a:lnTo>
                  <a:pt x="2352675" y="1895475"/>
                </a:lnTo>
                <a:lnTo>
                  <a:pt x="2346960" y="1895475"/>
                </a:lnTo>
                <a:lnTo>
                  <a:pt x="2346960" y="1887855"/>
                </a:lnTo>
                <a:lnTo>
                  <a:pt x="2346951" y="1887668"/>
                </a:lnTo>
                <a:lnTo>
                  <a:pt x="2346923" y="1887483"/>
                </a:lnTo>
                <a:lnTo>
                  <a:pt x="2346878" y="1887302"/>
                </a:lnTo>
                <a:lnTo>
                  <a:pt x="2346815" y="1887126"/>
                </a:lnTo>
                <a:lnTo>
                  <a:pt x="2346735" y="1886957"/>
                </a:lnTo>
                <a:lnTo>
                  <a:pt x="2346639" y="1886797"/>
                </a:lnTo>
                <a:lnTo>
                  <a:pt x="2346528" y="1886646"/>
                </a:lnTo>
                <a:lnTo>
                  <a:pt x="2346402" y="1886508"/>
                </a:lnTo>
                <a:lnTo>
                  <a:pt x="2346264" y="1886382"/>
                </a:lnTo>
                <a:lnTo>
                  <a:pt x="2346113" y="1886271"/>
                </a:lnTo>
                <a:lnTo>
                  <a:pt x="2345953" y="1886175"/>
                </a:lnTo>
                <a:lnTo>
                  <a:pt x="2345784" y="1886095"/>
                </a:lnTo>
                <a:lnTo>
                  <a:pt x="2345608" y="1886032"/>
                </a:lnTo>
                <a:lnTo>
                  <a:pt x="2345427" y="1885987"/>
                </a:lnTo>
                <a:lnTo>
                  <a:pt x="2345242" y="1885959"/>
                </a:lnTo>
                <a:lnTo>
                  <a:pt x="2345055" y="1885950"/>
                </a:lnTo>
                <a:lnTo>
                  <a:pt x="2337435" y="1885950"/>
                </a:lnTo>
                <a:lnTo>
                  <a:pt x="2337435" y="1859280"/>
                </a:lnTo>
                <a:lnTo>
                  <a:pt x="2337426" y="1859093"/>
                </a:lnTo>
                <a:lnTo>
                  <a:pt x="2337398" y="1858908"/>
                </a:lnTo>
                <a:lnTo>
                  <a:pt x="2337353" y="1858727"/>
                </a:lnTo>
                <a:lnTo>
                  <a:pt x="2337290" y="1858551"/>
                </a:lnTo>
                <a:lnTo>
                  <a:pt x="2337210" y="1858382"/>
                </a:lnTo>
                <a:lnTo>
                  <a:pt x="2337114" y="1858222"/>
                </a:lnTo>
                <a:lnTo>
                  <a:pt x="2337003" y="1858071"/>
                </a:lnTo>
                <a:lnTo>
                  <a:pt x="2336877" y="1857933"/>
                </a:lnTo>
                <a:lnTo>
                  <a:pt x="2336739" y="1857807"/>
                </a:lnTo>
                <a:lnTo>
                  <a:pt x="2336588" y="1857696"/>
                </a:lnTo>
                <a:lnTo>
                  <a:pt x="2336428" y="1857600"/>
                </a:lnTo>
                <a:lnTo>
                  <a:pt x="2336259" y="1857520"/>
                </a:lnTo>
                <a:lnTo>
                  <a:pt x="2336083" y="1857457"/>
                </a:lnTo>
                <a:lnTo>
                  <a:pt x="2335902" y="1857412"/>
                </a:lnTo>
                <a:lnTo>
                  <a:pt x="2335717" y="1857384"/>
                </a:lnTo>
                <a:lnTo>
                  <a:pt x="2335530" y="1857375"/>
                </a:lnTo>
                <a:lnTo>
                  <a:pt x="2327910" y="1857375"/>
                </a:lnTo>
                <a:lnTo>
                  <a:pt x="2327910" y="1811655"/>
                </a:lnTo>
                <a:lnTo>
                  <a:pt x="2327901" y="1811468"/>
                </a:lnTo>
                <a:lnTo>
                  <a:pt x="2327873" y="1811283"/>
                </a:lnTo>
                <a:lnTo>
                  <a:pt x="2327828" y="1811102"/>
                </a:lnTo>
                <a:lnTo>
                  <a:pt x="2327765" y="1810926"/>
                </a:lnTo>
                <a:lnTo>
                  <a:pt x="2327685" y="1810757"/>
                </a:lnTo>
                <a:lnTo>
                  <a:pt x="2327589" y="1810597"/>
                </a:lnTo>
                <a:lnTo>
                  <a:pt x="2327478" y="1810446"/>
                </a:lnTo>
                <a:lnTo>
                  <a:pt x="2327352" y="1810308"/>
                </a:lnTo>
                <a:lnTo>
                  <a:pt x="2327214" y="1810182"/>
                </a:lnTo>
                <a:lnTo>
                  <a:pt x="2327063" y="1810071"/>
                </a:lnTo>
                <a:lnTo>
                  <a:pt x="2326903" y="1809975"/>
                </a:lnTo>
                <a:lnTo>
                  <a:pt x="2326734" y="1809895"/>
                </a:lnTo>
                <a:lnTo>
                  <a:pt x="2326558" y="1809832"/>
                </a:lnTo>
                <a:lnTo>
                  <a:pt x="2326377" y="1809787"/>
                </a:lnTo>
                <a:lnTo>
                  <a:pt x="2326192" y="1809759"/>
                </a:lnTo>
                <a:lnTo>
                  <a:pt x="2326005" y="1809750"/>
                </a:lnTo>
                <a:lnTo>
                  <a:pt x="2297430" y="1809750"/>
                </a:lnTo>
                <a:lnTo>
                  <a:pt x="2297243" y="1809759"/>
                </a:lnTo>
                <a:lnTo>
                  <a:pt x="2297058" y="1809787"/>
                </a:lnTo>
                <a:lnTo>
                  <a:pt x="2296877" y="1809832"/>
                </a:lnTo>
                <a:lnTo>
                  <a:pt x="2296701" y="1809895"/>
                </a:lnTo>
                <a:lnTo>
                  <a:pt x="2296532" y="1809975"/>
                </a:lnTo>
                <a:lnTo>
                  <a:pt x="2296372" y="1810071"/>
                </a:lnTo>
                <a:lnTo>
                  <a:pt x="2296221" y="1810182"/>
                </a:lnTo>
                <a:lnTo>
                  <a:pt x="2296083" y="1810308"/>
                </a:lnTo>
                <a:lnTo>
                  <a:pt x="2295957" y="1810446"/>
                </a:lnTo>
                <a:lnTo>
                  <a:pt x="2295846" y="1810597"/>
                </a:lnTo>
                <a:lnTo>
                  <a:pt x="2295750" y="1810757"/>
                </a:lnTo>
                <a:lnTo>
                  <a:pt x="2295670" y="1810926"/>
                </a:lnTo>
                <a:lnTo>
                  <a:pt x="2295607" y="1811102"/>
                </a:lnTo>
                <a:lnTo>
                  <a:pt x="2295562" y="1811283"/>
                </a:lnTo>
                <a:lnTo>
                  <a:pt x="2295534" y="1811468"/>
                </a:lnTo>
                <a:lnTo>
                  <a:pt x="2295525" y="1811655"/>
                </a:lnTo>
                <a:lnTo>
                  <a:pt x="2295525" y="1876425"/>
                </a:lnTo>
                <a:lnTo>
                  <a:pt x="2287905" y="1876425"/>
                </a:lnTo>
                <a:lnTo>
                  <a:pt x="2287718" y="1876434"/>
                </a:lnTo>
                <a:lnTo>
                  <a:pt x="2287533" y="1876462"/>
                </a:lnTo>
                <a:lnTo>
                  <a:pt x="2287352" y="1876507"/>
                </a:lnTo>
                <a:lnTo>
                  <a:pt x="2287176" y="1876570"/>
                </a:lnTo>
                <a:lnTo>
                  <a:pt x="2287007" y="1876650"/>
                </a:lnTo>
                <a:lnTo>
                  <a:pt x="2286847" y="1876746"/>
                </a:lnTo>
                <a:lnTo>
                  <a:pt x="2286696" y="1876857"/>
                </a:lnTo>
                <a:lnTo>
                  <a:pt x="2286558" y="1876983"/>
                </a:lnTo>
                <a:lnTo>
                  <a:pt x="2286432" y="1877121"/>
                </a:lnTo>
                <a:lnTo>
                  <a:pt x="2286321" y="1877272"/>
                </a:lnTo>
                <a:lnTo>
                  <a:pt x="2286225" y="1877432"/>
                </a:lnTo>
                <a:lnTo>
                  <a:pt x="2286145" y="1877601"/>
                </a:lnTo>
                <a:lnTo>
                  <a:pt x="2286082" y="1877777"/>
                </a:lnTo>
                <a:lnTo>
                  <a:pt x="2286037" y="1877958"/>
                </a:lnTo>
                <a:lnTo>
                  <a:pt x="2286009" y="1878143"/>
                </a:lnTo>
                <a:lnTo>
                  <a:pt x="2286000" y="1878330"/>
                </a:lnTo>
                <a:lnTo>
                  <a:pt x="2286000" y="1885950"/>
                </a:lnTo>
                <a:lnTo>
                  <a:pt x="2280285" y="1885950"/>
                </a:lnTo>
                <a:lnTo>
                  <a:pt x="2280285" y="1878330"/>
                </a:lnTo>
                <a:lnTo>
                  <a:pt x="2280276" y="1878143"/>
                </a:lnTo>
                <a:lnTo>
                  <a:pt x="2280248" y="1877958"/>
                </a:lnTo>
                <a:lnTo>
                  <a:pt x="2280203" y="1877777"/>
                </a:lnTo>
                <a:lnTo>
                  <a:pt x="2280140" y="1877601"/>
                </a:lnTo>
                <a:lnTo>
                  <a:pt x="2280060" y="1877432"/>
                </a:lnTo>
                <a:lnTo>
                  <a:pt x="2279964" y="1877272"/>
                </a:lnTo>
                <a:lnTo>
                  <a:pt x="2279853" y="1877121"/>
                </a:lnTo>
                <a:lnTo>
                  <a:pt x="2279727" y="1876983"/>
                </a:lnTo>
                <a:lnTo>
                  <a:pt x="2279589" y="1876857"/>
                </a:lnTo>
                <a:lnTo>
                  <a:pt x="2279438" y="1876746"/>
                </a:lnTo>
                <a:lnTo>
                  <a:pt x="2279278" y="1876650"/>
                </a:lnTo>
                <a:lnTo>
                  <a:pt x="2279109" y="1876570"/>
                </a:lnTo>
                <a:lnTo>
                  <a:pt x="2278933" y="1876507"/>
                </a:lnTo>
                <a:lnTo>
                  <a:pt x="2278752" y="1876462"/>
                </a:lnTo>
                <a:lnTo>
                  <a:pt x="2278567" y="1876434"/>
                </a:lnTo>
                <a:lnTo>
                  <a:pt x="2278380" y="1876425"/>
                </a:lnTo>
                <a:lnTo>
                  <a:pt x="2270760" y="1876425"/>
                </a:lnTo>
                <a:lnTo>
                  <a:pt x="2270760" y="1868805"/>
                </a:lnTo>
                <a:lnTo>
                  <a:pt x="2270751" y="1868618"/>
                </a:lnTo>
                <a:lnTo>
                  <a:pt x="2270723" y="1868433"/>
                </a:lnTo>
                <a:lnTo>
                  <a:pt x="2270678" y="1868252"/>
                </a:lnTo>
                <a:lnTo>
                  <a:pt x="2270615" y="1868076"/>
                </a:lnTo>
                <a:lnTo>
                  <a:pt x="2270535" y="1867907"/>
                </a:lnTo>
                <a:lnTo>
                  <a:pt x="2270439" y="1867747"/>
                </a:lnTo>
                <a:lnTo>
                  <a:pt x="2270328" y="1867596"/>
                </a:lnTo>
                <a:lnTo>
                  <a:pt x="2270202" y="1867458"/>
                </a:lnTo>
                <a:lnTo>
                  <a:pt x="2270064" y="1867332"/>
                </a:lnTo>
                <a:lnTo>
                  <a:pt x="2269913" y="1867221"/>
                </a:lnTo>
                <a:lnTo>
                  <a:pt x="2269753" y="1867125"/>
                </a:lnTo>
                <a:lnTo>
                  <a:pt x="2269584" y="1867045"/>
                </a:lnTo>
                <a:lnTo>
                  <a:pt x="2269408" y="1866982"/>
                </a:lnTo>
                <a:lnTo>
                  <a:pt x="2269227" y="1866937"/>
                </a:lnTo>
                <a:lnTo>
                  <a:pt x="2269042" y="1866909"/>
                </a:lnTo>
                <a:lnTo>
                  <a:pt x="2268855" y="1866900"/>
                </a:lnTo>
                <a:lnTo>
                  <a:pt x="2249805" y="1866900"/>
                </a:lnTo>
                <a:lnTo>
                  <a:pt x="2249618" y="1866909"/>
                </a:lnTo>
                <a:lnTo>
                  <a:pt x="2249433" y="1866937"/>
                </a:lnTo>
                <a:lnTo>
                  <a:pt x="2249252" y="1866982"/>
                </a:lnTo>
                <a:lnTo>
                  <a:pt x="2249076" y="1867045"/>
                </a:lnTo>
                <a:lnTo>
                  <a:pt x="2248907" y="1867125"/>
                </a:lnTo>
                <a:lnTo>
                  <a:pt x="2248747" y="1867221"/>
                </a:lnTo>
                <a:lnTo>
                  <a:pt x="2248596" y="1867332"/>
                </a:lnTo>
                <a:lnTo>
                  <a:pt x="2248458" y="1867458"/>
                </a:lnTo>
                <a:lnTo>
                  <a:pt x="2248332" y="1867596"/>
                </a:lnTo>
                <a:lnTo>
                  <a:pt x="2248221" y="1867747"/>
                </a:lnTo>
                <a:lnTo>
                  <a:pt x="2248125" y="1867907"/>
                </a:lnTo>
                <a:lnTo>
                  <a:pt x="2248045" y="1868076"/>
                </a:lnTo>
                <a:lnTo>
                  <a:pt x="2247982" y="1868252"/>
                </a:lnTo>
                <a:lnTo>
                  <a:pt x="2247937" y="1868433"/>
                </a:lnTo>
                <a:lnTo>
                  <a:pt x="2247909" y="1868618"/>
                </a:lnTo>
                <a:lnTo>
                  <a:pt x="2247900" y="1868805"/>
                </a:lnTo>
                <a:lnTo>
                  <a:pt x="2247900" y="1876425"/>
                </a:lnTo>
                <a:lnTo>
                  <a:pt x="2240280" y="1876425"/>
                </a:lnTo>
                <a:lnTo>
                  <a:pt x="2240093" y="1876434"/>
                </a:lnTo>
                <a:lnTo>
                  <a:pt x="2239908" y="1876462"/>
                </a:lnTo>
                <a:lnTo>
                  <a:pt x="2239727" y="1876507"/>
                </a:lnTo>
                <a:lnTo>
                  <a:pt x="2239551" y="1876570"/>
                </a:lnTo>
                <a:lnTo>
                  <a:pt x="2239382" y="1876650"/>
                </a:lnTo>
                <a:lnTo>
                  <a:pt x="2239222" y="1876746"/>
                </a:lnTo>
                <a:lnTo>
                  <a:pt x="2239071" y="1876857"/>
                </a:lnTo>
                <a:lnTo>
                  <a:pt x="2238933" y="1876983"/>
                </a:lnTo>
                <a:lnTo>
                  <a:pt x="2238807" y="1877121"/>
                </a:lnTo>
                <a:lnTo>
                  <a:pt x="2238696" y="1877272"/>
                </a:lnTo>
                <a:lnTo>
                  <a:pt x="2238600" y="1877432"/>
                </a:lnTo>
                <a:lnTo>
                  <a:pt x="2238520" y="1877601"/>
                </a:lnTo>
                <a:lnTo>
                  <a:pt x="2238457" y="1877777"/>
                </a:lnTo>
                <a:lnTo>
                  <a:pt x="2238412" y="1877958"/>
                </a:lnTo>
                <a:lnTo>
                  <a:pt x="2238384" y="1878143"/>
                </a:lnTo>
                <a:lnTo>
                  <a:pt x="2238375" y="1878330"/>
                </a:lnTo>
                <a:lnTo>
                  <a:pt x="2238375" y="1895475"/>
                </a:lnTo>
                <a:lnTo>
                  <a:pt x="2232660" y="1895475"/>
                </a:lnTo>
                <a:lnTo>
                  <a:pt x="2232660" y="1868805"/>
                </a:lnTo>
                <a:lnTo>
                  <a:pt x="2232651" y="1868618"/>
                </a:lnTo>
                <a:lnTo>
                  <a:pt x="2232623" y="1868433"/>
                </a:lnTo>
                <a:lnTo>
                  <a:pt x="2232578" y="1868252"/>
                </a:lnTo>
                <a:lnTo>
                  <a:pt x="2232515" y="1868076"/>
                </a:lnTo>
                <a:lnTo>
                  <a:pt x="2232435" y="1867907"/>
                </a:lnTo>
                <a:lnTo>
                  <a:pt x="2232339" y="1867747"/>
                </a:lnTo>
                <a:lnTo>
                  <a:pt x="2232228" y="1867596"/>
                </a:lnTo>
                <a:lnTo>
                  <a:pt x="2232102" y="1867458"/>
                </a:lnTo>
                <a:lnTo>
                  <a:pt x="2231964" y="1867332"/>
                </a:lnTo>
                <a:lnTo>
                  <a:pt x="2231813" y="1867221"/>
                </a:lnTo>
                <a:lnTo>
                  <a:pt x="2231653" y="1867125"/>
                </a:lnTo>
                <a:lnTo>
                  <a:pt x="2231484" y="1867045"/>
                </a:lnTo>
                <a:lnTo>
                  <a:pt x="2231308" y="1866982"/>
                </a:lnTo>
                <a:lnTo>
                  <a:pt x="2231127" y="1866937"/>
                </a:lnTo>
                <a:lnTo>
                  <a:pt x="2230942" y="1866909"/>
                </a:lnTo>
                <a:lnTo>
                  <a:pt x="2230755" y="1866900"/>
                </a:lnTo>
                <a:lnTo>
                  <a:pt x="2223135" y="1866900"/>
                </a:lnTo>
                <a:lnTo>
                  <a:pt x="2223135" y="1859280"/>
                </a:lnTo>
                <a:lnTo>
                  <a:pt x="2223126" y="1859093"/>
                </a:lnTo>
                <a:lnTo>
                  <a:pt x="2223098" y="1858908"/>
                </a:lnTo>
                <a:lnTo>
                  <a:pt x="2223053" y="1858727"/>
                </a:lnTo>
                <a:lnTo>
                  <a:pt x="2222990" y="1858551"/>
                </a:lnTo>
                <a:lnTo>
                  <a:pt x="2222910" y="1858382"/>
                </a:lnTo>
                <a:lnTo>
                  <a:pt x="2222814" y="1858222"/>
                </a:lnTo>
                <a:lnTo>
                  <a:pt x="2222703" y="1858071"/>
                </a:lnTo>
                <a:lnTo>
                  <a:pt x="2222577" y="1857933"/>
                </a:lnTo>
                <a:lnTo>
                  <a:pt x="2222439" y="1857807"/>
                </a:lnTo>
                <a:lnTo>
                  <a:pt x="2222288" y="1857696"/>
                </a:lnTo>
                <a:lnTo>
                  <a:pt x="2222128" y="1857600"/>
                </a:lnTo>
                <a:lnTo>
                  <a:pt x="2221959" y="1857520"/>
                </a:lnTo>
                <a:lnTo>
                  <a:pt x="2221783" y="1857457"/>
                </a:lnTo>
                <a:lnTo>
                  <a:pt x="2221602" y="1857412"/>
                </a:lnTo>
                <a:lnTo>
                  <a:pt x="2221417" y="1857384"/>
                </a:lnTo>
                <a:lnTo>
                  <a:pt x="2221230" y="1857375"/>
                </a:lnTo>
                <a:lnTo>
                  <a:pt x="2211705" y="1857375"/>
                </a:lnTo>
                <a:lnTo>
                  <a:pt x="2211518" y="1857384"/>
                </a:lnTo>
                <a:lnTo>
                  <a:pt x="2211333" y="1857412"/>
                </a:lnTo>
                <a:lnTo>
                  <a:pt x="2211152" y="1857457"/>
                </a:lnTo>
                <a:lnTo>
                  <a:pt x="2210976" y="1857520"/>
                </a:lnTo>
                <a:lnTo>
                  <a:pt x="2210807" y="1857600"/>
                </a:lnTo>
                <a:lnTo>
                  <a:pt x="2210647" y="1857696"/>
                </a:lnTo>
                <a:lnTo>
                  <a:pt x="2210496" y="1857807"/>
                </a:lnTo>
                <a:lnTo>
                  <a:pt x="2210358" y="1857933"/>
                </a:lnTo>
                <a:lnTo>
                  <a:pt x="2210232" y="1858071"/>
                </a:lnTo>
                <a:lnTo>
                  <a:pt x="2210121" y="1858222"/>
                </a:lnTo>
                <a:lnTo>
                  <a:pt x="2210025" y="1858382"/>
                </a:lnTo>
                <a:lnTo>
                  <a:pt x="2209945" y="1858551"/>
                </a:lnTo>
                <a:lnTo>
                  <a:pt x="2209882" y="1858727"/>
                </a:lnTo>
                <a:lnTo>
                  <a:pt x="2209837" y="1858908"/>
                </a:lnTo>
                <a:lnTo>
                  <a:pt x="2209809" y="1859093"/>
                </a:lnTo>
                <a:lnTo>
                  <a:pt x="2209800" y="1859280"/>
                </a:lnTo>
                <a:lnTo>
                  <a:pt x="2209800" y="1866900"/>
                </a:lnTo>
                <a:lnTo>
                  <a:pt x="2192655" y="1866900"/>
                </a:lnTo>
                <a:lnTo>
                  <a:pt x="2192468" y="1866909"/>
                </a:lnTo>
                <a:lnTo>
                  <a:pt x="2192283" y="1866937"/>
                </a:lnTo>
                <a:lnTo>
                  <a:pt x="2192102" y="1866982"/>
                </a:lnTo>
                <a:lnTo>
                  <a:pt x="2191926" y="1867045"/>
                </a:lnTo>
                <a:lnTo>
                  <a:pt x="2191757" y="1867125"/>
                </a:lnTo>
                <a:lnTo>
                  <a:pt x="2191597" y="1867221"/>
                </a:lnTo>
                <a:lnTo>
                  <a:pt x="2191446" y="1867332"/>
                </a:lnTo>
                <a:lnTo>
                  <a:pt x="2191308" y="1867458"/>
                </a:lnTo>
                <a:lnTo>
                  <a:pt x="2191182" y="1867596"/>
                </a:lnTo>
                <a:lnTo>
                  <a:pt x="2191071" y="1867747"/>
                </a:lnTo>
                <a:lnTo>
                  <a:pt x="2190975" y="1867907"/>
                </a:lnTo>
                <a:lnTo>
                  <a:pt x="2190895" y="1868076"/>
                </a:lnTo>
                <a:lnTo>
                  <a:pt x="2190832" y="1868252"/>
                </a:lnTo>
                <a:lnTo>
                  <a:pt x="2190787" y="1868433"/>
                </a:lnTo>
                <a:lnTo>
                  <a:pt x="2190759" y="1868618"/>
                </a:lnTo>
                <a:lnTo>
                  <a:pt x="2190750" y="1868805"/>
                </a:lnTo>
                <a:lnTo>
                  <a:pt x="2190750" y="1885950"/>
                </a:lnTo>
                <a:lnTo>
                  <a:pt x="2185035" y="1885950"/>
                </a:lnTo>
                <a:lnTo>
                  <a:pt x="2185035" y="1859280"/>
                </a:lnTo>
                <a:lnTo>
                  <a:pt x="2185026" y="1859093"/>
                </a:lnTo>
                <a:lnTo>
                  <a:pt x="2184998" y="1858908"/>
                </a:lnTo>
                <a:lnTo>
                  <a:pt x="2184953" y="1858727"/>
                </a:lnTo>
                <a:lnTo>
                  <a:pt x="2184890" y="1858551"/>
                </a:lnTo>
                <a:lnTo>
                  <a:pt x="2184810" y="1858382"/>
                </a:lnTo>
                <a:lnTo>
                  <a:pt x="2184714" y="1858222"/>
                </a:lnTo>
                <a:lnTo>
                  <a:pt x="2184603" y="1858071"/>
                </a:lnTo>
                <a:lnTo>
                  <a:pt x="2184477" y="1857933"/>
                </a:lnTo>
                <a:lnTo>
                  <a:pt x="2184339" y="1857807"/>
                </a:lnTo>
                <a:lnTo>
                  <a:pt x="2184188" y="1857696"/>
                </a:lnTo>
                <a:lnTo>
                  <a:pt x="2184028" y="1857600"/>
                </a:lnTo>
                <a:lnTo>
                  <a:pt x="2183859" y="1857520"/>
                </a:lnTo>
                <a:lnTo>
                  <a:pt x="2183683" y="1857457"/>
                </a:lnTo>
                <a:lnTo>
                  <a:pt x="2183502" y="1857412"/>
                </a:lnTo>
                <a:lnTo>
                  <a:pt x="2183317" y="1857384"/>
                </a:lnTo>
                <a:lnTo>
                  <a:pt x="2183130" y="1857375"/>
                </a:lnTo>
                <a:lnTo>
                  <a:pt x="2175510" y="1857375"/>
                </a:lnTo>
                <a:lnTo>
                  <a:pt x="2175510" y="1840230"/>
                </a:lnTo>
                <a:lnTo>
                  <a:pt x="2175501" y="1840043"/>
                </a:lnTo>
                <a:lnTo>
                  <a:pt x="2175473" y="1839858"/>
                </a:lnTo>
                <a:lnTo>
                  <a:pt x="2175428" y="1839677"/>
                </a:lnTo>
                <a:lnTo>
                  <a:pt x="2175365" y="1839501"/>
                </a:lnTo>
                <a:lnTo>
                  <a:pt x="2175285" y="1839332"/>
                </a:lnTo>
                <a:lnTo>
                  <a:pt x="2175189" y="1839172"/>
                </a:lnTo>
                <a:lnTo>
                  <a:pt x="2175078" y="1839021"/>
                </a:lnTo>
                <a:lnTo>
                  <a:pt x="2174952" y="1838883"/>
                </a:lnTo>
                <a:lnTo>
                  <a:pt x="2174814" y="1838757"/>
                </a:lnTo>
                <a:lnTo>
                  <a:pt x="2174663" y="1838646"/>
                </a:lnTo>
                <a:lnTo>
                  <a:pt x="2174503" y="1838550"/>
                </a:lnTo>
                <a:lnTo>
                  <a:pt x="2174334" y="1838470"/>
                </a:lnTo>
                <a:lnTo>
                  <a:pt x="2174158" y="1838407"/>
                </a:lnTo>
                <a:lnTo>
                  <a:pt x="2173977" y="1838362"/>
                </a:lnTo>
                <a:lnTo>
                  <a:pt x="2173792" y="1838334"/>
                </a:lnTo>
                <a:lnTo>
                  <a:pt x="2173605" y="1838325"/>
                </a:lnTo>
                <a:lnTo>
                  <a:pt x="2146935" y="1838325"/>
                </a:lnTo>
                <a:lnTo>
                  <a:pt x="2146935" y="1821180"/>
                </a:lnTo>
                <a:lnTo>
                  <a:pt x="2146926" y="1820993"/>
                </a:lnTo>
                <a:lnTo>
                  <a:pt x="2146898" y="1820808"/>
                </a:lnTo>
                <a:lnTo>
                  <a:pt x="2146853" y="1820627"/>
                </a:lnTo>
                <a:lnTo>
                  <a:pt x="2146790" y="1820451"/>
                </a:lnTo>
                <a:lnTo>
                  <a:pt x="2146710" y="1820282"/>
                </a:lnTo>
                <a:lnTo>
                  <a:pt x="2146614" y="1820122"/>
                </a:lnTo>
                <a:lnTo>
                  <a:pt x="2146503" y="1819971"/>
                </a:lnTo>
                <a:lnTo>
                  <a:pt x="2146377" y="1819833"/>
                </a:lnTo>
                <a:lnTo>
                  <a:pt x="2146239" y="1819707"/>
                </a:lnTo>
                <a:lnTo>
                  <a:pt x="2146088" y="1819596"/>
                </a:lnTo>
                <a:lnTo>
                  <a:pt x="2145928" y="1819500"/>
                </a:lnTo>
                <a:lnTo>
                  <a:pt x="2145759" y="1819420"/>
                </a:lnTo>
                <a:lnTo>
                  <a:pt x="2145583" y="1819357"/>
                </a:lnTo>
                <a:lnTo>
                  <a:pt x="2145402" y="1819312"/>
                </a:lnTo>
                <a:lnTo>
                  <a:pt x="2145217" y="1819284"/>
                </a:lnTo>
                <a:lnTo>
                  <a:pt x="2145030" y="1819275"/>
                </a:lnTo>
                <a:lnTo>
                  <a:pt x="2137410" y="1819275"/>
                </a:lnTo>
                <a:lnTo>
                  <a:pt x="2137410" y="1811655"/>
                </a:lnTo>
                <a:lnTo>
                  <a:pt x="2137401" y="1811468"/>
                </a:lnTo>
                <a:lnTo>
                  <a:pt x="2137373" y="1811283"/>
                </a:lnTo>
                <a:lnTo>
                  <a:pt x="2137328" y="1811102"/>
                </a:lnTo>
                <a:lnTo>
                  <a:pt x="2137265" y="1810926"/>
                </a:lnTo>
                <a:lnTo>
                  <a:pt x="2137185" y="1810757"/>
                </a:lnTo>
                <a:lnTo>
                  <a:pt x="2137089" y="1810597"/>
                </a:lnTo>
                <a:lnTo>
                  <a:pt x="2136978" y="1810446"/>
                </a:lnTo>
                <a:lnTo>
                  <a:pt x="2136852" y="1810308"/>
                </a:lnTo>
                <a:lnTo>
                  <a:pt x="2136714" y="1810182"/>
                </a:lnTo>
                <a:lnTo>
                  <a:pt x="2136563" y="1810071"/>
                </a:lnTo>
                <a:lnTo>
                  <a:pt x="2136403" y="1809975"/>
                </a:lnTo>
                <a:lnTo>
                  <a:pt x="2136234" y="1809895"/>
                </a:lnTo>
                <a:lnTo>
                  <a:pt x="2136058" y="1809832"/>
                </a:lnTo>
                <a:lnTo>
                  <a:pt x="2135877" y="1809787"/>
                </a:lnTo>
                <a:lnTo>
                  <a:pt x="2135692" y="1809759"/>
                </a:lnTo>
                <a:lnTo>
                  <a:pt x="2135505" y="1809750"/>
                </a:lnTo>
                <a:lnTo>
                  <a:pt x="2108835" y="1809750"/>
                </a:lnTo>
                <a:lnTo>
                  <a:pt x="2108835" y="1802130"/>
                </a:lnTo>
                <a:lnTo>
                  <a:pt x="2108826" y="1801943"/>
                </a:lnTo>
                <a:lnTo>
                  <a:pt x="2108798" y="1801758"/>
                </a:lnTo>
                <a:lnTo>
                  <a:pt x="2108753" y="1801577"/>
                </a:lnTo>
                <a:lnTo>
                  <a:pt x="2108690" y="1801401"/>
                </a:lnTo>
                <a:lnTo>
                  <a:pt x="2108610" y="1801232"/>
                </a:lnTo>
                <a:lnTo>
                  <a:pt x="2108514" y="1801072"/>
                </a:lnTo>
                <a:lnTo>
                  <a:pt x="2108403" y="1800921"/>
                </a:lnTo>
                <a:lnTo>
                  <a:pt x="2108277" y="1800783"/>
                </a:lnTo>
                <a:lnTo>
                  <a:pt x="2108139" y="1800657"/>
                </a:lnTo>
                <a:lnTo>
                  <a:pt x="2107988" y="1800546"/>
                </a:lnTo>
                <a:lnTo>
                  <a:pt x="2107828" y="1800450"/>
                </a:lnTo>
                <a:lnTo>
                  <a:pt x="2107659" y="1800370"/>
                </a:lnTo>
                <a:lnTo>
                  <a:pt x="2107483" y="1800307"/>
                </a:lnTo>
                <a:lnTo>
                  <a:pt x="2107302" y="1800262"/>
                </a:lnTo>
                <a:lnTo>
                  <a:pt x="2107117" y="1800234"/>
                </a:lnTo>
                <a:lnTo>
                  <a:pt x="2106930" y="1800225"/>
                </a:lnTo>
                <a:lnTo>
                  <a:pt x="2089785" y="1800225"/>
                </a:lnTo>
                <a:lnTo>
                  <a:pt x="2089785" y="1764030"/>
                </a:lnTo>
                <a:lnTo>
                  <a:pt x="2089776" y="1763843"/>
                </a:lnTo>
                <a:lnTo>
                  <a:pt x="2089748" y="1763658"/>
                </a:lnTo>
                <a:lnTo>
                  <a:pt x="2089703" y="1763477"/>
                </a:lnTo>
                <a:lnTo>
                  <a:pt x="2089640" y="1763301"/>
                </a:lnTo>
                <a:lnTo>
                  <a:pt x="2089560" y="1763132"/>
                </a:lnTo>
                <a:lnTo>
                  <a:pt x="2089464" y="1762972"/>
                </a:lnTo>
                <a:lnTo>
                  <a:pt x="2089353" y="1762821"/>
                </a:lnTo>
                <a:lnTo>
                  <a:pt x="2089227" y="1762683"/>
                </a:lnTo>
                <a:lnTo>
                  <a:pt x="2089089" y="1762557"/>
                </a:lnTo>
                <a:lnTo>
                  <a:pt x="2088938" y="1762446"/>
                </a:lnTo>
                <a:lnTo>
                  <a:pt x="2088778" y="1762350"/>
                </a:lnTo>
                <a:lnTo>
                  <a:pt x="2088609" y="1762270"/>
                </a:lnTo>
                <a:lnTo>
                  <a:pt x="2088433" y="1762207"/>
                </a:lnTo>
                <a:lnTo>
                  <a:pt x="2088252" y="1762162"/>
                </a:lnTo>
                <a:lnTo>
                  <a:pt x="2088067" y="1762134"/>
                </a:lnTo>
                <a:lnTo>
                  <a:pt x="2087880" y="1762125"/>
                </a:lnTo>
                <a:lnTo>
                  <a:pt x="2080260" y="1762125"/>
                </a:lnTo>
                <a:lnTo>
                  <a:pt x="2080260" y="1735455"/>
                </a:lnTo>
                <a:lnTo>
                  <a:pt x="2080251" y="1735268"/>
                </a:lnTo>
                <a:lnTo>
                  <a:pt x="2080223" y="1735083"/>
                </a:lnTo>
                <a:lnTo>
                  <a:pt x="2080178" y="1734902"/>
                </a:lnTo>
                <a:lnTo>
                  <a:pt x="2080115" y="1734726"/>
                </a:lnTo>
                <a:lnTo>
                  <a:pt x="2080035" y="1734557"/>
                </a:lnTo>
                <a:lnTo>
                  <a:pt x="2079939" y="1734397"/>
                </a:lnTo>
                <a:lnTo>
                  <a:pt x="2079828" y="1734246"/>
                </a:lnTo>
                <a:lnTo>
                  <a:pt x="2079702" y="1734108"/>
                </a:lnTo>
                <a:lnTo>
                  <a:pt x="2079564" y="1733982"/>
                </a:lnTo>
                <a:lnTo>
                  <a:pt x="2079413" y="1733871"/>
                </a:lnTo>
                <a:lnTo>
                  <a:pt x="2079253" y="1733775"/>
                </a:lnTo>
                <a:lnTo>
                  <a:pt x="2079084" y="1733695"/>
                </a:lnTo>
                <a:lnTo>
                  <a:pt x="2078908" y="1733632"/>
                </a:lnTo>
                <a:lnTo>
                  <a:pt x="2078727" y="1733587"/>
                </a:lnTo>
                <a:lnTo>
                  <a:pt x="2078542" y="1733559"/>
                </a:lnTo>
                <a:lnTo>
                  <a:pt x="2078355" y="1733550"/>
                </a:lnTo>
                <a:lnTo>
                  <a:pt x="2070735" y="1733550"/>
                </a:lnTo>
                <a:lnTo>
                  <a:pt x="2070735" y="1697355"/>
                </a:lnTo>
                <a:lnTo>
                  <a:pt x="2070726" y="1697168"/>
                </a:lnTo>
                <a:lnTo>
                  <a:pt x="2070698" y="1696983"/>
                </a:lnTo>
                <a:lnTo>
                  <a:pt x="2070653" y="1696802"/>
                </a:lnTo>
                <a:lnTo>
                  <a:pt x="2070590" y="1696626"/>
                </a:lnTo>
                <a:lnTo>
                  <a:pt x="2070510" y="1696457"/>
                </a:lnTo>
                <a:lnTo>
                  <a:pt x="2070414" y="1696297"/>
                </a:lnTo>
                <a:lnTo>
                  <a:pt x="2070303" y="1696146"/>
                </a:lnTo>
                <a:lnTo>
                  <a:pt x="2070177" y="1696008"/>
                </a:lnTo>
                <a:lnTo>
                  <a:pt x="2070039" y="1695882"/>
                </a:lnTo>
                <a:lnTo>
                  <a:pt x="2069888" y="1695771"/>
                </a:lnTo>
                <a:lnTo>
                  <a:pt x="2069728" y="1695675"/>
                </a:lnTo>
                <a:lnTo>
                  <a:pt x="2069559" y="1695595"/>
                </a:lnTo>
                <a:lnTo>
                  <a:pt x="2069383" y="1695532"/>
                </a:lnTo>
                <a:lnTo>
                  <a:pt x="2069202" y="1695487"/>
                </a:lnTo>
                <a:lnTo>
                  <a:pt x="2069017" y="1695459"/>
                </a:lnTo>
                <a:lnTo>
                  <a:pt x="2068830" y="1695450"/>
                </a:lnTo>
                <a:lnTo>
                  <a:pt x="2040255" y="1695450"/>
                </a:lnTo>
                <a:lnTo>
                  <a:pt x="2040068" y="1695459"/>
                </a:lnTo>
                <a:lnTo>
                  <a:pt x="2039883" y="1695487"/>
                </a:lnTo>
                <a:lnTo>
                  <a:pt x="2039702" y="1695532"/>
                </a:lnTo>
                <a:lnTo>
                  <a:pt x="2039526" y="1695595"/>
                </a:lnTo>
                <a:lnTo>
                  <a:pt x="2039357" y="1695675"/>
                </a:lnTo>
                <a:lnTo>
                  <a:pt x="2039197" y="1695771"/>
                </a:lnTo>
                <a:lnTo>
                  <a:pt x="2039046" y="1695882"/>
                </a:lnTo>
                <a:lnTo>
                  <a:pt x="2038908" y="1696008"/>
                </a:lnTo>
                <a:lnTo>
                  <a:pt x="2038782" y="1696146"/>
                </a:lnTo>
                <a:lnTo>
                  <a:pt x="2038671" y="1696297"/>
                </a:lnTo>
                <a:lnTo>
                  <a:pt x="2038575" y="1696457"/>
                </a:lnTo>
                <a:lnTo>
                  <a:pt x="2038495" y="1696626"/>
                </a:lnTo>
                <a:lnTo>
                  <a:pt x="2038432" y="1696802"/>
                </a:lnTo>
                <a:lnTo>
                  <a:pt x="2038387" y="1696983"/>
                </a:lnTo>
                <a:lnTo>
                  <a:pt x="2038359" y="1697168"/>
                </a:lnTo>
                <a:lnTo>
                  <a:pt x="2038350" y="1697355"/>
                </a:lnTo>
                <a:lnTo>
                  <a:pt x="2038350" y="1743075"/>
                </a:lnTo>
                <a:lnTo>
                  <a:pt x="2030730" y="1743075"/>
                </a:lnTo>
                <a:lnTo>
                  <a:pt x="2030543" y="1743084"/>
                </a:lnTo>
                <a:lnTo>
                  <a:pt x="2030358" y="1743112"/>
                </a:lnTo>
                <a:lnTo>
                  <a:pt x="2030177" y="1743157"/>
                </a:lnTo>
                <a:lnTo>
                  <a:pt x="2030001" y="1743220"/>
                </a:lnTo>
                <a:lnTo>
                  <a:pt x="2029832" y="1743300"/>
                </a:lnTo>
                <a:lnTo>
                  <a:pt x="2029672" y="1743396"/>
                </a:lnTo>
                <a:lnTo>
                  <a:pt x="2029521" y="1743507"/>
                </a:lnTo>
                <a:lnTo>
                  <a:pt x="2029383" y="1743633"/>
                </a:lnTo>
                <a:lnTo>
                  <a:pt x="2029257" y="1743771"/>
                </a:lnTo>
                <a:lnTo>
                  <a:pt x="2029146" y="1743922"/>
                </a:lnTo>
                <a:lnTo>
                  <a:pt x="2029050" y="1744082"/>
                </a:lnTo>
                <a:lnTo>
                  <a:pt x="2028970" y="1744251"/>
                </a:lnTo>
                <a:lnTo>
                  <a:pt x="2028907" y="1744427"/>
                </a:lnTo>
                <a:lnTo>
                  <a:pt x="2028862" y="1744608"/>
                </a:lnTo>
                <a:lnTo>
                  <a:pt x="2028834" y="1744793"/>
                </a:lnTo>
                <a:lnTo>
                  <a:pt x="2028825" y="1744980"/>
                </a:lnTo>
                <a:lnTo>
                  <a:pt x="2028825" y="1762125"/>
                </a:lnTo>
                <a:lnTo>
                  <a:pt x="2023110" y="1762125"/>
                </a:lnTo>
                <a:lnTo>
                  <a:pt x="2023110" y="1754505"/>
                </a:lnTo>
                <a:lnTo>
                  <a:pt x="2023101" y="1754318"/>
                </a:lnTo>
                <a:lnTo>
                  <a:pt x="2023073" y="1754133"/>
                </a:lnTo>
                <a:lnTo>
                  <a:pt x="2023028" y="1753952"/>
                </a:lnTo>
                <a:lnTo>
                  <a:pt x="2022965" y="1753776"/>
                </a:lnTo>
                <a:lnTo>
                  <a:pt x="2022885" y="1753607"/>
                </a:lnTo>
                <a:lnTo>
                  <a:pt x="2022789" y="1753447"/>
                </a:lnTo>
                <a:lnTo>
                  <a:pt x="2022678" y="1753296"/>
                </a:lnTo>
                <a:lnTo>
                  <a:pt x="2022552" y="1753158"/>
                </a:lnTo>
                <a:lnTo>
                  <a:pt x="2022414" y="1753032"/>
                </a:lnTo>
                <a:lnTo>
                  <a:pt x="2022263" y="1752921"/>
                </a:lnTo>
                <a:lnTo>
                  <a:pt x="2022103" y="1752825"/>
                </a:lnTo>
                <a:lnTo>
                  <a:pt x="2021934" y="1752745"/>
                </a:lnTo>
                <a:lnTo>
                  <a:pt x="2021758" y="1752682"/>
                </a:lnTo>
                <a:lnTo>
                  <a:pt x="2021577" y="1752637"/>
                </a:lnTo>
                <a:lnTo>
                  <a:pt x="2021392" y="1752609"/>
                </a:lnTo>
                <a:lnTo>
                  <a:pt x="2021205" y="1752600"/>
                </a:lnTo>
                <a:lnTo>
                  <a:pt x="2013585" y="1752600"/>
                </a:lnTo>
                <a:lnTo>
                  <a:pt x="2013585" y="1744980"/>
                </a:lnTo>
                <a:lnTo>
                  <a:pt x="2013576" y="1744793"/>
                </a:lnTo>
                <a:lnTo>
                  <a:pt x="2013548" y="1744608"/>
                </a:lnTo>
                <a:lnTo>
                  <a:pt x="2013503" y="1744427"/>
                </a:lnTo>
                <a:lnTo>
                  <a:pt x="2013440" y="1744251"/>
                </a:lnTo>
                <a:lnTo>
                  <a:pt x="2013360" y="1744082"/>
                </a:lnTo>
                <a:lnTo>
                  <a:pt x="2013264" y="1743922"/>
                </a:lnTo>
                <a:lnTo>
                  <a:pt x="2013153" y="1743771"/>
                </a:lnTo>
                <a:lnTo>
                  <a:pt x="2013027" y="1743633"/>
                </a:lnTo>
                <a:lnTo>
                  <a:pt x="2012889" y="1743507"/>
                </a:lnTo>
                <a:lnTo>
                  <a:pt x="2012738" y="1743396"/>
                </a:lnTo>
                <a:lnTo>
                  <a:pt x="2012578" y="1743300"/>
                </a:lnTo>
                <a:lnTo>
                  <a:pt x="2012409" y="1743220"/>
                </a:lnTo>
                <a:lnTo>
                  <a:pt x="2012233" y="1743157"/>
                </a:lnTo>
                <a:lnTo>
                  <a:pt x="2012052" y="1743112"/>
                </a:lnTo>
                <a:lnTo>
                  <a:pt x="2011867" y="1743084"/>
                </a:lnTo>
                <a:lnTo>
                  <a:pt x="2011680" y="1743075"/>
                </a:lnTo>
                <a:lnTo>
                  <a:pt x="1983105" y="1743075"/>
                </a:lnTo>
                <a:lnTo>
                  <a:pt x="1982918" y="1743084"/>
                </a:lnTo>
                <a:lnTo>
                  <a:pt x="1982733" y="1743112"/>
                </a:lnTo>
                <a:lnTo>
                  <a:pt x="1982552" y="1743157"/>
                </a:lnTo>
                <a:lnTo>
                  <a:pt x="1982376" y="1743220"/>
                </a:lnTo>
                <a:lnTo>
                  <a:pt x="1982207" y="1743300"/>
                </a:lnTo>
                <a:lnTo>
                  <a:pt x="1982047" y="1743396"/>
                </a:lnTo>
                <a:lnTo>
                  <a:pt x="1981896" y="1743507"/>
                </a:lnTo>
                <a:lnTo>
                  <a:pt x="1981758" y="1743633"/>
                </a:lnTo>
                <a:lnTo>
                  <a:pt x="1981632" y="1743771"/>
                </a:lnTo>
                <a:lnTo>
                  <a:pt x="1981521" y="1743922"/>
                </a:lnTo>
                <a:lnTo>
                  <a:pt x="1981425" y="1744082"/>
                </a:lnTo>
                <a:lnTo>
                  <a:pt x="1981345" y="1744251"/>
                </a:lnTo>
                <a:lnTo>
                  <a:pt x="1981282" y="1744427"/>
                </a:lnTo>
                <a:lnTo>
                  <a:pt x="1981237" y="1744608"/>
                </a:lnTo>
                <a:lnTo>
                  <a:pt x="1981209" y="1744793"/>
                </a:lnTo>
                <a:lnTo>
                  <a:pt x="1981200" y="1744980"/>
                </a:lnTo>
                <a:lnTo>
                  <a:pt x="1981200" y="1762125"/>
                </a:lnTo>
                <a:lnTo>
                  <a:pt x="1965960" y="1762125"/>
                </a:lnTo>
                <a:lnTo>
                  <a:pt x="1965960" y="1725930"/>
                </a:lnTo>
                <a:lnTo>
                  <a:pt x="1965951" y="1725743"/>
                </a:lnTo>
                <a:lnTo>
                  <a:pt x="1965923" y="1725558"/>
                </a:lnTo>
                <a:lnTo>
                  <a:pt x="1965878" y="1725377"/>
                </a:lnTo>
                <a:lnTo>
                  <a:pt x="1965815" y="1725201"/>
                </a:lnTo>
                <a:lnTo>
                  <a:pt x="1965735" y="1725032"/>
                </a:lnTo>
                <a:lnTo>
                  <a:pt x="1965639" y="1724872"/>
                </a:lnTo>
                <a:lnTo>
                  <a:pt x="1965528" y="1724721"/>
                </a:lnTo>
                <a:lnTo>
                  <a:pt x="1965402" y="1724583"/>
                </a:lnTo>
                <a:lnTo>
                  <a:pt x="1965264" y="1724457"/>
                </a:lnTo>
                <a:lnTo>
                  <a:pt x="1965113" y="1724346"/>
                </a:lnTo>
                <a:lnTo>
                  <a:pt x="1964953" y="1724250"/>
                </a:lnTo>
                <a:lnTo>
                  <a:pt x="1964784" y="1724170"/>
                </a:lnTo>
                <a:lnTo>
                  <a:pt x="1964608" y="1724107"/>
                </a:lnTo>
                <a:lnTo>
                  <a:pt x="1964427" y="1724062"/>
                </a:lnTo>
                <a:lnTo>
                  <a:pt x="1964242" y="1724034"/>
                </a:lnTo>
                <a:lnTo>
                  <a:pt x="1964055" y="1724025"/>
                </a:lnTo>
                <a:lnTo>
                  <a:pt x="1956435" y="1724025"/>
                </a:lnTo>
                <a:lnTo>
                  <a:pt x="1956435" y="1716405"/>
                </a:lnTo>
                <a:lnTo>
                  <a:pt x="1956426" y="1716218"/>
                </a:lnTo>
                <a:lnTo>
                  <a:pt x="1956398" y="1716033"/>
                </a:lnTo>
                <a:lnTo>
                  <a:pt x="1956353" y="1715852"/>
                </a:lnTo>
                <a:lnTo>
                  <a:pt x="1956290" y="1715676"/>
                </a:lnTo>
                <a:lnTo>
                  <a:pt x="1956210" y="1715507"/>
                </a:lnTo>
                <a:lnTo>
                  <a:pt x="1956114" y="1715347"/>
                </a:lnTo>
                <a:lnTo>
                  <a:pt x="1956003" y="1715196"/>
                </a:lnTo>
                <a:lnTo>
                  <a:pt x="1955877" y="1715058"/>
                </a:lnTo>
                <a:lnTo>
                  <a:pt x="1955739" y="1714932"/>
                </a:lnTo>
                <a:lnTo>
                  <a:pt x="1955588" y="1714821"/>
                </a:lnTo>
                <a:lnTo>
                  <a:pt x="1955428" y="1714725"/>
                </a:lnTo>
                <a:lnTo>
                  <a:pt x="1955259" y="1714645"/>
                </a:lnTo>
                <a:lnTo>
                  <a:pt x="1955083" y="1714582"/>
                </a:lnTo>
                <a:lnTo>
                  <a:pt x="1954902" y="1714537"/>
                </a:lnTo>
                <a:lnTo>
                  <a:pt x="1954717" y="1714509"/>
                </a:lnTo>
                <a:lnTo>
                  <a:pt x="1954530" y="1714500"/>
                </a:lnTo>
                <a:lnTo>
                  <a:pt x="1945005" y="1714500"/>
                </a:lnTo>
                <a:lnTo>
                  <a:pt x="1944818" y="1714509"/>
                </a:lnTo>
                <a:lnTo>
                  <a:pt x="1944633" y="1714537"/>
                </a:lnTo>
                <a:lnTo>
                  <a:pt x="1944452" y="1714582"/>
                </a:lnTo>
                <a:lnTo>
                  <a:pt x="1944276" y="1714645"/>
                </a:lnTo>
                <a:lnTo>
                  <a:pt x="1944107" y="1714725"/>
                </a:lnTo>
                <a:lnTo>
                  <a:pt x="1943947" y="1714821"/>
                </a:lnTo>
                <a:lnTo>
                  <a:pt x="1943796" y="1714932"/>
                </a:lnTo>
                <a:lnTo>
                  <a:pt x="1943658" y="1715058"/>
                </a:lnTo>
                <a:lnTo>
                  <a:pt x="1943532" y="1715196"/>
                </a:lnTo>
                <a:lnTo>
                  <a:pt x="1943421" y="1715347"/>
                </a:lnTo>
                <a:lnTo>
                  <a:pt x="1943325" y="1715507"/>
                </a:lnTo>
                <a:lnTo>
                  <a:pt x="1943245" y="1715676"/>
                </a:lnTo>
                <a:lnTo>
                  <a:pt x="1943182" y="1715852"/>
                </a:lnTo>
                <a:lnTo>
                  <a:pt x="1943137" y="1716033"/>
                </a:lnTo>
                <a:lnTo>
                  <a:pt x="1943109" y="1716218"/>
                </a:lnTo>
                <a:lnTo>
                  <a:pt x="1943100" y="1716405"/>
                </a:lnTo>
                <a:lnTo>
                  <a:pt x="1943100" y="1724025"/>
                </a:lnTo>
                <a:lnTo>
                  <a:pt x="1927860" y="1724025"/>
                </a:lnTo>
                <a:lnTo>
                  <a:pt x="1927860" y="1687830"/>
                </a:lnTo>
                <a:lnTo>
                  <a:pt x="1927851" y="1687643"/>
                </a:lnTo>
                <a:lnTo>
                  <a:pt x="1927823" y="1687458"/>
                </a:lnTo>
                <a:lnTo>
                  <a:pt x="1927778" y="1687277"/>
                </a:lnTo>
                <a:lnTo>
                  <a:pt x="1927715" y="1687101"/>
                </a:lnTo>
                <a:lnTo>
                  <a:pt x="1927635" y="1686932"/>
                </a:lnTo>
                <a:lnTo>
                  <a:pt x="1927539" y="1686772"/>
                </a:lnTo>
                <a:lnTo>
                  <a:pt x="1927428" y="1686621"/>
                </a:lnTo>
                <a:lnTo>
                  <a:pt x="1927302" y="1686483"/>
                </a:lnTo>
                <a:lnTo>
                  <a:pt x="1927164" y="1686357"/>
                </a:lnTo>
                <a:lnTo>
                  <a:pt x="1927013" y="1686246"/>
                </a:lnTo>
                <a:lnTo>
                  <a:pt x="1926853" y="1686150"/>
                </a:lnTo>
                <a:lnTo>
                  <a:pt x="1926684" y="1686070"/>
                </a:lnTo>
                <a:lnTo>
                  <a:pt x="1926508" y="1686007"/>
                </a:lnTo>
                <a:lnTo>
                  <a:pt x="1926327" y="1685962"/>
                </a:lnTo>
                <a:lnTo>
                  <a:pt x="1926142" y="1685934"/>
                </a:lnTo>
                <a:lnTo>
                  <a:pt x="1925955" y="1685925"/>
                </a:lnTo>
                <a:lnTo>
                  <a:pt x="1906905" y="1685925"/>
                </a:lnTo>
                <a:lnTo>
                  <a:pt x="1906718" y="1685934"/>
                </a:lnTo>
                <a:lnTo>
                  <a:pt x="1906533" y="1685962"/>
                </a:lnTo>
                <a:lnTo>
                  <a:pt x="1906352" y="1686007"/>
                </a:lnTo>
                <a:lnTo>
                  <a:pt x="1906176" y="1686070"/>
                </a:lnTo>
                <a:lnTo>
                  <a:pt x="1906007" y="1686150"/>
                </a:lnTo>
                <a:lnTo>
                  <a:pt x="1905847" y="1686246"/>
                </a:lnTo>
                <a:lnTo>
                  <a:pt x="1905696" y="1686357"/>
                </a:lnTo>
                <a:lnTo>
                  <a:pt x="1905558" y="1686483"/>
                </a:lnTo>
                <a:lnTo>
                  <a:pt x="1905432" y="1686621"/>
                </a:lnTo>
                <a:lnTo>
                  <a:pt x="1905321" y="1686772"/>
                </a:lnTo>
                <a:lnTo>
                  <a:pt x="1905225" y="1686932"/>
                </a:lnTo>
                <a:lnTo>
                  <a:pt x="1905145" y="1687101"/>
                </a:lnTo>
                <a:lnTo>
                  <a:pt x="1905082" y="1687277"/>
                </a:lnTo>
                <a:lnTo>
                  <a:pt x="1905037" y="1687458"/>
                </a:lnTo>
                <a:lnTo>
                  <a:pt x="1905009" y="1687643"/>
                </a:lnTo>
                <a:lnTo>
                  <a:pt x="1905000" y="1687830"/>
                </a:lnTo>
                <a:lnTo>
                  <a:pt x="1905000" y="1695450"/>
                </a:lnTo>
                <a:lnTo>
                  <a:pt x="1897380" y="1695450"/>
                </a:lnTo>
                <a:lnTo>
                  <a:pt x="1897193" y="1695459"/>
                </a:lnTo>
                <a:lnTo>
                  <a:pt x="1897008" y="1695487"/>
                </a:lnTo>
                <a:lnTo>
                  <a:pt x="1896827" y="1695532"/>
                </a:lnTo>
                <a:lnTo>
                  <a:pt x="1896651" y="1695595"/>
                </a:lnTo>
                <a:lnTo>
                  <a:pt x="1896482" y="1695675"/>
                </a:lnTo>
                <a:lnTo>
                  <a:pt x="1896322" y="1695771"/>
                </a:lnTo>
                <a:lnTo>
                  <a:pt x="1896171" y="1695882"/>
                </a:lnTo>
                <a:lnTo>
                  <a:pt x="1896033" y="1696008"/>
                </a:lnTo>
                <a:lnTo>
                  <a:pt x="1895907" y="1696146"/>
                </a:lnTo>
                <a:lnTo>
                  <a:pt x="1895796" y="1696297"/>
                </a:lnTo>
                <a:lnTo>
                  <a:pt x="1895700" y="1696457"/>
                </a:lnTo>
                <a:lnTo>
                  <a:pt x="1895620" y="1696626"/>
                </a:lnTo>
                <a:lnTo>
                  <a:pt x="1895557" y="1696802"/>
                </a:lnTo>
                <a:lnTo>
                  <a:pt x="1895512" y="1696983"/>
                </a:lnTo>
                <a:lnTo>
                  <a:pt x="1895484" y="1697168"/>
                </a:lnTo>
                <a:lnTo>
                  <a:pt x="1895475" y="1697355"/>
                </a:lnTo>
                <a:lnTo>
                  <a:pt x="1895475" y="1704975"/>
                </a:lnTo>
                <a:lnTo>
                  <a:pt x="1887855" y="1704975"/>
                </a:lnTo>
                <a:lnTo>
                  <a:pt x="1887668" y="1704984"/>
                </a:lnTo>
                <a:lnTo>
                  <a:pt x="1887483" y="1705012"/>
                </a:lnTo>
                <a:lnTo>
                  <a:pt x="1887302" y="1705057"/>
                </a:lnTo>
                <a:lnTo>
                  <a:pt x="1887126" y="1705120"/>
                </a:lnTo>
                <a:lnTo>
                  <a:pt x="1886957" y="1705200"/>
                </a:lnTo>
                <a:lnTo>
                  <a:pt x="1886797" y="1705296"/>
                </a:lnTo>
                <a:lnTo>
                  <a:pt x="1886646" y="1705407"/>
                </a:lnTo>
                <a:lnTo>
                  <a:pt x="1886508" y="1705533"/>
                </a:lnTo>
                <a:lnTo>
                  <a:pt x="1886382" y="1705671"/>
                </a:lnTo>
                <a:lnTo>
                  <a:pt x="1886271" y="1705822"/>
                </a:lnTo>
                <a:lnTo>
                  <a:pt x="1886175" y="1705982"/>
                </a:lnTo>
                <a:lnTo>
                  <a:pt x="1886095" y="1706151"/>
                </a:lnTo>
                <a:lnTo>
                  <a:pt x="1886032" y="1706327"/>
                </a:lnTo>
                <a:lnTo>
                  <a:pt x="1885987" y="1706508"/>
                </a:lnTo>
                <a:lnTo>
                  <a:pt x="1885959" y="1706693"/>
                </a:lnTo>
                <a:lnTo>
                  <a:pt x="1885950" y="1706880"/>
                </a:lnTo>
                <a:lnTo>
                  <a:pt x="1885950" y="1724025"/>
                </a:lnTo>
                <a:lnTo>
                  <a:pt x="1880235" y="1724025"/>
                </a:lnTo>
                <a:lnTo>
                  <a:pt x="1880235" y="1659255"/>
                </a:lnTo>
                <a:lnTo>
                  <a:pt x="1880226" y="1659068"/>
                </a:lnTo>
                <a:lnTo>
                  <a:pt x="1880198" y="1658883"/>
                </a:lnTo>
                <a:lnTo>
                  <a:pt x="1880153" y="1658702"/>
                </a:lnTo>
                <a:lnTo>
                  <a:pt x="1880090" y="1658526"/>
                </a:lnTo>
                <a:lnTo>
                  <a:pt x="1880010" y="1658357"/>
                </a:lnTo>
                <a:lnTo>
                  <a:pt x="1879914" y="1658197"/>
                </a:lnTo>
                <a:lnTo>
                  <a:pt x="1879803" y="1658046"/>
                </a:lnTo>
                <a:lnTo>
                  <a:pt x="1879677" y="1657908"/>
                </a:lnTo>
                <a:lnTo>
                  <a:pt x="1879539" y="1657782"/>
                </a:lnTo>
                <a:lnTo>
                  <a:pt x="1879388" y="1657671"/>
                </a:lnTo>
                <a:lnTo>
                  <a:pt x="1879228" y="1657575"/>
                </a:lnTo>
                <a:lnTo>
                  <a:pt x="1879059" y="1657495"/>
                </a:lnTo>
                <a:lnTo>
                  <a:pt x="1878883" y="1657432"/>
                </a:lnTo>
                <a:lnTo>
                  <a:pt x="1878702" y="1657387"/>
                </a:lnTo>
                <a:lnTo>
                  <a:pt x="1878517" y="1657359"/>
                </a:lnTo>
                <a:lnTo>
                  <a:pt x="1878330" y="1657350"/>
                </a:lnTo>
                <a:lnTo>
                  <a:pt x="1870710" y="1657350"/>
                </a:lnTo>
                <a:lnTo>
                  <a:pt x="1870710" y="1649730"/>
                </a:lnTo>
                <a:lnTo>
                  <a:pt x="1870701" y="1649543"/>
                </a:lnTo>
                <a:lnTo>
                  <a:pt x="1870673" y="1649358"/>
                </a:lnTo>
                <a:lnTo>
                  <a:pt x="1870628" y="1649177"/>
                </a:lnTo>
                <a:lnTo>
                  <a:pt x="1870565" y="1649001"/>
                </a:lnTo>
                <a:lnTo>
                  <a:pt x="1870485" y="1648832"/>
                </a:lnTo>
                <a:lnTo>
                  <a:pt x="1870389" y="1648672"/>
                </a:lnTo>
                <a:lnTo>
                  <a:pt x="1870278" y="1648521"/>
                </a:lnTo>
                <a:lnTo>
                  <a:pt x="1870152" y="1648383"/>
                </a:lnTo>
                <a:lnTo>
                  <a:pt x="1870014" y="1648257"/>
                </a:lnTo>
                <a:lnTo>
                  <a:pt x="1869863" y="1648146"/>
                </a:lnTo>
                <a:lnTo>
                  <a:pt x="1869703" y="1648050"/>
                </a:lnTo>
                <a:lnTo>
                  <a:pt x="1869534" y="1647970"/>
                </a:lnTo>
                <a:lnTo>
                  <a:pt x="1869358" y="1647907"/>
                </a:lnTo>
                <a:lnTo>
                  <a:pt x="1869177" y="1647862"/>
                </a:lnTo>
                <a:lnTo>
                  <a:pt x="1868992" y="1647834"/>
                </a:lnTo>
                <a:lnTo>
                  <a:pt x="1868805" y="1647825"/>
                </a:lnTo>
                <a:lnTo>
                  <a:pt x="1840230" y="1647825"/>
                </a:lnTo>
                <a:lnTo>
                  <a:pt x="1840043" y="1647834"/>
                </a:lnTo>
                <a:lnTo>
                  <a:pt x="1839858" y="1647862"/>
                </a:lnTo>
                <a:lnTo>
                  <a:pt x="1839677" y="1647907"/>
                </a:lnTo>
                <a:lnTo>
                  <a:pt x="1839501" y="1647970"/>
                </a:lnTo>
                <a:lnTo>
                  <a:pt x="1839332" y="1648050"/>
                </a:lnTo>
                <a:lnTo>
                  <a:pt x="1839172" y="1648146"/>
                </a:lnTo>
                <a:lnTo>
                  <a:pt x="1839021" y="1648257"/>
                </a:lnTo>
                <a:lnTo>
                  <a:pt x="1838883" y="1648383"/>
                </a:lnTo>
                <a:lnTo>
                  <a:pt x="1838757" y="1648521"/>
                </a:lnTo>
                <a:lnTo>
                  <a:pt x="1838646" y="1648672"/>
                </a:lnTo>
                <a:lnTo>
                  <a:pt x="1838550" y="1648832"/>
                </a:lnTo>
                <a:lnTo>
                  <a:pt x="1838470" y="1649001"/>
                </a:lnTo>
                <a:lnTo>
                  <a:pt x="1838407" y="1649177"/>
                </a:lnTo>
                <a:lnTo>
                  <a:pt x="1838362" y="1649358"/>
                </a:lnTo>
                <a:lnTo>
                  <a:pt x="1838334" y="1649543"/>
                </a:lnTo>
                <a:lnTo>
                  <a:pt x="1838325" y="1649730"/>
                </a:lnTo>
                <a:lnTo>
                  <a:pt x="1838325" y="1657350"/>
                </a:lnTo>
                <a:lnTo>
                  <a:pt x="1823085" y="1657350"/>
                </a:lnTo>
                <a:lnTo>
                  <a:pt x="1823085" y="1602105"/>
                </a:lnTo>
                <a:lnTo>
                  <a:pt x="1823076" y="1601918"/>
                </a:lnTo>
                <a:lnTo>
                  <a:pt x="1823048" y="1601733"/>
                </a:lnTo>
                <a:lnTo>
                  <a:pt x="1823003" y="1601552"/>
                </a:lnTo>
                <a:lnTo>
                  <a:pt x="1822940" y="1601376"/>
                </a:lnTo>
                <a:lnTo>
                  <a:pt x="1822860" y="1601207"/>
                </a:lnTo>
                <a:lnTo>
                  <a:pt x="1822764" y="1601047"/>
                </a:lnTo>
                <a:lnTo>
                  <a:pt x="1822653" y="1600896"/>
                </a:lnTo>
                <a:lnTo>
                  <a:pt x="1822527" y="1600758"/>
                </a:lnTo>
                <a:lnTo>
                  <a:pt x="1822389" y="1600632"/>
                </a:lnTo>
                <a:lnTo>
                  <a:pt x="1822238" y="1600521"/>
                </a:lnTo>
                <a:lnTo>
                  <a:pt x="1822078" y="1600425"/>
                </a:lnTo>
                <a:lnTo>
                  <a:pt x="1821909" y="1600345"/>
                </a:lnTo>
                <a:lnTo>
                  <a:pt x="1821733" y="1600282"/>
                </a:lnTo>
                <a:lnTo>
                  <a:pt x="1821552" y="1600237"/>
                </a:lnTo>
                <a:lnTo>
                  <a:pt x="1821367" y="1600209"/>
                </a:lnTo>
                <a:lnTo>
                  <a:pt x="1821180" y="1600200"/>
                </a:lnTo>
                <a:lnTo>
                  <a:pt x="1813560" y="1600200"/>
                </a:lnTo>
                <a:lnTo>
                  <a:pt x="1813560" y="1592580"/>
                </a:lnTo>
                <a:lnTo>
                  <a:pt x="1813551" y="1592393"/>
                </a:lnTo>
                <a:lnTo>
                  <a:pt x="1813523" y="1592208"/>
                </a:lnTo>
                <a:lnTo>
                  <a:pt x="1813478" y="1592027"/>
                </a:lnTo>
                <a:lnTo>
                  <a:pt x="1813415" y="1591851"/>
                </a:lnTo>
                <a:lnTo>
                  <a:pt x="1813335" y="1591682"/>
                </a:lnTo>
                <a:lnTo>
                  <a:pt x="1813239" y="1591522"/>
                </a:lnTo>
                <a:lnTo>
                  <a:pt x="1813128" y="1591371"/>
                </a:lnTo>
                <a:lnTo>
                  <a:pt x="1813002" y="1591233"/>
                </a:lnTo>
                <a:lnTo>
                  <a:pt x="1812864" y="1591107"/>
                </a:lnTo>
                <a:lnTo>
                  <a:pt x="1812713" y="1590996"/>
                </a:lnTo>
                <a:lnTo>
                  <a:pt x="1812553" y="1590900"/>
                </a:lnTo>
                <a:lnTo>
                  <a:pt x="1812384" y="1590820"/>
                </a:lnTo>
                <a:lnTo>
                  <a:pt x="1812208" y="1590757"/>
                </a:lnTo>
                <a:lnTo>
                  <a:pt x="1812027" y="1590712"/>
                </a:lnTo>
                <a:lnTo>
                  <a:pt x="1811842" y="1590684"/>
                </a:lnTo>
                <a:lnTo>
                  <a:pt x="1811655" y="1590675"/>
                </a:lnTo>
                <a:lnTo>
                  <a:pt x="1792605" y="1590675"/>
                </a:lnTo>
                <a:lnTo>
                  <a:pt x="1792418" y="1590684"/>
                </a:lnTo>
                <a:lnTo>
                  <a:pt x="1792233" y="1590712"/>
                </a:lnTo>
                <a:lnTo>
                  <a:pt x="1792052" y="1590757"/>
                </a:lnTo>
                <a:lnTo>
                  <a:pt x="1791876" y="1590820"/>
                </a:lnTo>
                <a:lnTo>
                  <a:pt x="1791707" y="1590900"/>
                </a:lnTo>
                <a:lnTo>
                  <a:pt x="1791547" y="1590996"/>
                </a:lnTo>
                <a:lnTo>
                  <a:pt x="1791396" y="1591107"/>
                </a:lnTo>
                <a:lnTo>
                  <a:pt x="1791258" y="1591233"/>
                </a:lnTo>
                <a:lnTo>
                  <a:pt x="1791132" y="1591371"/>
                </a:lnTo>
                <a:lnTo>
                  <a:pt x="1791021" y="1591522"/>
                </a:lnTo>
                <a:lnTo>
                  <a:pt x="1790925" y="1591682"/>
                </a:lnTo>
                <a:lnTo>
                  <a:pt x="1790845" y="1591851"/>
                </a:lnTo>
                <a:lnTo>
                  <a:pt x="1790782" y="1592027"/>
                </a:lnTo>
                <a:lnTo>
                  <a:pt x="1790737" y="1592208"/>
                </a:lnTo>
                <a:lnTo>
                  <a:pt x="1790709" y="1592393"/>
                </a:lnTo>
                <a:lnTo>
                  <a:pt x="1790700" y="1592580"/>
                </a:lnTo>
                <a:lnTo>
                  <a:pt x="1790700" y="1600200"/>
                </a:lnTo>
                <a:lnTo>
                  <a:pt x="1783080" y="1600200"/>
                </a:lnTo>
                <a:lnTo>
                  <a:pt x="1782893" y="1600209"/>
                </a:lnTo>
                <a:lnTo>
                  <a:pt x="1782708" y="1600237"/>
                </a:lnTo>
                <a:lnTo>
                  <a:pt x="1782527" y="1600282"/>
                </a:lnTo>
                <a:lnTo>
                  <a:pt x="1782351" y="1600345"/>
                </a:lnTo>
                <a:lnTo>
                  <a:pt x="1782182" y="1600425"/>
                </a:lnTo>
                <a:lnTo>
                  <a:pt x="1782022" y="1600521"/>
                </a:lnTo>
                <a:lnTo>
                  <a:pt x="1781871" y="1600632"/>
                </a:lnTo>
                <a:lnTo>
                  <a:pt x="1781733" y="1600758"/>
                </a:lnTo>
                <a:lnTo>
                  <a:pt x="1781607" y="1600896"/>
                </a:lnTo>
                <a:lnTo>
                  <a:pt x="1781496" y="1601047"/>
                </a:lnTo>
                <a:lnTo>
                  <a:pt x="1781400" y="1601207"/>
                </a:lnTo>
                <a:lnTo>
                  <a:pt x="1781320" y="1601376"/>
                </a:lnTo>
                <a:lnTo>
                  <a:pt x="1781257" y="1601552"/>
                </a:lnTo>
                <a:lnTo>
                  <a:pt x="1781212" y="1601733"/>
                </a:lnTo>
                <a:lnTo>
                  <a:pt x="1781184" y="1601918"/>
                </a:lnTo>
                <a:lnTo>
                  <a:pt x="1781175" y="1602105"/>
                </a:lnTo>
                <a:lnTo>
                  <a:pt x="1781175" y="1685925"/>
                </a:lnTo>
                <a:lnTo>
                  <a:pt x="1775460" y="1685925"/>
                </a:lnTo>
                <a:lnTo>
                  <a:pt x="1775460" y="1649730"/>
                </a:lnTo>
                <a:lnTo>
                  <a:pt x="1775451" y="1649543"/>
                </a:lnTo>
                <a:lnTo>
                  <a:pt x="1775423" y="1649358"/>
                </a:lnTo>
                <a:lnTo>
                  <a:pt x="1775378" y="1649177"/>
                </a:lnTo>
                <a:lnTo>
                  <a:pt x="1775315" y="1649001"/>
                </a:lnTo>
                <a:lnTo>
                  <a:pt x="1775235" y="1648832"/>
                </a:lnTo>
                <a:lnTo>
                  <a:pt x="1775139" y="1648672"/>
                </a:lnTo>
                <a:lnTo>
                  <a:pt x="1775028" y="1648521"/>
                </a:lnTo>
                <a:lnTo>
                  <a:pt x="1774902" y="1648383"/>
                </a:lnTo>
                <a:lnTo>
                  <a:pt x="1774764" y="1648257"/>
                </a:lnTo>
                <a:lnTo>
                  <a:pt x="1774613" y="1648146"/>
                </a:lnTo>
                <a:lnTo>
                  <a:pt x="1774453" y="1648050"/>
                </a:lnTo>
                <a:lnTo>
                  <a:pt x="1774284" y="1647970"/>
                </a:lnTo>
                <a:lnTo>
                  <a:pt x="1774108" y="1647907"/>
                </a:lnTo>
                <a:lnTo>
                  <a:pt x="1773927" y="1647862"/>
                </a:lnTo>
                <a:lnTo>
                  <a:pt x="1773742" y="1647834"/>
                </a:lnTo>
                <a:lnTo>
                  <a:pt x="1773555" y="1647825"/>
                </a:lnTo>
                <a:lnTo>
                  <a:pt x="1765935" y="1647825"/>
                </a:lnTo>
                <a:lnTo>
                  <a:pt x="1765935" y="1611630"/>
                </a:lnTo>
                <a:lnTo>
                  <a:pt x="1765926" y="1611443"/>
                </a:lnTo>
                <a:lnTo>
                  <a:pt x="1765898" y="1611258"/>
                </a:lnTo>
                <a:lnTo>
                  <a:pt x="1765853" y="1611077"/>
                </a:lnTo>
                <a:lnTo>
                  <a:pt x="1765790" y="1610901"/>
                </a:lnTo>
                <a:lnTo>
                  <a:pt x="1765710" y="1610732"/>
                </a:lnTo>
                <a:lnTo>
                  <a:pt x="1765614" y="1610572"/>
                </a:lnTo>
                <a:lnTo>
                  <a:pt x="1765503" y="1610421"/>
                </a:lnTo>
                <a:lnTo>
                  <a:pt x="1765377" y="1610283"/>
                </a:lnTo>
                <a:lnTo>
                  <a:pt x="1765239" y="1610157"/>
                </a:lnTo>
                <a:lnTo>
                  <a:pt x="1765088" y="1610046"/>
                </a:lnTo>
                <a:lnTo>
                  <a:pt x="1764928" y="1609950"/>
                </a:lnTo>
                <a:lnTo>
                  <a:pt x="1764759" y="1609870"/>
                </a:lnTo>
                <a:lnTo>
                  <a:pt x="1764583" y="1609807"/>
                </a:lnTo>
                <a:lnTo>
                  <a:pt x="1764402" y="1609762"/>
                </a:lnTo>
                <a:lnTo>
                  <a:pt x="1764217" y="1609734"/>
                </a:lnTo>
                <a:lnTo>
                  <a:pt x="1764030" y="1609725"/>
                </a:lnTo>
                <a:lnTo>
                  <a:pt x="1735455" y="1609725"/>
                </a:lnTo>
                <a:lnTo>
                  <a:pt x="1735268" y="1609734"/>
                </a:lnTo>
                <a:lnTo>
                  <a:pt x="1735083" y="1609762"/>
                </a:lnTo>
                <a:lnTo>
                  <a:pt x="1734902" y="1609807"/>
                </a:lnTo>
                <a:lnTo>
                  <a:pt x="1734726" y="1609870"/>
                </a:lnTo>
                <a:lnTo>
                  <a:pt x="1734557" y="1609950"/>
                </a:lnTo>
                <a:lnTo>
                  <a:pt x="1734397" y="1610046"/>
                </a:lnTo>
                <a:lnTo>
                  <a:pt x="1734246" y="1610157"/>
                </a:lnTo>
                <a:lnTo>
                  <a:pt x="1734108" y="1610283"/>
                </a:lnTo>
                <a:lnTo>
                  <a:pt x="1733982" y="1610421"/>
                </a:lnTo>
                <a:lnTo>
                  <a:pt x="1733871" y="1610572"/>
                </a:lnTo>
                <a:lnTo>
                  <a:pt x="1733775" y="1610732"/>
                </a:lnTo>
                <a:lnTo>
                  <a:pt x="1733695" y="1610901"/>
                </a:lnTo>
                <a:lnTo>
                  <a:pt x="1733632" y="1611077"/>
                </a:lnTo>
                <a:lnTo>
                  <a:pt x="1733587" y="1611258"/>
                </a:lnTo>
                <a:lnTo>
                  <a:pt x="1733559" y="1611443"/>
                </a:lnTo>
                <a:lnTo>
                  <a:pt x="1733550" y="1611630"/>
                </a:lnTo>
                <a:lnTo>
                  <a:pt x="1733550" y="1638300"/>
                </a:lnTo>
                <a:lnTo>
                  <a:pt x="1727835" y="1638300"/>
                </a:lnTo>
                <a:lnTo>
                  <a:pt x="1727835" y="1583055"/>
                </a:lnTo>
                <a:lnTo>
                  <a:pt x="1727826" y="1582868"/>
                </a:lnTo>
                <a:lnTo>
                  <a:pt x="1727798" y="1582683"/>
                </a:lnTo>
                <a:lnTo>
                  <a:pt x="1727753" y="1582502"/>
                </a:lnTo>
                <a:lnTo>
                  <a:pt x="1727690" y="1582326"/>
                </a:lnTo>
                <a:lnTo>
                  <a:pt x="1727610" y="1582157"/>
                </a:lnTo>
                <a:lnTo>
                  <a:pt x="1727514" y="1581997"/>
                </a:lnTo>
                <a:lnTo>
                  <a:pt x="1727403" y="1581846"/>
                </a:lnTo>
                <a:lnTo>
                  <a:pt x="1727277" y="1581708"/>
                </a:lnTo>
                <a:lnTo>
                  <a:pt x="1727139" y="1581582"/>
                </a:lnTo>
                <a:lnTo>
                  <a:pt x="1726988" y="1581471"/>
                </a:lnTo>
                <a:lnTo>
                  <a:pt x="1726828" y="1581375"/>
                </a:lnTo>
                <a:lnTo>
                  <a:pt x="1726659" y="1581295"/>
                </a:lnTo>
                <a:lnTo>
                  <a:pt x="1726483" y="1581232"/>
                </a:lnTo>
                <a:lnTo>
                  <a:pt x="1726302" y="1581187"/>
                </a:lnTo>
                <a:lnTo>
                  <a:pt x="1726117" y="1581159"/>
                </a:lnTo>
                <a:lnTo>
                  <a:pt x="1725930" y="1581150"/>
                </a:lnTo>
                <a:lnTo>
                  <a:pt x="1718310" y="1581150"/>
                </a:lnTo>
                <a:lnTo>
                  <a:pt x="1718310" y="1564005"/>
                </a:lnTo>
                <a:lnTo>
                  <a:pt x="1718301" y="1563818"/>
                </a:lnTo>
                <a:lnTo>
                  <a:pt x="1718273" y="1563633"/>
                </a:lnTo>
                <a:lnTo>
                  <a:pt x="1718228" y="1563452"/>
                </a:lnTo>
                <a:lnTo>
                  <a:pt x="1718165" y="1563276"/>
                </a:lnTo>
                <a:lnTo>
                  <a:pt x="1718085" y="1563107"/>
                </a:lnTo>
                <a:lnTo>
                  <a:pt x="1717989" y="1562947"/>
                </a:lnTo>
                <a:lnTo>
                  <a:pt x="1717878" y="1562796"/>
                </a:lnTo>
                <a:lnTo>
                  <a:pt x="1717752" y="1562658"/>
                </a:lnTo>
                <a:lnTo>
                  <a:pt x="1717614" y="1562532"/>
                </a:lnTo>
                <a:lnTo>
                  <a:pt x="1717463" y="1562421"/>
                </a:lnTo>
                <a:lnTo>
                  <a:pt x="1717303" y="1562325"/>
                </a:lnTo>
                <a:lnTo>
                  <a:pt x="1717134" y="1562245"/>
                </a:lnTo>
                <a:lnTo>
                  <a:pt x="1716958" y="1562182"/>
                </a:lnTo>
                <a:lnTo>
                  <a:pt x="1716777" y="1562137"/>
                </a:lnTo>
                <a:lnTo>
                  <a:pt x="1716592" y="1562109"/>
                </a:lnTo>
                <a:lnTo>
                  <a:pt x="1716405" y="1562100"/>
                </a:lnTo>
                <a:lnTo>
                  <a:pt x="1697355" y="1562100"/>
                </a:lnTo>
                <a:lnTo>
                  <a:pt x="1697168" y="1562109"/>
                </a:lnTo>
                <a:lnTo>
                  <a:pt x="1696983" y="1562137"/>
                </a:lnTo>
                <a:lnTo>
                  <a:pt x="1696802" y="1562182"/>
                </a:lnTo>
                <a:lnTo>
                  <a:pt x="1696626" y="1562245"/>
                </a:lnTo>
                <a:lnTo>
                  <a:pt x="1696457" y="1562325"/>
                </a:lnTo>
                <a:lnTo>
                  <a:pt x="1696297" y="1562421"/>
                </a:lnTo>
                <a:lnTo>
                  <a:pt x="1696146" y="1562532"/>
                </a:lnTo>
                <a:lnTo>
                  <a:pt x="1696008" y="1562658"/>
                </a:lnTo>
                <a:lnTo>
                  <a:pt x="1695882" y="1562796"/>
                </a:lnTo>
                <a:lnTo>
                  <a:pt x="1695771" y="1562947"/>
                </a:lnTo>
                <a:lnTo>
                  <a:pt x="1695675" y="1563107"/>
                </a:lnTo>
                <a:lnTo>
                  <a:pt x="1695595" y="1563276"/>
                </a:lnTo>
                <a:lnTo>
                  <a:pt x="1695532" y="1563452"/>
                </a:lnTo>
                <a:lnTo>
                  <a:pt x="1695487" y="1563633"/>
                </a:lnTo>
                <a:lnTo>
                  <a:pt x="1695459" y="1563818"/>
                </a:lnTo>
                <a:lnTo>
                  <a:pt x="1695450" y="1564005"/>
                </a:lnTo>
                <a:lnTo>
                  <a:pt x="1695450" y="1581150"/>
                </a:lnTo>
                <a:lnTo>
                  <a:pt x="1687830" y="1581150"/>
                </a:lnTo>
                <a:lnTo>
                  <a:pt x="1687643" y="1581159"/>
                </a:lnTo>
                <a:lnTo>
                  <a:pt x="1687458" y="1581187"/>
                </a:lnTo>
                <a:lnTo>
                  <a:pt x="1687277" y="1581232"/>
                </a:lnTo>
                <a:lnTo>
                  <a:pt x="1687101" y="1581295"/>
                </a:lnTo>
                <a:lnTo>
                  <a:pt x="1686932" y="1581375"/>
                </a:lnTo>
                <a:lnTo>
                  <a:pt x="1686772" y="1581471"/>
                </a:lnTo>
                <a:lnTo>
                  <a:pt x="1686621" y="1581582"/>
                </a:lnTo>
                <a:lnTo>
                  <a:pt x="1686483" y="1581708"/>
                </a:lnTo>
                <a:lnTo>
                  <a:pt x="1686357" y="1581846"/>
                </a:lnTo>
                <a:lnTo>
                  <a:pt x="1686246" y="1581997"/>
                </a:lnTo>
                <a:lnTo>
                  <a:pt x="1686150" y="1582157"/>
                </a:lnTo>
                <a:lnTo>
                  <a:pt x="1686070" y="1582326"/>
                </a:lnTo>
                <a:lnTo>
                  <a:pt x="1686007" y="1582502"/>
                </a:lnTo>
                <a:lnTo>
                  <a:pt x="1685962" y="1582683"/>
                </a:lnTo>
                <a:lnTo>
                  <a:pt x="1685934" y="1582868"/>
                </a:lnTo>
                <a:lnTo>
                  <a:pt x="1685925" y="1583055"/>
                </a:lnTo>
                <a:lnTo>
                  <a:pt x="1685925" y="1609725"/>
                </a:lnTo>
                <a:lnTo>
                  <a:pt x="1670685" y="1609725"/>
                </a:lnTo>
                <a:lnTo>
                  <a:pt x="1670685" y="1564005"/>
                </a:lnTo>
                <a:lnTo>
                  <a:pt x="1670676" y="1563818"/>
                </a:lnTo>
                <a:lnTo>
                  <a:pt x="1670648" y="1563633"/>
                </a:lnTo>
                <a:lnTo>
                  <a:pt x="1670603" y="1563452"/>
                </a:lnTo>
                <a:lnTo>
                  <a:pt x="1670540" y="1563276"/>
                </a:lnTo>
                <a:lnTo>
                  <a:pt x="1670460" y="1563107"/>
                </a:lnTo>
                <a:lnTo>
                  <a:pt x="1670364" y="1562947"/>
                </a:lnTo>
                <a:lnTo>
                  <a:pt x="1670253" y="1562796"/>
                </a:lnTo>
                <a:lnTo>
                  <a:pt x="1670127" y="1562658"/>
                </a:lnTo>
                <a:lnTo>
                  <a:pt x="1669989" y="1562532"/>
                </a:lnTo>
                <a:lnTo>
                  <a:pt x="1669838" y="1562421"/>
                </a:lnTo>
                <a:lnTo>
                  <a:pt x="1669678" y="1562325"/>
                </a:lnTo>
                <a:lnTo>
                  <a:pt x="1669509" y="1562245"/>
                </a:lnTo>
                <a:lnTo>
                  <a:pt x="1669333" y="1562182"/>
                </a:lnTo>
                <a:lnTo>
                  <a:pt x="1669152" y="1562137"/>
                </a:lnTo>
                <a:lnTo>
                  <a:pt x="1668967" y="1562109"/>
                </a:lnTo>
                <a:lnTo>
                  <a:pt x="1668780" y="1562100"/>
                </a:lnTo>
                <a:lnTo>
                  <a:pt x="1661160" y="1562100"/>
                </a:lnTo>
                <a:lnTo>
                  <a:pt x="1661160" y="1535430"/>
                </a:lnTo>
                <a:lnTo>
                  <a:pt x="1661151" y="1535243"/>
                </a:lnTo>
                <a:lnTo>
                  <a:pt x="1661123" y="1535058"/>
                </a:lnTo>
                <a:lnTo>
                  <a:pt x="1661078" y="1534877"/>
                </a:lnTo>
                <a:lnTo>
                  <a:pt x="1661015" y="1534701"/>
                </a:lnTo>
                <a:lnTo>
                  <a:pt x="1660935" y="1534532"/>
                </a:lnTo>
                <a:lnTo>
                  <a:pt x="1660839" y="1534372"/>
                </a:lnTo>
                <a:lnTo>
                  <a:pt x="1660728" y="1534221"/>
                </a:lnTo>
                <a:lnTo>
                  <a:pt x="1660602" y="1534083"/>
                </a:lnTo>
                <a:lnTo>
                  <a:pt x="1660464" y="1533957"/>
                </a:lnTo>
                <a:lnTo>
                  <a:pt x="1660313" y="1533846"/>
                </a:lnTo>
                <a:lnTo>
                  <a:pt x="1660153" y="1533750"/>
                </a:lnTo>
                <a:lnTo>
                  <a:pt x="1659984" y="1533670"/>
                </a:lnTo>
                <a:lnTo>
                  <a:pt x="1659808" y="1533607"/>
                </a:lnTo>
                <a:lnTo>
                  <a:pt x="1659627" y="1533562"/>
                </a:lnTo>
                <a:lnTo>
                  <a:pt x="1659442" y="1533534"/>
                </a:lnTo>
                <a:lnTo>
                  <a:pt x="1659255" y="1533525"/>
                </a:lnTo>
                <a:lnTo>
                  <a:pt x="1651635" y="1533525"/>
                </a:lnTo>
                <a:lnTo>
                  <a:pt x="1651635" y="1459230"/>
                </a:lnTo>
                <a:lnTo>
                  <a:pt x="1651626" y="1459043"/>
                </a:lnTo>
                <a:lnTo>
                  <a:pt x="1651598" y="1458858"/>
                </a:lnTo>
                <a:lnTo>
                  <a:pt x="1651553" y="1458677"/>
                </a:lnTo>
                <a:lnTo>
                  <a:pt x="1651490" y="1458501"/>
                </a:lnTo>
                <a:lnTo>
                  <a:pt x="1651410" y="1458332"/>
                </a:lnTo>
                <a:lnTo>
                  <a:pt x="1651314" y="1458172"/>
                </a:lnTo>
                <a:lnTo>
                  <a:pt x="1651203" y="1458021"/>
                </a:lnTo>
                <a:lnTo>
                  <a:pt x="1651077" y="1457883"/>
                </a:lnTo>
                <a:lnTo>
                  <a:pt x="1650939" y="1457757"/>
                </a:lnTo>
                <a:lnTo>
                  <a:pt x="1650788" y="1457646"/>
                </a:lnTo>
                <a:lnTo>
                  <a:pt x="1650628" y="1457550"/>
                </a:lnTo>
                <a:lnTo>
                  <a:pt x="1650459" y="1457470"/>
                </a:lnTo>
                <a:lnTo>
                  <a:pt x="1650283" y="1457407"/>
                </a:lnTo>
                <a:lnTo>
                  <a:pt x="1650102" y="1457362"/>
                </a:lnTo>
                <a:lnTo>
                  <a:pt x="1649917" y="1457334"/>
                </a:lnTo>
                <a:lnTo>
                  <a:pt x="1649730" y="1457325"/>
                </a:lnTo>
                <a:lnTo>
                  <a:pt x="1642110" y="1457325"/>
                </a:lnTo>
                <a:lnTo>
                  <a:pt x="1642110" y="1449705"/>
                </a:lnTo>
                <a:lnTo>
                  <a:pt x="1642101" y="1449518"/>
                </a:lnTo>
                <a:lnTo>
                  <a:pt x="1642073" y="1449333"/>
                </a:lnTo>
                <a:lnTo>
                  <a:pt x="1642028" y="1449152"/>
                </a:lnTo>
                <a:lnTo>
                  <a:pt x="1641965" y="1448976"/>
                </a:lnTo>
                <a:lnTo>
                  <a:pt x="1641885" y="1448807"/>
                </a:lnTo>
                <a:lnTo>
                  <a:pt x="1641789" y="1448647"/>
                </a:lnTo>
                <a:lnTo>
                  <a:pt x="1641678" y="1448496"/>
                </a:lnTo>
                <a:lnTo>
                  <a:pt x="1641552" y="1448358"/>
                </a:lnTo>
                <a:lnTo>
                  <a:pt x="1641414" y="1448232"/>
                </a:lnTo>
                <a:lnTo>
                  <a:pt x="1641263" y="1448121"/>
                </a:lnTo>
                <a:lnTo>
                  <a:pt x="1641103" y="1448025"/>
                </a:lnTo>
                <a:lnTo>
                  <a:pt x="1640934" y="1447945"/>
                </a:lnTo>
                <a:lnTo>
                  <a:pt x="1640758" y="1447882"/>
                </a:lnTo>
                <a:lnTo>
                  <a:pt x="1640577" y="1447837"/>
                </a:lnTo>
                <a:lnTo>
                  <a:pt x="1640392" y="1447809"/>
                </a:lnTo>
                <a:lnTo>
                  <a:pt x="1640205" y="1447800"/>
                </a:lnTo>
                <a:lnTo>
                  <a:pt x="1632585" y="1447800"/>
                </a:lnTo>
                <a:lnTo>
                  <a:pt x="1632585" y="1383030"/>
                </a:lnTo>
                <a:lnTo>
                  <a:pt x="1632576" y="1382843"/>
                </a:lnTo>
                <a:lnTo>
                  <a:pt x="1632548" y="1382658"/>
                </a:lnTo>
                <a:lnTo>
                  <a:pt x="1632503" y="1382477"/>
                </a:lnTo>
                <a:lnTo>
                  <a:pt x="1632440" y="1382301"/>
                </a:lnTo>
                <a:lnTo>
                  <a:pt x="1632360" y="1382132"/>
                </a:lnTo>
                <a:lnTo>
                  <a:pt x="1632264" y="1381972"/>
                </a:lnTo>
                <a:lnTo>
                  <a:pt x="1632153" y="1381821"/>
                </a:lnTo>
                <a:lnTo>
                  <a:pt x="1632027" y="1381683"/>
                </a:lnTo>
                <a:lnTo>
                  <a:pt x="1631889" y="1381557"/>
                </a:lnTo>
                <a:lnTo>
                  <a:pt x="1631738" y="1381446"/>
                </a:lnTo>
                <a:lnTo>
                  <a:pt x="1631578" y="1381350"/>
                </a:lnTo>
                <a:lnTo>
                  <a:pt x="1631409" y="1381270"/>
                </a:lnTo>
                <a:lnTo>
                  <a:pt x="1631233" y="1381207"/>
                </a:lnTo>
                <a:lnTo>
                  <a:pt x="1631052" y="1381162"/>
                </a:lnTo>
                <a:lnTo>
                  <a:pt x="1630867" y="1381134"/>
                </a:lnTo>
                <a:lnTo>
                  <a:pt x="1630680" y="1381125"/>
                </a:lnTo>
                <a:lnTo>
                  <a:pt x="1623060" y="1381125"/>
                </a:lnTo>
                <a:lnTo>
                  <a:pt x="1623060" y="1363980"/>
                </a:lnTo>
                <a:lnTo>
                  <a:pt x="1623051" y="1363793"/>
                </a:lnTo>
                <a:lnTo>
                  <a:pt x="1623023" y="1363608"/>
                </a:lnTo>
                <a:lnTo>
                  <a:pt x="1622978" y="1363427"/>
                </a:lnTo>
                <a:lnTo>
                  <a:pt x="1622915" y="1363251"/>
                </a:lnTo>
                <a:lnTo>
                  <a:pt x="1622835" y="1363082"/>
                </a:lnTo>
                <a:lnTo>
                  <a:pt x="1622739" y="1362922"/>
                </a:lnTo>
                <a:lnTo>
                  <a:pt x="1622628" y="1362771"/>
                </a:lnTo>
                <a:lnTo>
                  <a:pt x="1622502" y="1362633"/>
                </a:lnTo>
                <a:lnTo>
                  <a:pt x="1622364" y="1362507"/>
                </a:lnTo>
                <a:lnTo>
                  <a:pt x="1622213" y="1362396"/>
                </a:lnTo>
                <a:lnTo>
                  <a:pt x="1622053" y="1362300"/>
                </a:lnTo>
                <a:lnTo>
                  <a:pt x="1621884" y="1362220"/>
                </a:lnTo>
                <a:lnTo>
                  <a:pt x="1621708" y="1362157"/>
                </a:lnTo>
                <a:lnTo>
                  <a:pt x="1621527" y="1362112"/>
                </a:lnTo>
                <a:lnTo>
                  <a:pt x="1621342" y="1362084"/>
                </a:lnTo>
                <a:lnTo>
                  <a:pt x="1621155" y="1362075"/>
                </a:lnTo>
                <a:lnTo>
                  <a:pt x="1602105" y="1362075"/>
                </a:lnTo>
                <a:lnTo>
                  <a:pt x="1601918" y="1362084"/>
                </a:lnTo>
                <a:lnTo>
                  <a:pt x="1601733" y="1362112"/>
                </a:lnTo>
                <a:lnTo>
                  <a:pt x="1601552" y="1362157"/>
                </a:lnTo>
                <a:lnTo>
                  <a:pt x="1601376" y="1362220"/>
                </a:lnTo>
                <a:lnTo>
                  <a:pt x="1601207" y="1362300"/>
                </a:lnTo>
                <a:lnTo>
                  <a:pt x="1601047" y="1362396"/>
                </a:lnTo>
                <a:lnTo>
                  <a:pt x="1600896" y="1362507"/>
                </a:lnTo>
                <a:lnTo>
                  <a:pt x="1600758" y="1362633"/>
                </a:lnTo>
                <a:lnTo>
                  <a:pt x="1600632" y="1362771"/>
                </a:lnTo>
                <a:lnTo>
                  <a:pt x="1600521" y="1362922"/>
                </a:lnTo>
                <a:lnTo>
                  <a:pt x="1600425" y="1363082"/>
                </a:lnTo>
                <a:lnTo>
                  <a:pt x="1600345" y="1363251"/>
                </a:lnTo>
                <a:lnTo>
                  <a:pt x="1600282" y="1363427"/>
                </a:lnTo>
                <a:lnTo>
                  <a:pt x="1600237" y="1363608"/>
                </a:lnTo>
                <a:lnTo>
                  <a:pt x="1600209" y="1363793"/>
                </a:lnTo>
                <a:lnTo>
                  <a:pt x="1600200" y="1363980"/>
                </a:lnTo>
                <a:lnTo>
                  <a:pt x="1600200" y="1381125"/>
                </a:lnTo>
                <a:lnTo>
                  <a:pt x="1592580" y="1381125"/>
                </a:lnTo>
                <a:lnTo>
                  <a:pt x="1592393" y="1381134"/>
                </a:lnTo>
                <a:lnTo>
                  <a:pt x="1592208" y="1381162"/>
                </a:lnTo>
                <a:lnTo>
                  <a:pt x="1592027" y="1381207"/>
                </a:lnTo>
                <a:lnTo>
                  <a:pt x="1591851" y="1381270"/>
                </a:lnTo>
                <a:lnTo>
                  <a:pt x="1591682" y="1381350"/>
                </a:lnTo>
                <a:lnTo>
                  <a:pt x="1591522" y="1381446"/>
                </a:lnTo>
                <a:lnTo>
                  <a:pt x="1591371" y="1381557"/>
                </a:lnTo>
                <a:lnTo>
                  <a:pt x="1591233" y="1381683"/>
                </a:lnTo>
                <a:lnTo>
                  <a:pt x="1591107" y="1381821"/>
                </a:lnTo>
                <a:lnTo>
                  <a:pt x="1590996" y="1381972"/>
                </a:lnTo>
                <a:lnTo>
                  <a:pt x="1590900" y="1382132"/>
                </a:lnTo>
                <a:lnTo>
                  <a:pt x="1590820" y="1382301"/>
                </a:lnTo>
                <a:lnTo>
                  <a:pt x="1590757" y="1382477"/>
                </a:lnTo>
                <a:lnTo>
                  <a:pt x="1590712" y="1382658"/>
                </a:lnTo>
                <a:lnTo>
                  <a:pt x="1590684" y="1382843"/>
                </a:lnTo>
                <a:lnTo>
                  <a:pt x="1590675" y="1383030"/>
                </a:lnTo>
                <a:lnTo>
                  <a:pt x="1590675" y="1419225"/>
                </a:lnTo>
                <a:lnTo>
                  <a:pt x="1583055" y="1419225"/>
                </a:lnTo>
                <a:lnTo>
                  <a:pt x="1582868" y="1419234"/>
                </a:lnTo>
                <a:lnTo>
                  <a:pt x="1582683" y="1419262"/>
                </a:lnTo>
                <a:lnTo>
                  <a:pt x="1582502" y="1419307"/>
                </a:lnTo>
                <a:lnTo>
                  <a:pt x="1582326" y="1419370"/>
                </a:lnTo>
                <a:lnTo>
                  <a:pt x="1582157" y="1419450"/>
                </a:lnTo>
                <a:lnTo>
                  <a:pt x="1581997" y="1419546"/>
                </a:lnTo>
                <a:lnTo>
                  <a:pt x="1581846" y="1419657"/>
                </a:lnTo>
                <a:lnTo>
                  <a:pt x="1581708" y="1419783"/>
                </a:lnTo>
                <a:lnTo>
                  <a:pt x="1581582" y="1419921"/>
                </a:lnTo>
                <a:lnTo>
                  <a:pt x="1581471" y="1420072"/>
                </a:lnTo>
                <a:lnTo>
                  <a:pt x="1581375" y="1420232"/>
                </a:lnTo>
                <a:lnTo>
                  <a:pt x="1581295" y="1420401"/>
                </a:lnTo>
                <a:lnTo>
                  <a:pt x="1581232" y="1420577"/>
                </a:lnTo>
                <a:lnTo>
                  <a:pt x="1581187" y="1420758"/>
                </a:lnTo>
                <a:lnTo>
                  <a:pt x="1581159" y="1420943"/>
                </a:lnTo>
                <a:lnTo>
                  <a:pt x="1581150" y="1421130"/>
                </a:lnTo>
                <a:lnTo>
                  <a:pt x="1581150" y="1428750"/>
                </a:lnTo>
                <a:lnTo>
                  <a:pt x="1575435" y="1428750"/>
                </a:lnTo>
                <a:lnTo>
                  <a:pt x="1575435" y="1383030"/>
                </a:lnTo>
                <a:lnTo>
                  <a:pt x="1575426" y="1382843"/>
                </a:lnTo>
                <a:lnTo>
                  <a:pt x="1575398" y="1382658"/>
                </a:lnTo>
                <a:lnTo>
                  <a:pt x="1575353" y="1382477"/>
                </a:lnTo>
                <a:lnTo>
                  <a:pt x="1575290" y="1382301"/>
                </a:lnTo>
                <a:lnTo>
                  <a:pt x="1575210" y="1382132"/>
                </a:lnTo>
                <a:lnTo>
                  <a:pt x="1575114" y="1381972"/>
                </a:lnTo>
                <a:lnTo>
                  <a:pt x="1575003" y="1381821"/>
                </a:lnTo>
                <a:lnTo>
                  <a:pt x="1574877" y="1381683"/>
                </a:lnTo>
                <a:lnTo>
                  <a:pt x="1574739" y="1381557"/>
                </a:lnTo>
                <a:lnTo>
                  <a:pt x="1574588" y="1381446"/>
                </a:lnTo>
                <a:lnTo>
                  <a:pt x="1574428" y="1381350"/>
                </a:lnTo>
                <a:lnTo>
                  <a:pt x="1574259" y="1381270"/>
                </a:lnTo>
                <a:lnTo>
                  <a:pt x="1574083" y="1381207"/>
                </a:lnTo>
                <a:lnTo>
                  <a:pt x="1573902" y="1381162"/>
                </a:lnTo>
                <a:lnTo>
                  <a:pt x="1573717" y="1381134"/>
                </a:lnTo>
                <a:lnTo>
                  <a:pt x="1573530" y="1381125"/>
                </a:lnTo>
                <a:lnTo>
                  <a:pt x="1565910" y="1381125"/>
                </a:lnTo>
                <a:lnTo>
                  <a:pt x="1565910" y="1373505"/>
                </a:lnTo>
                <a:lnTo>
                  <a:pt x="1565901" y="1373318"/>
                </a:lnTo>
                <a:lnTo>
                  <a:pt x="1565873" y="1373133"/>
                </a:lnTo>
                <a:lnTo>
                  <a:pt x="1565828" y="1372952"/>
                </a:lnTo>
                <a:lnTo>
                  <a:pt x="1565765" y="1372776"/>
                </a:lnTo>
                <a:lnTo>
                  <a:pt x="1565685" y="1372607"/>
                </a:lnTo>
                <a:lnTo>
                  <a:pt x="1565589" y="1372447"/>
                </a:lnTo>
                <a:lnTo>
                  <a:pt x="1565478" y="1372296"/>
                </a:lnTo>
                <a:lnTo>
                  <a:pt x="1565352" y="1372158"/>
                </a:lnTo>
                <a:lnTo>
                  <a:pt x="1565214" y="1372032"/>
                </a:lnTo>
                <a:lnTo>
                  <a:pt x="1565063" y="1371921"/>
                </a:lnTo>
                <a:lnTo>
                  <a:pt x="1564903" y="1371825"/>
                </a:lnTo>
                <a:lnTo>
                  <a:pt x="1564734" y="1371745"/>
                </a:lnTo>
                <a:lnTo>
                  <a:pt x="1564558" y="1371682"/>
                </a:lnTo>
                <a:lnTo>
                  <a:pt x="1564377" y="1371637"/>
                </a:lnTo>
                <a:lnTo>
                  <a:pt x="1564192" y="1371609"/>
                </a:lnTo>
                <a:lnTo>
                  <a:pt x="1564005" y="1371600"/>
                </a:lnTo>
                <a:lnTo>
                  <a:pt x="1554480" y="1371600"/>
                </a:lnTo>
                <a:lnTo>
                  <a:pt x="1554293" y="1371609"/>
                </a:lnTo>
                <a:lnTo>
                  <a:pt x="1554108" y="1371637"/>
                </a:lnTo>
                <a:lnTo>
                  <a:pt x="1553927" y="1371682"/>
                </a:lnTo>
                <a:lnTo>
                  <a:pt x="1553751" y="1371745"/>
                </a:lnTo>
                <a:lnTo>
                  <a:pt x="1553582" y="1371825"/>
                </a:lnTo>
                <a:lnTo>
                  <a:pt x="1553422" y="1371921"/>
                </a:lnTo>
                <a:lnTo>
                  <a:pt x="1553271" y="1372032"/>
                </a:lnTo>
                <a:lnTo>
                  <a:pt x="1553133" y="1372158"/>
                </a:lnTo>
                <a:lnTo>
                  <a:pt x="1553007" y="1372296"/>
                </a:lnTo>
                <a:lnTo>
                  <a:pt x="1552896" y="1372447"/>
                </a:lnTo>
                <a:lnTo>
                  <a:pt x="1552800" y="1372607"/>
                </a:lnTo>
                <a:lnTo>
                  <a:pt x="1552720" y="1372776"/>
                </a:lnTo>
                <a:lnTo>
                  <a:pt x="1552657" y="1372952"/>
                </a:lnTo>
                <a:lnTo>
                  <a:pt x="1552612" y="1373133"/>
                </a:lnTo>
                <a:lnTo>
                  <a:pt x="1552584" y="1373318"/>
                </a:lnTo>
                <a:lnTo>
                  <a:pt x="1552575" y="1373505"/>
                </a:lnTo>
                <a:lnTo>
                  <a:pt x="1552575" y="1381125"/>
                </a:lnTo>
                <a:lnTo>
                  <a:pt x="1537335" y="1381125"/>
                </a:lnTo>
                <a:lnTo>
                  <a:pt x="1537335" y="1344930"/>
                </a:lnTo>
                <a:lnTo>
                  <a:pt x="1537326" y="1344743"/>
                </a:lnTo>
                <a:lnTo>
                  <a:pt x="1537298" y="1344558"/>
                </a:lnTo>
                <a:lnTo>
                  <a:pt x="1537253" y="1344377"/>
                </a:lnTo>
                <a:lnTo>
                  <a:pt x="1537190" y="1344201"/>
                </a:lnTo>
                <a:lnTo>
                  <a:pt x="1537110" y="1344032"/>
                </a:lnTo>
                <a:lnTo>
                  <a:pt x="1537014" y="1343872"/>
                </a:lnTo>
                <a:lnTo>
                  <a:pt x="1536903" y="1343721"/>
                </a:lnTo>
                <a:lnTo>
                  <a:pt x="1536777" y="1343583"/>
                </a:lnTo>
                <a:lnTo>
                  <a:pt x="1536639" y="1343457"/>
                </a:lnTo>
                <a:lnTo>
                  <a:pt x="1536488" y="1343346"/>
                </a:lnTo>
                <a:lnTo>
                  <a:pt x="1536328" y="1343250"/>
                </a:lnTo>
                <a:lnTo>
                  <a:pt x="1536159" y="1343170"/>
                </a:lnTo>
                <a:lnTo>
                  <a:pt x="1535983" y="1343107"/>
                </a:lnTo>
                <a:lnTo>
                  <a:pt x="1535802" y="1343062"/>
                </a:lnTo>
                <a:lnTo>
                  <a:pt x="1535617" y="1343034"/>
                </a:lnTo>
                <a:lnTo>
                  <a:pt x="1535430" y="1343025"/>
                </a:lnTo>
                <a:lnTo>
                  <a:pt x="1518285" y="1343025"/>
                </a:lnTo>
                <a:lnTo>
                  <a:pt x="1518285" y="1306830"/>
                </a:lnTo>
                <a:lnTo>
                  <a:pt x="1518276" y="1306643"/>
                </a:lnTo>
                <a:lnTo>
                  <a:pt x="1518248" y="1306458"/>
                </a:lnTo>
                <a:lnTo>
                  <a:pt x="1518203" y="1306277"/>
                </a:lnTo>
                <a:lnTo>
                  <a:pt x="1518140" y="1306101"/>
                </a:lnTo>
                <a:lnTo>
                  <a:pt x="1518060" y="1305932"/>
                </a:lnTo>
                <a:lnTo>
                  <a:pt x="1517964" y="1305772"/>
                </a:lnTo>
                <a:lnTo>
                  <a:pt x="1517853" y="1305621"/>
                </a:lnTo>
                <a:lnTo>
                  <a:pt x="1517727" y="1305483"/>
                </a:lnTo>
                <a:lnTo>
                  <a:pt x="1517589" y="1305357"/>
                </a:lnTo>
                <a:lnTo>
                  <a:pt x="1517438" y="1305246"/>
                </a:lnTo>
                <a:lnTo>
                  <a:pt x="1517278" y="1305150"/>
                </a:lnTo>
                <a:lnTo>
                  <a:pt x="1517109" y="1305070"/>
                </a:lnTo>
                <a:lnTo>
                  <a:pt x="1516933" y="1305007"/>
                </a:lnTo>
                <a:lnTo>
                  <a:pt x="1516752" y="1304962"/>
                </a:lnTo>
                <a:lnTo>
                  <a:pt x="1516567" y="1304934"/>
                </a:lnTo>
                <a:lnTo>
                  <a:pt x="1516380" y="1304925"/>
                </a:lnTo>
                <a:lnTo>
                  <a:pt x="1508760" y="1304925"/>
                </a:lnTo>
                <a:lnTo>
                  <a:pt x="1508760" y="1259205"/>
                </a:lnTo>
                <a:lnTo>
                  <a:pt x="1508751" y="1259018"/>
                </a:lnTo>
                <a:lnTo>
                  <a:pt x="1508723" y="1258833"/>
                </a:lnTo>
                <a:lnTo>
                  <a:pt x="1508678" y="1258652"/>
                </a:lnTo>
                <a:lnTo>
                  <a:pt x="1508615" y="1258476"/>
                </a:lnTo>
                <a:lnTo>
                  <a:pt x="1508535" y="1258307"/>
                </a:lnTo>
                <a:lnTo>
                  <a:pt x="1508439" y="1258147"/>
                </a:lnTo>
                <a:lnTo>
                  <a:pt x="1508328" y="1257996"/>
                </a:lnTo>
                <a:lnTo>
                  <a:pt x="1508202" y="1257858"/>
                </a:lnTo>
                <a:lnTo>
                  <a:pt x="1508064" y="1257732"/>
                </a:lnTo>
                <a:lnTo>
                  <a:pt x="1507913" y="1257621"/>
                </a:lnTo>
                <a:lnTo>
                  <a:pt x="1507753" y="1257525"/>
                </a:lnTo>
                <a:lnTo>
                  <a:pt x="1507584" y="1257445"/>
                </a:lnTo>
                <a:lnTo>
                  <a:pt x="1507408" y="1257382"/>
                </a:lnTo>
                <a:lnTo>
                  <a:pt x="1507227" y="1257337"/>
                </a:lnTo>
                <a:lnTo>
                  <a:pt x="1507042" y="1257309"/>
                </a:lnTo>
                <a:lnTo>
                  <a:pt x="1506855" y="1257300"/>
                </a:lnTo>
                <a:lnTo>
                  <a:pt x="1487805" y="1257300"/>
                </a:lnTo>
                <a:lnTo>
                  <a:pt x="1487618" y="1257309"/>
                </a:lnTo>
                <a:lnTo>
                  <a:pt x="1487433" y="1257337"/>
                </a:lnTo>
                <a:lnTo>
                  <a:pt x="1487252" y="1257382"/>
                </a:lnTo>
                <a:lnTo>
                  <a:pt x="1487076" y="1257445"/>
                </a:lnTo>
                <a:lnTo>
                  <a:pt x="1486907" y="1257525"/>
                </a:lnTo>
                <a:lnTo>
                  <a:pt x="1486747" y="1257621"/>
                </a:lnTo>
                <a:lnTo>
                  <a:pt x="1486596" y="1257732"/>
                </a:lnTo>
                <a:lnTo>
                  <a:pt x="1486458" y="1257858"/>
                </a:lnTo>
                <a:lnTo>
                  <a:pt x="1486332" y="1257996"/>
                </a:lnTo>
                <a:lnTo>
                  <a:pt x="1486221" y="1258147"/>
                </a:lnTo>
                <a:lnTo>
                  <a:pt x="1486125" y="1258307"/>
                </a:lnTo>
                <a:lnTo>
                  <a:pt x="1486045" y="1258476"/>
                </a:lnTo>
                <a:lnTo>
                  <a:pt x="1485982" y="1258652"/>
                </a:lnTo>
                <a:lnTo>
                  <a:pt x="1485937" y="1258833"/>
                </a:lnTo>
                <a:lnTo>
                  <a:pt x="1485909" y="1259018"/>
                </a:lnTo>
                <a:lnTo>
                  <a:pt x="1485900" y="1259205"/>
                </a:lnTo>
                <a:lnTo>
                  <a:pt x="1485900" y="1266825"/>
                </a:lnTo>
                <a:lnTo>
                  <a:pt x="1478280" y="1266825"/>
                </a:lnTo>
                <a:lnTo>
                  <a:pt x="1478093" y="1266834"/>
                </a:lnTo>
                <a:lnTo>
                  <a:pt x="1477908" y="1266862"/>
                </a:lnTo>
                <a:lnTo>
                  <a:pt x="1477727" y="1266907"/>
                </a:lnTo>
                <a:lnTo>
                  <a:pt x="1477551" y="1266970"/>
                </a:lnTo>
                <a:lnTo>
                  <a:pt x="1477382" y="1267050"/>
                </a:lnTo>
                <a:lnTo>
                  <a:pt x="1477222" y="1267146"/>
                </a:lnTo>
                <a:lnTo>
                  <a:pt x="1477071" y="1267257"/>
                </a:lnTo>
                <a:lnTo>
                  <a:pt x="1476933" y="1267383"/>
                </a:lnTo>
                <a:lnTo>
                  <a:pt x="1476807" y="1267521"/>
                </a:lnTo>
                <a:lnTo>
                  <a:pt x="1476696" y="1267672"/>
                </a:lnTo>
                <a:lnTo>
                  <a:pt x="1476600" y="1267832"/>
                </a:lnTo>
                <a:lnTo>
                  <a:pt x="1476520" y="1268001"/>
                </a:lnTo>
                <a:lnTo>
                  <a:pt x="1476457" y="1268177"/>
                </a:lnTo>
                <a:lnTo>
                  <a:pt x="1476412" y="1268358"/>
                </a:lnTo>
                <a:lnTo>
                  <a:pt x="1476384" y="1268543"/>
                </a:lnTo>
                <a:lnTo>
                  <a:pt x="1476375" y="1268730"/>
                </a:lnTo>
                <a:lnTo>
                  <a:pt x="1476375" y="1276350"/>
                </a:lnTo>
                <a:lnTo>
                  <a:pt x="1470660" y="1276350"/>
                </a:lnTo>
                <a:lnTo>
                  <a:pt x="1470660" y="1249680"/>
                </a:lnTo>
                <a:lnTo>
                  <a:pt x="1470651" y="1249493"/>
                </a:lnTo>
                <a:lnTo>
                  <a:pt x="1470623" y="1249308"/>
                </a:lnTo>
                <a:lnTo>
                  <a:pt x="1470578" y="1249127"/>
                </a:lnTo>
                <a:lnTo>
                  <a:pt x="1470515" y="1248951"/>
                </a:lnTo>
                <a:lnTo>
                  <a:pt x="1470435" y="1248782"/>
                </a:lnTo>
                <a:lnTo>
                  <a:pt x="1470339" y="1248622"/>
                </a:lnTo>
                <a:lnTo>
                  <a:pt x="1470228" y="1248471"/>
                </a:lnTo>
                <a:lnTo>
                  <a:pt x="1470102" y="1248333"/>
                </a:lnTo>
                <a:lnTo>
                  <a:pt x="1469964" y="1248207"/>
                </a:lnTo>
                <a:lnTo>
                  <a:pt x="1469813" y="1248096"/>
                </a:lnTo>
                <a:lnTo>
                  <a:pt x="1469653" y="1248000"/>
                </a:lnTo>
                <a:lnTo>
                  <a:pt x="1469484" y="1247920"/>
                </a:lnTo>
                <a:lnTo>
                  <a:pt x="1469308" y="1247857"/>
                </a:lnTo>
                <a:lnTo>
                  <a:pt x="1469127" y="1247812"/>
                </a:lnTo>
                <a:lnTo>
                  <a:pt x="1468942" y="1247784"/>
                </a:lnTo>
                <a:lnTo>
                  <a:pt x="1468755" y="1247775"/>
                </a:lnTo>
                <a:lnTo>
                  <a:pt x="1451610" y="1247775"/>
                </a:lnTo>
                <a:lnTo>
                  <a:pt x="1451610" y="1240155"/>
                </a:lnTo>
                <a:lnTo>
                  <a:pt x="1451601" y="1239968"/>
                </a:lnTo>
                <a:lnTo>
                  <a:pt x="1451573" y="1239783"/>
                </a:lnTo>
                <a:lnTo>
                  <a:pt x="1451528" y="1239602"/>
                </a:lnTo>
                <a:lnTo>
                  <a:pt x="1451465" y="1239426"/>
                </a:lnTo>
                <a:lnTo>
                  <a:pt x="1451385" y="1239257"/>
                </a:lnTo>
                <a:lnTo>
                  <a:pt x="1451289" y="1239097"/>
                </a:lnTo>
                <a:lnTo>
                  <a:pt x="1451178" y="1238946"/>
                </a:lnTo>
                <a:lnTo>
                  <a:pt x="1451052" y="1238808"/>
                </a:lnTo>
                <a:lnTo>
                  <a:pt x="1450914" y="1238682"/>
                </a:lnTo>
                <a:lnTo>
                  <a:pt x="1450763" y="1238571"/>
                </a:lnTo>
                <a:lnTo>
                  <a:pt x="1450603" y="1238475"/>
                </a:lnTo>
                <a:lnTo>
                  <a:pt x="1450434" y="1238395"/>
                </a:lnTo>
                <a:lnTo>
                  <a:pt x="1450258" y="1238332"/>
                </a:lnTo>
                <a:lnTo>
                  <a:pt x="1450077" y="1238287"/>
                </a:lnTo>
                <a:lnTo>
                  <a:pt x="1449892" y="1238259"/>
                </a:lnTo>
                <a:lnTo>
                  <a:pt x="1449705" y="1238250"/>
                </a:lnTo>
                <a:lnTo>
                  <a:pt x="1440180" y="1238250"/>
                </a:lnTo>
                <a:lnTo>
                  <a:pt x="1439993" y="1238259"/>
                </a:lnTo>
                <a:lnTo>
                  <a:pt x="1439808" y="1238287"/>
                </a:lnTo>
                <a:lnTo>
                  <a:pt x="1439627" y="1238332"/>
                </a:lnTo>
                <a:lnTo>
                  <a:pt x="1439451" y="1238395"/>
                </a:lnTo>
                <a:lnTo>
                  <a:pt x="1439282" y="1238475"/>
                </a:lnTo>
                <a:lnTo>
                  <a:pt x="1439122" y="1238571"/>
                </a:lnTo>
                <a:lnTo>
                  <a:pt x="1438971" y="1238682"/>
                </a:lnTo>
                <a:lnTo>
                  <a:pt x="1438833" y="1238808"/>
                </a:lnTo>
                <a:lnTo>
                  <a:pt x="1438707" y="1238946"/>
                </a:lnTo>
                <a:lnTo>
                  <a:pt x="1438596" y="1239097"/>
                </a:lnTo>
                <a:lnTo>
                  <a:pt x="1438500" y="1239257"/>
                </a:lnTo>
                <a:lnTo>
                  <a:pt x="1438420" y="1239426"/>
                </a:lnTo>
                <a:lnTo>
                  <a:pt x="1438357" y="1239602"/>
                </a:lnTo>
                <a:lnTo>
                  <a:pt x="1438312" y="1239783"/>
                </a:lnTo>
                <a:lnTo>
                  <a:pt x="1438284" y="1239968"/>
                </a:lnTo>
                <a:lnTo>
                  <a:pt x="1438275" y="1240155"/>
                </a:lnTo>
                <a:lnTo>
                  <a:pt x="1438275" y="1247775"/>
                </a:lnTo>
                <a:lnTo>
                  <a:pt x="1430655" y="1247775"/>
                </a:lnTo>
                <a:lnTo>
                  <a:pt x="1430468" y="1247784"/>
                </a:lnTo>
                <a:lnTo>
                  <a:pt x="1430283" y="1247812"/>
                </a:lnTo>
                <a:lnTo>
                  <a:pt x="1430102" y="1247857"/>
                </a:lnTo>
                <a:lnTo>
                  <a:pt x="1429926" y="1247920"/>
                </a:lnTo>
                <a:lnTo>
                  <a:pt x="1429757" y="1248000"/>
                </a:lnTo>
                <a:lnTo>
                  <a:pt x="1429597" y="1248096"/>
                </a:lnTo>
                <a:lnTo>
                  <a:pt x="1429446" y="1248207"/>
                </a:lnTo>
                <a:lnTo>
                  <a:pt x="1429308" y="1248333"/>
                </a:lnTo>
                <a:lnTo>
                  <a:pt x="1429182" y="1248471"/>
                </a:lnTo>
                <a:lnTo>
                  <a:pt x="1429071" y="1248622"/>
                </a:lnTo>
                <a:lnTo>
                  <a:pt x="1428975" y="1248782"/>
                </a:lnTo>
                <a:lnTo>
                  <a:pt x="1428895" y="1248951"/>
                </a:lnTo>
                <a:lnTo>
                  <a:pt x="1428832" y="1249127"/>
                </a:lnTo>
                <a:lnTo>
                  <a:pt x="1428787" y="1249308"/>
                </a:lnTo>
                <a:lnTo>
                  <a:pt x="1428759" y="1249493"/>
                </a:lnTo>
                <a:lnTo>
                  <a:pt x="1428750" y="1249680"/>
                </a:lnTo>
                <a:lnTo>
                  <a:pt x="1428750" y="1276350"/>
                </a:lnTo>
                <a:lnTo>
                  <a:pt x="1423035" y="1276350"/>
                </a:lnTo>
                <a:lnTo>
                  <a:pt x="1423035" y="1268730"/>
                </a:lnTo>
                <a:lnTo>
                  <a:pt x="1423026" y="1268543"/>
                </a:lnTo>
                <a:lnTo>
                  <a:pt x="1422998" y="1268358"/>
                </a:lnTo>
                <a:lnTo>
                  <a:pt x="1422953" y="1268177"/>
                </a:lnTo>
                <a:lnTo>
                  <a:pt x="1422890" y="1268001"/>
                </a:lnTo>
                <a:lnTo>
                  <a:pt x="1422810" y="1267832"/>
                </a:lnTo>
                <a:lnTo>
                  <a:pt x="1422714" y="1267672"/>
                </a:lnTo>
                <a:lnTo>
                  <a:pt x="1422603" y="1267521"/>
                </a:lnTo>
                <a:lnTo>
                  <a:pt x="1422477" y="1267383"/>
                </a:lnTo>
                <a:lnTo>
                  <a:pt x="1422339" y="1267257"/>
                </a:lnTo>
                <a:lnTo>
                  <a:pt x="1422188" y="1267146"/>
                </a:lnTo>
                <a:lnTo>
                  <a:pt x="1422028" y="1267050"/>
                </a:lnTo>
                <a:lnTo>
                  <a:pt x="1421859" y="1266970"/>
                </a:lnTo>
                <a:lnTo>
                  <a:pt x="1421683" y="1266907"/>
                </a:lnTo>
                <a:lnTo>
                  <a:pt x="1421502" y="1266862"/>
                </a:lnTo>
                <a:lnTo>
                  <a:pt x="1421317" y="1266834"/>
                </a:lnTo>
                <a:lnTo>
                  <a:pt x="1421130" y="1266825"/>
                </a:lnTo>
                <a:lnTo>
                  <a:pt x="1413510" y="1266825"/>
                </a:lnTo>
                <a:lnTo>
                  <a:pt x="1413510" y="1230630"/>
                </a:lnTo>
                <a:lnTo>
                  <a:pt x="1413501" y="1230443"/>
                </a:lnTo>
                <a:lnTo>
                  <a:pt x="1413473" y="1230258"/>
                </a:lnTo>
                <a:lnTo>
                  <a:pt x="1413428" y="1230077"/>
                </a:lnTo>
                <a:lnTo>
                  <a:pt x="1413365" y="1229901"/>
                </a:lnTo>
                <a:lnTo>
                  <a:pt x="1413285" y="1229732"/>
                </a:lnTo>
                <a:lnTo>
                  <a:pt x="1413189" y="1229572"/>
                </a:lnTo>
                <a:lnTo>
                  <a:pt x="1413078" y="1229421"/>
                </a:lnTo>
                <a:lnTo>
                  <a:pt x="1412952" y="1229283"/>
                </a:lnTo>
                <a:lnTo>
                  <a:pt x="1412814" y="1229157"/>
                </a:lnTo>
                <a:lnTo>
                  <a:pt x="1412663" y="1229046"/>
                </a:lnTo>
                <a:lnTo>
                  <a:pt x="1412503" y="1228950"/>
                </a:lnTo>
                <a:lnTo>
                  <a:pt x="1412334" y="1228870"/>
                </a:lnTo>
                <a:lnTo>
                  <a:pt x="1412158" y="1228807"/>
                </a:lnTo>
                <a:lnTo>
                  <a:pt x="1411977" y="1228762"/>
                </a:lnTo>
                <a:lnTo>
                  <a:pt x="1411792" y="1228734"/>
                </a:lnTo>
                <a:lnTo>
                  <a:pt x="1411605" y="1228725"/>
                </a:lnTo>
                <a:lnTo>
                  <a:pt x="1392555" y="1228725"/>
                </a:lnTo>
                <a:lnTo>
                  <a:pt x="1392368" y="1228734"/>
                </a:lnTo>
                <a:lnTo>
                  <a:pt x="1392183" y="1228762"/>
                </a:lnTo>
                <a:lnTo>
                  <a:pt x="1392002" y="1228807"/>
                </a:lnTo>
                <a:lnTo>
                  <a:pt x="1391826" y="1228870"/>
                </a:lnTo>
                <a:lnTo>
                  <a:pt x="1391657" y="1228950"/>
                </a:lnTo>
                <a:lnTo>
                  <a:pt x="1391497" y="1229046"/>
                </a:lnTo>
                <a:lnTo>
                  <a:pt x="1391346" y="1229157"/>
                </a:lnTo>
                <a:lnTo>
                  <a:pt x="1391208" y="1229283"/>
                </a:lnTo>
                <a:lnTo>
                  <a:pt x="1391082" y="1229421"/>
                </a:lnTo>
                <a:lnTo>
                  <a:pt x="1390971" y="1229572"/>
                </a:lnTo>
                <a:lnTo>
                  <a:pt x="1390875" y="1229732"/>
                </a:lnTo>
                <a:lnTo>
                  <a:pt x="1390795" y="1229901"/>
                </a:lnTo>
                <a:lnTo>
                  <a:pt x="1390732" y="1230077"/>
                </a:lnTo>
                <a:lnTo>
                  <a:pt x="1390687" y="1230258"/>
                </a:lnTo>
                <a:lnTo>
                  <a:pt x="1390659" y="1230443"/>
                </a:lnTo>
                <a:lnTo>
                  <a:pt x="1390650" y="1230630"/>
                </a:lnTo>
                <a:lnTo>
                  <a:pt x="1390650" y="1238250"/>
                </a:lnTo>
                <a:lnTo>
                  <a:pt x="1383030" y="1238250"/>
                </a:lnTo>
                <a:lnTo>
                  <a:pt x="1382843" y="1238259"/>
                </a:lnTo>
                <a:lnTo>
                  <a:pt x="1382658" y="1238287"/>
                </a:lnTo>
                <a:lnTo>
                  <a:pt x="1382477" y="1238332"/>
                </a:lnTo>
                <a:lnTo>
                  <a:pt x="1382301" y="1238395"/>
                </a:lnTo>
                <a:lnTo>
                  <a:pt x="1382132" y="1238475"/>
                </a:lnTo>
                <a:lnTo>
                  <a:pt x="1381972" y="1238571"/>
                </a:lnTo>
                <a:lnTo>
                  <a:pt x="1381821" y="1238682"/>
                </a:lnTo>
                <a:lnTo>
                  <a:pt x="1381683" y="1238808"/>
                </a:lnTo>
                <a:lnTo>
                  <a:pt x="1381557" y="1238946"/>
                </a:lnTo>
                <a:lnTo>
                  <a:pt x="1381446" y="1239097"/>
                </a:lnTo>
                <a:lnTo>
                  <a:pt x="1381350" y="1239257"/>
                </a:lnTo>
                <a:lnTo>
                  <a:pt x="1381270" y="1239426"/>
                </a:lnTo>
                <a:lnTo>
                  <a:pt x="1381207" y="1239602"/>
                </a:lnTo>
                <a:lnTo>
                  <a:pt x="1381162" y="1239783"/>
                </a:lnTo>
                <a:lnTo>
                  <a:pt x="1381134" y="1239968"/>
                </a:lnTo>
                <a:lnTo>
                  <a:pt x="1381125" y="1240155"/>
                </a:lnTo>
                <a:lnTo>
                  <a:pt x="1381125" y="1266825"/>
                </a:lnTo>
                <a:lnTo>
                  <a:pt x="1375410" y="1266825"/>
                </a:lnTo>
                <a:lnTo>
                  <a:pt x="1375410" y="1202055"/>
                </a:lnTo>
                <a:lnTo>
                  <a:pt x="1375401" y="1201868"/>
                </a:lnTo>
                <a:lnTo>
                  <a:pt x="1375373" y="1201683"/>
                </a:lnTo>
                <a:lnTo>
                  <a:pt x="1375328" y="1201502"/>
                </a:lnTo>
                <a:lnTo>
                  <a:pt x="1375265" y="1201326"/>
                </a:lnTo>
                <a:lnTo>
                  <a:pt x="1375185" y="1201157"/>
                </a:lnTo>
                <a:lnTo>
                  <a:pt x="1375089" y="1200997"/>
                </a:lnTo>
                <a:lnTo>
                  <a:pt x="1374978" y="1200846"/>
                </a:lnTo>
                <a:lnTo>
                  <a:pt x="1374852" y="1200708"/>
                </a:lnTo>
                <a:lnTo>
                  <a:pt x="1374714" y="1200582"/>
                </a:lnTo>
                <a:lnTo>
                  <a:pt x="1374563" y="1200471"/>
                </a:lnTo>
                <a:lnTo>
                  <a:pt x="1374403" y="1200375"/>
                </a:lnTo>
                <a:lnTo>
                  <a:pt x="1374234" y="1200295"/>
                </a:lnTo>
                <a:lnTo>
                  <a:pt x="1374058" y="1200232"/>
                </a:lnTo>
                <a:lnTo>
                  <a:pt x="1373877" y="1200187"/>
                </a:lnTo>
                <a:lnTo>
                  <a:pt x="1373692" y="1200159"/>
                </a:lnTo>
                <a:lnTo>
                  <a:pt x="1373505" y="1200150"/>
                </a:lnTo>
                <a:lnTo>
                  <a:pt x="1365885" y="1200150"/>
                </a:lnTo>
                <a:lnTo>
                  <a:pt x="1365885" y="1059180"/>
                </a:lnTo>
                <a:lnTo>
                  <a:pt x="1365876" y="1058993"/>
                </a:lnTo>
                <a:lnTo>
                  <a:pt x="1365848" y="1058808"/>
                </a:lnTo>
                <a:lnTo>
                  <a:pt x="1365803" y="1058627"/>
                </a:lnTo>
                <a:lnTo>
                  <a:pt x="1365740" y="1058451"/>
                </a:lnTo>
                <a:lnTo>
                  <a:pt x="1365660" y="1058282"/>
                </a:lnTo>
                <a:lnTo>
                  <a:pt x="1365564" y="1058122"/>
                </a:lnTo>
                <a:lnTo>
                  <a:pt x="1365453" y="1057971"/>
                </a:lnTo>
                <a:lnTo>
                  <a:pt x="1365327" y="1057833"/>
                </a:lnTo>
                <a:lnTo>
                  <a:pt x="1365189" y="1057707"/>
                </a:lnTo>
                <a:lnTo>
                  <a:pt x="1365038" y="1057596"/>
                </a:lnTo>
                <a:lnTo>
                  <a:pt x="1364878" y="1057500"/>
                </a:lnTo>
                <a:lnTo>
                  <a:pt x="1364709" y="1057420"/>
                </a:lnTo>
                <a:lnTo>
                  <a:pt x="1364533" y="1057357"/>
                </a:lnTo>
                <a:lnTo>
                  <a:pt x="1364352" y="1057312"/>
                </a:lnTo>
                <a:lnTo>
                  <a:pt x="1364167" y="1057284"/>
                </a:lnTo>
                <a:lnTo>
                  <a:pt x="1363980" y="1057275"/>
                </a:lnTo>
                <a:lnTo>
                  <a:pt x="1356360" y="1057275"/>
                </a:lnTo>
                <a:lnTo>
                  <a:pt x="1356360" y="1049655"/>
                </a:lnTo>
                <a:lnTo>
                  <a:pt x="1356351" y="1049468"/>
                </a:lnTo>
                <a:lnTo>
                  <a:pt x="1356323" y="1049283"/>
                </a:lnTo>
                <a:lnTo>
                  <a:pt x="1356278" y="1049102"/>
                </a:lnTo>
                <a:lnTo>
                  <a:pt x="1356215" y="1048926"/>
                </a:lnTo>
                <a:lnTo>
                  <a:pt x="1356135" y="1048757"/>
                </a:lnTo>
                <a:lnTo>
                  <a:pt x="1356039" y="1048597"/>
                </a:lnTo>
                <a:lnTo>
                  <a:pt x="1355928" y="1048446"/>
                </a:lnTo>
                <a:lnTo>
                  <a:pt x="1355802" y="1048308"/>
                </a:lnTo>
                <a:lnTo>
                  <a:pt x="1355664" y="1048182"/>
                </a:lnTo>
                <a:lnTo>
                  <a:pt x="1355513" y="1048071"/>
                </a:lnTo>
                <a:lnTo>
                  <a:pt x="1355353" y="1047975"/>
                </a:lnTo>
                <a:lnTo>
                  <a:pt x="1355184" y="1047895"/>
                </a:lnTo>
                <a:lnTo>
                  <a:pt x="1355008" y="1047832"/>
                </a:lnTo>
                <a:lnTo>
                  <a:pt x="1354827" y="1047787"/>
                </a:lnTo>
                <a:lnTo>
                  <a:pt x="1354642" y="1047759"/>
                </a:lnTo>
                <a:lnTo>
                  <a:pt x="1354455" y="1047750"/>
                </a:lnTo>
                <a:lnTo>
                  <a:pt x="1335405" y="1047750"/>
                </a:lnTo>
                <a:lnTo>
                  <a:pt x="1335218" y="1047759"/>
                </a:lnTo>
                <a:lnTo>
                  <a:pt x="1335033" y="1047787"/>
                </a:lnTo>
                <a:lnTo>
                  <a:pt x="1334852" y="1047832"/>
                </a:lnTo>
                <a:lnTo>
                  <a:pt x="1334676" y="1047895"/>
                </a:lnTo>
                <a:lnTo>
                  <a:pt x="1334507" y="1047975"/>
                </a:lnTo>
                <a:lnTo>
                  <a:pt x="1334347" y="1048071"/>
                </a:lnTo>
                <a:lnTo>
                  <a:pt x="1334196" y="1048182"/>
                </a:lnTo>
                <a:lnTo>
                  <a:pt x="1334058" y="1048308"/>
                </a:lnTo>
                <a:lnTo>
                  <a:pt x="1333932" y="1048446"/>
                </a:lnTo>
                <a:lnTo>
                  <a:pt x="1333821" y="1048597"/>
                </a:lnTo>
                <a:lnTo>
                  <a:pt x="1333725" y="1048757"/>
                </a:lnTo>
                <a:lnTo>
                  <a:pt x="1333645" y="1048926"/>
                </a:lnTo>
                <a:lnTo>
                  <a:pt x="1333582" y="1049102"/>
                </a:lnTo>
                <a:lnTo>
                  <a:pt x="1333537" y="1049283"/>
                </a:lnTo>
                <a:lnTo>
                  <a:pt x="1333509" y="1049468"/>
                </a:lnTo>
                <a:lnTo>
                  <a:pt x="1333500" y="1049655"/>
                </a:lnTo>
                <a:lnTo>
                  <a:pt x="1333500" y="1114425"/>
                </a:lnTo>
                <a:lnTo>
                  <a:pt x="1325880" y="1114425"/>
                </a:lnTo>
                <a:lnTo>
                  <a:pt x="1325693" y="1114434"/>
                </a:lnTo>
                <a:lnTo>
                  <a:pt x="1325508" y="1114462"/>
                </a:lnTo>
                <a:lnTo>
                  <a:pt x="1325327" y="1114507"/>
                </a:lnTo>
                <a:lnTo>
                  <a:pt x="1325151" y="1114570"/>
                </a:lnTo>
                <a:lnTo>
                  <a:pt x="1324982" y="1114650"/>
                </a:lnTo>
                <a:lnTo>
                  <a:pt x="1324822" y="1114746"/>
                </a:lnTo>
                <a:lnTo>
                  <a:pt x="1324671" y="1114857"/>
                </a:lnTo>
                <a:lnTo>
                  <a:pt x="1324533" y="1114983"/>
                </a:lnTo>
                <a:lnTo>
                  <a:pt x="1324407" y="1115121"/>
                </a:lnTo>
                <a:lnTo>
                  <a:pt x="1324296" y="1115272"/>
                </a:lnTo>
                <a:lnTo>
                  <a:pt x="1324200" y="1115432"/>
                </a:lnTo>
                <a:lnTo>
                  <a:pt x="1324120" y="1115601"/>
                </a:lnTo>
                <a:lnTo>
                  <a:pt x="1324057" y="1115777"/>
                </a:lnTo>
                <a:lnTo>
                  <a:pt x="1324012" y="1115958"/>
                </a:lnTo>
                <a:lnTo>
                  <a:pt x="1323984" y="1116143"/>
                </a:lnTo>
                <a:lnTo>
                  <a:pt x="1323975" y="1116330"/>
                </a:lnTo>
                <a:lnTo>
                  <a:pt x="1323975" y="1190625"/>
                </a:lnTo>
                <a:lnTo>
                  <a:pt x="1316355" y="1190625"/>
                </a:lnTo>
                <a:lnTo>
                  <a:pt x="1316168" y="1190634"/>
                </a:lnTo>
                <a:lnTo>
                  <a:pt x="1315983" y="1190662"/>
                </a:lnTo>
                <a:lnTo>
                  <a:pt x="1315802" y="1190707"/>
                </a:lnTo>
                <a:lnTo>
                  <a:pt x="1315626" y="1190770"/>
                </a:lnTo>
                <a:lnTo>
                  <a:pt x="1315457" y="1190850"/>
                </a:lnTo>
                <a:lnTo>
                  <a:pt x="1315297" y="1190946"/>
                </a:lnTo>
                <a:lnTo>
                  <a:pt x="1315146" y="1191057"/>
                </a:lnTo>
                <a:lnTo>
                  <a:pt x="1315008" y="1191183"/>
                </a:lnTo>
                <a:lnTo>
                  <a:pt x="1314882" y="1191321"/>
                </a:lnTo>
                <a:lnTo>
                  <a:pt x="1314771" y="1191472"/>
                </a:lnTo>
                <a:lnTo>
                  <a:pt x="1314675" y="1191632"/>
                </a:lnTo>
                <a:lnTo>
                  <a:pt x="1314595" y="1191801"/>
                </a:lnTo>
                <a:lnTo>
                  <a:pt x="1314532" y="1191977"/>
                </a:lnTo>
                <a:lnTo>
                  <a:pt x="1314487" y="1192158"/>
                </a:lnTo>
                <a:lnTo>
                  <a:pt x="1314459" y="1192343"/>
                </a:lnTo>
                <a:lnTo>
                  <a:pt x="1314450" y="1192530"/>
                </a:lnTo>
                <a:lnTo>
                  <a:pt x="1314450" y="1228725"/>
                </a:lnTo>
                <a:lnTo>
                  <a:pt x="1308735" y="1228725"/>
                </a:lnTo>
                <a:lnTo>
                  <a:pt x="1308735" y="1078230"/>
                </a:lnTo>
                <a:lnTo>
                  <a:pt x="1308726" y="1078043"/>
                </a:lnTo>
                <a:lnTo>
                  <a:pt x="1308698" y="1077858"/>
                </a:lnTo>
                <a:lnTo>
                  <a:pt x="1308653" y="1077677"/>
                </a:lnTo>
                <a:lnTo>
                  <a:pt x="1308590" y="1077501"/>
                </a:lnTo>
                <a:lnTo>
                  <a:pt x="1308510" y="1077332"/>
                </a:lnTo>
                <a:lnTo>
                  <a:pt x="1308414" y="1077172"/>
                </a:lnTo>
                <a:lnTo>
                  <a:pt x="1308303" y="1077021"/>
                </a:lnTo>
                <a:lnTo>
                  <a:pt x="1308177" y="1076883"/>
                </a:lnTo>
                <a:lnTo>
                  <a:pt x="1308039" y="1076757"/>
                </a:lnTo>
                <a:lnTo>
                  <a:pt x="1307888" y="1076646"/>
                </a:lnTo>
                <a:lnTo>
                  <a:pt x="1307728" y="1076550"/>
                </a:lnTo>
                <a:lnTo>
                  <a:pt x="1307559" y="1076470"/>
                </a:lnTo>
                <a:lnTo>
                  <a:pt x="1307383" y="1076407"/>
                </a:lnTo>
                <a:lnTo>
                  <a:pt x="1307202" y="1076362"/>
                </a:lnTo>
                <a:lnTo>
                  <a:pt x="1307017" y="1076334"/>
                </a:lnTo>
                <a:lnTo>
                  <a:pt x="1306830" y="1076325"/>
                </a:lnTo>
                <a:lnTo>
                  <a:pt x="1299210" y="1076325"/>
                </a:lnTo>
                <a:lnTo>
                  <a:pt x="1299210" y="1059180"/>
                </a:lnTo>
                <a:lnTo>
                  <a:pt x="1299201" y="1058993"/>
                </a:lnTo>
                <a:lnTo>
                  <a:pt x="1299173" y="1058808"/>
                </a:lnTo>
                <a:lnTo>
                  <a:pt x="1299128" y="1058627"/>
                </a:lnTo>
                <a:lnTo>
                  <a:pt x="1299065" y="1058451"/>
                </a:lnTo>
                <a:lnTo>
                  <a:pt x="1298985" y="1058282"/>
                </a:lnTo>
                <a:lnTo>
                  <a:pt x="1298889" y="1058122"/>
                </a:lnTo>
                <a:lnTo>
                  <a:pt x="1298778" y="1057971"/>
                </a:lnTo>
                <a:lnTo>
                  <a:pt x="1298652" y="1057833"/>
                </a:lnTo>
                <a:lnTo>
                  <a:pt x="1298514" y="1057707"/>
                </a:lnTo>
                <a:lnTo>
                  <a:pt x="1298363" y="1057596"/>
                </a:lnTo>
                <a:lnTo>
                  <a:pt x="1298203" y="1057500"/>
                </a:lnTo>
                <a:lnTo>
                  <a:pt x="1298034" y="1057420"/>
                </a:lnTo>
                <a:lnTo>
                  <a:pt x="1297858" y="1057357"/>
                </a:lnTo>
                <a:lnTo>
                  <a:pt x="1297677" y="1057312"/>
                </a:lnTo>
                <a:lnTo>
                  <a:pt x="1297492" y="1057284"/>
                </a:lnTo>
                <a:lnTo>
                  <a:pt x="1297305" y="1057275"/>
                </a:lnTo>
                <a:lnTo>
                  <a:pt x="1278255" y="1057275"/>
                </a:lnTo>
                <a:lnTo>
                  <a:pt x="1278068" y="1057284"/>
                </a:lnTo>
                <a:lnTo>
                  <a:pt x="1277883" y="1057312"/>
                </a:lnTo>
                <a:lnTo>
                  <a:pt x="1277702" y="1057357"/>
                </a:lnTo>
                <a:lnTo>
                  <a:pt x="1277526" y="1057420"/>
                </a:lnTo>
                <a:lnTo>
                  <a:pt x="1277357" y="1057500"/>
                </a:lnTo>
                <a:lnTo>
                  <a:pt x="1277197" y="1057596"/>
                </a:lnTo>
                <a:lnTo>
                  <a:pt x="1277046" y="1057707"/>
                </a:lnTo>
                <a:lnTo>
                  <a:pt x="1276908" y="1057833"/>
                </a:lnTo>
                <a:lnTo>
                  <a:pt x="1276782" y="1057971"/>
                </a:lnTo>
                <a:lnTo>
                  <a:pt x="1276671" y="1058122"/>
                </a:lnTo>
                <a:lnTo>
                  <a:pt x="1276575" y="1058282"/>
                </a:lnTo>
                <a:lnTo>
                  <a:pt x="1276495" y="1058451"/>
                </a:lnTo>
                <a:lnTo>
                  <a:pt x="1276432" y="1058627"/>
                </a:lnTo>
                <a:lnTo>
                  <a:pt x="1276387" y="1058808"/>
                </a:lnTo>
                <a:lnTo>
                  <a:pt x="1276359" y="1058993"/>
                </a:lnTo>
                <a:lnTo>
                  <a:pt x="1276350" y="1059180"/>
                </a:lnTo>
                <a:lnTo>
                  <a:pt x="1276350" y="1076325"/>
                </a:lnTo>
                <a:lnTo>
                  <a:pt x="1268730" y="1076325"/>
                </a:lnTo>
                <a:lnTo>
                  <a:pt x="1268543" y="1076334"/>
                </a:lnTo>
                <a:lnTo>
                  <a:pt x="1268358" y="1076362"/>
                </a:lnTo>
                <a:lnTo>
                  <a:pt x="1268177" y="1076407"/>
                </a:lnTo>
                <a:lnTo>
                  <a:pt x="1268001" y="1076470"/>
                </a:lnTo>
                <a:lnTo>
                  <a:pt x="1267832" y="1076550"/>
                </a:lnTo>
                <a:lnTo>
                  <a:pt x="1267672" y="1076646"/>
                </a:lnTo>
                <a:lnTo>
                  <a:pt x="1267521" y="1076757"/>
                </a:lnTo>
                <a:lnTo>
                  <a:pt x="1267383" y="1076883"/>
                </a:lnTo>
                <a:lnTo>
                  <a:pt x="1267257" y="1077021"/>
                </a:lnTo>
                <a:lnTo>
                  <a:pt x="1267146" y="1077172"/>
                </a:lnTo>
                <a:lnTo>
                  <a:pt x="1267050" y="1077332"/>
                </a:lnTo>
                <a:lnTo>
                  <a:pt x="1266970" y="1077501"/>
                </a:lnTo>
                <a:lnTo>
                  <a:pt x="1266907" y="1077677"/>
                </a:lnTo>
                <a:lnTo>
                  <a:pt x="1266862" y="1077858"/>
                </a:lnTo>
                <a:lnTo>
                  <a:pt x="1266834" y="1078043"/>
                </a:lnTo>
                <a:lnTo>
                  <a:pt x="1266825" y="1078230"/>
                </a:lnTo>
                <a:lnTo>
                  <a:pt x="1266825" y="1143000"/>
                </a:lnTo>
                <a:lnTo>
                  <a:pt x="1261110" y="1143000"/>
                </a:lnTo>
                <a:lnTo>
                  <a:pt x="1261110" y="1106805"/>
                </a:lnTo>
                <a:lnTo>
                  <a:pt x="1261101" y="1106618"/>
                </a:lnTo>
                <a:lnTo>
                  <a:pt x="1261073" y="1106433"/>
                </a:lnTo>
                <a:lnTo>
                  <a:pt x="1261028" y="1106252"/>
                </a:lnTo>
                <a:lnTo>
                  <a:pt x="1260965" y="1106076"/>
                </a:lnTo>
                <a:lnTo>
                  <a:pt x="1260885" y="1105907"/>
                </a:lnTo>
                <a:lnTo>
                  <a:pt x="1260789" y="1105747"/>
                </a:lnTo>
                <a:lnTo>
                  <a:pt x="1260678" y="1105596"/>
                </a:lnTo>
                <a:lnTo>
                  <a:pt x="1260552" y="1105458"/>
                </a:lnTo>
                <a:lnTo>
                  <a:pt x="1260414" y="1105332"/>
                </a:lnTo>
                <a:lnTo>
                  <a:pt x="1260263" y="1105221"/>
                </a:lnTo>
                <a:lnTo>
                  <a:pt x="1260103" y="1105125"/>
                </a:lnTo>
                <a:lnTo>
                  <a:pt x="1259934" y="1105045"/>
                </a:lnTo>
                <a:lnTo>
                  <a:pt x="1259758" y="1104982"/>
                </a:lnTo>
                <a:lnTo>
                  <a:pt x="1259577" y="1104937"/>
                </a:lnTo>
                <a:lnTo>
                  <a:pt x="1259392" y="1104909"/>
                </a:lnTo>
                <a:lnTo>
                  <a:pt x="1259205" y="1104900"/>
                </a:lnTo>
                <a:lnTo>
                  <a:pt x="1230630" y="1104900"/>
                </a:lnTo>
                <a:lnTo>
                  <a:pt x="1230443" y="1104909"/>
                </a:lnTo>
                <a:lnTo>
                  <a:pt x="1230258" y="1104937"/>
                </a:lnTo>
                <a:lnTo>
                  <a:pt x="1230077" y="1104982"/>
                </a:lnTo>
                <a:lnTo>
                  <a:pt x="1229901" y="1105045"/>
                </a:lnTo>
                <a:lnTo>
                  <a:pt x="1229732" y="1105125"/>
                </a:lnTo>
                <a:lnTo>
                  <a:pt x="1229572" y="1105221"/>
                </a:lnTo>
                <a:lnTo>
                  <a:pt x="1229421" y="1105332"/>
                </a:lnTo>
                <a:lnTo>
                  <a:pt x="1229283" y="1105458"/>
                </a:lnTo>
                <a:lnTo>
                  <a:pt x="1229157" y="1105596"/>
                </a:lnTo>
                <a:lnTo>
                  <a:pt x="1229046" y="1105747"/>
                </a:lnTo>
                <a:lnTo>
                  <a:pt x="1228950" y="1105907"/>
                </a:lnTo>
                <a:lnTo>
                  <a:pt x="1228870" y="1106076"/>
                </a:lnTo>
                <a:lnTo>
                  <a:pt x="1228807" y="1106252"/>
                </a:lnTo>
                <a:lnTo>
                  <a:pt x="1228762" y="1106433"/>
                </a:lnTo>
                <a:lnTo>
                  <a:pt x="1228734" y="1106618"/>
                </a:lnTo>
                <a:lnTo>
                  <a:pt x="1228725" y="1106805"/>
                </a:lnTo>
                <a:lnTo>
                  <a:pt x="1228725" y="1152525"/>
                </a:lnTo>
                <a:lnTo>
                  <a:pt x="1221105" y="1152525"/>
                </a:lnTo>
                <a:lnTo>
                  <a:pt x="1220918" y="1152534"/>
                </a:lnTo>
                <a:lnTo>
                  <a:pt x="1220733" y="1152562"/>
                </a:lnTo>
                <a:lnTo>
                  <a:pt x="1220552" y="1152607"/>
                </a:lnTo>
                <a:lnTo>
                  <a:pt x="1220376" y="1152670"/>
                </a:lnTo>
                <a:lnTo>
                  <a:pt x="1220207" y="1152750"/>
                </a:lnTo>
                <a:lnTo>
                  <a:pt x="1220047" y="1152846"/>
                </a:lnTo>
                <a:lnTo>
                  <a:pt x="1219896" y="1152957"/>
                </a:lnTo>
                <a:lnTo>
                  <a:pt x="1219758" y="1153083"/>
                </a:lnTo>
                <a:lnTo>
                  <a:pt x="1219632" y="1153221"/>
                </a:lnTo>
                <a:lnTo>
                  <a:pt x="1219521" y="1153372"/>
                </a:lnTo>
                <a:lnTo>
                  <a:pt x="1219425" y="1153532"/>
                </a:lnTo>
                <a:lnTo>
                  <a:pt x="1219345" y="1153701"/>
                </a:lnTo>
                <a:lnTo>
                  <a:pt x="1219282" y="1153877"/>
                </a:lnTo>
                <a:lnTo>
                  <a:pt x="1219237" y="1154058"/>
                </a:lnTo>
                <a:lnTo>
                  <a:pt x="1219209" y="1154243"/>
                </a:lnTo>
                <a:lnTo>
                  <a:pt x="1219200" y="1154430"/>
                </a:lnTo>
                <a:lnTo>
                  <a:pt x="1219200" y="1171575"/>
                </a:lnTo>
                <a:lnTo>
                  <a:pt x="1211580" y="1171575"/>
                </a:lnTo>
                <a:lnTo>
                  <a:pt x="1211393" y="1171584"/>
                </a:lnTo>
                <a:lnTo>
                  <a:pt x="1211208" y="1171612"/>
                </a:lnTo>
                <a:lnTo>
                  <a:pt x="1211027" y="1171657"/>
                </a:lnTo>
                <a:lnTo>
                  <a:pt x="1210851" y="1171720"/>
                </a:lnTo>
                <a:lnTo>
                  <a:pt x="1210682" y="1171800"/>
                </a:lnTo>
                <a:lnTo>
                  <a:pt x="1210522" y="1171896"/>
                </a:lnTo>
                <a:lnTo>
                  <a:pt x="1210371" y="1172007"/>
                </a:lnTo>
                <a:lnTo>
                  <a:pt x="1210233" y="1172133"/>
                </a:lnTo>
                <a:lnTo>
                  <a:pt x="1210107" y="1172271"/>
                </a:lnTo>
                <a:lnTo>
                  <a:pt x="1209996" y="1172422"/>
                </a:lnTo>
                <a:lnTo>
                  <a:pt x="1209900" y="1172582"/>
                </a:lnTo>
                <a:lnTo>
                  <a:pt x="1209820" y="1172751"/>
                </a:lnTo>
                <a:lnTo>
                  <a:pt x="1209757" y="1172927"/>
                </a:lnTo>
                <a:lnTo>
                  <a:pt x="1209712" y="1173108"/>
                </a:lnTo>
                <a:lnTo>
                  <a:pt x="1209684" y="1173293"/>
                </a:lnTo>
                <a:lnTo>
                  <a:pt x="1209675" y="1173480"/>
                </a:lnTo>
                <a:lnTo>
                  <a:pt x="1209675" y="1209675"/>
                </a:lnTo>
                <a:lnTo>
                  <a:pt x="1203960" y="1209675"/>
                </a:lnTo>
                <a:lnTo>
                  <a:pt x="1203960" y="1192530"/>
                </a:lnTo>
                <a:lnTo>
                  <a:pt x="1203951" y="1192343"/>
                </a:lnTo>
                <a:lnTo>
                  <a:pt x="1203923" y="1192158"/>
                </a:lnTo>
                <a:lnTo>
                  <a:pt x="1203878" y="1191977"/>
                </a:lnTo>
                <a:lnTo>
                  <a:pt x="1203815" y="1191801"/>
                </a:lnTo>
                <a:lnTo>
                  <a:pt x="1203735" y="1191632"/>
                </a:lnTo>
                <a:lnTo>
                  <a:pt x="1203639" y="1191472"/>
                </a:lnTo>
                <a:lnTo>
                  <a:pt x="1203528" y="1191321"/>
                </a:lnTo>
                <a:lnTo>
                  <a:pt x="1203402" y="1191183"/>
                </a:lnTo>
                <a:lnTo>
                  <a:pt x="1203264" y="1191057"/>
                </a:lnTo>
                <a:lnTo>
                  <a:pt x="1203113" y="1190946"/>
                </a:lnTo>
                <a:lnTo>
                  <a:pt x="1202953" y="1190850"/>
                </a:lnTo>
                <a:lnTo>
                  <a:pt x="1202784" y="1190770"/>
                </a:lnTo>
                <a:lnTo>
                  <a:pt x="1202608" y="1190707"/>
                </a:lnTo>
                <a:lnTo>
                  <a:pt x="1202427" y="1190662"/>
                </a:lnTo>
                <a:lnTo>
                  <a:pt x="1202242" y="1190634"/>
                </a:lnTo>
                <a:lnTo>
                  <a:pt x="1202055" y="1190625"/>
                </a:lnTo>
                <a:lnTo>
                  <a:pt x="1194435" y="1190625"/>
                </a:lnTo>
                <a:lnTo>
                  <a:pt x="1194435" y="1183005"/>
                </a:lnTo>
                <a:lnTo>
                  <a:pt x="1194426" y="1182818"/>
                </a:lnTo>
                <a:lnTo>
                  <a:pt x="1194398" y="1182633"/>
                </a:lnTo>
                <a:lnTo>
                  <a:pt x="1194353" y="1182452"/>
                </a:lnTo>
                <a:lnTo>
                  <a:pt x="1194290" y="1182276"/>
                </a:lnTo>
                <a:lnTo>
                  <a:pt x="1194210" y="1182107"/>
                </a:lnTo>
                <a:lnTo>
                  <a:pt x="1194114" y="1181947"/>
                </a:lnTo>
                <a:lnTo>
                  <a:pt x="1194003" y="1181796"/>
                </a:lnTo>
                <a:lnTo>
                  <a:pt x="1193877" y="1181658"/>
                </a:lnTo>
                <a:lnTo>
                  <a:pt x="1193739" y="1181532"/>
                </a:lnTo>
                <a:lnTo>
                  <a:pt x="1193588" y="1181421"/>
                </a:lnTo>
                <a:lnTo>
                  <a:pt x="1193428" y="1181325"/>
                </a:lnTo>
                <a:lnTo>
                  <a:pt x="1193259" y="1181245"/>
                </a:lnTo>
                <a:lnTo>
                  <a:pt x="1193083" y="1181182"/>
                </a:lnTo>
                <a:lnTo>
                  <a:pt x="1192902" y="1181137"/>
                </a:lnTo>
                <a:lnTo>
                  <a:pt x="1192717" y="1181109"/>
                </a:lnTo>
                <a:lnTo>
                  <a:pt x="1192530" y="1181100"/>
                </a:lnTo>
                <a:lnTo>
                  <a:pt x="1184910" y="1181100"/>
                </a:lnTo>
                <a:lnTo>
                  <a:pt x="1184910" y="1135380"/>
                </a:lnTo>
                <a:lnTo>
                  <a:pt x="1184901" y="1135193"/>
                </a:lnTo>
                <a:lnTo>
                  <a:pt x="1184873" y="1135008"/>
                </a:lnTo>
                <a:lnTo>
                  <a:pt x="1184828" y="1134827"/>
                </a:lnTo>
                <a:lnTo>
                  <a:pt x="1184765" y="1134651"/>
                </a:lnTo>
                <a:lnTo>
                  <a:pt x="1184685" y="1134482"/>
                </a:lnTo>
                <a:lnTo>
                  <a:pt x="1184589" y="1134322"/>
                </a:lnTo>
                <a:lnTo>
                  <a:pt x="1184478" y="1134171"/>
                </a:lnTo>
                <a:lnTo>
                  <a:pt x="1184352" y="1134033"/>
                </a:lnTo>
                <a:lnTo>
                  <a:pt x="1184214" y="1133907"/>
                </a:lnTo>
                <a:lnTo>
                  <a:pt x="1184063" y="1133796"/>
                </a:lnTo>
                <a:lnTo>
                  <a:pt x="1183903" y="1133700"/>
                </a:lnTo>
                <a:lnTo>
                  <a:pt x="1183734" y="1133620"/>
                </a:lnTo>
                <a:lnTo>
                  <a:pt x="1183558" y="1133557"/>
                </a:lnTo>
                <a:lnTo>
                  <a:pt x="1183377" y="1133512"/>
                </a:lnTo>
                <a:lnTo>
                  <a:pt x="1183192" y="1133484"/>
                </a:lnTo>
                <a:lnTo>
                  <a:pt x="1183005" y="1133475"/>
                </a:lnTo>
                <a:lnTo>
                  <a:pt x="1175385" y="1133475"/>
                </a:lnTo>
                <a:lnTo>
                  <a:pt x="1175385" y="1116330"/>
                </a:lnTo>
                <a:lnTo>
                  <a:pt x="1175376" y="1116143"/>
                </a:lnTo>
                <a:lnTo>
                  <a:pt x="1175348" y="1115958"/>
                </a:lnTo>
                <a:lnTo>
                  <a:pt x="1175303" y="1115777"/>
                </a:lnTo>
                <a:lnTo>
                  <a:pt x="1175240" y="1115601"/>
                </a:lnTo>
                <a:lnTo>
                  <a:pt x="1175160" y="1115432"/>
                </a:lnTo>
                <a:lnTo>
                  <a:pt x="1175064" y="1115272"/>
                </a:lnTo>
                <a:lnTo>
                  <a:pt x="1174953" y="1115121"/>
                </a:lnTo>
                <a:lnTo>
                  <a:pt x="1174827" y="1114983"/>
                </a:lnTo>
                <a:lnTo>
                  <a:pt x="1174689" y="1114857"/>
                </a:lnTo>
                <a:lnTo>
                  <a:pt x="1174538" y="1114746"/>
                </a:lnTo>
                <a:lnTo>
                  <a:pt x="1174378" y="1114650"/>
                </a:lnTo>
                <a:lnTo>
                  <a:pt x="1174209" y="1114570"/>
                </a:lnTo>
                <a:lnTo>
                  <a:pt x="1174033" y="1114507"/>
                </a:lnTo>
                <a:lnTo>
                  <a:pt x="1173852" y="1114462"/>
                </a:lnTo>
                <a:lnTo>
                  <a:pt x="1173667" y="1114434"/>
                </a:lnTo>
                <a:lnTo>
                  <a:pt x="1173480" y="1114425"/>
                </a:lnTo>
                <a:lnTo>
                  <a:pt x="1156335" y="1114425"/>
                </a:lnTo>
                <a:lnTo>
                  <a:pt x="1156335" y="1078230"/>
                </a:lnTo>
                <a:lnTo>
                  <a:pt x="1156326" y="1078043"/>
                </a:lnTo>
                <a:lnTo>
                  <a:pt x="1156298" y="1077858"/>
                </a:lnTo>
                <a:lnTo>
                  <a:pt x="1156253" y="1077677"/>
                </a:lnTo>
                <a:lnTo>
                  <a:pt x="1156190" y="1077501"/>
                </a:lnTo>
                <a:lnTo>
                  <a:pt x="1156110" y="1077332"/>
                </a:lnTo>
                <a:lnTo>
                  <a:pt x="1156014" y="1077172"/>
                </a:lnTo>
                <a:lnTo>
                  <a:pt x="1155903" y="1077021"/>
                </a:lnTo>
                <a:lnTo>
                  <a:pt x="1155777" y="1076883"/>
                </a:lnTo>
                <a:lnTo>
                  <a:pt x="1155639" y="1076757"/>
                </a:lnTo>
                <a:lnTo>
                  <a:pt x="1155488" y="1076646"/>
                </a:lnTo>
                <a:lnTo>
                  <a:pt x="1155328" y="1076550"/>
                </a:lnTo>
                <a:lnTo>
                  <a:pt x="1155159" y="1076470"/>
                </a:lnTo>
                <a:lnTo>
                  <a:pt x="1154983" y="1076407"/>
                </a:lnTo>
                <a:lnTo>
                  <a:pt x="1154802" y="1076362"/>
                </a:lnTo>
                <a:lnTo>
                  <a:pt x="1154617" y="1076334"/>
                </a:lnTo>
                <a:lnTo>
                  <a:pt x="1154430" y="1076325"/>
                </a:lnTo>
                <a:lnTo>
                  <a:pt x="1125855" y="1076325"/>
                </a:lnTo>
                <a:lnTo>
                  <a:pt x="1125668" y="1076334"/>
                </a:lnTo>
                <a:lnTo>
                  <a:pt x="1125483" y="1076362"/>
                </a:lnTo>
                <a:lnTo>
                  <a:pt x="1125302" y="1076407"/>
                </a:lnTo>
                <a:lnTo>
                  <a:pt x="1125126" y="1076470"/>
                </a:lnTo>
                <a:lnTo>
                  <a:pt x="1124957" y="1076550"/>
                </a:lnTo>
                <a:lnTo>
                  <a:pt x="1124797" y="1076646"/>
                </a:lnTo>
                <a:lnTo>
                  <a:pt x="1124646" y="1076757"/>
                </a:lnTo>
                <a:lnTo>
                  <a:pt x="1124508" y="1076883"/>
                </a:lnTo>
                <a:lnTo>
                  <a:pt x="1124382" y="1077021"/>
                </a:lnTo>
                <a:lnTo>
                  <a:pt x="1124271" y="1077172"/>
                </a:lnTo>
                <a:lnTo>
                  <a:pt x="1124175" y="1077332"/>
                </a:lnTo>
                <a:lnTo>
                  <a:pt x="1124095" y="1077501"/>
                </a:lnTo>
                <a:lnTo>
                  <a:pt x="1124032" y="1077677"/>
                </a:lnTo>
                <a:lnTo>
                  <a:pt x="1123987" y="1077858"/>
                </a:lnTo>
                <a:lnTo>
                  <a:pt x="1123959" y="1078043"/>
                </a:lnTo>
                <a:lnTo>
                  <a:pt x="1123950" y="1078230"/>
                </a:lnTo>
                <a:lnTo>
                  <a:pt x="1123950" y="1085850"/>
                </a:lnTo>
                <a:lnTo>
                  <a:pt x="1116330" y="1085850"/>
                </a:lnTo>
                <a:lnTo>
                  <a:pt x="1116143" y="1085859"/>
                </a:lnTo>
                <a:lnTo>
                  <a:pt x="1115958" y="1085887"/>
                </a:lnTo>
                <a:lnTo>
                  <a:pt x="1115777" y="1085932"/>
                </a:lnTo>
                <a:lnTo>
                  <a:pt x="1115601" y="1085995"/>
                </a:lnTo>
                <a:lnTo>
                  <a:pt x="1115432" y="1086075"/>
                </a:lnTo>
                <a:lnTo>
                  <a:pt x="1115272" y="1086171"/>
                </a:lnTo>
                <a:lnTo>
                  <a:pt x="1115121" y="1086282"/>
                </a:lnTo>
                <a:lnTo>
                  <a:pt x="1114983" y="1086408"/>
                </a:lnTo>
                <a:lnTo>
                  <a:pt x="1114857" y="1086546"/>
                </a:lnTo>
                <a:lnTo>
                  <a:pt x="1114746" y="1086697"/>
                </a:lnTo>
                <a:lnTo>
                  <a:pt x="1114650" y="1086857"/>
                </a:lnTo>
                <a:lnTo>
                  <a:pt x="1114570" y="1087026"/>
                </a:lnTo>
                <a:lnTo>
                  <a:pt x="1114507" y="1087202"/>
                </a:lnTo>
                <a:lnTo>
                  <a:pt x="1114462" y="1087383"/>
                </a:lnTo>
                <a:lnTo>
                  <a:pt x="1114434" y="1087568"/>
                </a:lnTo>
                <a:lnTo>
                  <a:pt x="1114425" y="1087755"/>
                </a:lnTo>
                <a:lnTo>
                  <a:pt x="1114425" y="1095375"/>
                </a:lnTo>
                <a:lnTo>
                  <a:pt x="1108710" y="1095375"/>
                </a:lnTo>
                <a:lnTo>
                  <a:pt x="1108710" y="925830"/>
                </a:lnTo>
                <a:lnTo>
                  <a:pt x="1108701" y="925643"/>
                </a:lnTo>
                <a:lnTo>
                  <a:pt x="1108673" y="925458"/>
                </a:lnTo>
                <a:lnTo>
                  <a:pt x="1108628" y="925277"/>
                </a:lnTo>
                <a:lnTo>
                  <a:pt x="1108565" y="925101"/>
                </a:lnTo>
                <a:lnTo>
                  <a:pt x="1108485" y="924932"/>
                </a:lnTo>
                <a:lnTo>
                  <a:pt x="1108389" y="924772"/>
                </a:lnTo>
                <a:lnTo>
                  <a:pt x="1108278" y="924621"/>
                </a:lnTo>
                <a:lnTo>
                  <a:pt x="1108152" y="924483"/>
                </a:lnTo>
                <a:lnTo>
                  <a:pt x="1108014" y="924357"/>
                </a:lnTo>
                <a:lnTo>
                  <a:pt x="1107863" y="924246"/>
                </a:lnTo>
                <a:lnTo>
                  <a:pt x="1107703" y="924150"/>
                </a:lnTo>
                <a:lnTo>
                  <a:pt x="1107534" y="924070"/>
                </a:lnTo>
                <a:lnTo>
                  <a:pt x="1107358" y="924007"/>
                </a:lnTo>
                <a:lnTo>
                  <a:pt x="1107177" y="923962"/>
                </a:lnTo>
                <a:lnTo>
                  <a:pt x="1106992" y="923934"/>
                </a:lnTo>
                <a:lnTo>
                  <a:pt x="1106805" y="923925"/>
                </a:lnTo>
                <a:lnTo>
                  <a:pt x="1099185" y="923925"/>
                </a:lnTo>
                <a:lnTo>
                  <a:pt x="1099185" y="887730"/>
                </a:lnTo>
                <a:lnTo>
                  <a:pt x="1099176" y="887543"/>
                </a:lnTo>
                <a:lnTo>
                  <a:pt x="1099148" y="887358"/>
                </a:lnTo>
                <a:lnTo>
                  <a:pt x="1099103" y="887177"/>
                </a:lnTo>
                <a:lnTo>
                  <a:pt x="1099040" y="887001"/>
                </a:lnTo>
                <a:lnTo>
                  <a:pt x="1098960" y="886832"/>
                </a:lnTo>
                <a:lnTo>
                  <a:pt x="1098864" y="886672"/>
                </a:lnTo>
                <a:lnTo>
                  <a:pt x="1098753" y="886521"/>
                </a:lnTo>
                <a:lnTo>
                  <a:pt x="1098627" y="886383"/>
                </a:lnTo>
                <a:lnTo>
                  <a:pt x="1098489" y="886257"/>
                </a:lnTo>
                <a:lnTo>
                  <a:pt x="1098338" y="886146"/>
                </a:lnTo>
                <a:lnTo>
                  <a:pt x="1098178" y="886050"/>
                </a:lnTo>
                <a:lnTo>
                  <a:pt x="1098009" y="885970"/>
                </a:lnTo>
                <a:lnTo>
                  <a:pt x="1097833" y="885907"/>
                </a:lnTo>
                <a:lnTo>
                  <a:pt x="1097652" y="885862"/>
                </a:lnTo>
                <a:lnTo>
                  <a:pt x="1097467" y="885834"/>
                </a:lnTo>
                <a:lnTo>
                  <a:pt x="1097280" y="885825"/>
                </a:lnTo>
                <a:lnTo>
                  <a:pt x="1068705" y="885825"/>
                </a:lnTo>
                <a:lnTo>
                  <a:pt x="1068518" y="885834"/>
                </a:lnTo>
                <a:lnTo>
                  <a:pt x="1068333" y="885862"/>
                </a:lnTo>
                <a:lnTo>
                  <a:pt x="1068152" y="885907"/>
                </a:lnTo>
                <a:lnTo>
                  <a:pt x="1067976" y="885970"/>
                </a:lnTo>
                <a:lnTo>
                  <a:pt x="1067807" y="886050"/>
                </a:lnTo>
                <a:lnTo>
                  <a:pt x="1067647" y="886146"/>
                </a:lnTo>
                <a:lnTo>
                  <a:pt x="1067496" y="886257"/>
                </a:lnTo>
                <a:lnTo>
                  <a:pt x="1067358" y="886383"/>
                </a:lnTo>
                <a:lnTo>
                  <a:pt x="1067232" y="886521"/>
                </a:lnTo>
                <a:lnTo>
                  <a:pt x="1067121" y="886672"/>
                </a:lnTo>
                <a:lnTo>
                  <a:pt x="1067025" y="886832"/>
                </a:lnTo>
                <a:lnTo>
                  <a:pt x="1066945" y="887001"/>
                </a:lnTo>
                <a:lnTo>
                  <a:pt x="1066882" y="887177"/>
                </a:lnTo>
                <a:lnTo>
                  <a:pt x="1066837" y="887358"/>
                </a:lnTo>
                <a:lnTo>
                  <a:pt x="1066809" y="887543"/>
                </a:lnTo>
                <a:lnTo>
                  <a:pt x="1066800" y="887730"/>
                </a:lnTo>
                <a:lnTo>
                  <a:pt x="1066800" y="895350"/>
                </a:lnTo>
                <a:lnTo>
                  <a:pt x="1059180" y="895350"/>
                </a:lnTo>
                <a:lnTo>
                  <a:pt x="1058993" y="895359"/>
                </a:lnTo>
                <a:lnTo>
                  <a:pt x="1058808" y="895387"/>
                </a:lnTo>
                <a:lnTo>
                  <a:pt x="1058627" y="895432"/>
                </a:lnTo>
                <a:lnTo>
                  <a:pt x="1058451" y="895495"/>
                </a:lnTo>
                <a:lnTo>
                  <a:pt x="1058282" y="895575"/>
                </a:lnTo>
                <a:lnTo>
                  <a:pt x="1058122" y="895671"/>
                </a:lnTo>
                <a:lnTo>
                  <a:pt x="1057971" y="895782"/>
                </a:lnTo>
                <a:lnTo>
                  <a:pt x="1057833" y="895908"/>
                </a:lnTo>
                <a:lnTo>
                  <a:pt x="1057707" y="896046"/>
                </a:lnTo>
                <a:lnTo>
                  <a:pt x="1057596" y="896197"/>
                </a:lnTo>
                <a:lnTo>
                  <a:pt x="1057500" y="896357"/>
                </a:lnTo>
                <a:lnTo>
                  <a:pt x="1057420" y="896526"/>
                </a:lnTo>
                <a:lnTo>
                  <a:pt x="1057357" y="896702"/>
                </a:lnTo>
                <a:lnTo>
                  <a:pt x="1057312" y="896883"/>
                </a:lnTo>
                <a:lnTo>
                  <a:pt x="1057284" y="897068"/>
                </a:lnTo>
                <a:lnTo>
                  <a:pt x="1057275" y="897255"/>
                </a:lnTo>
                <a:lnTo>
                  <a:pt x="1057275" y="914400"/>
                </a:lnTo>
                <a:lnTo>
                  <a:pt x="1051560" y="914400"/>
                </a:lnTo>
                <a:lnTo>
                  <a:pt x="1051560" y="906780"/>
                </a:lnTo>
                <a:lnTo>
                  <a:pt x="1051551" y="906593"/>
                </a:lnTo>
                <a:lnTo>
                  <a:pt x="1051523" y="906408"/>
                </a:lnTo>
                <a:lnTo>
                  <a:pt x="1051478" y="906227"/>
                </a:lnTo>
                <a:lnTo>
                  <a:pt x="1051415" y="906051"/>
                </a:lnTo>
                <a:lnTo>
                  <a:pt x="1051335" y="905882"/>
                </a:lnTo>
                <a:lnTo>
                  <a:pt x="1051239" y="905722"/>
                </a:lnTo>
                <a:lnTo>
                  <a:pt x="1051128" y="905571"/>
                </a:lnTo>
                <a:lnTo>
                  <a:pt x="1051002" y="905433"/>
                </a:lnTo>
                <a:lnTo>
                  <a:pt x="1050864" y="905307"/>
                </a:lnTo>
                <a:lnTo>
                  <a:pt x="1050713" y="905196"/>
                </a:lnTo>
                <a:lnTo>
                  <a:pt x="1050553" y="905100"/>
                </a:lnTo>
                <a:lnTo>
                  <a:pt x="1050384" y="905020"/>
                </a:lnTo>
                <a:lnTo>
                  <a:pt x="1050208" y="904957"/>
                </a:lnTo>
                <a:lnTo>
                  <a:pt x="1050027" y="904912"/>
                </a:lnTo>
                <a:lnTo>
                  <a:pt x="1049842" y="904884"/>
                </a:lnTo>
                <a:lnTo>
                  <a:pt x="1049655" y="904875"/>
                </a:lnTo>
                <a:lnTo>
                  <a:pt x="1042035" y="904875"/>
                </a:lnTo>
                <a:lnTo>
                  <a:pt x="1042035" y="897255"/>
                </a:lnTo>
                <a:lnTo>
                  <a:pt x="1042026" y="897068"/>
                </a:lnTo>
                <a:lnTo>
                  <a:pt x="1041998" y="896883"/>
                </a:lnTo>
                <a:lnTo>
                  <a:pt x="1041953" y="896702"/>
                </a:lnTo>
                <a:lnTo>
                  <a:pt x="1041890" y="896526"/>
                </a:lnTo>
                <a:lnTo>
                  <a:pt x="1041810" y="896357"/>
                </a:lnTo>
                <a:lnTo>
                  <a:pt x="1041714" y="896197"/>
                </a:lnTo>
                <a:lnTo>
                  <a:pt x="1041603" y="896046"/>
                </a:lnTo>
                <a:lnTo>
                  <a:pt x="1041477" y="895908"/>
                </a:lnTo>
                <a:lnTo>
                  <a:pt x="1041339" y="895782"/>
                </a:lnTo>
                <a:lnTo>
                  <a:pt x="1041188" y="895671"/>
                </a:lnTo>
                <a:lnTo>
                  <a:pt x="1041028" y="895575"/>
                </a:lnTo>
                <a:lnTo>
                  <a:pt x="1040859" y="895495"/>
                </a:lnTo>
                <a:lnTo>
                  <a:pt x="1040683" y="895432"/>
                </a:lnTo>
                <a:lnTo>
                  <a:pt x="1040502" y="895387"/>
                </a:lnTo>
                <a:lnTo>
                  <a:pt x="1040317" y="895359"/>
                </a:lnTo>
                <a:lnTo>
                  <a:pt x="1040130" y="895350"/>
                </a:lnTo>
                <a:lnTo>
                  <a:pt x="1021080" y="895350"/>
                </a:lnTo>
                <a:lnTo>
                  <a:pt x="1020893" y="895359"/>
                </a:lnTo>
                <a:lnTo>
                  <a:pt x="1020708" y="895387"/>
                </a:lnTo>
                <a:lnTo>
                  <a:pt x="1020527" y="895432"/>
                </a:lnTo>
                <a:lnTo>
                  <a:pt x="1020351" y="895495"/>
                </a:lnTo>
                <a:lnTo>
                  <a:pt x="1020182" y="895575"/>
                </a:lnTo>
                <a:lnTo>
                  <a:pt x="1020022" y="895671"/>
                </a:lnTo>
                <a:lnTo>
                  <a:pt x="1019871" y="895782"/>
                </a:lnTo>
                <a:lnTo>
                  <a:pt x="1019733" y="895908"/>
                </a:lnTo>
                <a:lnTo>
                  <a:pt x="1019607" y="896046"/>
                </a:lnTo>
                <a:lnTo>
                  <a:pt x="1019496" y="896197"/>
                </a:lnTo>
                <a:lnTo>
                  <a:pt x="1019400" y="896357"/>
                </a:lnTo>
                <a:lnTo>
                  <a:pt x="1019320" y="896526"/>
                </a:lnTo>
                <a:lnTo>
                  <a:pt x="1019257" y="896702"/>
                </a:lnTo>
                <a:lnTo>
                  <a:pt x="1019212" y="896883"/>
                </a:lnTo>
                <a:lnTo>
                  <a:pt x="1019184" y="897068"/>
                </a:lnTo>
                <a:lnTo>
                  <a:pt x="1019175" y="897255"/>
                </a:lnTo>
                <a:lnTo>
                  <a:pt x="1019175" y="904875"/>
                </a:lnTo>
                <a:lnTo>
                  <a:pt x="1011555" y="904875"/>
                </a:lnTo>
                <a:lnTo>
                  <a:pt x="1011368" y="904884"/>
                </a:lnTo>
                <a:lnTo>
                  <a:pt x="1011183" y="904912"/>
                </a:lnTo>
                <a:lnTo>
                  <a:pt x="1011002" y="904957"/>
                </a:lnTo>
                <a:lnTo>
                  <a:pt x="1010826" y="905020"/>
                </a:lnTo>
                <a:lnTo>
                  <a:pt x="1010657" y="905100"/>
                </a:lnTo>
                <a:lnTo>
                  <a:pt x="1010497" y="905196"/>
                </a:lnTo>
                <a:lnTo>
                  <a:pt x="1010346" y="905307"/>
                </a:lnTo>
                <a:lnTo>
                  <a:pt x="1010208" y="905433"/>
                </a:lnTo>
                <a:lnTo>
                  <a:pt x="1010082" y="905571"/>
                </a:lnTo>
                <a:lnTo>
                  <a:pt x="1009971" y="905722"/>
                </a:lnTo>
                <a:lnTo>
                  <a:pt x="1009875" y="905882"/>
                </a:lnTo>
                <a:lnTo>
                  <a:pt x="1009795" y="906051"/>
                </a:lnTo>
                <a:lnTo>
                  <a:pt x="1009732" y="906227"/>
                </a:lnTo>
                <a:lnTo>
                  <a:pt x="1009687" y="906408"/>
                </a:lnTo>
                <a:lnTo>
                  <a:pt x="1009659" y="906593"/>
                </a:lnTo>
                <a:lnTo>
                  <a:pt x="1009650" y="906780"/>
                </a:lnTo>
                <a:lnTo>
                  <a:pt x="1009650" y="1085850"/>
                </a:lnTo>
                <a:lnTo>
                  <a:pt x="994410" y="1085850"/>
                </a:lnTo>
                <a:lnTo>
                  <a:pt x="994410" y="1078230"/>
                </a:lnTo>
                <a:lnTo>
                  <a:pt x="994401" y="1078043"/>
                </a:lnTo>
                <a:lnTo>
                  <a:pt x="994373" y="1077858"/>
                </a:lnTo>
                <a:lnTo>
                  <a:pt x="994328" y="1077677"/>
                </a:lnTo>
                <a:lnTo>
                  <a:pt x="994265" y="1077501"/>
                </a:lnTo>
                <a:lnTo>
                  <a:pt x="994185" y="1077332"/>
                </a:lnTo>
                <a:lnTo>
                  <a:pt x="994089" y="1077172"/>
                </a:lnTo>
                <a:lnTo>
                  <a:pt x="993978" y="1077021"/>
                </a:lnTo>
                <a:lnTo>
                  <a:pt x="993852" y="1076883"/>
                </a:lnTo>
                <a:lnTo>
                  <a:pt x="993714" y="1076757"/>
                </a:lnTo>
                <a:lnTo>
                  <a:pt x="993563" y="1076646"/>
                </a:lnTo>
                <a:lnTo>
                  <a:pt x="993403" y="1076550"/>
                </a:lnTo>
                <a:lnTo>
                  <a:pt x="993234" y="1076470"/>
                </a:lnTo>
                <a:lnTo>
                  <a:pt x="993058" y="1076407"/>
                </a:lnTo>
                <a:lnTo>
                  <a:pt x="992877" y="1076362"/>
                </a:lnTo>
                <a:lnTo>
                  <a:pt x="992692" y="1076334"/>
                </a:lnTo>
                <a:lnTo>
                  <a:pt x="992505" y="1076325"/>
                </a:lnTo>
                <a:lnTo>
                  <a:pt x="984885" y="1076325"/>
                </a:lnTo>
                <a:lnTo>
                  <a:pt x="984885" y="1068705"/>
                </a:lnTo>
                <a:lnTo>
                  <a:pt x="984876" y="1068518"/>
                </a:lnTo>
                <a:lnTo>
                  <a:pt x="984848" y="1068333"/>
                </a:lnTo>
                <a:lnTo>
                  <a:pt x="984803" y="1068152"/>
                </a:lnTo>
                <a:lnTo>
                  <a:pt x="984740" y="1067976"/>
                </a:lnTo>
                <a:lnTo>
                  <a:pt x="984660" y="1067807"/>
                </a:lnTo>
                <a:lnTo>
                  <a:pt x="984564" y="1067647"/>
                </a:lnTo>
                <a:lnTo>
                  <a:pt x="984453" y="1067496"/>
                </a:lnTo>
                <a:lnTo>
                  <a:pt x="984327" y="1067358"/>
                </a:lnTo>
                <a:lnTo>
                  <a:pt x="984189" y="1067232"/>
                </a:lnTo>
                <a:lnTo>
                  <a:pt x="984038" y="1067121"/>
                </a:lnTo>
                <a:lnTo>
                  <a:pt x="983878" y="1067025"/>
                </a:lnTo>
                <a:lnTo>
                  <a:pt x="983709" y="1066945"/>
                </a:lnTo>
                <a:lnTo>
                  <a:pt x="983533" y="1066882"/>
                </a:lnTo>
                <a:lnTo>
                  <a:pt x="983352" y="1066837"/>
                </a:lnTo>
                <a:lnTo>
                  <a:pt x="983167" y="1066809"/>
                </a:lnTo>
                <a:lnTo>
                  <a:pt x="982980" y="1066800"/>
                </a:lnTo>
                <a:lnTo>
                  <a:pt x="963930" y="1066800"/>
                </a:lnTo>
                <a:lnTo>
                  <a:pt x="963743" y="1066809"/>
                </a:lnTo>
                <a:lnTo>
                  <a:pt x="963558" y="1066837"/>
                </a:lnTo>
                <a:lnTo>
                  <a:pt x="963377" y="1066882"/>
                </a:lnTo>
                <a:lnTo>
                  <a:pt x="963201" y="1066945"/>
                </a:lnTo>
                <a:lnTo>
                  <a:pt x="963032" y="1067025"/>
                </a:lnTo>
                <a:lnTo>
                  <a:pt x="962872" y="1067121"/>
                </a:lnTo>
                <a:lnTo>
                  <a:pt x="962721" y="1067232"/>
                </a:lnTo>
                <a:lnTo>
                  <a:pt x="962583" y="1067358"/>
                </a:lnTo>
                <a:lnTo>
                  <a:pt x="962457" y="1067496"/>
                </a:lnTo>
                <a:lnTo>
                  <a:pt x="962346" y="1067647"/>
                </a:lnTo>
                <a:lnTo>
                  <a:pt x="962250" y="1067807"/>
                </a:lnTo>
                <a:lnTo>
                  <a:pt x="962170" y="1067976"/>
                </a:lnTo>
                <a:lnTo>
                  <a:pt x="962107" y="1068152"/>
                </a:lnTo>
                <a:lnTo>
                  <a:pt x="962062" y="1068333"/>
                </a:lnTo>
                <a:lnTo>
                  <a:pt x="962034" y="1068518"/>
                </a:lnTo>
                <a:lnTo>
                  <a:pt x="962025" y="1068705"/>
                </a:lnTo>
                <a:lnTo>
                  <a:pt x="962025" y="1095375"/>
                </a:lnTo>
                <a:lnTo>
                  <a:pt x="956310" y="1095375"/>
                </a:lnTo>
                <a:lnTo>
                  <a:pt x="956310" y="1078230"/>
                </a:lnTo>
                <a:lnTo>
                  <a:pt x="956301" y="1078043"/>
                </a:lnTo>
                <a:lnTo>
                  <a:pt x="956273" y="1077858"/>
                </a:lnTo>
                <a:lnTo>
                  <a:pt x="956228" y="1077677"/>
                </a:lnTo>
                <a:lnTo>
                  <a:pt x="956165" y="1077501"/>
                </a:lnTo>
                <a:lnTo>
                  <a:pt x="956085" y="1077332"/>
                </a:lnTo>
                <a:lnTo>
                  <a:pt x="955989" y="1077172"/>
                </a:lnTo>
                <a:lnTo>
                  <a:pt x="955878" y="1077021"/>
                </a:lnTo>
                <a:lnTo>
                  <a:pt x="955752" y="1076883"/>
                </a:lnTo>
                <a:lnTo>
                  <a:pt x="955614" y="1076757"/>
                </a:lnTo>
                <a:lnTo>
                  <a:pt x="955463" y="1076646"/>
                </a:lnTo>
                <a:lnTo>
                  <a:pt x="955303" y="1076550"/>
                </a:lnTo>
                <a:lnTo>
                  <a:pt x="955134" y="1076470"/>
                </a:lnTo>
                <a:lnTo>
                  <a:pt x="954958" y="1076407"/>
                </a:lnTo>
                <a:lnTo>
                  <a:pt x="954777" y="1076362"/>
                </a:lnTo>
                <a:lnTo>
                  <a:pt x="954592" y="1076334"/>
                </a:lnTo>
                <a:lnTo>
                  <a:pt x="954405" y="1076325"/>
                </a:lnTo>
                <a:lnTo>
                  <a:pt x="946785" y="1076325"/>
                </a:lnTo>
                <a:lnTo>
                  <a:pt x="946785" y="954405"/>
                </a:lnTo>
                <a:lnTo>
                  <a:pt x="946776" y="954218"/>
                </a:lnTo>
                <a:lnTo>
                  <a:pt x="946748" y="954033"/>
                </a:lnTo>
                <a:lnTo>
                  <a:pt x="946703" y="953852"/>
                </a:lnTo>
                <a:lnTo>
                  <a:pt x="946640" y="953676"/>
                </a:lnTo>
                <a:lnTo>
                  <a:pt x="946560" y="953507"/>
                </a:lnTo>
                <a:lnTo>
                  <a:pt x="946464" y="953347"/>
                </a:lnTo>
                <a:lnTo>
                  <a:pt x="946353" y="953196"/>
                </a:lnTo>
                <a:lnTo>
                  <a:pt x="946227" y="953058"/>
                </a:lnTo>
                <a:lnTo>
                  <a:pt x="946089" y="952932"/>
                </a:lnTo>
                <a:lnTo>
                  <a:pt x="945938" y="952821"/>
                </a:lnTo>
                <a:lnTo>
                  <a:pt x="945778" y="952725"/>
                </a:lnTo>
                <a:lnTo>
                  <a:pt x="945609" y="952645"/>
                </a:lnTo>
                <a:lnTo>
                  <a:pt x="945433" y="952582"/>
                </a:lnTo>
                <a:lnTo>
                  <a:pt x="945252" y="952537"/>
                </a:lnTo>
                <a:lnTo>
                  <a:pt x="945067" y="952509"/>
                </a:lnTo>
                <a:lnTo>
                  <a:pt x="944880" y="952500"/>
                </a:lnTo>
                <a:lnTo>
                  <a:pt x="937260" y="952500"/>
                </a:lnTo>
                <a:lnTo>
                  <a:pt x="937260" y="944880"/>
                </a:lnTo>
                <a:lnTo>
                  <a:pt x="937251" y="944693"/>
                </a:lnTo>
                <a:lnTo>
                  <a:pt x="937223" y="944508"/>
                </a:lnTo>
                <a:lnTo>
                  <a:pt x="937178" y="944327"/>
                </a:lnTo>
                <a:lnTo>
                  <a:pt x="937115" y="944151"/>
                </a:lnTo>
                <a:lnTo>
                  <a:pt x="937035" y="943982"/>
                </a:lnTo>
                <a:lnTo>
                  <a:pt x="936939" y="943822"/>
                </a:lnTo>
                <a:lnTo>
                  <a:pt x="936828" y="943671"/>
                </a:lnTo>
                <a:lnTo>
                  <a:pt x="936702" y="943533"/>
                </a:lnTo>
                <a:lnTo>
                  <a:pt x="936564" y="943407"/>
                </a:lnTo>
                <a:lnTo>
                  <a:pt x="936413" y="943296"/>
                </a:lnTo>
                <a:lnTo>
                  <a:pt x="936253" y="943200"/>
                </a:lnTo>
                <a:lnTo>
                  <a:pt x="936084" y="943120"/>
                </a:lnTo>
                <a:lnTo>
                  <a:pt x="935908" y="943057"/>
                </a:lnTo>
                <a:lnTo>
                  <a:pt x="935727" y="943012"/>
                </a:lnTo>
                <a:lnTo>
                  <a:pt x="935542" y="942984"/>
                </a:lnTo>
                <a:lnTo>
                  <a:pt x="935355" y="942975"/>
                </a:lnTo>
                <a:lnTo>
                  <a:pt x="918210" y="942975"/>
                </a:lnTo>
                <a:lnTo>
                  <a:pt x="918210" y="802005"/>
                </a:lnTo>
                <a:lnTo>
                  <a:pt x="918201" y="801818"/>
                </a:lnTo>
                <a:lnTo>
                  <a:pt x="918173" y="801633"/>
                </a:lnTo>
                <a:lnTo>
                  <a:pt x="918128" y="801452"/>
                </a:lnTo>
                <a:lnTo>
                  <a:pt x="918065" y="801276"/>
                </a:lnTo>
                <a:lnTo>
                  <a:pt x="917985" y="801107"/>
                </a:lnTo>
                <a:lnTo>
                  <a:pt x="917889" y="800947"/>
                </a:lnTo>
                <a:lnTo>
                  <a:pt x="917778" y="800796"/>
                </a:lnTo>
                <a:lnTo>
                  <a:pt x="917652" y="800658"/>
                </a:lnTo>
                <a:lnTo>
                  <a:pt x="917514" y="800532"/>
                </a:lnTo>
                <a:lnTo>
                  <a:pt x="917363" y="800421"/>
                </a:lnTo>
                <a:lnTo>
                  <a:pt x="917203" y="800325"/>
                </a:lnTo>
                <a:lnTo>
                  <a:pt x="917034" y="800245"/>
                </a:lnTo>
                <a:lnTo>
                  <a:pt x="916858" y="800182"/>
                </a:lnTo>
                <a:lnTo>
                  <a:pt x="916677" y="800137"/>
                </a:lnTo>
                <a:lnTo>
                  <a:pt x="916492" y="800109"/>
                </a:lnTo>
                <a:lnTo>
                  <a:pt x="916305" y="800100"/>
                </a:lnTo>
                <a:lnTo>
                  <a:pt x="908685" y="800100"/>
                </a:lnTo>
                <a:lnTo>
                  <a:pt x="908685" y="192405"/>
                </a:lnTo>
                <a:lnTo>
                  <a:pt x="908676" y="192218"/>
                </a:lnTo>
                <a:lnTo>
                  <a:pt x="908648" y="192033"/>
                </a:lnTo>
                <a:lnTo>
                  <a:pt x="908603" y="191852"/>
                </a:lnTo>
                <a:lnTo>
                  <a:pt x="908540" y="191676"/>
                </a:lnTo>
                <a:lnTo>
                  <a:pt x="908460" y="191507"/>
                </a:lnTo>
                <a:lnTo>
                  <a:pt x="908364" y="191347"/>
                </a:lnTo>
                <a:lnTo>
                  <a:pt x="908253" y="191196"/>
                </a:lnTo>
                <a:lnTo>
                  <a:pt x="908127" y="191058"/>
                </a:lnTo>
                <a:lnTo>
                  <a:pt x="907989" y="190932"/>
                </a:lnTo>
                <a:lnTo>
                  <a:pt x="907838" y="190821"/>
                </a:lnTo>
                <a:lnTo>
                  <a:pt x="907678" y="190725"/>
                </a:lnTo>
                <a:lnTo>
                  <a:pt x="907509" y="190645"/>
                </a:lnTo>
                <a:lnTo>
                  <a:pt x="907333" y="190582"/>
                </a:lnTo>
                <a:lnTo>
                  <a:pt x="907152" y="190537"/>
                </a:lnTo>
                <a:lnTo>
                  <a:pt x="906967" y="190509"/>
                </a:lnTo>
                <a:lnTo>
                  <a:pt x="906780" y="190500"/>
                </a:lnTo>
                <a:lnTo>
                  <a:pt x="899160" y="190500"/>
                </a:lnTo>
                <a:lnTo>
                  <a:pt x="899160" y="20955"/>
                </a:lnTo>
                <a:lnTo>
                  <a:pt x="899151" y="20768"/>
                </a:lnTo>
                <a:lnTo>
                  <a:pt x="899123" y="20583"/>
                </a:lnTo>
                <a:lnTo>
                  <a:pt x="899078" y="20402"/>
                </a:lnTo>
                <a:lnTo>
                  <a:pt x="899015" y="20226"/>
                </a:lnTo>
                <a:lnTo>
                  <a:pt x="898935" y="20057"/>
                </a:lnTo>
                <a:lnTo>
                  <a:pt x="898839" y="19897"/>
                </a:lnTo>
                <a:lnTo>
                  <a:pt x="898728" y="19746"/>
                </a:lnTo>
                <a:lnTo>
                  <a:pt x="898602" y="19608"/>
                </a:lnTo>
                <a:lnTo>
                  <a:pt x="898464" y="19482"/>
                </a:lnTo>
                <a:lnTo>
                  <a:pt x="898313" y="19371"/>
                </a:lnTo>
                <a:lnTo>
                  <a:pt x="898153" y="19275"/>
                </a:lnTo>
                <a:lnTo>
                  <a:pt x="897984" y="19195"/>
                </a:lnTo>
                <a:lnTo>
                  <a:pt x="897808" y="19132"/>
                </a:lnTo>
                <a:lnTo>
                  <a:pt x="897627" y="19087"/>
                </a:lnTo>
                <a:lnTo>
                  <a:pt x="897442" y="19059"/>
                </a:lnTo>
                <a:lnTo>
                  <a:pt x="897255" y="19050"/>
                </a:lnTo>
                <a:lnTo>
                  <a:pt x="889635" y="19050"/>
                </a:lnTo>
                <a:lnTo>
                  <a:pt x="889635" y="11430"/>
                </a:lnTo>
                <a:lnTo>
                  <a:pt x="889626" y="11243"/>
                </a:lnTo>
                <a:lnTo>
                  <a:pt x="889598" y="11058"/>
                </a:lnTo>
                <a:lnTo>
                  <a:pt x="889553" y="10877"/>
                </a:lnTo>
                <a:lnTo>
                  <a:pt x="889490" y="10701"/>
                </a:lnTo>
                <a:lnTo>
                  <a:pt x="889410" y="10532"/>
                </a:lnTo>
                <a:lnTo>
                  <a:pt x="889314" y="10372"/>
                </a:lnTo>
                <a:lnTo>
                  <a:pt x="889203" y="10221"/>
                </a:lnTo>
                <a:lnTo>
                  <a:pt x="889077" y="10083"/>
                </a:lnTo>
                <a:lnTo>
                  <a:pt x="888939" y="9957"/>
                </a:lnTo>
                <a:lnTo>
                  <a:pt x="888788" y="9846"/>
                </a:lnTo>
                <a:lnTo>
                  <a:pt x="888628" y="9750"/>
                </a:lnTo>
                <a:lnTo>
                  <a:pt x="888459" y="9670"/>
                </a:lnTo>
                <a:lnTo>
                  <a:pt x="888283" y="9607"/>
                </a:lnTo>
                <a:lnTo>
                  <a:pt x="888102" y="9562"/>
                </a:lnTo>
                <a:lnTo>
                  <a:pt x="887917" y="9534"/>
                </a:lnTo>
                <a:lnTo>
                  <a:pt x="887730" y="9525"/>
                </a:lnTo>
                <a:lnTo>
                  <a:pt x="880110" y="9525"/>
                </a:lnTo>
                <a:lnTo>
                  <a:pt x="880110" y="1905"/>
                </a:lnTo>
                <a:lnTo>
                  <a:pt x="880101" y="1718"/>
                </a:lnTo>
                <a:lnTo>
                  <a:pt x="880073" y="1533"/>
                </a:lnTo>
                <a:lnTo>
                  <a:pt x="880028" y="1352"/>
                </a:lnTo>
                <a:lnTo>
                  <a:pt x="879965" y="1176"/>
                </a:lnTo>
                <a:lnTo>
                  <a:pt x="879885" y="1007"/>
                </a:lnTo>
                <a:lnTo>
                  <a:pt x="879789" y="847"/>
                </a:lnTo>
                <a:lnTo>
                  <a:pt x="879678" y="696"/>
                </a:lnTo>
                <a:lnTo>
                  <a:pt x="879552" y="558"/>
                </a:lnTo>
                <a:lnTo>
                  <a:pt x="879414" y="432"/>
                </a:lnTo>
                <a:lnTo>
                  <a:pt x="879263" y="321"/>
                </a:lnTo>
                <a:lnTo>
                  <a:pt x="879103" y="225"/>
                </a:lnTo>
                <a:lnTo>
                  <a:pt x="878934" y="145"/>
                </a:lnTo>
                <a:lnTo>
                  <a:pt x="878758" y="82"/>
                </a:lnTo>
                <a:lnTo>
                  <a:pt x="878577" y="37"/>
                </a:lnTo>
                <a:lnTo>
                  <a:pt x="878392" y="9"/>
                </a:lnTo>
                <a:lnTo>
                  <a:pt x="878205" y="0"/>
                </a:lnTo>
                <a:lnTo>
                  <a:pt x="868680" y="0"/>
                </a:lnTo>
                <a:lnTo>
                  <a:pt x="868493" y="9"/>
                </a:lnTo>
                <a:lnTo>
                  <a:pt x="868308" y="37"/>
                </a:lnTo>
                <a:lnTo>
                  <a:pt x="868127" y="82"/>
                </a:lnTo>
                <a:lnTo>
                  <a:pt x="867951" y="145"/>
                </a:lnTo>
                <a:lnTo>
                  <a:pt x="867782" y="225"/>
                </a:lnTo>
                <a:lnTo>
                  <a:pt x="867622" y="321"/>
                </a:lnTo>
                <a:lnTo>
                  <a:pt x="867471" y="432"/>
                </a:lnTo>
                <a:lnTo>
                  <a:pt x="867333" y="558"/>
                </a:lnTo>
                <a:lnTo>
                  <a:pt x="867207" y="696"/>
                </a:lnTo>
                <a:lnTo>
                  <a:pt x="867096" y="847"/>
                </a:lnTo>
                <a:lnTo>
                  <a:pt x="867000" y="1007"/>
                </a:lnTo>
                <a:lnTo>
                  <a:pt x="866920" y="1176"/>
                </a:lnTo>
                <a:lnTo>
                  <a:pt x="866857" y="1352"/>
                </a:lnTo>
                <a:lnTo>
                  <a:pt x="866812" y="1533"/>
                </a:lnTo>
                <a:lnTo>
                  <a:pt x="866784" y="1718"/>
                </a:lnTo>
                <a:lnTo>
                  <a:pt x="866775" y="1905"/>
                </a:lnTo>
                <a:lnTo>
                  <a:pt x="866775" y="9525"/>
                </a:lnTo>
                <a:lnTo>
                  <a:pt x="859155" y="9525"/>
                </a:lnTo>
                <a:lnTo>
                  <a:pt x="858968" y="9534"/>
                </a:lnTo>
                <a:lnTo>
                  <a:pt x="858783" y="9562"/>
                </a:lnTo>
                <a:lnTo>
                  <a:pt x="858602" y="9607"/>
                </a:lnTo>
                <a:lnTo>
                  <a:pt x="858426" y="9670"/>
                </a:lnTo>
                <a:lnTo>
                  <a:pt x="858257" y="9750"/>
                </a:lnTo>
                <a:lnTo>
                  <a:pt x="858097" y="9846"/>
                </a:lnTo>
                <a:lnTo>
                  <a:pt x="857946" y="9957"/>
                </a:lnTo>
                <a:lnTo>
                  <a:pt x="857808" y="10083"/>
                </a:lnTo>
                <a:lnTo>
                  <a:pt x="857682" y="10221"/>
                </a:lnTo>
                <a:lnTo>
                  <a:pt x="857571" y="10372"/>
                </a:lnTo>
                <a:lnTo>
                  <a:pt x="857475" y="10532"/>
                </a:lnTo>
                <a:lnTo>
                  <a:pt x="857395" y="10701"/>
                </a:lnTo>
                <a:lnTo>
                  <a:pt x="857332" y="10877"/>
                </a:lnTo>
                <a:lnTo>
                  <a:pt x="857287" y="11058"/>
                </a:lnTo>
                <a:lnTo>
                  <a:pt x="857259" y="11243"/>
                </a:lnTo>
                <a:lnTo>
                  <a:pt x="857250" y="11430"/>
                </a:lnTo>
                <a:lnTo>
                  <a:pt x="857250" y="161925"/>
                </a:lnTo>
                <a:lnTo>
                  <a:pt x="849630" y="161925"/>
                </a:lnTo>
                <a:lnTo>
                  <a:pt x="849443" y="161934"/>
                </a:lnTo>
                <a:lnTo>
                  <a:pt x="849258" y="161962"/>
                </a:lnTo>
                <a:lnTo>
                  <a:pt x="849077" y="162007"/>
                </a:lnTo>
                <a:lnTo>
                  <a:pt x="848901" y="162070"/>
                </a:lnTo>
                <a:lnTo>
                  <a:pt x="848732" y="162150"/>
                </a:lnTo>
                <a:lnTo>
                  <a:pt x="848572" y="162246"/>
                </a:lnTo>
                <a:lnTo>
                  <a:pt x="848421" y="162357"/>
                </a:lnTo>
                <a:lnTo>
                  <a:pt x="848283" y="162483"/>
                </a:lnTo>
                <a:lnTo>
                  <a:pt x="848157" y="162621"/>
                </a:lnTo>
                <a:lnTo>
                  <a:pt x="848046" y="162772"/>
                </a:lnTo>
                <a:lnTo>
                  <a:pt x="847950" y="162932"/>
                </a:lnTo>
                <a:lnTo>
                  <a:pt x="847870" y="163101"/>
                </a:lnTo>
                <a:lnTo>
                  <a:pt x="847807" y="163277"/>
                </a:lnTo>
                <a:lnTo>
                  <a:pt x="847762" y="163458"/>
                </a:lnTo>
                <a:lnTo>
                  <a:pt x="847734" y="163643"/>
                </a:lnTo>
                <a:lnTo>
                  <a:pt x="847725" y="163830"/>
                </a:lnTo>
                <a:lnTo>
                  <a:pt x="847725" y="447675"/>
                </a:lnTo>
                <a:lnTo>
                  <a:pt x="840105" y="447675"/>
                </a:lnTo>
                <a:lnTo>
                  <a:pt x="839918" y="447684"/>
                </a:lnTo>
                <a:lnTo>
                  <a:pt x="839733" y="447712"/>
                </a:lnTo>
                <a:lnTo>
                  <a:pt x="839552" y="447757"/>
                </a:lnTo>
                <a:lnTo>
                  <a:pt x="839376" y="447820"/>
                </a:lnTo>
                <a:lnTo>
                  <a:pt x="839207" y="447900"/>
                </a:lnTo>
                <a:lnTo>
                  <a:pt x="839047" y="447996"/>
                </a:lnTo>
                <a:lnTo>
                  <a:pt x="838896" y="448107"/>
                </a:lnTo>
                <a:lnTo>
                  <a:pt x="838758" y="448233"/>
                </a:lnTo>
                <a:lnTo>
                  <a:pt x="838632" y="448371"/>
                </a:lnTo>
                <a:lnTo>
                  <a:pt x="838521" y="448522"/>
                </a:lnTo>
                <a:lnTo>
                  <a:pt x="838425" y="448682"/>
                </a:lnTo>
                <a:lnTo>
                  <a:pt x="838345" y="448851"/>
                </a:lnTo>
                <a:lnTo>
                  <a:pt x="838282" y="449027"/>
                </a:lnTo>
                <a:lnTo>
                  <a:pt x="838237" y="449208"/>
                </a:lnTo>
                <a:lnTo>
                  <a:pt x="838209" y="449393"/>
                </a:lnTo>
                <a:lnTo>
                  <a:pt x="838200" y="449580"/>
                </a:lnTo>
                <a:lnTo>
                  <a:pt x="838200" y="714375"/>
                </a:lnTo>
                <a:lnTo>
                  <a:pt x="830580" y="714375"/>
                </a:lnTo>
                <a:lnTo>
                  <a:pt x="830393" y="714384"/>
                </a:lnTo>
                <a:lnTo>
                  <a:pt x="830208" y="714412"/>
                </a:lnTo>
                <a:lnTo>
                  <a:pt x="830027" y="714457"/>
                </a:lnTo>
                <a:lnTo>
                  <a:pt x="829851" y="714520"/>
                </a:lnTo>
                <a:lnTo>
                  <a:pt x="829682" y="714600"/>
                </a:lnTo>
                <a:lnTo>
                  <a:pt x="829522" y="714696"/>
                </a:lnTo>
                <a:lnTo>
                  <a:pt x="829371" y="714807"/>
                </a:lnTo>
                <a:lnTo>
                  <a:pt x="829233" y="714933"/>
                </a:lnTo>
                <a:lnTo>
                  <a:pt x="829107" y="715071"/>
                </a:lnTo>
                <a:lnTo>
                  <a:pt x="828996" y="715222"/>
                </a:lnTo>
                <a:lnTo>
                  <a:pt x="828900" y="715382"/>
                </a:lnTo>
                <a:lnTo>
                  <a:pt x="828820" y="715551"/>
                </a:lnTo>
                <a:lnTo>
                  <a:pt x="828757" y="715727"/>
                </a:lnTo>
                <a:lnTo>
                  <a:pt x="828712" y="715908"/>
                </a:lnTo>
                <a:lnTo>
                  <a:pt x="828684" y="716093"/>
                </a:lnTo>
                <a:lnTo>
                  <a:pt x="828675" y="716280"/>
                </a:lnTo>
                <a:lnTo>
                  <a:pt x="828675" y="771525"/>
                </a:lnTo>
                <a:lnTo>
                  <a:pt x="821055" y="771525"/>
                </a:lnTo>
                <a:lnTo>
                  <a:pt x="820868" y="771534"/>
                </a:lnTo>
                <a:lnTo>
                  <a:pt x="820683" y="771562"/>
                </a:lnTo>
                <a:lnTo>
                  <a:pt x="820502" y="771607"/>
                </a:lnTo>
                <a:lnTo>
                  <a:pt x="820326" y="771670"/>
                </a:lnTo>
                <a:lnTo>
                  <a:pt x="820157" y="771750"/>
                </a:lnTo>
                <a:lnTo>
                  <a:pt x="819997" y="771846"/>
                </a:lnTo>
                <a:lnTo>
                  <a:pt x="819846" y="771957"/>
                </a:lnTo>
                <a:lnTo>
                  <a:pt x="819708" y="772083"/>
                </a:lnTo>
                <a:lnTo>
                  <a:pt x="819582" y="772221"/>
                </a:lnTo>
                <a:lnTo>
                  <a:pt x="819471" y="772372"/>
                </a:lnTo>
                <a:lnTo>
                  <a:pt x="819375" y="772532"/>
                </a:lnTo>
                <a:lnTo>
                  <a:pt x="819295" y="772701"/>
                </a:lnTo>
                <a:lnTo>
                  <a:pt x="819232" y="772877"/>
                </a:lnTo>
                <a:lnTo>
                  <a:pt x="819187" y="773058"/>
                </a:lnTo>
                <a:lnTo>
                  <a:pt x="819159" y="773243"/>
                </a:lnTo>
                <a:lnTo>
                  <a:pt x="819150" y="773430"/>
                </a:lnTo>
                <a:lnTo>
                  <a:pt x="819150" y="781050"/>
                </a:lnTo>
                <a:lnTo>
                  <a:pt x="811530" y="781050"/>
                </a:lnTo>
                <a:lnTo>
                  <a:pt x="811343" y="781059"/>
                </a:lnTo>
                <a:lnTo>
                  <a:pt x="811158" y="781087"/>
                </a:lnTo>
                <a:lnTo>
                  <a:pt x="810977" y="781132"/>
                </a:lnTo>
                <a:lnTo>
                  <a:pt x="810801" y="781195"/>
                </a:lnTo>
                <a:lnTo>
                  <a:pt x="810632" y="781275"/>
                </a:lnTo>
                <a:lnTo>
                  <a:pt x="810472" y="781371"/>
                </a:lnTo>
                <a:lnTo>
                  <a:pt x="810321" y="781482"/>
                </a:lnTo>
                <a:lnTo>
                  <a:pt x="810183" y="781608"/>
                </a:lnTo>
                <a:lnTo>
                  <a:pt x="810057" y="781746"/>
                </a:lnTo>
                <a:lnTo>
                  <a:pt x="809946" y="781897"/>
                </a:lnTo>
                <a:lnTo>
                  <a:pt x="809850" y="782057"/>
                </a:lnTo>
                <a:lnTo>
                  <a:pt x="809770" y="782226"/>
                </a:lnTo>
                <a:lnTo>
                  <a:pt x="809707" y="782402"/>
                </a:lnTo>
                <a:lnTo>
                  <a:pt x="809662" y="782583"/>
                </a:lnTo>
                <a:lnTo>
                  <a:pt x="809634" y="782768"/>
                </a:lnTo>
                <a:lnTo>
                  <a:pt x="809625" y="782955"/>
                </a:lnTo>
                <a:lnTo>
                  <a:pt x="809625" y="923925"/>
                </a:lnTo>
                <a:lnTo>
                  <a:pt x="802005" y="923925"/>
                </a:lnTo>
                <a:lnTo>
                  <a:pt x="801818" y="923934"/>
                </a:lnTo>
                <a:lnTo>
                  <a:pt x="801633" y="923962"/>
                </a:lnTo>
                <a:lnTo>
                  <a:pt x="801452" y="924007"/>
                </a:lnTo>
                <a:lnTo>
                  <a:pt x="801276" y="924070"/>
                </a:lnTo>
                <a:lnTo>
                  <a:pt x="801107" y="924150"/>
                </a:lnTo>
                <a:lnTo>
                  <a:pt x="800947" y="924246"/>
                </a:lnTo>
                <a:lnTo>
                  <a:pt x="800796" y="924357"/>
                </a:lnTo>
                <a:lnTo>
                  <a:pt x="800658" y="924483"/>
                </a:lnTo>
                <a:lnTo>
                  <a:pt x="800532" y="924621"/>
                </a:lnTo>
                <a:lnTo>
                  <a:pt x="800421" y="924772"/>
                </a:lnTo>
                <a:lnTo>
                  <a:pt x="800325" y="924932"/>
                </a:lnTo>
                <a:lnTo>
                  <a:pt x="800245" y="925101"/>
                </a:lnTo>
                <a:lnTo>
                  <a:pt x="800182" y="925277"/>
                </a:lnTo>
                <a:lnTo>
                  <a:pt x="800137" y="925458"/>
                </a:lnTo>
                <a:lnTo>
                  <a:pt x="800109" y="925643"/>
                </a:lnTo>
                <a:lnTo>
                  <a:pt x="800100" y="925830"/>
                </a:lnTo>
                <a:lnTo>
                  <a:pt x="800100" y="1066800"/>
                </a:lnTo>
                <a:lnTo>
                  <a:pt x="794385" y="1066800"/>
                </a:lnTo>
                <a:lnTo>
                  <a:pt x="794385" y="1040130"/>
                </a:lnTo>
                <a:lnTo>
                  <a:pt x="794376" y="1039943"/>
                </a:lnTo>
                <a:lnTo>
                  <a:pt x="794348" y="1039758"/>
                </a:lnTo>
                <a:lnTo>
                  <a:pt x="794303" y="1039577"/>
                </a:lnTo>
                <a:lnTo>
                  <a:pt x="794240" y="1039401"/>
                </a:lnTo>
                <a:lnTo>
                  <a:pt x="794160" y="1039232"/>
                </a:lnTo>
                <a:lnTo>
                  <a:pt x="794064" y="1039072"/>
                </a:lnTo>
                <a:lnTo>
                  <a:pt x="793953" y="1038921"/>
                </a:lnTo>
                <a:lnTo>
                  <a:pt x="793827" y="1038783"/>
                </a:lnTo>
                <a:lnTo>
                  <a:pt x="793689" y="1038657"/>
                </a:lnTo>
                <a:lnTo>
                  <a:pt x="793538" y="1038546"/>
                </a:lnTo>
                <a:lnTo>
                  <a:pt x="793378" y="1038450"/>
                </a:lnTo>
                <a:lnTo>
                  <a:pt x="793209" y="1038370"/>
                </a:lnTo>
                <a:lnTo>
                  <a:pt x="793033" y="1038307"/>
                </a:lnTo>
                <a:lnTo>
                  <a:pt x="792852" y="1038262"/>
                </a:lnTo>
                <a:lnTo>
                  <a:pt x="792667" y="1038234"/>
                </a:lnTo>
                <a:lnTo>
                  <a:pt x="792480" y="1038225"/>
                </a:lnTo>
                <a:lnTo>
                  <a:pt x="784860" y="1038225"/>
                </a:lnTo>
                <a:lnTo>
                  <a:pt x="784860" y="1030605"/>
                </a:lnTo>
                <a:lnTo>
                  <a:pt x="784851" y="1030418"/>
                </a:lnTo>
                <a:lnTo>
                  <a:pt x="784823" y="1030233"/>
                </a:lnTo>
                <a:lnTo>
                  <a:pt x="784778" y="1030052"/>
                </a:lnTo>
                <a:lnTo>
                  <a:pt x="784715" y="1029876"/>
                </a:lnTo>
                <a:lnTo>
                  <a:pt x="784635" y="1029707"/>
                </a:lnTo>
                <a:lnTo>
                  <a:pt x="784539" y="1029547"/>
                </a:lnTo>
                <a:lnTo>
                  <a:pt x="784428" y="1029396"/>
                </a:lnTo>
                <a:lnTo>
                  <a:pt x="784302" y="1029258"/>
                </a:lnTo>
                <a:lnTo>
                  <a:pt x="784164" y="1029132"/>
                </a:lnTo>
                <a:lnTo>
                  <a:pt x="784013" y="1029021"/>
                </a:lnTo>
                <a:lnTo>
                  <a:pt x="783853" y="1028925"/>
                </a:lnTo>
                <a:lnTo>
                  <a:pt x="783684" y="1028845"/>
                </a:lnTo>
                <a:lnTo>
                  <a:pt x="783508" y="1028782"/>
                </a:lnTo>
                <a:lnTo>
                  <a:pt x="783327" y="1028737"/>
                </a:lnTo>
                <a:lnTo>
                  <a:pt x="783142" y="1028709"/>
                </a:lnTo>
                <a:lnTo>
                  <a:pt x="782955" y="1028700"/>
                </a:lnTo>
                <a:lnTo>
                  <a:pt x="763905" y="1028700"/>
                </a:lnTo>
                <a:lnTo>
                  <a:pt x="763718" y="1028709"/>
                </a:lnTo>
                <a:lnTo>
                  <a:pt x="763533" y="1028737"/>
                </a:lnTo>
                <a:lnTo>
                  <a:pt x="763352" y="1028782"/>
                </a:lnTo>
                <a:lnTo>
                  <a:pt x="763176" y="1028845"/>
                </a:lnTo>
                <a:lnTo>
                  <a:pt x="763007" y="1028925"/>
                </a:lnTo>
                <a:lnTo>
                  <a:pt x="762847" y="1029021"/>
                </a:lnTo>
                <a:lnTo>
                  <a:pt x="762696" y="1029132"/>
                </a:lnTo>
                <a:lnTo>
                  <a:pt x="762558" y="1029258"/>
                </a:lnTo>
                <a:lnTo>
                  <a:pt x="762432" y="1029396"/>
                </a:lnTo>
                <a:lnTo>
                  <a:pt x="762321" y="1029547"/>
                </a:lnTo>
                <a:lnTo>
                  <a:pt x="762225" y="1029707"/>
                </a:lnTo>
                <a:lnTo>
                  <a:pt x="762145" y="1029876"/>
                </a:lnTo>
                <a:lnTo>
                  <a:pt x="762082" y="1030052"/>
                </a:lnTo>
                <a:lnTo>
                  <a:pt x="762037" y="1030233"/>
                </a:lnTo>
                <a:lnTo>
                  <a:pt x="762009" y="1030418"/>
                </a:lnTo>
                <a:lnTo>
                  <a:pt x="762000" y="1030605"/>
                </a:lnTo>
                <a:lnTo>
                  <a:pt x="762000" y="1038225"/>
                </a:lnTo>
                <a:lnTo>
                  <a:pt x="754380" y="1038225"/>
                </a:lnTo>
                <a:lnTo>
                  <a:pt x="754193" y="1038234"/>
                </a:lnTo>
                <a:lnTo>
                  <a:pt x="754008" y="1038262"/>
                </a:lnTo>
                <a:lnTo>
                  <a:pt x="753827" y="1038307"/>
                </a:lnTo>
                <a:lnTo>
                  <a:pt x="753651" y="1038370"/>
                </a:lnTo>
                <a:lnTo>
                  <a:pt x="753482" y="1038450"/>
                </a:lnTo>
                <a:lnTo>
                  <a:pt x="753322" y="1038546"/>
                </a:lnTo>
                <a:lnTo>
                  <a:pt x="753171" y="1038657"/>
                </a:lnTo>
                <a:lnTo>
                  <a:pt x="753033" y="1038783"/>
                </a:lnTo>
                <a:lnTo>
                  <a:pt x="752907" y="1038921"/>
                </a:lnTo>
                <a:lnTo>
                  <a:pt x="752796" y="1039072"/>
                </a:lnTo>
                <a:lnTo>
                  <a:pt x="752700" y="1039232"/>
                </a:lnTo>
                <a:lnTo>
                  <a:pt x="752620" y="1039401"/>
                </a:lnTo>
                <a:lnTo>
                  <a:pt x="752557" y="1039577"/>
                </a:lnTo>
                <a:lnTo>
                  <a:pt x="752512" y="1039758"/>
                </a:lnTo>
                <a:lnTo>
                  <a:pt x="752484" y="1039943"/>
                </a:lnTo>
                <a:lnTo>
                  <a:pt x="752475" y="1040130"/>
                </a:lnTo>
                <a:lnTo>
                  <a:pt x="752475" y="1171575"/>
                </a:lnTo>
                <a:lnTo>
                  <a:pt x="746760" y="1171575"/>
                </a:lnTo>
                <a:lnTo>
                  <a:pt x="746760" y="1154430"/>
                </a:lnTo>
                <a:lnTo>
                  <a:pt x="746751" y="1154243"/>
                </a:lnTo>
                <a:lnTo>
                  <a:pt x="746723" y="1154058"/>
                </a:lnTo>
                <a:lnTo>
                  <a:pt x="746678" y="1153877"/>
                </a:lnTo>
                <a:lnTo>
                  <a:pt x="746615" y="1153701"/>
                </a:lnTo>
                <a:lnTo>
                  <a:pt x="746535" y="1153532"/>
                </a:lnTo>
                <a:lnTo>
                  <a:pt x="746439" y="1153372"/>
                </a:lnTo>
                <a:lnTo>
                  <a:pt x="746328" y="1153221"/>
                </a:lnTo>
                <a:lnTo>
                  <a:pt x="746202" y="1153083"/>
                </a:lnTo>
                <a:lnTo>
                  <a:pt x="746064" y="1152957"/>
                </a:lnTo>
                <a:lnTo>
                  <a:pt x="745913" y="1152846"/>
                </a:lnTo>
                <a:lnTo>
                  <a:pt x="745753" y="1152750"/>
                </a:lnTo>
                <a:lnTo>
                  <a:pt x="745584" y="1152670"/>
                </a:lnTo>
                <a:lnTo>
                  <a:pt x="745408" y="1152607"/>
                </a:lnTo>
                <a:lnTo>
                  <a:pt x="745227" y="1152562"/>
                </a:lnTo>
                <a:lnTo>
                  <a:pt x="745042" y="1152534"/>
                </a:lnTo>
                <a:lnTo>
                  <a:pt x="744855" y="1152525"/>
                </a:lnTo>
                <a:lnTo>
                  <a:pt x="716280" y="1152525"/>
                </a:lnTo>
                <a:lnTo>
                  <a:pt x="716093" y="1152534"/>
                </a:lnTo>
                <a:lnTo>
                  <a:pt x="715908" y="1152562"/>
                </a:lnTo>
                <a:lnTo>
                  <a:pt x="715727" y="1152607"/>
                </a:lnTo>
                <a:lnTo>
                  <a:pt x="715551" y="1152670"/>
                </a:lnTo>
                <a:lnTo>
                  <a:pt x="715382" y="1152750"/>
                </a:lnTo>
                <a:lnTo>
                  <a:pt x="715222" y="1152846"/>
                </a:lnTo>
                <a:lnTo>
                  <a:pt x="715071" y="1152957"/>
                </a:lnTo>
                <a:lnTo>
                  <a:pt x="714933" y="1153083"/>
                </a:lnTo>
                <a:lnTo>
                  <a:pt x="714807" y="1153221"/>
                </a:lnTo>
                <a:lnTo>
                  <a:pt x="714696" y="1153372"/>
                </a:lnTo>
                <a:lnTo>
                  <a:pt x="714600" y="1153532"/>
                </a:lnTo>
                <a:lnTo>
                  <a:pt x="714520" y="1153701"/>
                </a:lnTo>
                <a:lnTo>
                  <a:pt x="714457" y="1153877"/>
                </a:lnTo>
                <a:lnTo>
                  <a:pt x="714412" y="1154058"/>
                </a:lnTo>
                <a:lnTo>
                  <a:pt x="714384" y="1154243"/>
                </a:lnTo>
                <a:lnTo>
                  <a:pt x="714375" y="1154430"/>
                </a:lnTo>
                <a:lnTo>
                  <a:pt x="714375" y="1162050"/>
                </a:lnTo>
                <a:lnTo>
                  <a:pt x="706755" y="1162050"/>
                </a:lnTo>
                <a:lnTo>
                  <a:pt x="706568" y="1162059"/>
                </a:lnTo>
                <a:lnTo>
                  <a:pt x="706383" y="1162087"/>
                </a:lnTo>
                <a:lnTo>
                  <a:pt x="706202" y="1162132"/>
                </a:lnTo>
                <a:lnTo>
                  <a:pt x="706026" y="1162195"/>
                </a:lnTo>
                <a:lnTo>
                  <a:pt x="705857" y="1162275"/>
                </a:lnTo>
                <a:lnTo>
                  <a:pt x="705697" y="1162371"/>
                </a:lnTo>
                <a:lnTo>
                  <a:pt x="705546" y="1162482"/>
                </a:lnTo>
                <a:lnTo>
                  <a:pt x="705408" y="1162608"/>
                </a:lnTo>
                <a:lnTo>
                  <a:pt x="705282" y="1162746"/>
                </a:lnTo>
                <a:lnTo>
                  <a:pt x="705171" y="1162897"/>
                </a:lnTo>
                <a:lnTo>
                  <a:pt x="705075" y="1163057"/>
                </a:lnTo>
                <a:lnTo>
                  <a:pt x="704995" y="1163226"/>
                </a:lnTo>
                <a:lnTo>
                  <a:pt x="704932" y="1163402"/>
                </a:lnTo>
                <a:lnTo>
                  <a:pt x="704887" y="1163583"/>
                </a:lnTo>
                <a:lnTo>
                  <a:pt x="704859" y="1163768"/>
                </a:lnTo>
                <a:lnTo>
                  <a:pt x="704850" y="1163955"/>
                </a:lnTo>
                <a:lnTo>
                  <a:pt x="704850" y="1171575"/>
                </a:lnTo>
                <a:lnTo>
                  <a:pt x="697230" y="1171575"/>
                </a:lnTo>
                <a:lnTo>
                  <a:pt x="697043" y="1171584"/>
                </a:lnTo>
                <a:lnTo>
                  <a:pt x="696858" y="1171612"/>
                </a:lnTo>
                <a:lnTo>
                  <a:pt x="696677" y="1171657"/>
                </a:lnTo>
                <a:lnTo>
                  <a:pt x="696501" y="1171720"/>
                </a:lnTo>
                <a:lnTo>
                  <a:pt x="696332" y="1171800"/>
                </a:lnTo>
                <a:lnTo>
                  <a:pt x="696172" y="1171896"/>
                </a:lnTo>
                <a:lnTo>
                  <a:pt x="696021" y="1172007"/>
                </a:lnTo>
                <a:lnTo>
                  <a:pt x="695883" y="1172133"/>
                </a:lnTo>
                <a:lnTo>
                  <a:pt x="695757" y="1172271"/>
                </a:lnTo>
                <a:lnTo>
                  <a:pt x="695646" y="1172422"/>
                </a:lnTo>
                <a:lnTo>
                  <a:pt x="695550" y="1172582"/>
                </a:lnTo>
                <a:lnTo>
                  <a:pt x="695470" y="1172751"/>
                </a:lnTo>
                <a:lnTo>
                  <a:pt x="695407" y="1172927"/>
                </a:lnTo>
                <a:lnTo>
                  <a:pt x="695362" y="1173108"/>
                </a:lnTo>
                <a:lnTo>
                  <a:pt x="695334" y="1173293"/>
                </a:lnTo>
                <a:lnTo>
                  <a:pt x="695325" y="1173480"/>
                </a:lnTo>
                <a:lnTo>
                  <a:pt x="695325" y="1257300"/>
                </a:lnTo>
                <a:lnTo>
                  <a:pt x="689610" y="1257300"/>
                </a:lnTo>
                <a:lnTo>
                  <a:pt x="689610" y="1249680"/>
                </a:lnTo>
                <a:lnTo>
                  <a:pt x="689601" y="1249493"/>
                </a:lnTo>
                <a:lnTo>
                  <a:pt x="689573" y="1249308"/>
                </a:lnTo>
                <a:lnTo>
                  <a:pt x="689528" y="1249127"/>
                </a:lnTo>
                <a:lnTo>
                  <a:pt x="689465" y="1248951"/>
                </a:lnTo>
                <a:lnTo>
                  <a:pt x="689385" y="1248782"/>
                </a:lnTo>
                <a:lnTo>
                  <a:pt x="689289" y="1248622"/>
                </a:lnTo>
                <a:lnTo>
                  <a:pt x="689178" y="1248471"/>
                </a:lnTo>
                <a:lnTo>
                  <a:pt x="689052" y="1248333"/>
                </a:lnTo>
                <a:lnTo>
                  <a:pt x="688914" y="1248207"/>
                </a:lnTo>
                <a:lnTo>
                  <a:pt x="688763" y="1248096"/>
                </a:lnTo>
                <a:lnTo>
                  <a:pt x="688603" y="1248000"/>
                </a:lnTo>
                <a:lnTo>
                  <a:pt x="688434" y="1247920"/>
                </a:lnTo>
                <a:lnTo>
                  <a:pt x="688258" y="1247857"/>
                </a:lnTo>
                <a:lnTo>
                  <a:pt x="688077" y="1247812"/>
                </a:lnTo>
                <a:lnTo>
                  <a:pt x="687892" y="1247784"/>
                </a:lnTo>
                <a:lnTo>
                  <a:pt x="687705" y="1247775"/>
                </a:lnTo>
                <a:lnTo>
                  <a:pt x="680085" y="1247775"/>
                </a:lnTo>
                <a:lnTo>
                  <a:pt x="680085" y="1240155"/>
                </a:lnTo>
                <a:lnTo>
                  <a:pt x="680076" y="1239968"/>
                </a:lnTo>
                <a:lnTo>
                  <a:pt x="680048" y="1239783"/>
                </a:lnTo>
                <a:lnTo>
                  <a:pt x="680003" y="1239602"/>
                </a:lnTo>
                <a:lnTo>
                  <a:pt x="679940" y="1239426"/>
                </a:lnTo>
                <a:lnTo>
                  <a:pt x="679860" y="1239257"/>
                </a:lnTo>
                <a:lnTo>
                  <a:pt x="679764" y="1239097"/>
                </a:lnTo>
                <a:lnTo>
                  <a:pt x="679653" y="1238946"/>
                </a:lnTo>
                <a:lnTo>
                  <a:pt x="679527" y="1238808"/>
                </a:lnTo>
                <a:lnTo>
                  <a:pt x="679389" y="1238682"/>
                </a:lnTo>
                <a:lnTo>
                  <a:pt x="679238" y="1238571"/>
                </a:lnTo>
                <a:lnTo>
                  <a:pt x="679078" y="1238475"/>
                </a:lnTo>
                <a:lnTo>
                  <a:pt x="678909" y="1238395"/>
                </a:lnTo>
                <a:lnTo>
                  <a:pt x="678733" y="1238332"/>
                </a:lnTo>
                <a:lnTo>
                  <a:pt x="678552" y="1238287"/>
                </a:lnTo>
                <a:lnTo>
                  <a:pt x="678367" y="1238259"/>
                </a:lnTo>
                <a:lnTo>
                  <a:pt x="678180" y="1238250"/>
                </a:lnTo>
                <a:lnTo>
                  <a:pt x="659130" y="1238250"/>
                </a:lnTo>
                <a:lnTo>
                  <a:pt x="658943" y="1238259"/>
                </a:lnTo>
                <a:lnTo>
                  <a:pt x="658758" y="1238287"/>
                </a:lnTo>
                <a:lnTo>
                  <a:pt x="658577" y="1238332"/>
                </a:lnTo>
                <a:lnTo>
                  <a:pt x="658401" y="1238395"/>
                </a:lnTo>
                <a:lnTo>
                  <a:pt x="658232" y="1238475"/>
                </a:lnTo>
                <a:lnTo>
                  <a:pt x="658072" y="1238571"/>
                </a:lnTo>
                <a:lnTo>
                  <a:pt x="657921" y="1238682"/>
                </a:lnTo>
                <a:lnTo>
                  <a:pt x="657783" y="1238808"/>
                </a:lnTo>
                <a:lnTo>
                  <a:pt x="657657" y="1238946"/>
                </a:lnTo>
                <a:lnTo>
                  <a:pt x="657546" y="1239097"/>
                </a:lnTo>
                <a:lnTo>
                  <a:pt x="657450" y="1239257"/>
                </a:lnTo>
                <a:lnTo>
                  <a:pt x="657370" y="1239426"/>
                </a:lnTo>
                <a:lnTo>
                  <a:pt x="657307" y="1239602"/>
                </a:lnTo>
                <a:lnTo>
                  <a:pt x="657262" y="1239783"/>
                </a:lnTo>
                <a:lnTo>
                  <a:pt x="657234" y="1239968"/>
                </a:lnTo>
                <a:lnTo>
                  <a:pt x="657225" y="1240155"/>
                </a:lnTo>
                <a:lnTo>
                  <a:pt x="657225" y="1257300"/>
                </a:lnTo>
                <a:lnTo>
                  <a:pt x="649605" y="1257300"/>
                </a:lnTo>
                <a:lnTo>
                  <a:pt x="649418" y="1257309"/>
                </a:lnTo>
                <a:lnTo>
                  <a:pt x="649233" y="1257337"/>
                </a:lnTo>
                <a:lnTo>
                  <a:pt x="649052" y="1257382"/>
                </a:lnTo>
                <a:lnTo>
                  <a:pt x="648876" y="1257445"/>
                </a:lnTo>
                <a:lnTo>
                  <a:pt x="648707" y="1257525"/>
                </a:lnTo>
                <a:lnTo>
                  <a:pt x="648547" y="1257621"/>
                </a:lnTo>
                <a:lnTo>
                  <a:pt x="648396" y="1257732"/>
                </a:lnTo>
                <a:lnTo>
                  <a:pt x="648258" y="1257858"/>
                </a:lnTo>
                <a:lnTo>
                  <a:pt x="648132" y="1257996"/>
                </a:lnTo>
                <a:lnTo>
                  <a:pt x="648021" y="1258147"/>
                </a:lnTo>
                <a:lnTo>
                  <a:pt x="647925" y="1258307"/>
                </a:lnTo>
                <a:lnTo>
                  <a:pt x="647845" y="1258476"/>
                </a:lnTo>
                <a:lnTo>
                  <a:pt x="647782" y="1258652"/>
                </a:lnTo>
                <a:lnTo>
                  <a:pt x="647737" y="1258833"/>
                </a:lnTo>
                <a:lnTo>
                  <a:pt x="647709" y="1259018"/>
                </a:lnTo>
                <a:lnTo>
                  <a:pt x="647700" y="1259205"/>
                </a:lnTo>
                <a:lnTo>
                  <a:pt x="647700" y="1266825"/>
                </a:lnTo>
                <a:lnTo>
                  <a:pt x="641985" y="1266825"/>
                </a:lnTo>
                <a:lnTo>
                  <a:pt x="641985" y="1230630"/>
                </a:lnTo>
                <a:lnTo>
                  <a:pt x="641976" y="1230443"/>
                </a:lnTo>
                <a:lnTo>
                  <a:pt x="641948" y="1230258"/>
                </a:lnTo>
                <a:lnTo>
                  <a:pt x="641903" y="1230077"/>
                </a:lnTo>
                <a:lnTo>
                  <a:pt x="641840" y="1229901"/>
                </a:lnTo>
                <a:lnTo>
                  <a:pt x="641760" y="1229732"/>
                </a:lnTo>
                <a:lnTo>
                  <a:pt x="641664" y="1229572"/>
                </a:lnTo>
                <a:lnTo>
                  <a:pt x="641553" y="1229421"/>
                </a:lnTo>
                <a:lnTo>
                  <a:pt x="641427" y="1229283"/>
                </a:lnTo>
                <a:lnTo>
                  <a:pt x="641289" y="1229157"/>
                </a:lnTo>
                <a:lnTo>
                  <a:pt x="641138" y="1229046"/>
                </a:lnTo>
                <a:lnTo>
                  <a:pt x="640978" y="1228950"/>
                </a:lnTo>
                <a:lnTo>
                  <a:pt x="640809" y="1228870"/>
                </a:lnTo>
                <a:lnTo>
                  <a:pt x="640633" y="1228807"/>
                </a:lnTo>
                <a:lnTo>
                  <a:pt x="640452" y="1228762"/>
                </a:lnTo>
                <a:lnTo>
                  <a:pt x="640267" y="1228734"/>
                </a:lnTo>
                <a:lnTo>
                  <a:pt x="640080" y="1228725"/>
                </a:lnTo>
                <a:lnTo>
                  <a:pt x="632460" y="1228725"/>
                </a:lnTo>
                <a:lnTo>
                  <a:pt x="632460" y="1211580"/>
                </a:lnTo>
                <a:lnTo>
                  <a:pt x="632451" y="1211393"/>
                </a:lnTo>
                <a:lnTo>
                  <a:pt x="632423" y="1211208"/>
                </a:lnTo>
                <a:lnTo>
                  <a:pt x="632378" y="1211027"/>
                </a:lnTo>
                <a:lnTo>
                  <a:pt x="632315" y="1210851"/>
                </a:lnTo>
                <a:lnTo>
                  <a:pt x="632235" y="1210682"/>
                </a:lnTo>
                <a:lnTo>
                  <a:pt x="632139" y="1210522"/>
                </a:lnTo>
                <a:lnTo>
                  <a:pt x="632028" y="1210371"/>
                </a:lnTo>
                <a:lnTo>
                  <a:pt x="631902" y="1210233"/>
                </a:lnTo>
                <a:lnTo>
                  <a:pt x="631764" y="1210107"/>
                </a:lnTo>
                <a:lnTo>
                  <a:pt x="631613" y="1209996"/>
                </a:lnTo>
                <a:lnTo>
                  <a:pt x="631453" y="1209900"/>
                </a:lnTo>
                <a:lnTo>
                  <a:pt x="631284" y="1209820"/>
                </a:lnTo>
                <a:lnTo>
                  <a:pt x="631108" y="1209757"/>
                </a:lnTo>
                <a:lnTo>
                  <a:pt x="630927" y="1209712"/>
                </a:lnTo>
                <a:lnTo>
                  <a:pt x="630742" y="1209684"/>
                </a:lnTo>
                <a:lnTo>
                  <a:pt x="630555" y="1209675"/>
                </a:lnTo>
                <a:lnTo>
                  <a:pt x="611505" y="1209675"/>
                </a:lnTo>
                <a:lnTo>
                  <a:pt x="611318" y="1209684"/>
                </a:lnTo>
                <a:lnTo>
                  <a:pt x="611133" y="1209712"/>
                </a:lnTo>
                <a:lnTo>
                  <a:pt x="610952" y="1209757"/>
                </a:lnTo>
                <a:lnTo>
                  <a:pt x="610776" y="1209820"/>
                </a:lnTo>
                <a:lnTo>
                  <a:pt x="610607" y="1209900"/>
                </a:lnTo>
                <a:lnTo>
                  <a:pt x="610447" y="1209996"/>
                </a:lnTo>
                <a:lnTo>
                  <a:pt x="610296" y="1210107"/>
                </a:lnTo>
                <a:lnTo>
                  <a:pt x="610158" y="1210233"/>
                </a:lnTo>
                <a:lnTo>
                  <a:pt x="610032" y="1210371"/>
                </a:lnTo>
                <a:lnTo>
                  <a:pt x="609921" y="1210522"/>
                </a:lnTo>
                <a:lnTo>
                  <a:pt x="609825" y="1210682"/>
                </a:lnTo>
                <a:lnTo>
                  <a:pt x="609745" y="1210851"/>
                </a:lnTo>
                <a:lnTo>
                  <a:pt x="609682" y="1211027"/>
                </a:lnTo>
                <a:lnTo>
                  <a:pt x="609637" y="1211208"/>
                </a:lnTo>
                <a:lnTo>
                  <a:pt x="609609" y="1211393"/>
                </a:lnTo>
                <a:lnTo>
                  <a:pt x="609600" y="1211580"/>
                </a:lnTo>
                <a:lnTo>
                  <a:pt x="609600" y="1219200"/>
                </a:lnTo>
                <a:lnTo>
                  <a:pt x="601980" y="1219200"/>
                </a:lnTo>
                <a:lnTo>
                  <a:pt x="601793" y="1219209"/>
                </a:lnTo>
                <a:lnTo>
                  <a:pt x="601608" y="1219237"/>
                </a:lnTo>
                <a:lnTo>
                  <a:pt x="601427" y="1219282"/>
                </a:lnTo>
                <a:lnTo>
                  <a:pt x="601251" y="1219345"/>
                </a:lnTo>
                <a:lnTo>
                  <a:pt x="601082" y="1219425"/>
                </a:lnTo>
                <a:lnTo>
                  <a:pt x="600922" y="1219521"/>
                </a:lnTo>
                <a:lnTo>
                  <a:pt x="600771" y="1219632"/>
                </a:lnTo>
                <a:lnTo>
                  <a:pt x="600633" y="1219758"/>
                </a:lnTo>
                <a:lnTo>
                  <a:pt x="600507" y="1219896"/>
                </a:lnTo>
                <a:lnTo>
                  <a:pt x="600396" y="1220047"/>
                </a:lnTo>
                <a:lnTo>
                  <a:pt x="600300" y="1220207"/>
                </a:lnTo>
                <a:lnTo>
                  <a:pt x="600220" y="1220376"/>
                </a:lnTo>
                <a:lnTo>
                  <a:pt x="600157" y="1220552"/>
                </a:lnTo>
                <a:lnTo>
                  <a:pt x="600112" y="1220733"/>
                </a:lnTo>
                <a:lnTo>
                  <a:pt x="600084" y="1220918"/>
                </a:lnTo>
                <a:lnTo>
                  <a:pt x="600075" y="1221105"/>
                </a:lnTo>
                <a:lnTo>
                  <a:pt x="600075" y="1333500"/>
                </a:lnTo>
                <a:lnTo>
                  <a:pt x="594360" y="1333500"/>
                </a:lnTo>
                <a:lnTo>
                  <a:pt x="594360" y="1325880"/>
                </a:lnTo>
                <a:lnTo>
                  <a:pt x="594351" y="1325693"/>
                </a:lnTo>
                <a:lnTo>
                  <a:pt x="594323" y="1325508"/>
                </a:lnTo>
                <a:lnTo>
                  <a:pt x="594278" y="1325327"/>
                </a:lnTo>
                <a:lnTo>
                  <a:pt x="594215" y="1325151"/>
                </a:lnTo>
                <a:lnTo>
                  <a:pt x="594135" y="1324982"/>
                </a:lnTo>
                <a:lnTo>
                  <a:pt x="594039" y="1324822"/>
                </a:lnTo>
                <a:lnTo>
                  <a:pt x="593928" y="1324671"/>
                </a:lnTo>
                <a:lnTo>
                  <a:pt x="593802" y="1324533"/>
                </a:lnTo>
                <a:lnTo>
                  <a:pt x="593664" y="1324407"/>
                </a:lnTo>
                <a:lnTo>
                  <a:pt x="593513" y="1324296"/>
                </a:lnTo>
                <a:lnTo>
                  <a:pt x="593353" y="1324200"/>
                </a:lnTo>
                <a:lnTo>
                  <a:pt x="593184" y="1324120"/>
                </a:lnTo>
                <a:lnTo>
                  <a:pt x="593008" y="1324057"/>
                </a:lnTo>
                <a:lnTo>
                  <a:pt x="592827" y="1324012"/>
                </a:lnTo>
                <a:lnTo>
                  <a:pt x="592642" y="1323984"/>
                </a:lnTo>
                <a:lnTo>
                  <a:pt x="592455" y="1323975"/>
                </a:lnTo>
                <a:lnTo>
                  <a:pt x="563880" y="1323975"/>
                </a:lnTo>
                <a:lnTo>
                  <a:pt x="563693" y="1323984"/>
                </a:lnTo>
                <a:lnTo>
                  <a:pt x="563508" y="1324012"/>
                </a:lnTo>
                <a:lnTo>
                  <a:pt x="563327" y="1324057"/>
                </a:lnTo>
                <a:lnTo>
                  <a:pt x="563151" y="1324120"/>
                </a:lnTo>
                <a:lnTo>
                  <a:pt x="562982" y="1324200"/>
                </a:lnTo>
                <a:lnTo>
                  <a:pt x="562822" y="1324296"/>
                </a:lnTo>
                <a:lnTo>
                  <a:pt x="562671" y="1324407"/>
                </a:lnTo>
                <a:lnTo>
                  <a:pt x="562533" y="1324533"/>
                </a:lnTo>
                <a:lnTo>
                  <a:pt x="562407" y="1324671"/>
                </a:lnTo>
                <a:lnTo>
                  <a:pt x="562296" y="1324822"/>
                </a:lnTo>
                <a:lnTo>
                  <a:pt x="562200" y="1324982"/>
                </a:lnTo>
                <a:lnTo>
                  <a:pt x="562120" y="1325151"/>
                </a:lnTo>
                <a:lnTo>
                  <a:pt x="562057" y="1325327"/>
                </a:lnTo>
                <a:lnTo>
                  <a:pt x="562012" y="1325508"/>
                </a:lnTo>
                <a:lnTo>
                  <a:pt x="561984" y="1325693"/>
                </a:lnTo>
                <a:lnTo>
                  <a:pt x="561975" y="1325880"/>
                </a:lnTo>
                <a:lnTo>
                  <a:pt x="561975" y="1343025"/>
                </a:lnTo>
                <a:lnTo>
                  <a:pt x="554355" y="1343025"/>
                </a:lnTo>
                <a:lnTo>
                  <a:pt x="554168" y="1343034"/>
                </a:lnTo>
                <a:lnTo>
                  <a:pt x="553983" y="1343062"/>
                </a:lnTo>
                <a:lnTo>
                  <a:pt x="553802" y="1343107"/>
                </a:lnTo>
                <a:lnTo>
                  <a:pt x="553626" y="1343170"/>
                </a:lnTo>
                <a:lnTo>
                  <a:pt x="553457" y="1343250"/>
                </a:lnTo>
                <a:lnTo>
                  <a:pt x="553297" y="1343346"/>
                </a:lnTo>
                <a:lnTo>
                  <a:pt x="553146" y="1343457"/>
                </a:lnTo>
                <a:lnTo>
                  <a:pt x="553008" y="1343583"/>
                </a:lnTo>
                <a:lnTo>
                  <a:pt x="552882" y="1343721"/>
                </a:lnTo>
                <a:lnTo>
                  <a:pt x="552771" y="1343872"/>
                </a:lnTo>
                <a:lnTo>
                  <a:pt x="552675" y="1344032"/>
                </a:lnTo>
                <a:lnTo>
                  <a:pt x="552595" y="1344201"/>
                </a:lnTo>
                <a:lnTo>
                  <a:pt x="552532" y="1344377"/>
                </a:lnTo>
                <a:lnTo>
                  <a:pt x="552487" y="1344558"/>
                </a:lnTo>
                <a:lnTo>
                  <a:pt x="552459" y="1344743"/>
                </a:lnTo>
                <a:lnTo>
                  <a:pt x="552450" y="1344930"/>
                </a:lnTo>
                <a:lnTo>
                  <a:pt x="552450" y="1371600"/>
                </a:lnTo>
                <a:lnTo>
                  <a:pt x="544830" y="1371600"/>
                </a:lnTo>
                <a:lnTo>
                  <a:pt x="544643" y="1371609"/>
                </a:lnTo>
                <a:lnTo>
                  <a:pt x="544458" y="1371637"/>
                </a:lnTo>
                <a:lnTo>
                  <a:pt x="544277" y="1371682"/>
                </a:lnTo>
                <a:lnTo>
                  <a:pt x="544101" y="1371745"/>
                </a:lnTo>
                <a:lnTo>
                  <a:pt x="543932" y="1371825"/>
                </a:lnTo>
                <a:lnTo>
                  <a:pt x="543772" y="1371921"/>
                </a:lnTo>
                <a:lnTo>
                  <a:pt x="543621" y="1372032"/>
                </a:lnTo>
                <a:lnTo>
                  <a:pt x="543483" y="1372158"/>
                </a:lnTo>
                <a:lnTo>
                  <a:pt x="543357" y="1372296"/>
                </a:lnTo>
                <a:lnTo>
                  <a:pt x="543246" y="1372447"/>
                </a:lnTo>
                <a:lnTo>
                  <a:pt x="543150" y="1372607"/>
                </a:lnTo>
                <a:lnTo>
                  <a:pt x="543070" y="1372776"/>
                </a:lnTo>
                <a:lnTo>
                  <a:pt x="543007" y="1372952"/>
                </a:lnTo>
                <a:lnTo>
                  <a:pt x="542962" y="1373133"/>
                </a:lnTo>
                <a:lnTo>
                  <a:pt x="542934" y="1373318"/>
                </a:lnTo>
                <a:lnTo>
                  <a:pt x="542925" y="1373505"/>
                </a:lnTo>
                <a:lnTo>
                  <a:pt x="542925" y="1447800"/>
                </a:lnTo>
                <a:lnTo>
                  <a:pt x="527685" y="1447800"/>
                </a:lnTo>
                <a:lnTo>
                  <a:pt x="527685" y="1440180"/>
                </a:lnTo>
                <a:lnTo>
                  <a:pt x="527676" y="1439993"/>
                </a:lnTo>
                <a:lnTo>
                  <a:pt x="527648" y="1439808"/>
                </a:lnTo>
                <a:lnTo>
                  <a:pt x="527603" y="1439627"/>
                </a:lnTo>
                <a:lnTo>
                  <a:pt x="527540" y="1439451"/>
                </a:lnTo>
                <a:lnTo>
                  <a:pt x="527460" y="1439282"/>
                </a:lnTo>
                <a:lnTo>
                  <a:pt x="527364" y="1439122"/>
                </a:lnTo>
                <a:lnTo>
                  <a:pt x="527253" y="1438971"/>
                </a:lnTo>
                <a:lnTo>
                  <a:pt x="527127" y="1438833"/>
                </a:lnTo>
                <a:lnTo>
                  <a:pt x="526989" y="1438707"/>
                </a:lnTo>
                <a:lnTo>
                  <a:pt x="526838" y="1438596"/>
                </a:lnTo>
                <a:lnTo>
                  <a:pt x="526678" y="1438500"/>
                </a:lnTo>
                <a:lnTo>
                  <a:pt x="526509" y="1438420"/>
                </a:lnTo>
                <a:lnTo>
                  <a:pt x="526333" y="1438357"/>
                </a:lnTo>
                <a:lnTo>
                  <a:pt x="526152" y="1438312"/>
                </a:lnTo>
                <a:lnTo>
                  <a:pt x="525967" y="1438284"/>
                </a:lnTo>
                <a:lnTo>
                  <a:pt x="525780" y="1438275"/>
                </a:lnTo>
                <a:lnTo>
                  <a:pt x="516255" y="1438275"/>
                </a:lnTo>
                <a:lnTo>
                  <a:pt x="516068" y="1438284"/>
                </a:lnTo>
                <a:lnTo>
                  <a:pt x="515883" y="1438312"/>
                </a:lnTo>
                <a:lnTo>
                  <a:pt x="515702" y="1438357"/>
                </a:lnTo>
                <a:lnTo>
                  <a:pt x="515526" y="1438420"/>
                </a:lnTo>
                <a:lnTo>
                  <a:pt x="515357" y="1438500"/>
                </a:lnTo>
                <a:lnTo>
                  <a:pt x="515197" y="1438596"/>
                </a:lnTo>
                <a:lnTo>
                  <a:pt x="515046" y="1438707"/>
                </a:lnTo>
                <a:lnTo>
                  <a:pt x="514908" y="1438833"/>
                </a:lnTo>
                <a:lnTo>
                  <a:pt x="514782" y="1438971"/>
                </a:lnTo>
                <a:lnTo>
                  <a:pt x="514671" y="1439122"/>
                </a:lnTo>
                <a:lnTo>
                  <a:pt x="514575" y="1439282"/>
                </a:lnTo>
                <a:lnTo>
                  <a:pt x="514495" y="1439451"/>
                </a:lnTo>
                <a:lnTo>
                  <a:pt x="514432" y="1439627"/>
                </a:lnTo>
                <a:lnTo>
                  <a:pt x="514387" y="1439808"/>
                </a:lnTo>
                <a:lnTo>
                  <a:pt x="514359" y="1439993"/>
                </a:lnTo>
                <a:lnTo>
                  <a:pt x="514350" y="1440180"/>
                </a:lnTo>
                <a:lnTo>
                  <a:pt x="514350" y="1447800"/>
                </a:lnTo>
                <a:lnTo>
                  <a:pt x="506730" y="1447800"/>
                </a:lnTo>
                <a:lnTo>
                  <a:pt x="506543" y="1447809"/>
                </a:lnTo>
                <a:lnTo>
                  <a:pt x="506358" y="1447837"/>
                </a:lnTo>
                <a:lnTo>
                  <a:pt x="506177" y="1447882"/>
                </a:lnTo>
                <a:lnTo>
                  <a:pt x="506001" y="1447945"/>
                </a:lnTo>
                <a:lnTo>
                  <a:pt x="505832" y="1448025"/>
                </a:lnTo>
                <a:lnTo>
                  <a:pt x="505672" y="1448121"/>
                </a:lnTo>
                <a:lnTo>
                  <a:pt x="505521" y="1448232"/>
                </a:lnTo>
                <a:lnTo>
                  <a:pt x="505383" y="1448358"/>
                </a:lnTo>
                <a:lnTo>
                  <a:pt x="505257" y="1448496"/>
                </a:lnTo>
                <a:lnTo>
                  <a:pt x="505146" y="1448647"/>
                </a:lnTo>
                <a:lnTo>
                  <a:pt x="505050" y="1448807"/>
                </a:lnTo>
                <a:lnTo>
                  <a:pt x="504970" y="1448976"/>
                </a:lnTo>
                <a:lnTo>
                  <a:pt x="504907" y="1449152"/>
                </a:lnTo>
                <a:lnTo>
                  <a:pt x="504862" y="1449333"/>
                </a:lnTo>
                <a:lnTo>
                  <a:pt x="504834" y="1449518"/>
                </a:lnTo>
                <a:lnTo>
                  <a:pt x="504825" y="1449705"/>
                </a:lnTo>
                <a:lnTo>
                  <a:pt x="504825" y="1552575"/>
                </a:lnTo>
                <a:lnTo>
                  <a:pt x="497205" y="1552575"/>
                </a:lnTo>
                <a:lnTo>
                  <a:pt x="497018" y="1552584"/>
                </a:lnTo>
                <a:lnTo>
                  <a:pt x="496833" y="1552612"/>
                </a:lnTo>
                <a:lnTo>
                  <a:pt x="496652" y="1552657"/>
                </a:lnTo>
                <a:lnTo>
                  <a:pt x="496476" y="1552720"/>
                </a:lnTo>
                <a:lnTo>
                  <a:pt x="496307" y="1552800"/>
                </a:lnTo>
                <a:lnTo>
                  <a:pt x="496147" y="1552896"/>
                </a:lnTo>
                <a:lnTo>
                  <a:pt x="495996" y="1553007"/>
                </a:lnTo>
                <a:lnTo>
                  <a:pt x="495858" y="1553133"/>
                </a:lnTo>
                <a:lnTo>
                  <a:pt x="495732" y="1553271"/>
                </a:lnTo>
                <a:lnTo>
                  <a:pt x="495621" y="1553422"/>
                </a:lnTo>
                <a:lnTo>
                  <a:pt x="495525" y="1553582"/>
                </a:lnTo>
                <a:lnTo>
                  <a:pt x="495445" y="1553751"/>
                </a:lnTo>
                <a:lnTo>
                  <a:pt x="495382" y="1553927"/>
                </a:lnTo>
                <a:lnTo>
                  <a:pt x="495337" y="1554108"/>
                </a:lnTo>
                <a:lnTo>
                  <a:pt x="495309" y="1554293"/>
                </a:lnTo>
                <a:lnTo>
                  <a:pt x="495300" y="1554480"/>
                </a:lnTo>
                <a:lnTo>
                  <a:pt x="495300" y="1619250"/>
                </a:lnTo>
                <a:lnTo>
                  <a:pt x="489585" y="1619250"/>
                </a:lnTo>
                <a:lnTo>
                  <a:pt x="489585" y="1592580"/>
                </a:lnTo>
                <a:lnTo>
                  <a:pt x="489576" y="1592393"/>
                </a:lnTo>
                <a:lnTo>
                  <a:pt x="489548" y="1592208"/>
                </a:lnTo>
                <a:lnTo>
                  <a:pt x="489503" y="1592027"/>
                </a:lnTo>
                <a:lnTo>
                  <a:pt x="489440" y="1591851"/>
                </a:lnTo>
                <a:lnTo>
                  <a:pt x="489360" y="1591682"/>
                </a:lnTo>
                <a:lnTo>
                  <a:pt x="489264" y="1591522"/>
                </a:lnTo>
                <a:lnTo>
                  <a:pt x="489153" y="1591371"/>
                </a:lnTo>
                <a:lnTo>
                  <a:pt x="489027" y="1591233"/>
                </a:lnTo>
                <a:lnTo>
                  <a:pt x="488889" y="1591107"/>
                </a:lnTo>
                <a:lnTo>
                  <a:pt x="488738" y="1590996"/>
                </a:lnTo>
                <a:lnTo>
                  <a:pt x="488578" y="1590900"/>
                </a:lnTo>
                <a:lnTo>
                  <a:pt x="488409" y="1590820"/>
                </a:lnTo>
                <a:lnTo>
                  <a:pt x="488233" y="1590757"/>
                </a:lnTo>
                <a:lnTo>
                  <a:pt x="488052" y="1590712"/>
                </a:lnTo>
                <a:lnTo>
                  <a:pt x="487867" y="1590684"/>
                </a:lnTo>
                <a:lnTo>
                  <a:pt x="487680" y="1590675"/>
                </a:lnTo>
                <a:lnTo>
                  <a:pt x="459105" y="1590675"/>
                </a:lnTo>
                <a:lnTo>
                  <a:pt x="458918" y="1590684"/>
                </a:lnTo>
                <a:lnTo>
                  <a:pt x="458733" y="1590712"/>
                </a:lnTo>
                <a:lnTo>
                  <a:pt x="458552" y="1590757"/>
                </a:lnTo>
                <a:lnTo>
                  <a:pt x="458376" y="1590820"/>
                </a:lnTo>
                <a:lnTo>
                  <a:pt x="458207" y="1590900"/>
                </a:lnTo>
                <a:lnTo>
                  <a:pt x="458047" y="1590996"/>
                </a:lnTo>
                <a:lnTo>
                  <a:pt x="457896" y="1591107"/>
                </a:lnTo>
                <a:lnTo>
                  <a:pt x="457758" y="1591233"/>
                </a:lnTo>
                <a:lnTo>
                  <a:pt x="457632" y="1591371"/>
                </a:lnTo>
                <a:lnTo>
                  <a:pt x="457521" y="1591522"/>
                </a:lnTo>
                <a:lnTo>
                  <a:pt x="457425" y="1591682"/>
                </a:lnTo>
                <a:lnTo>
                  <a:pt x="457345" y="1591851"/>
                </a:lnTo>
                <a:lnTo>
                  <a:pt x="457282" y="1592027"/>
                </a:lnTo>
                <a:lnTo>
                  <a:pt x="457237" y="1592208"/>
                </a:lnTo>
                <a:lnTo>
                  <a:pt x="457209" y="1592393"/>
                </a:lnTo>
                <a:lnTo>
                  <a:pt x="457200" y="1592580"/>
                </a:lnTo>
                <a:lnTo>
                  <a:pt x="457200" y="1619250"/>
                </a:lnTo>
                <a:lnTo>
                  <a:pt x="449580" y="1619250"/>
                </a:lnTo>
                <a:lnTo>
                  <a:pt x="449393" y="1619259"/>
                </a:lnTo>
                <a:lnTo>
                  <a:pt x="449208" y="1619287"/>
                </a:lnTo>
                <a:lnTo>
                  <a:pt x="449027" y="1619332"/>
                </a:lnTo>
                <a:lnTo>
                  <a:pt x="448851" y="1619395"/>
                </a:lnTo>
                <a:lnTo>
                  <a:pt x="448682" y="1619475"/>
                </a:lnTo>
                <a:lnTo>
                  <a:pt x="448522" y="1619571"/>
                </a:lnTo>
                <a:lnTo>
                  <a:pt x="448371" y="1619682"/>
                </a:lnTo>
                <a:lnTo>
                  <a:pt x="448233" y="1619808"/>
                </a:lnTo>
                <a:lnTo>
                  <a:pt x="448107" y="1619946"/>
                </a:lnTo>
                <a:lnTo>
                  <a:pt x="447996" y="1620097"/>
                </a:lnTo>
                <a:lnTo>
                  <a:pt x="447900" y="1620257"/>
                </a:lnTo>
                <a:lnTo>
                  <a:pt x="447820" y="1620426"/>
                </a:lnTo>
                <a:lnTo>
                  <a:pt x="447757" y="1620602"/>
                </a:lnTo>
                <a:lnTo>
                  <a:pt x="447712" y="1620783"/>
                </a:lnTo>
                <a:lnTo>
                  <a:pt x="447684" y="1620968"/>
                </a:lnTo>
                <a:lnTo>
                  <a:pt x="447675" y="1621155"/>
                </a:lnTo>
                <a:lnTo>
                  <a:pt x="447675" y="1666875"/>
                </a:lnTo>
                <a:lnTo>
                  <a:pt x="422910" y="1666875"/>
                </a:lnTo>
                <a:lnTo>
                  <a:pt x="422910" y="1659255"/>
                </a:lnTo>
                <a:lnTo>
                  <a:pt x="422901" y="1659068"/>
                </a:lnTo>
                <a:lnTo>
                  <a:pt x="422873" y="1658883"/>
                </a:lnTo>
                <a:lnTo>
                  <a:pt x="422828" y="1658702"/>
                </a:lnTo>
                <a:lnTo>
                  <a:pt x="422765" y="1658526"/>
                </a:lnTo>
                <a:lnTo>
                  <a:pt x="422685" y="1658357"/>
                </a:lnTo>
                <a:lnTo>
                  <a:pt x="422589" y="1658197"/>
                </a:lnTo>
                <a:lnTo>
                  <a:pt x="422478" y="1658046"/>
                </a:lnTo>
                <a:lnTo>
                  <a:pt x="422352" y="1657908"/>
                </a:lnTo>
                <a:lnTo>
                  <a:pt x="422214" y="1657782"/>
                </a:lnTo>
                <a:lnTo>
                  <a:pt x="422063" y="1657671"/>
                </a:lnTo>
                <a:lnTo>
                  <a:pt x="421903" y="1657575"/>
                </a:lnTo>
                <a:lnTo>
                  <a:pt x="421734" y="1657495"/>
                </a:lnTo>
                <a:lnTo>
                  <a:pt x="421558" y="1657432"/>
                </a:lnTo>
                <a:lnTo>
                  <a:pt x="421377" y="1657387"/>
                </a:lnTo>
                <a:lnTo>
                  <a:pt x="421192" y="1657359"/>
                </a:lnTo>
                <a:lnTo>
                  <a:pt x="421005" y="1657350"/>
                </a:lnTo>
                <a:lnTo>
                  <a:pt x="401955" y="1657350"/>
                </a:lnTo>
                <a:lnTo>
                  <a:pt x="401768" y="1657359"/>
                </a:lnTo>
                <a:lnTo>
                  <a:pt x="401583" y="1657387"/>
                </a:lnTo>
                <a:lnTo>
                  <a:pt x="401402" y="1657432"/>
                </a:lnTo>
                <a:lnTo>
                  <a:pt x="401226" y="1657495"/>
                </a:lnTo>
                <a:lnTo>
                  <a:pt x="401057" y="1657575"/>
                </a:lnTo>
                <a:lnTo>
                  <a:pt x="400897" y="1657671"/>
                </a:lnTo>
                <a:lnTo>
                  <a:pt x="400746" y="1657782"/>
                </a:lnTo>
                <a:lnTo>
                  <a:pt x="400608" y="1657908"/>
                </a:lnTo>
                <a:lnTo>
                  <a:pt x="400482" y="1658046"/>
                </a:lnTo>
                <a:lnTo>
                  <a:pt x="400371" y="1658197"/>
                </a:lnTo>
                <a:lnTo>
                  <a:pt x="400275" y="1658357"/>
                </a:lnTo>
                <a:lnTo>
                  <a:pt x="400195" y="1658526"/>
                </a:lnTo>
                <a:lnTo>
                  <a:pt x="400132" y="1658702"/>
                </a:lnTo>
                <a:lnTo>
                  <a:pt x="400087" y="1658883"/>
                </a:lnTo>
                <a:lnTo>
                  <a:pt x="400059" y="1659068"/>
                </a:lnTo>
                <a:lnTo>
                  <a:pt x="400050" y="1659255"/>
                </a:lnTo>
                <a:lnTo>
                  <a:pt x="400050" y="1695450"/>
                </a:lnTo>
                <a:lnTo>
                  <a:pt x="394335" y="1695450"/>
                </a:lnTo>
                <a:lnTo>
                  <a:pt x="394335" y="1687830"/>
                </a:lnTo>
                <a:lnTo>
                  <a:pt x="394326" y="1687643"/>
                </a:lnTo>
                <a:lnTo>
                  <a:pt x="394298" y="1687458"/>
                </a:lnTo>
                <a:lnTo>
                  <a:pt x="394253" y="1687277"/>
                </a:lnTo>
                <a:lnTo>
                  <a:pt x="394190" y="1687101"/>
                </a:lnTo>
                <a:lnTo>
                  <a:pt x="394110" y="1686932"/>
                </a:lnTo>
                <a:lnTo>
                  <a:pt x="394014" y="1686772"/>
                </a:lnTo>
                <a:lnTo>
                  <a:pt x="393903" y="1686621"/>
                </a:lnTo>
                <a:lnTo>
                  <a:pt x="393777" y="1686483"/>
                </a:lnTo>
                <a:lnTo>
                  <a:pt x="393639" y="1686357"/>
                </a:lnTo>
                <a:lnTo>
                  <a:pt x="393488" y="1686246"/>
                </a:lnTo>
                <a:lnTo>
                  <a:pt x="393328" y="1686150"/>
                </a:lnTo>
                <a:lnTo>
                  <a:pt x="393159" y="1686070"/>
                </a:lnTo>
                <a:lnTo>
                  <a:pt x="392983" y="1686007"/>
                </a:lnTo>
                <a:lnTo>
                  <a:pt x="392802" y="1685962"/>
                </a:lnTo>
                <a:lnTo>
                  <a:pt x="392617" y="1685934"/>
                </a:lnTo>
                <a:lnTo>
                  <a:pt x="392430" y="1685925"/>
                </a:lnTo>
                <a:lnTo>
                  <a:pt x="384810" y="1685925"/>
                </a:lnTo>
                <a:lnTo>
                  <a:pt x="384810" y="1611630"/>
                </a:lnTo>
                <a:lnTo>
                  <a:pt x="384801" y="1611443"/>
                </a:lnTo>
                <a:lnTo>
                  <a:pt x="384773" y="1611258"/>
                </a:lnTo>
                <a:lnTo>
                  <a:pt x="384728" y="1611077"/>
                </a:lnTo>
                <a:lnTo>
                  <a:pt x="384665" y="1610901"/>
                </a:lnTo>
                <a:lnTo>
                  <a:pt x="384585" y="1610732"/>
                </a:lnTo>
                <a:lnTo>
                  <a:pt x="384489" y="1610572"/>
                </a:lnTo>
                <a:lnTo>
                  <a:pt x="384378" y="1610421"/>
                </a:lnTo>
                <a:lnTo>
                  <a:pt x="384252" y="1610283"/>
                </a:lnTo>
                <a:lnTo>
                  <a:pt x="384114" y="1610157"/>
                </a:lnTo>
                <a:lnTo>
                  <a:pt x="383963" y="1610046"/>
                </a:lnTo>
                <a:lnTo>
                  <a:pt x="383803" y="1609950"/>
                </a:lnTo>
                <a:lnTo>
                  <a:pt x="383634" y="1609870"/>
                </a:lnTo>
                <a:lnTo>
                  <a:pt x="383458" y="1609807"/>
                </a:lnTo>
                <a:lnTo>
                  <a:pt x="383277" y="1609762"/>
                </a:lnTo>
                <a:lnTo>
                  <a:pt x="383092" y="1609734"/>
                </a:lnTo>
                <a:lnTo>
                  <a:pt x="382905" y="1609725"/>
                </a:lnTo>
                <a:lnTo>
                  <a:pt x="354330" y="1609725"/>
                </a:lnTo>
                <a:lnTo>
                  <a:pt x="354143" y="1609734"/>
                </a:lnTo>
                <a:lnTo>
                  <a:pt x="353958" y="1609762"/>
                </a:lnTo>
                <a:lnTo>
                  <a:pt x="353777" y="1609807"/>
                </a:lnTo>
                <a:lnTo>
                  <a:pt x="353601" y="1609870"/>
                </a:lnTo>
                <a:lnTo>
                  <a:pt x="353432" y="1609950"/>
                </a:lnTo>
                <a:lnTo>
                  <a:pt x="353272" y="1610046"/>
                </a:lnTo>
                <a:lnTo>
                  <a:pt x="353121" y="1610157"/>
                </a:lnTo>
                <a:lnTo>
                  <a:pt x="352983" y="1610283"/>
                </a:lnTo>
                <a:lnTo>
                  <a:pt x="352857" y="1610421"/>
                </a:lnTo>
                <a:lnTo>
                  <a:pt x="352746" y="1610572"/>
                </a:lnTo>
                <a:lnTo>
                  <a:pt x="352650" y="1610732"/>
                </a:lnTo>
                <a:lnTo>
                  <a:pt x="352570" y="1610901"/>
                </a:lnTo>
                <a:lnTo>
                  <a:pt x="352507" y="1611077"/>
                </a:lnTo>
                <a:lnTo>
                  <a:pt x="352462" y="1611258"/>
                </a:lnTo>
                <a:lnTo>
                  <a:pt x="352434" y="1611443"/>
                </a:lnTo>
                <a:lnTo>
                  <a:pt x="352425" y="1611630"/>
                </a:lnTo>
                <a:lnTo>
                  <a:pt x="352425" y="1619250"/>
                </a:lnTo>
                <a:lnTo>
                  <a:pt x="344805" y="1619250"/>
                </a:lnTo>
                <a:lnTo>
                  <a:pt x="344618" y="1619259"/>
                </a:lnTo>
                <a:lnTo>
                  <a:pt x="344433" y="1619287"/>
                </a:lnTo>
                <a:lnTo>
                  <a:pt x="344252" y="1619332"/>
                </a:lnTo>
                <a:lnTo>
                  <a:pt x="344076" y="1619395"/>
                </a:lnTo>
                <a:lnTo>
                  <a:pt x="343907" y="1619475"/>
                </a:lnTo>
                <a:lnTo>
                  <a:pt x="343747" y="1619571"/>
                </a:lnTo>
                <a:lnTo>
                  <a:pt x="343596" y="1619682"/>
                </a:lnTo>
                <a:lnTo>
                  <a:pt x="343458" y="1619808"/>
                </a:lnTo>
                <a:lnTo>
                  <a:pt x="343332" y="1619946"/>
                </a:lnTo>
                <a:lnTo>
                  <a:pt x="343221" y="1620097"/>
                </a:lnTo>
                <a:lnTo>
                  <a:pt x="343125" y="1620257"/>
                </a:lnTo>
                <a:lnTo>
                  <a:pt x="343045" y="1620426"/>
                </a:lnTo>
                <a:lnTo>
                  <a:pt x="342982" y="1620602"/>
                </a:lnTo>
                <a:lnTo>
                  <a:pt x="342937" y="1620783"/>
                </a:lnTo>
                <a:lnTo>
                  <a:pt x="342909" y="1620968"/>
                </a:lnTo>
                <a:lnTo>
                  <a:pt x="342900" y="1621155"/>
                </a:lnTo>
                <a:lnTo>
                  <a:pt x="342900" y="1733550"/>
                </a:lnTo>
                <a:close/>
              </a:path>
            </a:pathLst>
          </a:custGeom>
          <a:solidFill xmlns:a="http://schemas.openxmlformats.org/drawingml/2006/main">
            <a:srgbClr val="267EA8"/>
          </a:solidFill>
          <a:ln xmlns:a="http://schemas.openxmlformats.org/drawingml/2006/main" w="0">
            <a:noFill/>
          </a:ln>
        </p:spPr>
      </p:sp>
      <p:pic>
        <p:nvPicPr>
          <p:cNvPr id="25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ebaf66b6654875"/>
          <a:stretch xmlns:a="http://schemas.openxmlformats.org/drawingml/2006/main"/>
        </p:blipFill>
        <p:spPr>
          <a:xfrm xmlns:a="http://schemas.openxmlformats.org/drawingml/2006/main">
            <a:off x="7258050" y="3305175"/>
            <a:ext cx="3752850" cy="2886075"/>
          </a:xfrm>
          <a:prstGeom xmlns:a="http://schemas.openxmlformats.org/drawingml/2006/main" prst="rect">
            <a:avLst/>
          </a:prstGeom>
        </p:spPr>
      </p:pic>
      <p:sp>
        <p:nvSpPr>
          <p:cNvPr id="1209" name="Text (a) Spatial bias">
            <a:extLst xmlns:a="http://schemas.openxmlformats.org/drawingml/2006/main">
              <a:ext uri="{FF2B5EF4-FFF2-40B4-BE49-F238E27FC236}">
                <a16:creationId xmlns:a16="http://schemas.microsoft.com/office/drawing/2014/main" id="{3EAEF9D3-8360-4C05-9A37-3F0FDB95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3725" y="0"/>
            <a:ext cx="2524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(a) Spatial bias</a:t>
            </a:r>
          </a:p>
        </p:txBody>
      </p:sp>
      <p:sp>
        <p:nvSpPr>
          <p:cNvPr id="1210" name="Text (b) Temporal bias">
            <a:extLst xmlns:a="http://schemas.openxmlformats.org/drawingml/2006/main">
              <a:ext uri="{FF2B5EF4-FFF2-40B4-BE49-F238E27FC236}">
                <a16:creationId xmlns:a16="http://schemas.microsoft.com/office/drawing/2014/main" id="{CFA00774-CA72-4792-9622-054BE10B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3219450"/>
            <a:ext cx="328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(b) Temporal bias</a:t>
            </a:r>
          </a:p>
        </p:txBody>
      </p:sp>
      <p:sp>
        <p:nvSpPr>
          <p:cNvPr id="1211" name="Text (c) Observer bias">
            <a:extLst xmlns:a="http://schemas.openxmlformats.org/drawingml/2006/main">
              <a:ext uri="{FF2B5EF4-FFF2-40B4-BE49-F238E27FC236}">
                <a16:creationId xmlns:a16="http://schemas.microsoft.com/office/drawing/2014/main" id="{6ABF4E61-11EE-46CF-A4D1-E8F5DFCC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7875" y="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(c) Observer bias</a:t>
            </a:r>
          </a:p>
        </p:txBody>
      </p:sp>
      <p:sp>
        <p:nvSpPr>
          <p:cNvPr id="1212" name="Text (d) Sociopolitical bias">
            <a:extLst xmlns:a="http://schemas.openxmlformats.org/drawingml/2006/main">
              <a:ext uri="{FF2B5EF4-FFF2-40B4-BE49-F238E27FC236}">
                <a16:creationId xmlns:a16="http://schemas.microsoft.com/office/drawing/2014/main" id="{20343CCD-3EED-4EE3-857E-6C0EC51D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2675" y="3219450"/>
            <a:ext cx="396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(d) Sociopolitical bias</a:t>
            </a:r>
          </a:p>
        </p:txBody>
      </p:sp>
      <p:sp>
        <p:nvSpPr>
          <p:cNvPr id="1213" name="AI081-4">
            <a:extLst xmlns:a="http://schemas.openxmlformats.org/drawingml/2006/main">
              <a:ext uri="{FF2B5EF4-FFF2-40B4-BE49-F238E27FC236}">
                <a16:creationId xmlns:a16="http://schemas.microsoft.com/office/drawing/2014/main" id="{9697F2FF-3236-454F-A9FE-32543DCF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209925"/>
            <a:ext cx="5857875" cy="10"/>
          </a:xfrm>
          <a:custGeom xmlns:a="http://schemas.openxmlformats.org/drawingml/2006/main">
            <a:pathLst>
              <a:path w="5857875" h="10">
                <a:moveTo>
                  <a:pt x="0" y="0"/>
                </a:moveTo>
                <a:lnTo>
                  <a:pt x="5857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D4D4D4"/>
            </a:solidFill>
          </a:ln>
        </p:spPr>
      </p:sp>
      <p:sp>
        <p:nvSpPr>
          <p:cNvPr id="1214" name="AI081-5">
            <a:extLst xmlns:a="http://schemas.openxmlformats.org/drawingml/2006/main">
              <a:ext uri="{FF2B5EF4-FFF2-40B4-BE49-F238E27FC236}">
                <a16:creationId xmlns:a16="http://schemas.microsoft.com/office/drawing/2014/main" id="{9AEF1BC2-F742-46D4-810D-FD969022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09925"/>
            <a:ext cx="5838825" cy="10"/>
          </a:xfrm>
          <a:custGeom xmlns:a="http://schemas.openxmlformats.org/drawingml/2006/main">
            <a:pathLst>
              <a:path w="5838825" h="10">
                <a:moveTo>
                  <a:pt x="0" y="0"/>
                </a:moveTo>
                <a:lnTo>
                  <a:pt x="5838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D4D4D4"/>
            </a:solidFill>
          </a:ln>
        </p:spPr>
      </p:sp>
      <p:sp>
        <p:nvSpPr>
          <p:cNvPr id="1215" name="AI081-6">
            <a:extLst xmlns:a="http://schemas.openxmlformats.org/drawingml/2006/main">
              <a:ext uri="{FF2B5EF4-FFF2-40B4-BE49-F238E27FC236}">
                <a16:creationId xmlns:a16="http://schemas.microsoft.com/office/drawing/2014/main" id="{0DFFFA5A-0526-4ECB-B799-8534F4AE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2875"/>
            <a:ext cx="10" cy="2895600"/>
          </a:xfrm>
          <a:custGeom xmlns:a="http://schemas.openxmlformats.org/drawingml/2006/main">
            <a:pathLst>
              <a:path w="10" h="2895600">
                <a:moveTo>
                  <a:pt x="0" y="0"/>
                </a:moveTo>
                <a:lnTo>
                  <a:pt x="0" y="2895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D4D4D4"/>
            </a:solidFill>
          </a:ln>
        </p:spPr>
      </p:sp>
      <p:sp>
        <p:nvSpPr>
          <p:cNvPr id="1216" name="AI081-7">
            <a:extLst xmlns:a="http://schemas.openxmlformats.org/drawingml/2006/main">
              <a:ext uri="{FF2B5EF4-FFF2-40B4-BE49-F238E27FC236}">
                <a16:creationId xmlns:a16="http://schemas.microsoft.com/office/drawing/2014/main" id="{0C0A66D9-D87B-4CFC-9267-33B372FC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33750"/>
            <a:ext cx="10" cy="2943225"/>
          </a:xfrm>
          <a:custGeom xmlns:a="http://schemas.openxmlformats.org/drawingml/2006/main">
            <a:pathLst>
              <a:path w="10" h="2943225">
                <a:moveTo>
                  <a:pt x="0" y="0"/>
                </a:moveTo>
                <a:lnTo>
                  <a:pt x="0" y="29432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D4D4D4"/>
            </a:solidFill>
          </a:ln>
        </p:spPr>
      </p:sp>
      <p:sp>
        <p:nvSpPr>
          <p:cNvPr id="1217" name="AI081-8">
            <a:extLst xmlns:a="http://schemas.openxmlformats.org/drawingml/2006/main">
              <a:ext uri="{FF2B5EF4-FFF2-40B4-BE49-F238E27FC236}">
                <a16:creationId xmlns:a16="http://schemas.microsoft.com/office/drawing/2014/main" id="{952EA0B8-1E31-45C1-8056-F103414B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10" cy="2181225"/>
          </a:xfrm>
          <a:custGeom xmlns:a="http://schemas.openxmlformats.org/drawingml/2006/main">
            <a:pathLst>
              <a:path w="10" h="2181225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18" name="AI081-9">
            <a:extLst xmlns:a="http://schemas.openxmlformats.org/drawingml/2006/main">
              <a:ext uri="{FF2B5EF4-FFF2-40B4-BE49-F238E27FC236}">
                <a16:creationId xmlns:a16="http://schemas.microsoft.com/office/drawing/2014/main" id="{7A0A1C08-8909-4F54-966A-2DA5D6BC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81275"/>
            <a:ext cx="2924175" cy="10"/>
          </a:xfrm>
          <a:custGeom xmlns:a="http://schemas.openxmlformats.org/drawingml/2006/main">
            <a:pathLst>
              <a:path w="2924175" h="10">
                <a:moveTo>
                  <a:pt x="0" y="0"/>
                </a:moveTo>
                <a:lnTo>
                  <a:pt x="2924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19" name="AI081-10">
            <a:extLst xmlns:a="http://schemas.openxmlformats.org/drawingml/2006/main">
              <a:ext uri="{FF2B5EF4-FFF2-40B4-BE49-F238E27FC236}">
                <a16:creationId xmlns:a16="http://schemas.microsoft.com/office/drawing/2014/main" id="{0F20B895-33F9-491A-989A-6BFF6CED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20" name="Text 0M">
            <a:extLst xmlns:a="http://schemas.openxmlformats.org/drawingml/2006/main">
              <a:ext uri="{FF2B5EF4-FFF2-40B4-BE49-F238E27FC236}">
                <a16:creationId xmlns:a16="http://schemas.microsoft.com/office/drawing/2014/main" id="{2B9C0AD9-6784-4F90-B2FC-8AA7F95C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2428875"/>
            <a:ext cx="42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0M</a:t>
            </a:r>
          </a:p>
        </p:txBody>
      </p:sp>
      <p:sp>
        <p:nvSpPr>
          <p:cNvPr id="1221" name="AI081-11">
            <a:extLst xmlns:a="http://schemas.openxmlformats.org/drawingml/2006/main">
              <a:ext uri="{FF2B5EF4-FFF2-40B4-BE49-F238E27FC236}">
                <a16:creationId xmlns:a16="http://schemas.microsoft.com/office/drawing/2014/main" id="{6FEEEC1B-A9BD-4AFE-8535-2F08E331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5510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22" name="Text 0.5">
            <a:extLst xmlns:a="http://schemas.openxmlformats.org/drawingml/2006/main">
              <a:ext uri="{FF2B5EF4-FFF2-40B4-BE49-F238E27FC236}">
                <a16:creationId xmlns:a16="http://schemas.microsoft.com/office/drawing/2014/main" id="{37DF19C8-9FE0-4F95-BC42-70FA8ECD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2032635"/>
            <a:ext cx="42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1223" name="AI081-12">
            <a:extLst xmlns:a="http://schemas.openxmlformats.org/drawingml/2006/main">
              <a:ext uri="{FF2B5EF4-FFF2-40B4-BE49-F238E27FC236}">
                <a16:creationId xmlns:a16="http://schemas.microsoft.com/office/drawing/2014/main" id="{A980546F-854F-407A-94AB-44251056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79270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24" name="Text 1.0">
            <a:extLst xmlns:a="http://schemas.openxmlformats.org/drawingml/2006/main">
              <a:ext uri="{FF2B5EF4-FFF2-40B4-BE49-F238E27FC236}">
                <a16:creationId xmlns:a16="http://schemas.microsoft.com/office/drawing/2014/main" id="{1738B10D-3412-48E1-A89D-1A30FD0B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1636395"/>
            <a:ext cx="42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1.0</a:t>
            </a:r>
          </a:p>
        </p:txBody>
      </p:sp>
      <p:sp>
        <p:nvSpPr>
          <p:cNvPr id="1225" name="AI081-13">
            <a:extLst xmlns:a="http://schemas.openxmlformats.org/drawingml/2006/main">
              <a:ext uri="{FF2B5EF4-FFF2-40B4-BE49-F238E27FC236}">
                <a16:creationId xmlns:a16="http://schemas.microsoft.com/office/drawing/2014/main" id="{F7E8AF9C-13F8-4706-A3CD-5D6B9F4E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3030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26" name="Text 1.5">
            <a:extLst xmlns:a="http://schemas.openxmlformats.org/drawingml/2006/main">
              <a:ext uri="{FF2B5EF4-FFF2-40B4-BE49-F238E27FC236}">
                <a16:creationId xmlns:a16="http://schemas.microsoft.com/office/drawing/2014/main" id="{4466B2CB-01BC-4523-A7DC-E1097906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1240155"/>
            <a:ext cx="42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1.5</a:t>
            </a:r>
          </a:p>
        </p:txBody>
      </p:sp>
      <p:sp>
        <p:nvSpPr>
          <p:cNvPr id="1227" name="AI081-14">
            <a:extLst xmlns:a="http://schemas.openxmlformats.org/drawingml/2006/main">
              <a:ext uri="{FF2B5EF4-FFF2-40B4-BE49-F238E27FC236}">
                <a16:creationId xmlns:a16="http://schemas.microsoft.com/office/drawing/2014/main" id="{BCF69AD5-67A8-46F6-A573-FDE645DF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86790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28" name="Text 2.0">
            <a:extLst xmlns:a="http://schemas.openxmlformats.org/drawingml/2006/main">
              <a:ext uri="{FF2B5EF4-FFF2-40B4-BE49-F238E27FC236}">
                <a16:creationId xmlns:a16="http://schemas.microsoft.com/office/drawing/2014/main" id="{E300A9E1-8EB4-4765-8896-62C7CBAA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843915"/>
            <a:ext cx="42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2.0</a:t>
            </a:r>
          </a:p>
        </p:txBody>
      </p:sp>
      <p:sp>
        <p:nvSpPr>
          <p:cNvPr id="1229" name="AI081-15">
            <a:extLst xmlns:a="http://schemas.openxmlformats.org/drawingml/2006/main">
              <a:ext uri="{FF2B5EF4-FFF2-40B4-BE49-F238E27FC236}">
                <a16:creationId xmlns:a16="http://schemas.microsoft.com/office/drawing/2014/main" id="{0AA1AFC3-0B07-498A-B976-701B65AD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30" name="Text 2.5">
            <a:extLst xmlns:a="http://schemas.openxmlformats.org/drawingml/2006/main">
              <a:ext uri="{FF2B5EF4-FFF2-40B4-BE49-F238E27FC236}">
                <a16:creationId xmlns:a16="http://schemas.microsoft.com/office/drawing/2014/main" id="{C71F2CB0-7B0E-46B0-8A05-F2F86545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447675"/>
            <a:ext cx="42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2.5</a:t>
            </a:r>
          </a:p>
        </p:txBody>
      </p:sp>
      <p:sp>
        <p:nvSpPr>
          <p:cNvPr id="1231" name="AI081-16">
            <a:extLst xmlns:a="http://schemas.openxmlformats.org/drawingml/2006/main">
              <a:ext uri="{FF2B5EF4-FFF2-40B4-BE49-F238E27FC236}">
                <a16:creationId xmlns:a16="http://schemas.microsoft.com/office/drawing/2014/main" id="{F8B7081A-BD62-457F-ADF6-08FC62FD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81275"/>
            <a:ext cx="10" cy="57150"/>
          </a:xfrm>
          <a:custGeom xmlns:a="http://schemas.openxmlformats.org/drawingml/2006/main">
            <a:pathLst>
              <a:path w="1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32" name="Text 0">
            <a:extLst xmlns:a="http://schemas.openxmlformats.org/drawingml/2006/main">
              <a:ext uri="{FF2B5EF4-FFF2-40B4-BE49-F238E27FC236}">
                <a16:creationId xmlns:a16="http://schemas.microsoft.com/office/drawing/2014/main" id="{58BC4A10-2E26-48E2-9693-41CFB8FF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2647950"/>
            <a:ext cx="419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33" name="AI081-17">
            <a:extLst xmlns:a="http://schemas.openxmlformats.org/drawingml/2006/main">
              <a:ext uri="{FF2B5EF4-FFF2-40B4-BE49-F238E27FC236}">
                <a16:creationId xmlns:a16="http://schemas.microsoft.com/office/drawing/2014/main" id="{E9D4D0A6-ED9E-490C-B027-A78C9633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870" y="2581275"/>
            <a:ext cx="10" cy="57150"/>
          </a:xfrm>
          <a:custGeom xmlns:a="http://schemas.openxmlformats.org/drawingml/2006/main">
            <a:pathLst>
              <a:path w="1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34" name="Text 10">
            <a:extLst xmlns:a="http://schemas.openxmlformats.org/drawingml/2006/main">
              <a:ext uri="{FF2B5EF4-FFF2-40B4-BE49-F238E27FC236}">
                <a16:creationId xmlns:a16="http://schemas.microsoft.com/office/drawing/2014/main" id="{2C8475CB-DA2A-4E7A-B158-BB5A699E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7320" y="2647950"/>
            <a:ext cx="419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235" name="AI081-18">
            <a:extLst xmlns:a="http://schemas.openxmlformats.org/drawingml/2006/main">
              <a:ext uri="{FF2B5EF4-FFF2-40B4-BE49-F238E27FC236}">
                <a16:creationId xmlns:a16="http://schemas.microsoft.com/office/drawing/2014/main" id="{7DC02927-B570-4850-8186-9DA9F740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2581275"/>
            <a:ext cx="10" cy="57150"/>
          </a:xfrm>
          <a:custGeom xmlns:a="http://schemas.openxmlformats.org/drawingml/2006/main">
            <a:pathLst>
              <a:path w="1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36" name="Text 20">
            <a:extLst xmlns:a="http://schemas.openxmlformats.org/drawingml/2006/main">
              <a:ext uri="{FF2B5EF4-FFF2-40B4-BE49-F238E27FC236}">
                <a16:creationId xmlns:a16="http://schemas.microsoft.com/office/drawing/2014/main" id="{99158825-3230-4D7F-B342-934ABB12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9290" y="2647950"/>
            <a:ext cx="419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237" name="AI081-19">
            <a:extLst xmlns:a="http://schemas.openxmlformats.org/drawingml/2006/main">
              <a:ext uri="{FF2B5EF4-FFF2-40B4-BE49-F238E27FC236}">
                <a16:creationId xmlns:a16="http://schemas.microsoft.com/office/drawing/2014/main" id="{0317201D-BA1D-4A15-8021-050A7932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810" y="2581275"/>
            <a:ext cx="10" cy="57150"/>
          </a:xfrm>
          <a:custGeom xmlns:a="http://schemas.openxmlformats.org/drawingml/2006/main">
            <a:pathLst>
              <a:path w="1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38" name="Text 30">
            <a:extLst xmlns:a="http://schemas.openxmlformats.org/drawingml/2006/main">
              <a:ext uri="{FF2B5EF4-FFF2-40B4-BE49-F238E27FC236}">
                <a16:creationId xmlns:a16="http://schemas.microsoft.com/office/drawing/2014/main" id="{495BC6D4-034E-4F78-9504-1C52D8CE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1260" y="2647950"/>
            <a:ext cx="419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1239" name="AI081-20">
            <a:extLst xmlns:a="http://schemas.openxmlformats.org/drawingml/2006/main">
              <a:ext uri="{FF2B5EF4-FFF2-40B4-BE49-F238E27FC236}">
                <a16:creationId xmlns:a16="http://schemas.microsoft.com/office/drawing/2014/main" id="{9FBA0171-17C8-4039-AA74-F3B097A3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2780" y="2581275"/>
            <a:ext cx="10" cy="57150"/>
          </a:xfrm>
          <a:custGeom xmlns:a="http://schemas.openxmlformats.org/drawingml/2006/main">
            <a:pathLst>
              <a:path w="1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40" name="Text 40">
            <a:extLst xmlns:a="http://schemas.openxmlformats.org/drawingml/2006/main">
              <a:ext uri="{FF2B5EF4-FFF2-40B4-BE49-F238E27FC236}">
                <a16:creationId xmlns:a16="http://schemas.microsoft.com/office/drawing/2014/main" id="{38E02A5D-C95C-45CA-AB3E-6195589C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3230" y="2647950"/>
            <a:ext cx="419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241" name="AI081-21">
            <a:extLst xmlns:a="http://schemas.openxmlformats.org/drawingml/2006/main">
              <a:ext uri="{FF2B5EF4-FFF2-40B4-BE49-F238E27FC236}">
                <a16:creationId xmlns:a16="http://schemas.microsoft.com/office/drawing/2014/main" id="{2EBD7BB4-E3F9-41FC-93BE-02FB8555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81275"/>
            <a:ext cx="10" cy="57150"/>
          </a:xfrm>
          <a:custGeom xmlns:a="http://schemas.openxmlformats.org/drawingml/2006/main">
            <a:pathLst>
              <a:path w="1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42" name="Text 50">
            <a:extLst xmlns:a="http://schemas.openxmlformats.org/drawingml/2006/main">
              <a:ext uri="{FF2B5EF4-FFF2-40B4-BE49-F238E27FC236}">
                <a16:creationId xmlns:a16="http://schemas.microsoft.com/office/drawing/2014/main" id="{0EBB3E79-E91B-4B06-9855-BD7BCE70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5200" y="2647950"/>
            <a:ext cx="419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243" name="Text Human footprint index">
            <a:extLst xmlns:a="http://schemas.openxmlformats.org/drawingml/2006/main">
              <a:ext uri="{FF2B5EF4-FFF2-40B4-BE49-F238E27FC236}">
                <a16:creationId xmlns:a16="http://schemas.microsoft.com/office/drawing/2014/main" id="{4ED4B496-30B4-4106-BE82-45500BB9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2886075"/>
            <a:ext cx="3324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Human footprint index</a:t>
            </a:r>
          </a:p>
        </p:txBody>
      </p:sp>
      <p:sp>
        <p:nvSpPr>
          <p:cNvPr id="1244" name="Text N° observations / pixels">
            <a:extLst xmlns:a="http://schemas.openxmlformats.org/drawingml/2006/main">
              <a:ext uri="{FF2B5EF4-FFF2-40B4-BE49-F238E27FC236}">
                <a16:creationId xmlns:a16="http://schemas.microsoft.com/office/drawing/2014/main" id="{2E961FA8-840D-438B-89F9-A90FF100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1057275" y="120967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N° observations / pixels</a:t>
            </a:r>
          </a:p>
        </p:txBody>
      </p:sp>
      <p:sp>
        <p:nvSpPr>
          <p:cNvPr id="1245" name="Text Total landmass">
            <a:extLst xmlns:a="http://schemas.openxmlformats.org/drawingml/2006/main">
              <a:ext uri="{FF2B5EF4-FFF2-40B4-BE49-F238E27FC236}">
                <a16:creationId xmlns:a16="http://schemas.microsoft.com/office/drawing/2014/main" id="{4E6F3826-0559-4D75-B380-D96303A0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04825" y="952500"/>
            <a:ext cx="172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55555"/>
                </a:solidFill>
                <a:latin typeface="Arial"/>
                <a:ea typeface="Arial"/>
                <a:cs typeface="Arial"/>
              </a:rPr>
              <a:t>Total landmass</a:t>
            </a:r>
          </a:p>
        </p:txBody>
      </p:sp>
      <p:sp>
        <p:nvSpPr>
          <p:cNvPr id="1246" name="Text DivShift-NAWC">
            <a:extLst xmlns:a="http://schemas.openxmlformats.org/drawingml/2006/main">
              <a:ext uri="{FF2B5EF4-FFF2-40B4-BE49-F238E27FC236}">
                <a16:creationId xmlns:a16="http://schemas.microsoft.com/office/drawing/2014/main" id="{E0C316CF-49A6-43B2-9C2F-9EC680FE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2543175" y="13335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D68D3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D68D38"/>
                </a:solidFill>
                <a:latin typeface="Arial"/>
                <a:ea typeface="Arial"/>
                <a:cs typeface="Arial"/>
              </a:rPr>
              <a:t>DivShift-NAWC</a:t>
            </a:r>
          </a:p>
        </p:txBody>
      </p:sp>
      <p:sp>
        <p:nvSpPr>
          <p:cNvPr id="1247" name="AI081-22">
            <a:extLst xmlns:a="http://schemas.openxmlformats.org/drawingml/2006/main">
              <a:ext uri="{FF2B5EF4-FFF2-40B4-BE49-F238E27FC236}">
                <a16:creationId xmlns:a16="http://schemas.microsoft.com/office/drawing/2014/main" id="{069BD6B3-0CEC-4936-B197-7B54FE31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47675"/>
            <a:ext cx="10" cy="2419350"/>
          </a:xfrm>
          <a:custGeom xmlns:a="http://schemas.openxmlformats.org/drawingml/2006/main">
            <a:pathLst>
              <a:path w="10" h="2419350">
                <a:moveTo>
                  <a:pt x="0" y="0"/>
                </a:moveTo>
                <a:lnTo>
                  <a:pt x="0" y="24193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48" name="AI081-23">
            <a:extLst xmlns:a="http://schemas.openxmlformats.org/drawingml/2006/main">
              <a:ext uri="{FF2B5EF4-FFF2-40B4-BE49-F238E27FC236}">
                <a16:creationId xmlns:a16="http://schemas.microsoft.com/office/drawing/2014/main" id="{DE36B7FB-AA79-439D-8FA1-54445B3D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67025"/>
            <a:ext cx="2390775" cy="10"/>
          </a:xfrm>
          <a:custGeom xmlns:a="http://schemas.openxmlformats.org/drawingml/2006/main">
            <a:pathLst>
              <a:path w="2390775" h="10">
                <a:moveTo>
                  <a:pt x="0" y="0"/>
                </a:moveTo>
                <a:lnTo>
                  <a:pt x="2390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49" name="AI081-24">
            <a:extLst xmlns:a="http://schemas.openxmlformats.org/drawingml/2006/main">
              <a:ext uri="{FF2B5EF4-FFF2-40B4-BE49-F238E27FC236}">
                <a16:creationId xmlns:a16="http://schemas.microsoft.com/office/drawing/2014/main" id="{818D525C-8A7E-4352-A45C-61BFBED4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67025"/>
            <a:ext cx="47625" cy="10"/>
          </a:xfrm>
          <a:custGeom xmlns:a="http://schemas.openxmlformats.org/drawingml/2006/main">
            <a:pathLst>
              <a:path w="47625" h="10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50" name="Text 0">
            <a:extLst xmlns:a="http://schemas.openxmlformats.org/drawingml/2006/main">
              <a:ext uri="{FF2B5EF4-FFF2-40B4-BE49-F238E27FC236}">
                <a16:creationId xmlns:a16="http://schemas.microsoft.com/office/drawing/2014/main" id="{679336A9-BBB1-4427-BD55-36DA48F5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4825" y="2724150"/>
            <a:ext cx="295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51" name="AI081-25">
            <a:extLst xmlns:a="http://schemas.openxmlformats.org/drawingml/2006/main">
              <a:ext uri="{FF2B5EF4-FFF2-40B4-BE49-F238E27FC236}">
                <a16:creationId xmlns:a16="http://schemas.microsoft.com/office/drawing/2014/main" id="{45C56949-904C-40C8-9CDA-597C0D8A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3635"/>
            <a:ext cx="47625" cy="10"/>
          </a:xfrm>
          <a:custGeom xmlns:a="http://schemas.openxmlformats.org/drawingml/2006/main">
            <a:pathLst>
              <a:path w="47625" h="10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52" name="Text 2">
            <a:extLst xmlns:a="http://schemas.openxmlformats.org/drawingml/2006/main">
              <a:ext uri="{FF2B5EF4-FFF2-40B4-BE49-F238E27FC236}">
                <a16:creationId xmlns:a16="http://schemas.microsoft.com/office/drawing/2014/main" id="{B37D0A7C-D360-41DA-B973-1DC42A8A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4825" y="2270760"/>
            <a:ext cx="295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53" name="AI081-26">
            <a:extLst xmlns:a="http://schemas.openxmlformats.org/drawingml/2006/main">
              <a:ext uri="{FF2B5EF4-FFF2-40B4-BE49-F238E27FC236}">
                <a16:creationId xmlns:a16="http://schemas.microsoft.com/office/drawing/2014/main" id="{FB1FC545-7D92-4765-B95D-EBBAE6F6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60245"/>
            <a:ext cx="47625" cy="10"/>
          </a:xfrm>
          <a:custGeom xmlns:a="http://schemas.openxmlformats.org/drawingml/2006/main">
            <a:pathLst>
              <a:path w="47625" h="10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54" name="Text 4">
            <a:extLst xmlns:a="http://schemas.openxmlformats.org/drawingml/2006/main">
              <a:ext uri="{FF2B5EF4-FFF2-40B4-BE49-F238E27FC236}">
                <a16:creationId xmlns:a16="http://schemas.microsoft.com/office/drawing/2014/main" id="{5FDCC32B-EBA6-4DFA-88A8-8FB1DDE4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4825" y="1817370"/>
            <a:ext cx="295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55" name="AI081-27">
            <a:extLst xmlns:a="http://schemas.openxmlformats.org/drawingml/2006/main">
              <a:ext uri="{FF2B5EF4-FFF2-40B4-BE49-F238E27FC236}">
                <a16:creationId xmlns:a16="http://schemas.microsoft.com/office/drawing/2014/main" id="{D8CB5BB4-91FB-4F8A-86BC-1F6D3AAF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506855"/>
            <a:ext cx="47625" cy="10"/>
          </a:xfrm>
          <a:custGeom xmlns:a="http://schemas.openxmlformats.org/drawingml/2006/main">
            <a:pathLst>
              <a:path w="47625" h="10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56" name="Text 6">
            <a:extLst xmlns:a="http://schemas.openxmlformats.org/drawingml/2006/main">
              <a:ext uri="{FF2B5EF4-FFF2-40B4-BE49-F238E27FC236}">
                <a16:creationId xmlns:a16="http://schemas.microsoft.com/office/drawing/2014/main" id="{B198753E-45DF-4E24-BF36-AF826549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4825" y="1363980"/>
            <a:ext cx="295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257" name="AI081-28">
            <a:extLst xmlns:a="http://schemas.openxmlformats.org/drawingml/2006/main">
              <a:ext uri="{FF2B5EF4-FFF2-40B4-BE49-F238E27FC236}">
                <a16:creationId xmlns:a16="http://schemas.microsoft.com/office/drawing/2014/main" id="{A4370FA9-69EB-4F38-98BC-22867B3B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053465"/>
            <a:ext cx="47625" cy="10"/>
          </a:xfrm>
          <a:custGeom xmlns:a="http://schemas.openxmlformats.org/drawingml/2006/main">
            <a:pathLst>
              <a:path w="47625" h="10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58" name="Text 8">
            <a:extLst xmlns:a="http://schemas.openxmlformats.org/drawingml/2006/main">
              <a:ext uri="{FF2B5EF4-FFF2-40B4-BE49-F238E27FC236}">
                <a16:creationId xmlns:a16="http://schemas.microsoft.com/office/drawing/2014/main" id="{258063AB-2FE9-48C9-A575-85ED24FA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4825" y="910590"/>
            <a:ext cx="295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259" name="AI081-29">
            <a:extLst xmlns:a="http://schemas.openxmlformats.org/drawingml/2006/main">
              <a:ext uri="{FF2B5EF4-FFF2-40B4-BE49-F238E27FC236}">
                <a16:creationId xmlns:a16="http://schemas.microsoft.com/office/drawing/2014/main" id="{1918F33E-FF26-4D4D-8E41-E11DE240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00075"/>
            <a:ext cx="47625" cy="10"/>
          </a:xfrm>
          <a:custGeom xmlns:a="http://schemas.openxmlformats.org/drawingml/2006/main">
            <a:pathLst>
              <a:path w="47625" h="10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60" name="Text 10">
            <a:extLst xmlns:a="http://schemas.openxmlformats.org/drawingml/2006/main">
              <a:ext uri="{FF2B5EF4-FFF2-40B4-BE49-F238E27FC236}">
                <a16:creationId xmlns:a16="http://schemas.microsoft.com/office/drawing/2014/main" id="{D204B48F-8118-4FCC-BBCD-883A817F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4825" y="457200"/>
            <a:ext cx="295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261" name="Text Species">
            <a:extLst xmlns:a="http://schemas.openxmlformats.org/drawingml/2006/main">
              <a:ext uri="{FF2B5EF4-FFF2-40B4-BE49-F238E27FC236}">
                <a16:creationId xmlns:a16="http://schemas.microsoft.com/office/drawing/2014/main" id="{C9100AD3-0960-483F-8CCB-71D7A85E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2895600"/>
            <a:ext cx="22002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000000"/>
                </a:solidFill>
                <a:latin typeface="Arial"/>
                <a:ea typeface="Arial"/>
                <a:cs typeface="Arial"/>
              </a:rPr>
              <a:t>Species</a:t>
            </a:r>
          </a:p>
        </p:txBody>
      </p:sp>
      <p:sp>
        <p:nvSpPr>
          <p:cNvPr id="1262" name="Text log(N° observations)">
            <a:extLst xmlns:a="http://schemas.openxmlformats.org/drawingml/2006/main">
              <a:ext uri="{FF2B5EF4-FFF2-40B4-BE49-F238E27FC236}">
                <a16:creationId xmlns:a16="http://schemas.microsoft.com/office/drawing/2014/main" id="{784443E3-3B67-456B-B085-D9F8779C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2828925" y="15144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000000"/>
                </a:solidFill>
                <a:latin typeface="Arial"/>
                <a:ea typeface="Arial"/>
                <a:cs typeface="Arial"/>
              </a:rPr>
              <a:t>log(N° observations)</a:t>
            </a:r>
          </a:p>
        </p:txBody>
      </p:sp>
      <p:sp>
        <p:nvSpPr>
          <p:cNvPr id="1263" name="AI081-30">
            <a:extLst xmlns:a="http://schemas.openxmlformats.org/drawingml/2006/main">
              <a:ext uri="{FF2B5EF4-FFF2-40B4-BE49-F238E27FC236}">
                <a16:creationId xmlns:a16="http://schemas.microsoft.com/office/drawing/2014/main" id="{E64AD98B-096D-4525-A1ED-EFBCE3AB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0525" y="447675"/>
            <a:ext cx="10" cy="2419350"/>
          </a:xfrm>
          <a:custGeom xmlns:a="http://schemas.openxmlformats.org/drawingml/2006/main">
            <a:pathLst>
              <a:path w="10" h="2419350">
                <a:moveTo>
                  <a:pt x="0" y="0"/>
                </a:moveTo>
                <a:lnTo>
                  <a:pt x="0" y="24193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64" name="AI081-31">
            <a:extLst xmlns:a="http://schemas.openxmlformats.org/drawingml/2006/main">
              <a:ext uri="{FF2B5EF4-FFF2-40B4-BE49-F238E27FC236}">
                <a16:creationId xmlns:a16="http://schemas.microsoft.com/office/drawing/2014/main" id="{FC73574E-EAA3-4160-8447-688B65CF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0525" y="2867025"/>
            <a:ext cx="2314575" cy="10"/>
          </a:xfrm>
          <a:custGeom xmlns:a="http://schemas.openxmlformats.org/drawingml/2006/main">
            <a:pathLst>
              <a:path w="2314575" h="10">
                <a:moveTo>
                  <a:pt x="0" y="0"/>
                </a:moveTo>
                <a:lnTo>
                  <a:pt x="2314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65" name="AI081-32">
            <a:extLst xmlns:a="http://schemas.openxmlformats.org/drawingml/2006/main">
              <a:ext uri="{FF2B5EF4-FFF2-40B4-BE49-F238E27FC236}">
                <a16:creationId xmlns:a16="http://schemas.microsoft.com/office/drawing/2014/main" id="{7ABC19BD-AABE-4040-B6FE-CF11C0EA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2867025"/>
            <a:ext cx="47625" cy="10"/>
          </a:xfrm>
          <a:custGeom xmlns:a="http://schemas.openxmlformats.org/drawingml/2006/main">
            <a:pathLst>
              <a:path w="47625" h="10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66" name="Text 0">
            <a:extLst xmlns:a="http://schemas.openxmlformats.org/drawingml/2006/main">
              <a:ext uri="{FF2B5EF4-FFF2-40B4-BE49-F238E27FC236}">
                <a16:creationId xmlns:a16="http://schemas.microsoft.com/office/drawing/2014/main" id="{637EC5C6-D3C7-4F95-A75F-789A585F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77625" y="2724150"/>
            <a:ext cx="295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67" name="AI081-33">
            <a:extLst xmlns:a="http://schemas.openxmlformats.org/drawingml/2006/main">
              <a:ext uri="{FF2B5EF4-FFF2-40B4-BE49-F238E27FC236}">
                <a16:creationId xmlns:a16="http://schemas.microsoft.com/office/drawing/2014/main" id="{FF84A29B-0386-4B4F-A672-CFC123FC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2413635"/>
            <a:ext cx="47625" cy="10"/>
          </a:xfrm>
          <a:custGeom xmlns:a="http://schemas.openxmlformats.org/drawingml/2006/main">
            <a:pathLst>
              <a:path w="47625" h="10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68" name="Text 2">
            <a:extLst xmlns:a="http://schemas.openxmlformats.org/drawingml/2006/main">
              <a:ext uri="{FF2B5EF4-FFF2-40B4-BE49-F238E27FC236}">
                <a16:creationId xmlns:a16="http://schemas.microsoft.com/office/drawing/2014/main" id="{7533969F-6F78-4C55-A3A1-0435DD68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77625" y="2270760"/>
            <a:ext cx="295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69" name="AI081-34">
            <a:extLst xmlns:a="http://schemas.openxmlformats.org/drawingml/2006/main">
              <a:ext uri="{FF2B5EF4-FFF2-40B4-BE49-F238E27FC236}">
                <a16:creationId xmlns:a16="http://schemas.microsoft.com/office/drawing/2014/main" id="{CF27262F-AA34-4566-A70D-B7E641C4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1960245"/>
            <a:ext cx="47625" cy="10"/>
          </a:xfrm>
          <a:custGeom xmlns:a="http://schemas.openxmlformats.org/drawingml/2006/main">
            <a:pathLst>
              <a:path w="47625" h="10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70" name="Text 4">
            <a:extLst xmlns:a="http://schemas.openxmlformats.org/drawingml/2006/main">
              <a:ext uri="{FF2B5EF4-FFF2-40B4-BE49-F238E27FC236}">
                <a16:creationId xmlns:a16="http://schemas.microsoft.com/office/drawing/2014/main" id="{9D2BD43E-74E8-4688-B251-D688EEA6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77625" y="1817370"/>
            <a:ext cx="295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71" name="AI081-35">
            <a:extLst xmlns:a="http://schemas.openxmlformats.org/drawingml/2006/main">
              <a:ext uri="{FF2B5EF4-FFF2-40B4-BE49-F238E27FC236}">
                <a16:creationId xmlns:a16="http://schemas.microsoft.com/office/drawing/2014/main" id="{07E9E844-0A9D-4554-86F4-58A5308C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1506855"/>
            <a:ext cx="47625" cy="10"/>
          </a:xfrm>
          <a:custGeom xmlns:a="http://schemas.openxmlformats.org/drawingml/2006/main">
            <a:pathLst>
              <a:path w="47625" h="10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72" name="Text 6">
            <a:extLst xmlns:a="http://schemas.openxmlformats.org/drawingml/2006/main">
              <a:ext uri="{FF2B5EF4-FFF2-40B4-BE49-F238E27FC236}">
                <a16:creationId xmlns:a16="http://schemas.microsoft.com/office/drawing/2014/main" id="{B3327AED-4A85-4D7F-B854-1E1E0E9C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77625" y="1363980"/>
            <a:ext cx="295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273" name="AI081-36">
            <a:extLst xmlns:a="http://schemas.openxmlformats.org/drawingml/2006/main">
              <a:ext uri="{FF2B5EF4-FFF2-40B4-BE49-F238E27FC236}">
                <a16:creationId xmlns:a16="http://schemas.microsoft.com/office/drawing/2014/main" id="{221320FE-4107-4569-818A-39E21341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1053465"/>
            <a:ext cx="47625" cy="10"/>
          </a:xfrm>
          <a:custGeom xmlns:a="http://schemas.openxmlformats.org/drawingml/2006/main">
            <a:pathLst>
              <a:path w="47625" h="10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74" name="Text 8">
            <a:extLst xmlns:a="http://schemas.openxmlformats.org/drawingml/2006/main">
              <a:ext uri="{FF2B5EF4-FFF2-40B4-BE49-F238E27FC236}">
                <a16:creationId xmlns:a16="http://schemas.microsoft.com/office/drawing/2014/main" id="{DD6EE423-1B95-44C6-B7D0-2676F39D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77625" y="910590"/>
            <a:ext cx="295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275" name="AI081-37">
            <a:extLst xmlns:a="http://schemas.openxmlformats.org/drawingml/2006/main">
              <a:ext uri="{FF2B5EF4-FFF2-40B4-BE49-F238E27FC236}">
                <a16:creationId xmlns:a16="http://schemas.microsoft.com/office/drawing/2014/main" id="{BD06EC2E-B336-46A2-8F21-6C8CCBBC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00075"/>
            <a:ext cx="47625" cy="10"/>
          </a:xfrm>
          <a:custGeom xmlns:a="http://schemas.openxmlformats.org/drawingml/2006/main">
            <a:pathLst>
              <a:path w="47625" h="10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76" name="Text 10">
            <a:extLst xmlns:a="http://schemas.openxmlformats.org/drawingml/2006/main">
              <a:ext uri="{FF2B5EF4-FFF2-40B4-BE49-F238E27FC236}">
                <a16:creationId xmlns:a16="http://schemas.microsoft.com/office/drawing/2014/main" id="{B75F19D2-45CB-4E1B-B0E3-D7C6D8FC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77625" y="457200"/>
            <a:ext cx="295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277" name="Text Species">
            <a:extLst xmlns:a="http://schemas.openxmlformats.org/drawingml/2006/main">
              <a:ext uri="{FF2B5EF4-FFF2-40B4-BE49-F238E27FC236}">
                <a16:creationId xmlns:a16="http://schemas.microsoft.com/office/drawing/2014/main" id="{65B328BA-0688-4995-A1D5-9E3A8408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44350" y="2895600"/>
            <a:ext cx="21240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000000"/>
                </a:solidFill>
                <a:latin typeface="Arial"/>
                <a:ea typeface="Arial"/>
                <a:cs typeface="Arial"/>
              </a:rPr>
              <a:t>Species</a:t>
            </a:r>
          </a:p>
        </p:txBody>
      </p:sp>
      <p:sp>
        <p:nvSpPr>
          <p:cNvPr id="1278" name="Text log(N° observations)">
            <a:extLst xmlns:a="http://schemas.openxmlformats.org/drawingml/2006/main">
              <a:ext uri="{FF2B5EF4-FFF2-40B4-BE49-F238E27FC236}">
                <a16:creationId xmlns:a16="http://schemas.microsoft.com/office/drawing/2014/main" id="{EC1F417E-0BEC-4C4B-9AAB-B6D337BF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9991725" y="15144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000000"/>
                </a:solidFill>
                <a:latin typeface="Arial"/>
                <a:ea typeface="Arial"/>
                <a:cs typeface="Arial"/>
              </a:rPr>
              <a:t>log(N° observations)</a:t>
            </a:r>
          </a:p>
        </p:txBody>
      </p:sp>
      <p:sp>
        <p:nvSpPr>
          <p:cNvPr id="1279" name="AI081-38">
            <a:extLst xmlns:a="http://schemas.openxmlformats.org/drawingml/2006/main">
              <a:ext uri="{FF2B5EF4-FFF2-40B4-BE49-F238E27FC236}">
                <a16:creationId xmlns:a16="http://schemas.microsoft.com/office/drawing/2014/main" id="{EB3CFAB6-7468-4860-BB50-0F5A9577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48075"/>
            <a:ext cx="10" cy="2266950"/>
          </a:xfrm>
          <a:custGeom xmlns:a="http://schemas.openxmlformats.org/drawingml/2006/main">
            <a:pathLst>
              <a:path w="10" h="2266950">
                <a:moveTo>
                  <a:pt x="0" y="0"/>
                </a:moveTo>
                <a:lnTo>
                  <a:pt x="0" y="22669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80" name="AI081-39">
            <a:extLst xmlns:a="http://schemas.openxmlformats.org/drawingml/2006/main">
              <a:ext uri="{FF2B5EF4-FFF2-40B4-BE49-F238E27FC236}">
                <a16:creationId xmlns:a16="http://schemas.microsoft.com/office/drawing/2014/main" id="{6FA33E2B-81C4-46B6-8E2E-243F8FD8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915025"/>
            <a:ext cx="2333625" cy="10"/>
          </a:xfrm>
          <a:custGeom xmlns:a="http://schemas.openxmlformats.org/drawingml/2006/main">
            <a:pathLst>
              <a:path w="2333625" h="10">
                <a:moveTo>
                  <a:pt x="0" y="0"/>
                </a:moveTo>
                <a:lnTo>
                  <a:pt x="2333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81" name="AI081-40">
            <a:extLst xmlns:a="http://schemas.openxmlformats.org/drawingml/2006/main">
              <a:ext uri="{FF2B5EF4-FFF2-40B4-BE49-F238E27FC236}">
                <a16:creationId xmlns:a16="http://schemas.microsoft.com/office/drawing/2014/main" id="{592FA914-CDB1-40B5-BEEB-C913D9AF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915025"/>
            <a:ext cx="47625" cy="10"/>
          </a:xfrm>
          <a:custGeom xmlns:a="http://schemas.openxmlformats.org/drawingml/2006/main">
            <a:pathLst>
              <a:path w="47625" h="10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82" name="Text 0">
            <a:extLst xmlns:a="http://schemas.openxmlformats.org/drawingml/2006/main">
              <a:ext uri="{FF2B5EF4-FFF2-40B4-BE49-F238E27FC236}">
                <a16:creationId xmlns:a16="http://schemas.microsoft.com/office/drawing/2014/main" id="{D58B6339-AC0A-466A-B175-977DE5B8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2450" y="5772150"/>
            <a:ext cx="295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83" name="AI081-41">
            <a:extLst xmlns:a="http://schemas.openxmlformats.org/drawingml/2006/main">
              <a:ext uri="{FF2B5EF4-FFF2-40B4-BE49-F238E27FC236}">
                <a16:creationId xmlns:a16="http://schemas.microsoft.com/office/drawing/2014/main" id="{9E5C0AE5-E49D-48CC-98B7-69892A59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492115"/>
            <a:ext cx="47625" cy="10"/>
          </a:xfrm>
          <a:custGeom xmlns:a="http://schemas.openxmlformats.org/drawingml/2006/main">
            <a:pathLst>
              <a:path w="47625" h="10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84" name="Text 2">
            <a:extLst xmlns:a="http://schemas.openxmlformats.org/drawingml/2006/main">
              <a:ext uri="{FF2B5EF4-FFF2-40B4-BE49-F238E27FC236}">
                <a16:creationId xmlns:a16="http://schemas.microsoft.com/office/drawing/2014/main" id="{94CBF5CC-B32A-4F2E-8AD0-586B8C93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2450" y="5349240"/>
            <a:ext cx="295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85" name="AI081-42">
            <a:extLst xmlns:a="http://schemas.openxmlformats.org/drawingml/2006/main">
              <a:ext uri="{FF2B5EF4-FFF2-40B4-BE49-F238E27FC236}">
                <a16:creationId xmlns:a16="http://schemas.microsoft.com/office/drawing/2014/main" id="{8D3522DC-0638-46B6-8455-0D4CC85B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069205"/>
            <a:ext cx="47625" cy="10"/>
          </a:xfrm>
          <a:custGeom xmlns:a="http://schemas.openxmlformats.org/drawingml/2006/main">
            <a:pathLst>
              <a:path w="47625" h="10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86" name="Text 4">
            <a:extLst xmlns:a="http://schemas.openxmlformats.org/drawingml/2006/main">
              <a:ext uri="{FF2B5EF4-FFF2-40B4-BE49-F238E27FC236}">
                <a16:creationId xmlns:a16="http://schemas.microsoft.com/office/drawing/2014/main" id="{0F50A9FC-E944-4F50-A028-D0A404A5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2450" y="4926330"/>
            <a:ext cx="295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87" name="AI081-43">
            <a:extLst xmlns:a="http://schemas.openxmlformats.org/drawingml/2006/main">
              <a:ext uri="{FF2B5EF4-FFF2-40B4-BE49-F238E27FC236}">
                <a16:creationId xmlns:a16="http://schemas.microsoft.com/office/drawing/2014/main" id="{27B98479-9DA2-4A62-95F3-CD1B0502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646295"/>
            <a:ext cx="47625" cy="10"/>
          </a:xfrm>
          <a:custGeom xmlns:a="http://schemas.openxmlformats.org/drawingml/2006/main">
            <a:pathLst>
              <a:path w="47625" h="10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88" name="Text 6">
            <a:extLst xmlns:a="http://schemas.openxmlformats.org/drawingml/2006/main">
              <a:ext uri="{FF2B5EF4-FFF2-40B4-BE49-F238E27FC236}">
                <a16:creationId xmlns:a16="http://schemas.microsoft.com/office/drawing/2014/main" id="{6C199D61-D17C-4AA3-9EAB-656FC182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2450" y="4503420"/>
            <a:ext cx="295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289" name="AI081-44">
            <a:extLst xmlns:a="http://schemas.openxmlformats.org/drawingml/2006/main">
              <a:ext uri="{FF2B5EF4-FFF2-40B4-BE49-F238E27FC236}">
                <a16:creationId xmlns:a16="http://schemas.microsoft.com/office/drawing/2014/main" id="{E1AAFC01-1FA6-4264-BB71-4FE9D017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23385"/>
            <a:ext cx="47625" cy="10"/>
          </a:xfrm>
          <a:custGeom xmlns:a="http://schemas.openxmlformats.org/drawingml/2006/main">
            <a:pathLst>
              <a:path w="47625" h="10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90" name="Text 8">
            <a:extLst xmlns:a="http://schemas.openxmlformats.org/drawingml/2006/main">
              <a:ext uri="{FF2B5EF4-FFF2-40B4-BE49-F238E27FC236}">
                <a16:creationId xmlns:a16="http://schemas.microsoft.com/office/drawing/2014/main" id="{00FFC62B-12D2-4430-A494-AFACBE74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2450" y="4080510"/>
            <a:ext cx="295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291" name="AI081-45">
            <a:extLst xmlns:a="http://schemas.openxmlformats.org/drawingml/2006/main">
              <a:ext uri="{FF2B5EF4-FFF2-40B4-BE49-F238E27FC236}">
                <a16:creationId xmlns:a16="http://schemas.microsoft.com/office/drawing/2014/main" id="{705F15A8-44FA-4E44-AB4B-0D8EF759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800475"/>
            <a:ext cx="47625" cy="10"/>
          </a:xfrm>
          <a:custGeom xmlns:a="http://schemas.openxmlformats.org/drawingml/2006/main">
            <a:pathLst>
              <a:path w="47625" h="10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92" name="Text 10">
            <a:extLst xmlns:a="http://schemas.openxmlformats.org/drawingml/2006/main">
              <a:ext uri="{FF2B5EF4-FFF2-40B4-BE49-F238E27FC236}">
                <a16:creationId xmlns:a16="http://schemas.microsoft.com/office/drawing/2014/main" id="{5E817E43-A19B-4735-8BCD-EEE77E30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2450" y="3657600"/>
            <a:ext cx="295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293" name="Text Species">
            <a:extLst xmlns:a="http://schemas.openxmlformats.org/drawingml/2006/main">
              <a:ext uri="{FF2B5EF4-FFF2-40B4-BE49-F238E27FC236}">
                <a16:creationId xmlns:a16="http://schemas.microsoft.com/office/drawing/2014/main" id="{9686FA6A-865D-4B64-9D21-C58B4601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9175" y="5943600"/>
            <a:ext cx="2143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000000"/>
                </a:solidFill>
                <a:latin typeface="Arial"/>
                <a:ea typeface="Arial"/>
                <a:cs typeface="Arial"/>
              </a:rPr>
              <a:t>Species</a:t>
            </a:r>
          </a:p>
        </p:txBody>
      </p:sp>
      <p:sp>
        <p:nvSpPr>
          <p:cNvPr id="1294" name="Text log(N° observations)">
            <a:extLst xmlns:a="http://schemas.openxmlformats.org/drawingml/2006/main">
              <a:ext uri="{FF2B5EF4-FFF2-40B4-BE49-F238E27FC236}">
                <a16:creationId xmlns:a16="http://schemas.microsoft.com/office/drawing/2014/main" id="{4D8B6AD7-C9FF-451F-A48B-B1338D27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2876550" y="46386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000000"/>
                </a:solidFill>
                <a:latin typeface="Arial"/>
                <a:ea typeface="Arial"/>
                <a:cs typeface="Arial"/>
              </a:rPr>
              <a:t>log(N° observations)</a:t>
            </a:r>
          </a:p>
        </p:txBody>
      </p:sp>
      <p:sp>
        <p:nvSpPr>
          <p:cNvPr id="1295" name="AI081-46">
            <a:extLst xmlns:a="http://schemas.openxmlformats.org/drawingml/2006/main">
              <a:ext uri="{FF2B5EF4-FFF2-40B4-BE49-F238E27FC236}">
                <a16:creationId xmlns:a16="http://schemas.microsoft.com/office/drawing/2014/main" id="{0CFAC407-BBAB-4284-9640-6BE31B22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3714750"/>
            <a:ext cx="10" cy="2190750"/>
          </a:xfrm>
          <a:custGeom xmlns:a="http://schemas.openxmlformats.org/drawingml/2006/main">
            <a:pathLst>
              <a:path w="10" h="2190750">
                <a:moveTo>
                  <a:pt x="0" y="0"/>
                </a:moveTo>
                <a:lnTo>
                  <a:pt x="0" y="2190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96" name="AI081-47">
            <a:extLst xmlns:a="http://schemas.openxmlformats.org/drawingml/2006/main">
              <a:ext uri="{FF2B5EF4-FFF2-40B4-BE49-F238E27FC236}">
                <a16:creationId xmlns:a16="http://schemas.microsoft.com/office/drawing/2014/main" id="{EE826A20-E649-4D3C-A08B-56FB28B8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5905500"/>
            <a:ext cx="2381250" cy="10"/>
          </a:xfrm>
          <a:custGeom xmlns:a="http://schemas.openxmlformats.org/drawingml/2006/main">
            <a:pathLst>
              <a:path w="2381250" h="10">
                <a:moveTo>
                  <a:pt x="0" y="0"/>
                </a:moveTo>
                <a:lnTo>
                  <a:pt x="238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97" name="AI081-48">
            <a:extLst xmlns:a="http://schemas.openxmlformats.org/drawingml/2006/main">
              <a:ext uri="{FF2B5EF4-FFF2-40B4-BE49-F238E27FC236}">
                <a16:creationId xmlns:a16="http://schemas.microsoft.com/office/drawing/2014/main" id="{EC60616E-5514-45AC-9E4F-B1927402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905500"/>
            <a:ext cx="47625" cy="10"/>
          </a:xfrm>
          <a:custGeom xmlns:a="http://schemas.openxmlformats.org/drawingml/2006/main">
            <a:pathLst>
              <a:path w="47625" h="10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298" name="Text 0">
            <a:extLst xmlns:a="http://schemas.openxmlformats.org/drawingml/2006/main">
              <a:ext uri="{FF2B5EF4-FFF2-40B4-BE49-F238E27FC236}">
                <a16:creationId xmlns:a16="http://schemas.microsoft.com/office/drawing/2014/main" id="{F5AF2108-FE5D-49E0-B9DB-77358C30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15725" y="5762625"/>
            <a:ext cx="295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99" name="AI081-49">
            <a:extLst xmlns:a="http://schemas.openxmlformats.org/drawingml/2006/main">
              <a:ext uri="{FF2B5EF4-FFF2-40B4-BE49-F238E27FC236}">
                <a16:creationId xmlns:a16="http://schemas.microsoft.com/office/drawing/2014/main" id="{97BF2D45-E559-41F7-9357-073858A5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395913"/>
            <a:ext cx="47625" cy="10"/>
          </a:xfrm>
          <a:custGeom xmlns:a="http://schemas.openxmlformats.org/drawingml/2006/main">
            <a:pathLst>
              <a:path w="47625" h="10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00" name="Text 2">
            <a:extLst xmlns:a="http://schemas.openxmlformats.org/drawingml/2006/main">
              <a:ext uri="{FF2B5EF4-FFF2-40B4-BE49-F238E27FC236}">
                <a16:creationId xmlns:a16="http://schemas.microsoft.com/office/drawing/2014/main" id="{60E93402-4101-40D2-A51D-26DD54B2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15725" y="5253038"/>
            <a:ext cx="295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01" name="AI081-50">
            <a:extLst xmlns:a="http://schemas.openxmlformats.org/drawingml/2006/main">
              <a:ext uri="{FF2B5EF4-FFF2-40B4-BE49-F238E27FC236}">
                <a16:creationId xmlns:a16="http://schemas.microsoft.com/office/drawing/2014/main" id="{B7B647D5-D117-4655-853A-4D1AD870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886325"/>
            <a:ext cx="47625" cy="10"/>
          </a:xfrm>
          <a:custGeom xmlns:a="http://schemas.openxmlformats.org/drawingml/2006/main">
            <a:pathLst>
              <a:path w="47625" h="10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02" name="Text 4">
            <a:extLst xmlns:a="http://schemas.openxmlformats.org/drawingml/2006/main">
              <a:ext uri="{FF2B5EF4-FFF2-40B4-BE49-F238E27FC236}">
                <a16:creationId xmlns:a16="http://schemas.microsoft.com/office/drawing/2014/main" id="{75B724B9-D142-4096-BC0D-1BFC175E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15725" y="4743450"/>
            <a:ext cx="295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03" name="AI081-51">
            <a:extLst xmlns:a="http://schemas.openxmlformats.org/drawingml/2006/main">
              <a:ext uri="{FF2B5EF4-FFF2-40B4-BE49-F238E27FC236}">
                <a16:creationId xmlns:a16="http://schemas.microsoft.com/office/drawing/2014/main" id="{17FEF893-839C-49B8-9CEA-E2D15B3D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376738"/>
            <a:ext cx="47625" cy="10"/>
          </a:xfrm>
          <a:custGeom xmlns:a="http://schemas.openxmlformats.org/drawingml/2006/main">
            <a:pathLst>
              <a:path w="47625" h="10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04" name="Text 6">
            <a:extLst xmlns:a="http://schemas.openxmlformats.org/drawingml/2006/main">
              <a:ext uri="{FF2B5EF4-FFF2-40B4-BE49-F238E27FC236}">
                <a16:creationId xmlns:a16="http://schemas.microsoft.com/office/drawing/2014/main" id="{F3A11C50-79A8-4B6B-A2BE-4A4CDDAC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15725" y="4233863"/>
            <a:ext cx="295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305" name="AI081-52">
            <a:extLst xmlns:a="http://schemas.openxmlformats.org/drawingml/2006/main">
              <a:ext uri="{FF2B5EF4-FFF2-40B4-BE49-F238E27FC236}">
                <a16:creationId xmlns:a16="http://schemas.microsoft.com/office/drawing/2014/main" id="{6C62E75C-6ECB-49E1-92C5-D14FD31B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867150"/>
            <a:ext cx="47625" cy="10"/>
          </a:xfrm>
          <a:custGeom xmlns:a="http://schemas.openxmlformats.org/drawingml/2006/main">
            <a:pathLst>
              <a:path w="47625" h="10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06" name="Text 8">
            <a:extLst xmlns:a="http://schemas.openxmlformats.org/drawingml/2006/main">
              <a:ext uri="{FF2B5EF4-FFF2-40B4-BE49-F238E27FC236}">
                <a16:creationId xmlns:a16="http://schemas.microsoft.com/office/drawing/2014/main" id="{B541683D-4B7B-4C68-9D9F-AD597B8C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15725" y="3724275"/>
            <a:ext cx="295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307" name="Text Species">
            <a:extLst xmlns:a="http://schemas.openxmlformats.org/drawingml/2006/main">
              <a:ext uri="{FF2B5EF4-FFF2-40B4-BE49-F238E27FC236}">
                <a16:creationId xmlns:a16="http://schemas.microsoft.com/office/drawing/2014/main" id="{D56304BF-3731-4EFF-A864-8F987545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82450" y="5934075"/>
            <a:ext cx="219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000000"/>
                </a:solidFill>
                <a:latin typeface="Arial"/>
                <a:ea typeface="Arial"/>
                <a:cs typeface="Arial"/>
              </a:rPr>
              <a:t>Species</a:t>
            </a:r>
          </a:p>
        </p:txBody>
      </p:sp>
      <p:sp>
        <p:nvSpPr>
          <p:cNvPr id="1308" name="Text log(N° observations)">
            <a:extLst xmlns:a="http://schemas.openxmlformats.org/drawingml/2006/main">
              <a:ext uri="{FF2B5EF4-FFF2-40B4-BE49-F238E27FC236}">
                <a16:creationId xmlns:a16="http://schemas.microsoft.com/office/drawing/2014/main" id="{EDF0B4EF-6CA2-4D72-A291-45A1C7E9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029825" y="46672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000000"/>
                </a:solidFill>
                <a:latin typeface="Arial"/>
                <a:ea typeface="Arial"/>
                <a:cs typeface="Arial"/>
              </a:rPr>
              <a:t>log(N° observations)</a:t>
            </a:r>
          </a:p>
        </p:txBody>
      </p:sp>
      <p:sp>
        <p:nvSpPr>
          <p:cNvPr id="1309" name="Text Human-modified">
            <a:extLst xmlns:a="http://schemas.openxmlformats.org/drawingml/2006/main">
              <a:ext uri="{FF2B5EF4-FFF2-40B4-BE49-F238E27FC236}">
                <a16:creationId xmlns:a16="http://schemas.microsoft.com/office/drawing/2014/main" id="{60D49C12-637D-4FEC-B1C4-157F5568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5350" y="1981200"/>
            <a:ext cx="1971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5A7F94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5A7F94"/>
                </a:solidFill>
                <a:latin typeface="Arial"/>
                <a:ea typeface="Arial"/>
                <a:cs typeface="Arial"/>
              </a:rPr>
              <a:t>Human-modified</a:t>
            </a:r>
          </a:p>
        </p:txBody>
      </p:sp>
      <p:sp>
        <p:nvSpPr>
          <p:cNvPr id="1310" name="Text Wilderness">
            <a:extLst xmlns:a="http://schemas.openxmlformats.org/drawingml/2006/main">
              <a:ext uri="{FF2B5EF4-FFF2-40B4-BE49-F238E27FC236}">
                <a16:creationId xmlns:a16="http://schemas.microsoft.com/office/drawing/2014/main" id="{A73F49DF-C1FF-40E6-8B3C-FDF0C477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0" y="2505075"/>
            <a:ext cx="1295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9D6E2D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9D6E2D"/>
                </a:solidFill>
                <a:latin typeface="Arial"/>
                <a:ea typeface="Arial"/>
                <a:cs typeface="Arial"/>
              </a:rPr>
              <a:t>Wilderness</a:t>
            </a:r>
          </a:p>
        </p:txBody>
      </p:sp>
      <p:sp>
        <p:nvSpPr>
          <p:cNvPr id="1311" name="Text Engaged">
            <a:extLst xmlns:a="http://schemas.openxmlformats.org/drawingml/2006/main">
              <a:ext uri="{FF2B5EF4-FFF2-40B4-BE49-F238E27FC236}">
                <a16:creationId xmlns:a16="http://schemas.microsoft.com/office/drawing/2014/main" id="{CFEC59D2-84C6-457D-8DD2-6C6C4D5C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250" y="19812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7DAAA1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7DAAA1"/>
                </a:solidFill>
                <a:latin typeface="Arial"/>
                <a:ea typeface="Arial"/>
                <a:cs typeface="Arial"/>
              </a:rPr>
              <a:t>Engaged</a:t>
            </a:r>
          </a:p>
        </p:txBody>
      </p:sp>
      <p:sp>
        <p:nvSpPr>
          <p:cNvPr id="1312" name="Text Casual">
            <a:extLst xmlns:a="http://schemas.openxmlformats.org/drawingml/2006/main">
              <a:ext uri="{FF2B5EF4-FFF2-40B4-BE49-F238E27FC236}">
                <a16:creationId xmlns:a16="http://schemas.microsoft.com/office/drawing/2014/main" id="{EBF239B3-7815-450A-8C3A-4D8AF2FA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9750" y="2400300"/>
            <a:ext cx="885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A6A451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A6A451"/>
                </a:solidFill>
                <a:latin typeface="Arial"/>
                <a:ea typeface="Arial"/>
                <a:cs typeface="Arial"/>
              </a:rPr>
              <a:t>Casual</a:t>
            </a:r>
          </a:p>
        </p:txBody>
      </p:sp>
      <p:sp>
        <p:nvSpPr>
          <p:cNvPr id="1313" name="Text City Nature&#10;Challenge">
            <a:extLst xmlns:a="http://schemas.openxmlformats.org/drawingml/2006/main">
              <a:ext uri="{FF2B5EF4-FFF2-40B4-BE49-F238E27FC236}">
                <a16:creationId xmlns:a16="http://schemas.microsoft.com/office/drawing/2014/main" id="{CD9794F8-8134-463E-81F7-B466B350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4324350"/>
            <a:ext cx="1514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9491AE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9491AE"/>
                </a:solidFill>
                <a:latin typeface="Arial"/>
                <a:ea typeface="Arial"/>
                <a:cs typeface="Arial"/>
              </a:rPr>
              <a:t>City Nature</a:t>
            </a:r>
          </a:p>
          <a:p xmlns:a="http://schemas.openxmlformats.org/drawingml/2006/main">
            <a:pPr algn="l">
              <a:defRPr sz="1875">
                <a:solidFill>
                  <a:srgbClr val="9491AE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9491AE"/>
                </a:solidFill>
                <a:latin typeface="Arial"/>
                <a:ea typeface="Arial"/>
                <a:cs typeface="Arial"/>
              </a:rPr>
              <a:t>Challenge</a:t>
            </a:r>
          </a:p>
        </p:txBody>
      </p:sp>
      <p:sp>
        <p:nvSpPr>
          <p:cNvPr id="1314" name="Text Rest of year">
            <a:extLst xmlns:a="http://schemas.openxmlformats.org/drawingml/2006/main">
              <a:ext uri="{FF2B5EF4-FFF2-40B4-BE49-F238E27FC236}">
                <a16:creationId xmlns:a16="http://schemas.microsoft.com/office/drawing/2014/main" id="{2FC7E123-1CA8-485C-919C-C307C7D8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125" y="5543550"/>
            <a:ext cx="1438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A76456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A76456"/>
                </a:solidFill>
                <a:latin typeface="Arial"/>
                <a:ea typeface="Arial"/>
                <a:cs typeface="Arial"/>
              </a:rPr>
              <a:t>Rest of year</a:t>
            </a:r>
          </a:p>
        </p:txBody>
      </p:sp>
      <p:sp>
        <p:nvSpPr>
          <p:cNvPr id="1315" name="Text Arizona">
            <a:extLst xmlns:a="http://schemas.openxmlformats.org/drawingml/2006/main">
              <a:ext uri="{FF2B5EF4-FFF2-40B4-BE49-F238E27FC236}">
                <a16:creationId xmlns:a16="http://schemas.microsoft.com/office/drawing/2014/main" id="{9AA14D71-7A35-458F-B8F1-CD70ACBA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63400" y="5505450"/>
            <a:ext cx="1257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815889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815889"/>
                </a:solidFill>
                <a:latin typeface="Arial"/>
                <a:ea typeface="Arial"/>
                <a:cs typeface="Arial"/>
              </a:rPr>
              <a:t>Arizona</a:t>
            </a:r>
          </a:p>
        </p:txBody>
      </p:sp>
      <p:sp>
        <p:nvSpPr>
          <p:cNvPr id="1316" name="Text Sonora">
            <a:extLst xmlns:a="http://schemas.openxmlformats.org/drawingml/2006/main">
              <a:ext uri="{FF2B5EF4-FFF2-40B4-BE49-F238E27FC236}">
                <a16:creationId xmlns:a16="http://schemas.microsoft.com/office/drawing/2014/main" id="{1882069F-A6DA-4EFC-9225-4CD2D9CB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0" y="5010150"/>
            <a:ext cx="90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8B9D8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8B9D87"/>
                </a:solidFill>
                <a:latin typeface="Arial"/>
                <a:ea typeface="Arial"/>
                <a:cs typeface="Arial"/>
              </a:rPr>
              <a:t>Sonora</a:t>
            </a:r>
          </a:p>
        </p:txBody>
      </p:sp>
      <p:sp>
        <p:nvSpPr>
          <p:cNvPr id="1317" name="AI081-53">
            <a:extLst xmlns:a="http://schemas.openxmlformats.org/drawingml/2006/main">
              <a:ext uri="{FF2B5EF4-FFF2-40B4-BE49-F238E27FC236}">
                <a16:creationId xmlns:a16="http://schemas.microsoft.com/office/drawing/2014/main" id="{EDFEC34F-1719-4329-A92E-EC5122C6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10" cy="2219325"/>
          </a:xfrm>
          <a:custGeom xmlns:a="http://schemas.openxmlformats.org/drawingml/2006/main">
            <a:pathLst>
              <a:path w="10" h="2219325">
                <a:moveTo>
                  <a:pt x="0" y="0"/>
                </a:moveTo>
                <a:lnTo>
                  <a:pt x="0" y="22193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18" name="AI081-54">
            <a:extLst xmlns:a="http://schemas.openxmlformats.org/drawingml/2006/main">
              <a:ext uri="{FF2B5EF4-FFF2-40B4-BE49-F238E27FC236}">
                <a16:creationId xmlns:a16="http://schemas.microsoft.com/office/drawing/2014/main" id="{9DF1983D-B8B6-4361-8B66-0169823F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9775"/>
            <a:ext cx="2971800" cy="10"/>
          </a:xfrm>
          <a:custGeom xmlns:a="http://schemas.openxmlformats.org/drawingml/2006/main">
            <a:pathLst>
              <a:path w="2971800" h="10">
                <a:moveTo>
                  <a:pt x="0" y="0"/>
                </a:moveTo>
                <a:lnTo>
                  <a:pt x="2971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19" name="AI081-55">
            <a:extLst xmlns:a="http://schemas.openxmlformats.org/drawingml/2006/main">
              <a:ext uri="{FF2B5EF4-FFF2-40B4-BE49-F238E27FC236}">
                <a16:creationId xmlns:a16="http://schemas.microsoft.com/office/drawing/2014/main" id="{D0AC1380-9B00-4B49-9469-0FDDA5D3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20" name="Text 0K">
            <a:extLst xmlns:a="http://schemas.openxmlformats.org/drawingml/2006/main">
              <a:ext uri="{FF2B5EF4-FFF2-40B4-BE49-F238E27FC236}">
                <a16:creationId xmlns:a16="http://schemas.microsoft.com/office/drawing/2014/main" id="{79682711-7570-4E94-9F56-4DB482F9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" y="5648325"/>
            <a:ext cx="485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0K</a:t>
            </a:r>
          </a:p>
        </p:txBody>
      </p:sp>
      <p:sp>
        <p:nvSpPr>
          <p:cNvPr id="1321" name="AI081-56">
            <a:extLst xmlns:a="http://schemas.openxmlformats.org/drawingml/2006/main">
              <a:ext uri="{FF2B5EF4-FFF2-40B4-BE49-F238E27FC236}">
                <a16:creationId xmlns:a16="http://schemas.microsoft.com/office/drawing/2014/main" id="{03566C47-A383-4CFE-A947-68BA2E65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3040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22" name="Text 20K">
            <a:extLst xmlns:a="http://schemas.openxmlformats.org/drawingml/2006/main">
              <a:ext uri="{FF2B5EF4-FFF2-40B4-BE49-F238E27FC236}">
                <a16:creationId xmlns:a16="http://schemas.microsoft.com/office/drawing/2014/main" id="{B01EC5DC-7782-48AB-BD3A-A0F1F32A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" y="5111115"/>
            <a:ext cx="485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20K</a:t>
            </a:r>
          </a:p>
        </p:txBody>
      </p:sp>
      <p:sp>
        <p:nvSpPr>
          <p:cNvPr id="1323" name="AI081-57">
            <a:extLst xmlns:a="http://schemas.openxmlformats.org/drawingml/2006/main">
              <a:ext uri="{FF2B5EF4-FFF2-40B4-BE49-F238E27FC236}">
                <a16:creationId xmlns:a16="http://schemas.microsoft.com/office/drawing/2014/main" id="{862658F0-99D0-4796-A36A-071143ED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35830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24" name="Text 40K">
            <a:extLst xmlns:a="http://schemas.openxmlformats.org/drawingml/2006/main">
              <a:ext uri="{FF2B5EF4-FFF2-40B4-BE49-F238E27FC236}">
                <a16:creationId xmlns:a16="http://schemas.microsoft.com/office/drawing/2014/main" id="{9E46FE49-817F-41E5-8641-4E8B1F65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" y="4573905"/>
            <a:ext cx="485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40K</a:t>
            </a:r>
          </a:p>
        </p:txBody>
      </p:sp>
      <p:sp>
        <p:nvSpPr>
          <p:cNvPr id="1325" name="AI081-58">
            <a:extLst xmlns:a="http://schemas.openxmlformats.org/drawingml/2006/main">
              <a:ext uri="{FF2B5EF4-FFF2-40B4-BE49-F238E27FC236}">
                <a16:creationId xmlns:a16="http://schemas.microsoft.com/office/drawing/2014/main" id="{15E60A09-508C-44F0-ABEE-CC4CE761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8620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26" name="Text 60K">
            <a:extLst xmlns:a="http://schemas.openxmlformats.org/drawingml/2006/main">
              <a:ext uri="{FF2B5EF4-FFF2-40B4-BE49-F238E27FC236}">
                <a16:creationId xmlns:a16="http://schemas.microsoft.com/office/drawing/2014/main" id="{AA99492F-DE86-47B4-A648-A591971F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" y="4036695"/>
            <a:ext cx="485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60K</a:t>
            </a:r>
          </a:p>
        </p:txBody>
      </p:sp>
      <p:sp>
        <p:nvSpPr>
          <p:cNvPr id="1327" name="AI081-59">
            <a:extLst xmlns:a="http://schemas.openxmlformats.org/drawingml/2006/main">
              <a:ext uri="{FF2B5EF4-FFF2-40B4-BE49-F238E27FC236}">
                <a16:creationId xmlns:a16="http://schemas.microsoft.com/office/drawing/2014/main" id="{455C8627-36CB-4E13-B6DC-BB0D167B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1410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28" name="Text 80K">
            <a:extLst xmlns:a="http://schemas.openxmlformats.org/drawingml/2006/main">
              <a:ext uri="{FF2B5EF4-FFF2-40B4-BE49-F238E27FC236}">
                <a16:creationId xmlns:a16="http://schemas.microsoft.com/office/drawing/2014/main" id="{A8BD1C3F-19D9-4221-90DC-88B01BC2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" y="3499485"/>
            <a:ext cx="485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80K</a:t>
            </a:r>
          </a:p>
        </p:txBody>
      </p:sp>
      <p:sp>
        <p:nvSpPr>
          <p:cNvPr id="1329" name="Text 0">
            <a:extLst xmlns:a="http://schemas.openxmlformats.org/drawingml/2006/main">
              <a:ext uri="{FF2B5EF4-FFF2-40B4-BE49-F238E27FC236}">
                <a16:creationId xmlns:a16="http://schemas.microsoft.com/office/drawing/2014/main" id="{7D53E249-FEBF-4207-A41D-0AE19E47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" y="582930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30" name="Text 365">
            <a:extLst xmlns:a="http://schemas.openxmlformats.org/drawingml/2006/main">
              <a:ext uri="{FF2B5EF4-FFF2-40B4-BE49-F238E27FC236}">
                <a16:creationId xmlns:a16="http://schemas.microsoft.com/office/drawing/2014/main" id="{267429B6-FD48-4E0B-A9B9-CB36631B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5829300"/>
            <a:ext cx="504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365</a:t>
            </a:r>
          </a:p>
        </p:txBody>
      </p:sp>
      <p:sp>
        <p:nvSpPr>
          <p:cNvPr id="1331" name="Text Day of the year">
            <a:extLst xmlns:a="http://schemas.openxmlformats.org/drawingml/2006/main">
              <a:ext uri="{FF2B5EF4-FFF2-40B4-BE49-F238E27FC236}">
                <a16:creationId xmlns:a16="http://schemas.microsoft.com/office/drawing/2014/main" id="{450377ED-5569-4CC5-A0AC-9E2FB24A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59055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000000"/>
                </a:solidFill>
                <a:latin typeface="Arial"/>
                <a:ea typeface="Arial"/>
                <a:cs typeface="Arial"/>
              </a:rPr>
              <a:t>Day of the year</a:t>
            </a:r>
          </a:p>
        </p:txBody>
      </p:sp>
      <p:sp>
        <p:nvSpPr>
          <p:cNvPr id="1332" name="Text N° observations">
            <a:extLst xmlns:a="http://schemas.openxmlformats.org/drawingml/2006/main">
              <a:ext uri="{FF2B5EF4-FFF2-40B4-BE49-F238E27FC236}">
                <a16:creationId xmlns:a16="http://schemas.microsoft.com/office/drawing/2014/main" id="{CBE2510C-5964-4F36-87EE-9E91A74A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933450" y="4572000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N° observations</a:t>
            </a:r>
          </a:p>
        </p:txBody>
      </p:sp>
      <p:sp>
        <p:nvSpPr>
          <p:cNvPr id="1333" name="AI081-60">
            <a:extLst xmlns:a="http://schemas.openxmlformats.org/drawingml/2006/main">
              <a:ext uri="{FF2B5EF4-FFF2-40B4-BE49-F238E27FC236}">
                <a16:creationId xmlns:a16="http://schemas.microsoft.com/office/drawing/2014/main" id="{01BAB375-DC22-4C8C-9E6B-7DC71B02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42900"/>
            <a:ext cx="10" cy="2200275"/>
          </a:xfrm>
          <a:custGeom xmlns:a="http://schemas.openxmlformats.org/drawingml/2006/main">
            <a:pathLst>
              <a:path w="10" h="2200275">
                <a:moveTo>
                  <a:pt x="0" y="0"/>
                </a:moveTo>
                <a:lnTo>
                  <a:pt x="0" y="22002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34" name="AI081-61">
            <a:extLst xmlns:a="http://schemas.openxmlformats.org/drawingml/2006/main">
              <a:ext uri="{FF2B5EF4-FFF2-40B4-BE49-F238E27FC236}">
                <a16:creationId xmlns:a16="http://schemas.microsoft.com/office/drawing/2014/main" id="{55FD754E-5167-4687-B8DF-61975725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543175"/>
            <a:ext cx="2914650" cy="10"/>
          </a:xfrm>
          <a:custGeom xmlns:a="http://schemas.openxmlformats.org/drawingml/2006/main">
            <a:pathLst>
              <a:path w="2914650" h="10">
                <a:moveTo>
                  <a:pt x="0" y="0"/>
                </a:moveTo>
                <a:lnTo>
                  <a:pt x="2914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35" name="AI081-62">
            <a:extLst xmlns:a="http://schemas.openxmlformats.org/drawingml/2006/main">
              <a:ext uri="{FF2B5EF4-FFF2-40B4-BE49-F238E27FC236}">
                <a16:creationId xmlns:a16="http://schemas.microsoft.com/office/drawing/2014/main" id="{3EC8B12F-3305-4EC2-90CA-258E06DA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10" cy="57150"/>
          </a:xfrm>
          <a:custGeom xmlns:a="http://schemas.openxmlformats.org/drawingml/2006/main">
            <a:pathLst>
              <a:path w="1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36" name="Text 10⁰">
            <a:extLst xmlns:a="http://schemas.openxmlformats.org/drawingml/2006/main">
              <a:ext uri="{FF2B5EF4-FFF2-40B4-BE49-F238E27FC236}">
                <a16:creationId xmlns:a16="http://schemas.microsoft.com/office/drawing/2014/main" id="{1C43C97D-B5E2-412E-80F7-4C7B2B0D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26289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10⁰</a:t>
            </a:r>
          </a:p>
        </p:txBody>
      </p:sp>
      <p:sp>
        <p:nvSpPr>
          <p:cNvPr id="1337" name="AI081-63">
            <a:extLst xmlns:a="http://schemas.openxmlformats.org/drawingml/2006/main">
              <a:ext uri="{FF2B5EF4-FFF2-40B4-BE49-F238E27FC236}">
                <a16:creationId xmlns:a16="http://schemas.microsoft.com/office/drawing/2014/main" id="{A75E309B-D3F4-4F54-B3C3-D4A4291F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543175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38" name="Text 10⁰">
            <a:extLst xmlns:a="http://schemas.openxmlformats.org/drawingml/2006/main">
              <a:ext uri="{FF2B5EF4-FFF2-40B4-BE49-F238E27FC236}">
                <a16:creationId xmlns:a16="http://schemas.microsoft.com/office/drawing/2014/main" id="{C6D70302-3BF4-4ED7-B1E5-C8CFEC33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524750" y="2409825"/>
            <a:ext cx="466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10⁰</a:t>
            </a:r>
          </a:p>
        </p:txBody>
      </p:sp>
      <p:sp>
        <p:nvSpPr>
          <p:cNvPr id="1339" name="AI081-64">
            <a:extLst xmlns:a="http://schemas.openxmlformats.org/drawingml/2006/main">
              <a:ext uri="{FF2B5EF4-FFF2-40B4-BE49-F238E27FC236}">
                <a16:creationId xmlns:a16="http://schemas.microsoft.com/office/drawing/2014/main" id="{F5A68021-16B7-4F99-85A0-4B641832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43175"/>
            <a:ext cx="10" cy="57150"/>
          </a:xfrm>
          <a:custGeom xmlns:a="http://schemas.openxmlformats.org/drawingml/2006/main">
            <a:pathLst>
              <a:path w="1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40" name="Text 10¹">
            <a:extLst xmlns:a="http://schemas.openxmlformats.org/drawingml/2006/main">
              <a:ext uri="{FF2B5EF4-FFF2-40B4-BE49-F238E27FC236}">
                <a16:creationId xmlns:a16="http://schemas.microsoft.com/office/drawing/2014/main" id="{09D5318E-FB98-4A91-BFAE-84AAC693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5825" y="26289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10¹</a:t>
            </a:r>
          </a:p>
        </p:txBody>
      </p:sp>
      <p:sp>
        <p:nvSpPr>
          <p:cNvPr id="1341" name="AI081-65">
            <a:extLst xmlns:a="http://schemas.openxmlformats.org/drawingml/2006/main">
              <a:ext uri="{FF2B5EF4-FFF2-40B4-BE49-F238E27FC236}">
                <a16:creationId xmlns:a16="http://schemas.microsoft.com/office/drawing/2014/main" id="{B7D1B6C6-3485-46D2-9470-798D58B4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114550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42" name="Text 10¹">
            <a:extLst xmlns:a="http://schemas.openxmlformats.org/drawingml/2006/main">
              <a:ext uri="{FF2B5EF4-FFF2-40B4-BE49-F238E27FC236}">
                <a16:creationId xmlns:a16="http://schemas.microsoft.com/office/drawing/2014/main" id="{09F6A6DA-E664-44BB-9EC4-A9287115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524750" y="1981200"/>
            <a:ext cx="466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10¹</a:t>
            </a:r>
          </a:p>
        </p:txBody>
      </p:sp>
      <p:sp>
        <p:nvSpPr>
          <p:cNvPr id="1343" name="AI081-66">
            <a:extLst xmlns:a="http://schemas.openxmlformats.org/drawingml/2006/main">
              <a:ext uri="{FF2B5EF4-FFF2-40B4-BE49-F238E27FC236}">
                <a16:creationId xmlns:a16="http://schemas.microsoft.com/office/drawing/2014/main" id="{F80A55AA-BB32-4A95-A640-FE8227E4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543175"/>
            <a:ext cx="10" cy="57150"/>
          </a:xfrm>
          <a:custGeom xmlns:a="http://schemas.openxmlformats.org/drawingml/2006/main">
            <a:pathLst>
              <a:path w="1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44" name="Text 10²">
            <a:extLst xmlns:a="http://schemas.openxmlformats.org/drawingml/2006/main">
              <a:ext uri="{FF2B5EF4-FFF2-40B4-BE49-F238E27FC236}">
                <a16:creationId xmlns:a16="http://schemas.microsoft.com/office/drawing/2014/main" id="{58CF6A2F-A3E2-4962-BC6E-92FEB861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8275" y="26289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10²</a:t>
            </a:r>
          </a:p>
        </p:txBody>
      </p:sp>
      <p:sp>
        <p:nvSpPr>
          <p:cNvPr id="1345" name="AI081-67">
            <a:extLst xmlns:a="http://schemas.openxmlformats.org/drawingml/2006/main">
              <a:ext uri="{FF2B5EF4-FFF2-40B4-BE49-F238E27FC236}">
                <a16:creationId xmlns:a16="http://schemas.microsoft.com/office/drawing/2014/main" id="{8A376FC6-D62D-408A-96DC-8EEB4819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685925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46" name="Text 10²">
            <a:extLst xmlns:a="http://schemas.openxmlformats.org/drawingml/2006/main">
              <a:ext uri="{FF2B5EF4-FFF2-40B4-BE49-F238E27FC236}">
                <a16:creationId xmlns:a16="http://schemas.microsoft.com/office/drawing/2014/main" id="{363B1238-7531-4761-8178-4796E699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524750" y="1552575"/>
            <a:ext cx="466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10²</a:t>
            </a:r>
          </a:p>
        </p:txBody>
      </p:sp>
      <p:sp>
        <p:nvSpPr>
          <p:cNvPr id="1347" name="AI081-68">
            <a:extLst xmlns:a="http://schemas.openxmlformats.org/drawingml/2006/main">
              <a:ext uri="{FF2B5EF4-FFF2-40B4-BE49-F238E27FC236}">
                <a16:creationId xmlns:a16="http://schemas.microsoft.com/office/drawing/2014/main" id="{836A2B43-FFBB-4153-8462-63BC81B3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543175"/>
            <a:ext cx="10" cy="57150"/>
          </a:xfrm>
          <a:custGeom xmlns:a="http://schemas.openxmlformats.org/drawingml/2006/main">
            <a:pathLst>
              <a:path w="1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48" name="Text 10³">
            <a:extLst xmlns:a="http://schemas.openxmlformats.org/drawingml/2006/main">
              <a:ext uri="{FF2B5EF4-FFF2-40B4-BE49-F238E27FC236}">
                <a16:creationId xmlns:a16="http://schemas.microsoft.com/office/drawing/2014/main" id="{B6421DDD-F40A-44F4-841A-CA72902D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9775" y="26289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10³</a:t>
            </a:r>
          </a:p>
        </p:txBody>
      </p:sp>
      <p:sp>
        <p:nvSpPr>
          <p:cNvPr id="1349" name="AI081-69">
            <a:extLst xmlns:a="http://schemas.openxmlformats.org/drawingml/2006/main">
              <a:ext uri="{FF2B5EF4-FFF2-40B4-BE49-F238E27FC236}">
                <a16:creationId xmlns:a16="http://schemas.microsoft.com/office/drawing/2014/main" id="{A72405E7-52F7-465D-A1A3-3390B90A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257300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50" name="Text 10³">
            <a:extLst xmlns:a="http://schemas.openxmlformats.org/drawingml/2006/main">
              <a:ext uri="{FF2B5EF4-FFF2-40B4-BE49-F238E27FC236}">
                <a16:creationId xmlns:a16="http://schemas.microsoft.com/office/drawing/2014/main" id="{0AB131DE-FF4A-4E8C-A8AB-CF123751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524750" y="1123950"/>
            <a:ext cx="466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10³</a:t>
            </a:r>
          </a:p>
        </p:txBody>
      </p:sp>
      <p:sp>
        <p:nvSpPr>
          <p:cNvPr id="1351" name="AI081-70">
            <a:extLst xmlns:a="http://schemas.openxmlformats.org/drawingml/2006/main">
              <a:ext uri="{FF2B5EF4-FFF2-40B4-BE49-F238E27FC236}">
                <a16:creationId xmlns:a16="http://schemas.microsoft.com/office/drawing/2014/main" id="{9D7DAED7-BC7F-4436-97FD-21C1CAD9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543175"/>
            <a:ext cx="10" cy="57150"/>
          </a:xfrm>
          <a:custGeom xmlns:a="http://schemas.openxmlformats.org/drawingml/2006/main">
            <a:pathLst>
              <a:path w="1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52" name="Text 10⁴">
            <a:extLst xmlns:a="http://schemas.openxmlformats.org/drawingml/2006/main">
              <a:ext uri="{FF2B5EF4-FFF2-40B4-BE49-F238E27FC236}">
                <a16:creationId xmlns:a16="http://schemas.microsoft.com/office/drawing/2014/main" id="{53B366FB-0472-4855-871F-BB7E7F2A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01275" y="26289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10⁴</a:t>
            </a:r>
          </a:p>
        </p:txBody>
      </p:sp>
      <p:sp>
        <p:nvSpPr>
          <p:cNvPr id="1353" name="AI081-71">
            <a:extLst xmlns:a="http://schemas.openxmlformats.org/drawingml/2006/main">
              <a:ext uri="{FF2B5EF4-FFF2-40B4-BE49-F238E27FC236}">
                <a16:creationId xmlns:a16="http://schemas.microsoft.com/office/drawing/2014/main" id="{BCD971BF-308E-423F-BFFD-8FFD1FEF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828675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54" name="Text 10⁴">
            <a:extLst xmlns:a="http://schemas.openxmlformats.org/drawingml/2006/main">
              <a:ext uri="{FF2B5EF4-FFF2-40B4-BE49-F238E27FC236}">
                <a16:creationId xmlns:a16="http://schemas.microsoft.com/office/drawing/2014/main" id="{AEABBA71-B3EE-451F-9034-86BABB96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524750" y="695325"/>
            <a:ext cx="466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10⁴</a:t>
            </a:r>
          </a:p>
        </p:txBody>
      </p:sp>
      <p:sp>
        <p:nvSpPr>
          <p:cNvPr id="1355" name="AI081-72">
            <a:extLst xmlns:a="http://schemas.openxmlformats.org/drawingml/2006/main">
              <a:ext uri="{FF2B5EF4-FFF2-40B4-BE49-F238E27FC236}">
                <a16:creationId xmlns:a16="http://schemas.microsoft.com/office/drawing/2014/main" id="{AD402C4D-11DF-4422-BE9C-ADFFA220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543175"/>
            <a:ext cx="10" cy="57150"/>
          </a:xfrm>
          <a:custGeom xmlns:a="http://schemas.openxmlformats.org/drawingml/2006/main">
            <a:pathLst>
              <a:path w="1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56" name="Text 10⁵">
            <a:extLst xmlns:a="http://schemas.openxmlformats.org/drawingml/2006/main">
              <a:ext uri="{FF2B5EF4-FFF2-40B4-BE49-F238E27FC236}">
                <a16:creationId xmlns:a16="http://schemas.microsoft.com/office/drawing/2014/main" id="{BEAE1FAB-754C-4220-86CD-FB8CDE6C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9900" y="26289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10⁵</a:t>
            </a:r>
          </a:p>
        </p:txBody>
      </p:sp>
      <p:sp>
        <p:nvSpPr>
          <p:cNvPr id="1357" name="AI081-73">
            <a:extLst xmlns:a="http://schemas.openxmlformats.org/drawingml/2006/main">
              <a:ext uri="{FF2B5EF4-FFF2-40B4-BE49-F238E27FC236}">
                <a16:creationId xmlns:a16="http://schemas.microsoft.com/office/drawing/2014/main" id="{D4A1A731-DDC0-42DB-B3E9-DE196B87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00050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</a:ln>
        </p:spPr>
      </p:sp>
      <p:sp>
        <p:nvSpPr>
          <p:cNvPr id="1358" name="Text 10⁵">
            <a:extLst xmlns:a="http://schemas.openxmlformats.org/drawingml/2006/main">
              <a:ext uri="{FF2B5EF4-FFF2-40B4-BE49-F238E27FC236}">
                <a16:creationId xmlns:a16="http://schemas.microsoft.com/office/drawing/2014/main" id="{36C17A45-34D9-4476-ACDC-430AE2D2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524750" y="266700"/>
            <a:ext cx="466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10⁵</a:t>
            </a:r>
          </a:p>
        </p:txBody>
      </p:sp>
      <p:sp>
        <p:nvSpPr>
          <p:cNvPr id="1359" name="Text N° observations">
            <a:extLst xmlns:a="http://schemas.openxmlformats.org/drawingml/2006/main">
              <a:ext uri="{FF2B5EF4-FFF2-40B4-BE49-F238E27FC236}">
                <a16:creationId xmlns:a16="http://schemas.microsoft.com/office/drawing/2014/main" id="{95B7D53E-74F0-4B35-89A3-F87CA0E5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9125" y="2867025"/>
            <a:ext cx="2466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N° observations</a:t>
            </a:r>
          </a:p>
        </p:txBody>
      </p:sp>
      <p:sp>
        <p:nvSpPr>
          <p:cNvPr id="1360" name="Text N° species">
            <a:extLst xmlns:a="http://schemas.openxmlformats.org/drawingml/2006/main">
              <a:ext uri="{FF2B5EF4-FFF2-40B4-BE49-F238E27FC236}">
                <a16:creationId xmlns:a16="http://schemas.microsoft.com/office/drawing/2014/main" id="{EE2FB8AA-F93C-4A3C-883F-C6341604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553200" y="1247775"/>
            <a:ext cx="1847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N° species</a:t>
            </a:r>
          </a:p>
        </p:txBody>
      </p:sp>
      <p:sp>
        <p:nvSpPr>
          <p:cNvPr id="1361" name="AI081-74">
            <a:extLst xmlns:a="http://schemas.openxmlformats.org/drawingml/2006/main">
              <a:ext uri="{FF2B5EF4-FFF2-40B4-BE49-F238E27FC236}">
                <a16:creationId xmlns:a16="http://schemas.microsoft.com/office/drawing/2014/main" id="{AACCF31E-CA4F-4B84-B8C4-A20207D8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657225"/>
            <a:ext cx="2438400" cy="1866900"/>
          </a:xfrm>
          <a:custGeom xmlns:a="http://schemas.openxmlformats.org/drawingml/2006/main">
            <a:pathLst>
              <a:path w="2438400" h="1866900">
                <a:moveTo>
                  <a:pt x="0" y="1866900"/>
                </a:moveTo>
                <a:lnTo>
                  <a:pt x="2438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</a:ln>
        </p:spPr>
      </p:sp>
      <p:sp>
        <p:nvSpPr>
          <p:cNvPr id="1362" name="Text 1 observation per-species">
            <a:extLst xmlns:a="http://schemas.openxmlformats.org/drawingml/2006/main">
              <a:ext uri="{FF2B5EF4-FFF2-40B4-BE49-F238E27FC236}">
                <a16:creationId xmlns:a16="http://schemas.microsoft.com/office/drawing/2014/main" id="{ED75A561-B1FB-4A04-935A-4E0921A0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80000">
            <a:off x="7705725" y="1219200"/>
            <a:ext cx="3152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000000"/>
                </a:solidFill>
                <a:latin typeface="Arial"/>
                <a:ea typeface="Arial"/>
                <a:cs typeface="Arial"/>
              </a:rPr>
              <a:t>1 observation per-species</a:t>
            </a:r>
          </a:p>
        </p:txBody>
      </p:sp>
    </p:spTree>
    <p:extLst>
      <p:ext uri="{BB962C8B-B14F-4D97-AF65-F5344CB8AC3E}">
        <p14:creationId xmlns:p14="http://schemas.microsoft.com/office/powerpoint/2010/main" val="6334265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2026-09-08T04:28:32.2250000Z</dcterms:created>
  <dcterms:modified xsi:type="dcterms:W3CDTF">2026-09-08T04:28:32.2250000Z</dcterms:modified>
</coreProperties>
</file>