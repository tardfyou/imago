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8c4424b944657" /><Relationship Type="http://schemas.openxmlformats.org/officeDocument/2006/relationships/extended-properties" Target="/docProps/app.xml" Id="Ra71773b771244489" /><Relationship Type="http://schemas.openxmlformats.org/officeDocument/2006/relationships/officeDocument" Target="/ppt/presentation.xml" Id="Rceb00c2a4a514b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6394755455434a"/>
  </p:sldMasterIdLst>
  <p:notesMasterIdLst>
    <p:notesMasterId xmlns:r="http://schemas.openxmlformats.org/officeDocument/2006/relationships" r:id="R0393aa2e55f14682"/>
  </p:notesMasterIdLst>
  <p:sldIdLst>
    <p:sldId xmlns:r="http://schemas.openxmlformats.org/officeDocument/2006/relationships" id="256" r:id="R6da555fbd83b4705"/>
  </p:sldIdLst>
  <p:sldSz cx="6286500" cy="5000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51875289a74520" /><Relationship Type="http://schemas.openxmlformats.org/officeDocument/2006/relationships/slideMaster" Target="/ppt/slideMasters/slideMaster1.xml" Id="R716394755455434a" /><Relationship Type="http://schemas.openxmlformats.org/officeDocument/2006/relationships/notesMaster" Target="/ppt/notesMasters/notesMaster1.xml" Id="R0393aa2e55f14682" /><Relationship Type="http://schemas.openxmlformats.org/officeDocument/2006/relationships/presProps" Target="/ppt/presProps.xml" Id="R574607da4c5d4aad" /><Relationship Type="http://schemas.openxmlformats.org/officeDocument/2006/relationships/tableStyles" Target="/ppt/tableStyles.xml" Id="R99de690fc9b84166" /><Relationship Type="http://schemas.openxmlformats.org/officeDocument/2006/relationships/slide" Target="/ppt/slides/slide1.xml" Id="R6da555fbd83b47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82f5a029a48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284b12c169455c" /><Relationship Type="http://schemas.openxmlformats.org/officeDocument/2006/relationships/notesMaster" Target="/ppt/notesMasters/notesMaster1.xml" Id="Rec0e7d382f67431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素材ID：AI-091</ns1:t>
            </ns1:r>
          </ns1:p>
          <ns1:p>
            <ns1:r>
              <ns1:t>论文：Causal Estimation of Memorisation Profiles</ns1:t>
            </ns1:r>
          </ns1:p>
          <ns1:p>
            <ns1:r>
              <ns1:t>会议：ACL 2024</ns1:t>
            </ns1:r>
          </ns1:p>
          <ns1:p>
            <ns1:r>
              <ns1:t>奖项：Best Paper Award</ns1:t>
            </ns1:r>
          </ns1:p>
          <ns1:p>
            <ns1:r>
              <ns1:t>图号：Figure 1，PDF第1页</ns1:t>
            </ns1:r>
          </ns1:p>
          <ns1:p>
            <ns1:r>
              <ns1:t>类型：实验图表</ns1:t>
            </ns1:r>
          </ns1:p>
          <ns1:p>
            <ns1:r>
              <ns1:t>借鉴点：上方三角时间矩阵中的横向切片由外侧引线关联到底部误差棒曲线，解释整体分布与个体路径的联系。</ns1:t>
            </ns1:r>
          </ns1:p>
          <ns1:p>
            <ns1:r>
              <ns1:t>论文URL：https://aclanthology.org/2024.acl-long.834/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30a93d32e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22a949da6344ff" /><Relationship Type="http://schemas.openxmlformats.org/officeDocument/2006/relationships/slideLayout" Target="/ppt/slideLayouts/slideLayout1.xml" Id="Ra217be67754c42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7be67754c42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50d6d3879445b" /><Relationship Type="http://schemas.openxmlformats.org/officeDocument/2006/relationships/notesSlide" Target="/ppt/notesSlides/notesSlide1.xml" Id="Rbb06d5d8948042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BD99A-91F2-4B5E-8E5D-ADE0E9DC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" y="26133"/>
            <a:ext cx="6237219" cy="4926532"/>
          </a:xfrm>
          <a:custGeom xmlns:a="http://schemas.openxmlformats.org/drawingml/2006/main">
            <a:pathLst>
              <a:path w="6237219" h="4926532">
                <a:moveTo>
                  <a:pt x="0" y="4926532"/>
                </a:moveTo>
                <a:lnTo>
                  <a:pt x="6237219" y="4926532"/>
                </a:lnTo>
                <a:lnTo>
                  <a:pt x="6237219" y="0"/>
                </a:lnTo>
                <a:lnTo>
                  <a:pt x="0" y="0"/>
                </a:lnTo>
                <a:lnTo>
                  <a:pt x="0" y="49265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969E9-FAAB-443B-BE10-490EFD0F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" y="2466113"/>
            <a:ext cx="6040098" cy="2486552"/>
          </a:xfrm>
          <a:custGeom xmlns:a="http://schemas.openxmlformats.org/drawingml/2006/main">
            <a:pathLst>
              <a:path w="6040098" h="2486552">
                <a:moveTo>
                  <a:pt x="6040098" y="2486552"/>
                </a:moveTo>
                <a:lnTo>
                  <a:pt x="6040098" y="0"/>
                </a:lnTo>
                <a:lnTo>
                  <a:pt x="0" y="0"/>
                </a:lnTo>
                <a:lnTo>
                  <a:pt x="0" y="2486552"/>
                </a:lnTo>
                <a:lnTo>
                  <a:pt x="6040098" y="24865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805DDF3-2DBB-4033-B470-5E2AADA2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" y="2466113"/>
            <a:ext cx="6040098" cy="2486552"/>
          </a:xfrm>
          <a:custGeom xmlns:a="http://schemas.openxmlformats.org/drawingml/2006/main">
            <a:pathLst>
              <a:path w="6040098" h="2486552">
                <a:moveTo>
                  <a:pt x="6034956" y="5144"/>
                </a:moveTo>
                <a:lnTo>
                  <a:pt x="0" y="5144"/>
                </a:lnTo>
                <a:lnTo>
                  <a:pt x="0" y="0"/>
                </a:lnTo>
                <a:lnTo>
                  <a:pt x="6040098" y="0"/>
                </a:lnTo>
                <a:lnTo>
                  <a:pt x="6040098" y="2486552"/>
                </a:lnTo>
                <a:lnTo>
                  <a:pt x="6034956" y="2486552"/>
                </a:lnTo>
                <a:lnTo>
                  <a:pt x="6034956" y="51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9369F-AB38-4422-9912-A99B9000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540188"/>
            <a:ext cx="5238012" cy="1925646"/>
          </a:xfrm>
          <a:custGeom xmlns:a="http://schemas.openxmlformats.org/drawingml/2006/main">
            <a:pathLst>
              <a:path w="5238012" h="1925646">
                <a:moveTo>
                  <a:pt x="0" y="1925646"/>
                </a:moveTo>
                <a:lnTo>
                  <a:pt x="5238012" y="1925646"/>
                </a:lnTo>
                <a:lnTo>
                  <a:pt x="5238012" y="0"/>
                </a:lnTo>
                <a:lnTo>
                  <a:pt x="0" y="0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0672FCE-BB98-4C5E-B69D-2C4F5251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51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C7C08-641C-4489-B875-0FF267E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95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68F46-E87D-4310-B4D5-7C07E85C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95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7E7D9-7EB8-4389-BCE0-33F52D24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95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5D878-C963-4F70-A0F6-E5860B9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11" y="4534179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4" y="95705"/>
                </a:moveTo>
                <a:lnTo>
                  <a:pt x="25926" y="95705"/>
                </a:lnTo>
                <a:lnTo>
                  <a:pt x="25926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78" y="0"/>
                </a:lnTo>
                <a:lnTo>
                  <a:pt x="40445" y="0"/>
                </a:lnTo>
                <a:lnTo>
                  <a:pt x="40445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4" y="108001"/>
                </a:lnTo>
                <a:lnTo>
                  <a:pt x="2074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9E23E-E94D-4FBA-A3F5-87B1FA97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" y="4532253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59"/>
                  <a:pt x="20297" y="22667"/>
                </a:cubicBezTo>
                <a:cubicBezTo>
                  <a:pt x="16445" y="30074"/>
                  <a:pt x="14667" y="41186"/>
                  <a:pt x="14667" y="56000"/>
                </a:cubicBezTo>
                <a:cubicBezTo>
                  <a:pt x="14667" y="70815"/>
                  <a:pt x="16445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6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1"/>
                </a:cubicBezTo>
                <a:cubicBezTo>
                  <a:pt x="71408" y="24000"/>
                  <a:pt x="74668" y="37926"/>
                  <a:pt x="74668" y="56000"/>
                </a:cubicBezTo>
                <a:cubicBezTo>
                  <a:pt x="74668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1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27BB0-A94F-46E0-915B-400546E2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42" y="4529586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94860BE-87D8-49A6-928C-871BA3C4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25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392ED-0557-4F88-AF75-1243E9EE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69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B8463-86EF-4B83-8A52-7C1D771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69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6D0EF-5DDB-47EE-ADED-12FE4D3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69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1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32942AA-73F2-4469-8D6D-2927EF4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300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67F49-7CFA-45AA-93C7-153E4BC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444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7CB93-8E4E-49D0-BBE9-667DCD6A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444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64A31-DD92-4324-859B-A3A3649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444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21CF1-1798-4382-9198-FF41A974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822" y="4532253"/>
            <a:ext cx="71112" cy="111853"/>
          </a:xfrm>
          <a:custGeom xmlns:a="http://schemas.openxmlformats.org/drawingml/2006/main">
            <a:pathLst>
              <a:path w="71112" h="111853">
                <a:moveTo>
                  <a:pt x="48889" y="51704"/>
                </a:moveTo>
                <a:cubicBezTo>
                  <a:pt x="55852" y="53186"/>
                  <a:pt x="61334" y="56297"/>
                  <a:pt x="65185" y="61038"/>
                </a:cubicBezTo>
                <a:cubicBezTo>
                  <a:pt x="69038" y="65778"/>
                  <a:pt x="71112" y="71704"/>
                  <a:pt x="71112" y="78519"/>
                </a:cubicBezTo>
                <a:cubicBezTo>
                  <a:pt x="71112" y="89186"/>
                  <a:pt x="67408" y="97482"/>
                  <a:pt x="60148" y="103260"/>
                </a:cubicBezTo>
                <a:cubicBezTo>
                  <a:pt x="52741" y="109038"/>
                  <a:pt x="42371" y="111853"/>
                  <a:pt x="28889" y="111853"/>
                </a:cubicBezTo>
                <a:cubicBezTo>
                  <a:pt x="24296" y="111853"/>
                  <a:pt x="19555" y="111408"/>
                  <a:pt x="14815" y="110519"/>
                </a:cubicBezTo>
                <a:cubicBezTo>
                  <a:pt x="10074" y="109779"/>
                  <a:pt x="5037" y="108445"/>
                  <a:pt x="0" y="106668"/>
                </a:cubicBezTo>
                <a:lnTo>
                  <a:pt x="0" y="92593"/>
                </a:lnTo>
                <a:cubicBezTo>
                  <a:pt x="4000" y="94964"/>
                  <a:pt x="8444" y="96742"/>
                  <a:pt x="13333" y="97927"/>
                </a:cubicBezTo>
                <a:cubicBezTo>
                  <a:pt x="18074" y="99112"/>
                  <a:pt x="23111" y="99705"/>
                  <a:pt x="28444" y="99705"/>
                </a:cubicBezTo>
                <a:cubicBezTo>
                  <a:pt x="37630" y="99705"/>
                  <a:pt x="44593" y="97927"/>
                  <a:pt x="49333" y="94371"/>
                </a:cubicBezTo>
                <a:cubicBezTo>
                  <a:pt x="54074" y="90816"/>
                  <a:pt x="56593" y="85482"/>
                  <a:pt x="56593" y="78519"/>
                </a:cubicBezTo>
                <a:cubicBezTo>
                  <a:pt x="56593" y="72297"/>
                  <a:pt x="54370" y="67260"/>
                  <a:pt x="49926" y="63704"/>
                </a:cubicBezTo>
                <a:cubicBezTo>
                  <a:pt x="45482" y="60149"/>
                  <a:pt x="39259" y="58223"/>
                  <a:pt x="31259" y="58223"/>
                </a:cubicBezTo>
                <a:lnTo>
                  <a:pt x="18667" y="58223"/>
                </a:lnTo>
                <a:lnTo>
                  <a:pt x="18667" y="46223"/>
                </a:lnTo>
                <a:lnTo>
                  <a:pt x="31852" y="46223"/>
                </a:lnTo>
                <a:cubicBezTo>
                  <a:pt x="38963" y="46223"/>
                  <a:pt x="44445" y="44889"/>
                  <a:pt x="48296" y="41926"/>
                </a:cubicBezTo>
                <a:cubicBezTo>
                  <a:pt x="52149" y="39111"/>
                  <a:pt x="54074" y="34963"/>
                  <a:pt x="54074" y="29482"/>
                </a:cubicBezTo>
                <a:cubicBezTo>
                  <a:pt x="54074" y="24000"/>
                  <a:pt x="52000" y="19704"/>
                  <a:pt x="48148" y="16741"/>
                </a:cubicBezTo>
                <a:cubicBezTo>
                  <a:pt x="44148" y="13778"/>
                  <a:pt x="38518" y="12296"/>
                  <a:pt x="31259" y="12296"/>
                </a:cubicBezTo>
                <a:cubicBezTo>
                  <a:pt x="27259" y="12296"/>
                  <a:pt x="22963" y="12741"/>
                  <a:pt x="18370" y="13630"/>
                </a:cubicBezTo>
                <a:cubicBezTo>
                  <a:pt x="13778" y="14519"/>
                  <a:pt x="8740" y="15852"/>
                  <a:pt x="3259" y="17630"/>
                </a:cubicBezTo>
                <a:lnTo>
                  <a:pt x="3259" y="4593"/>
                </a:lnTo>
                <a:cubicBezTo>
                  <a:pt x="8740" y="3111"/>
                  <a:pt x="13926" y="1926"/>
                  <a:pt x="18815" y="1185"/>
                </a:cubicBezTo>
                <a:cubicBezTo>
                  <a:pt x="23556" y="444"/>
                  <a:pt x="28148" y="0"/>
                  <a:pt x="32593" y="0"/>
                </a:cubicBezTo>
                <a:cubicBezTo>
                  <a:pt x="43556" y="0"/>
                  <a:pt x="52296" y="2519"/>
                  <a:pt x="58815" y="7556"/>
                </a:cubicBezTo>
                <a:cubicBezTo>
                  <a:pt x="65334" y="12593"/>
                  <a:pt x="68593" y="19408"/>
                  <a:pt x="68593" y="28000"/>
                </a:cubicBezTo>
                <a:cubicBezTo>
                  <a:pt x="68593" y="33926"/>
                  <a:pt x="66815" y="38963"/>
                  <a:pt x="63408" y="43112"/>
                </a:cubicBezTo>
                <a:cubicBezTo>
                  <a:pt x="60000" y="47260"/>
                  <a:pt x="55111" y="50223"/>
                  <a:pt x="48889" y="51704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093C6-A5F9-486C-8743-62C9B16F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564" y="4532253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59"/>
                  <a:pt x="20296" y="22667"/>
                </a:cubicBezTo>
                <a:cubicBezTo>
                  <a:pt x="16444" y="30074"/>
                  <a:pt x="14667" y="41186"/>
                  <a:pt x="14667" y="56000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4" y="81927"/>
                  <a:pt x="60000" y="70815"/>
                  <a:pt x="60000" y="56000"/>
                </a:cubicBezTo>
                <a:cubicBezTo>
                  <a:pt x="60000" y="41186"/>
                  <a:pt x="58074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1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5" y="111853"/>
                </a:cubicBezTo>
                <a:cubicBezTo>
                  <a:pt x="25037" y="111853"/>
                  <a:pt x="15852" y="107112"/>
                  <a:pt x="9481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1" y="14371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30E79-663B-4729-A35E-13FA6359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90" y="4529586"/>
            <a:ext cx="71853" cy="112594"/>
          </a:xfrm>
          <a:custGeom xmlns:a="http://schemas.openxmlformats.org/drawingml/2006/main">
            <a:pathLst>
              <a:path w="71853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3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92FBC20-F323-464A-8068-6E407B6C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173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9CF54-8EBE-45A6-8B97-CAC1AD60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317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A6FE4-7561-49DB-A4A5-C82DD44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317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67D07-1EFE-457B-BBBC-EA0F8EE3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317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2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2C02C42-6770-465F-8A68-E965B924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048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0D776-0D65-4665-A643-179660C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92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30226-F5ED-4147-B7F9-79666D57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92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95EAE-E6BF-4A3A-B025-4480A90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92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7F80C-6DBB-4916-BFAB-9C1F5847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719" y="4534179"/>
            <a:ext cx="69926" cy="109927"/>
          </a:xfrm>
          <a:custGeom xmlns:a="http://schemas.openxmlformats.org/drawingml/2006/main">
            <a:pathLst>
              <a:path w="69926" h="109927">
                <a:moveTo>
                  <a:pt x="4593" y="0"/>
                </a:moveTo>
                <a:lnTo>
                  <a:pt x="61926" y="0"/>
                </a:lnTo>
                <a:lnTo>
                  <a:pt x="61926" y="12296"/>
                </a:lnTo>
                <a:lnTo>
                  <a:pt x="17926" y="12296"/>
                </a:lnTo>
                <a:lnTo>
                  <a:pt x="17926" y="38815"/>
                </a:lnTo>
                <a:cubicBezTo>
                  <a:pt x="20000" y="38074"/>
                  <a:pt x="22222" y="37482"/>
                  <a:pt x="24296" y="37185"/>
                </a:cubicBezTo>
                <a:cubicBezTo>
                  <a:pt x="26370" y="36889"/>
                  <a:pt x="28593" y="36593"/>
                  <a:pt x="30667" y="36593"/>
                </a:cubicBezTo>
                <a:cubicBezTo>
                  <a:pt x="42667" y="36593"/>
                  <a:pt x="52149" y="40000"/>
                  <a:pt x="59260" y="46519"/>
                </a:cubicBezTo>
                <a:cubicBezTo>
                  <a:pt x="66371" y="53186"/>
                  <a:pt x="69926" y="62075"/>
                  <a:pt x="69926" y="73334"/>
                </a:cubicBezTo>
                <a:cubicBezTo>
                  <a:pt x="69926" y="85038"/>
                  <a:pt x="66222" y="94075"/>
                  <a:pt x="58963" y="100445"/>
                </a:cubicBezTo>
                <a:cubicBezTo>
                  <a:pt x="51704" y="106816"/>
                  <a:pt x="41482" y="109927"/>
                  <a:pt x="28445" y="109927"/>
                </a:cubicBezTo>
                <a:cubicBezTo>
                  <a:pt x="23852" y="109927"/>
                  <a:pt x="19259" y="109482"/>
                  <a:pt x="14518" y="108890"/>
                </a:cubicBezTo>
                <a:cubicBezTo>
                  <a:pt x="9777" y="108149"/>
                  <a:pt x="5037" y="107112"/>
                  <a:pt x="0" y="105482"/>
                </a:cubicBezTo>
                <a:lnTo>
                  <a:pt x="0" y="90816"/>
                </a:lnTo>
                <a:cubicBezTo>
                  <a:pt x="4296" y="93186"/>
                  <a:pt x="8740" y="94964"/>
                  <a:pt x="13481" y="96149"/>
                </a:cubicBezTo>
                <a:cubicBezTo>
                  <a:pt x="18074" y="97334"/>
                  <a:pt x="22963" y="97779"/>
                  <a:pt x="28148" y="97779"/>
                </a:cubicBezTo>
                <a:cubicBezTo>
                  <a:pt x="36444" y="97779"/>
                  <a:pt x="43111" y="95705"/>
                  <a:pt x="48000" y="91260"/>
                </a:cubicBezTo>
                <a:cubicBezTo>
                  <a:pt x="52741" y="86816"/>
                  <a:pt x="55260" y="80890"/>
                  <a:pt x="55260" y="73334"/>
                </a:cubicBezTo>
                <a:cubicBezTo>
                  <a:pt x="55260" y="65926"/>
                  <a:pt x="52741" y="60001"/>
                  <a:pt x="48000" y="55556"/>
                </a:cubicBezTo>
                <a:cubicBezTo>
                  <a:pt x="43111" y="51112"/>
                  <a:pt x="36444" y="48889"/>
                  <a:pt x="28148" y="48889"/>
                </a:cubicBezTo>
                <a:cubicBezTo>
                  <a:pt x="24296" y="48889"/>
                  <a:pt x="20296" y="49334"/>
                  <a:pt x="16444" y="50223"/>
                </a:cubicBezTo>
                <a:cubicBezTo>
                  <a:pt x="12593" y="51112"/>
                  <a:pt x="8593" y="52445"/>
                  <a:pt x="4593" y="54223"/>
                </a:cubicBezTo>
                <a:lnTo>
                  <a:pt x="4593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6848A-1B77-4C89-82F7-EE6BC064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312" y="4532253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59"/>
                  <a:pt x="20297" y="22667"/>
                </a:cubicBezTo>
                <a:cubicBezTo>
                  <a:pt x="16444" y="30074"/>
                  <a:pt x="14667" y="41186"/>
                  <a:pt x="14667" y="56000"/>
                </a:cubicBezTo>
                <a:cubicBezTo>
                  <a:pt x="14667" y="70815"/>
                  <a:pt x="16444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6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1"/>
                </a:cubicBezTo>
                <a:cubicBezTo>
                  <a:pt x="71408" y="24000"/>
                  <a:pt x="74668" y="37926"/>
                  <a:pt x="74668" y="56000"/>
                </a:cubicBezTo>
                <a:cubicBezTo>
                  <a:pt x="74668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1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3837A-96F8-46A8-93DC-864679DC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239" y="4529586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7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ECC022E-ACFD-4C45-9411-C83104C4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922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BB10A-37E8-4D96-96D1-A1B2532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066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0D141-48C4-449F-BD5B-4EFBF62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066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C80B9-1698-4D30-85C8-E12A2683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066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3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D645DFE-0C63-4B39-8C4E-C8F62BBD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796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7C698-2C5E-443B-A164-9C4D5F3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940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3E785-AA39-40C1-A0AE-9BEEE59F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940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0D4FD-B821-4EF2-8566-815DED11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940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215A5-9296-4564-85A4-8BEFD1C1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207" y="4534179"/>
            <a:ext cx="69482" cy="108001"/>
          </a:xfrm>
          <a:custGeom xmlns:a="http://schemas.openxmlformats.org/drawingml/2006/main">
            <a:pathLst>
              <a:path w="69482" h="108001">
                <a:moveTo>
                  <a:pt x="0" y="0"/>
                </a:moveTo>
                <a:lnTo>
                  <a:pt x="69482" y="0"/>
                </a:lnTo>
                <a:lnTo>
                  <a:pt x="69482" y="6222"/>
                </a:lnTo>
                <a:lnTo>
                  <a:pt x="30222" y="108001"/>
                </a:lnTo>
                <a:lnTo>
                  <a:pt x="14963" y="108001"/>
                </a:lnTo>
                <a:lnTo>
                  <a:pt x="51852" y="12296"/>
                </a:lnTo>
                <a:lnTo>
                  <a:pt x="0" y="1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4417D-452A-4A0D-9F70-D8ABBBD2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060" y="4532253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59"/>
                  <a:pt x="20296" y="22667"/>
                </a:cubicBezTo>
                <a:cubicBezTo>
                  <a:pt x="16444" y="30074"/>
                  <a:pt x="14667" y="41186"/>
                  <a:pt x="14667" y="56000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5"/>
                  <a:pt x="60000" y="56000"/>
                </a:cubicBezTo>
                <a:cubicBezTo>
                  <a:pt x="60000" y="41186"/>
                  <a:pt x="58074" y="30074"/>
                  <a:pt x="54370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1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1" y="14371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72E5D-9605-437F-9062-E41432D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987" y="4529586"/>
            <a:ext cx="71853" cy="112594"/>
          </a:xfrm>
          <a:custGeom xmlns:a="http://schemas.openxmlformats.org/drawingml/2006/main">
            <a:pathLst>
              <a:path w="71853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3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C2443F2-66F7-4EF3-8966-647C336B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670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907AA-A83D-4150-8CDE-22D8D57C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815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3DBF2-971A-4812-8EAF-EF97351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815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16AE8-4A20-4955-BE89-3DB294B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815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4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0D79CFF-72F7-46DE-874D-B7689CA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545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BC4C6-EE5F-495B-9BE9-BAF98A87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89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0656C-39E6-40C1-A42B-012C169B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89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92EA5-16AA-4BAD-8DA6-2DC3A0B6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89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4AEDE-C55E-4709-9080-8E36D13B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141" y="4532253"/>
            <a:ext cx="74519" cy="111853"/>
          </a:xfrm>
          <a:custGeom xmlns:a="http://schemas.openxmlformats.org/drawingml/2006/main">
            <a:pathLst>
              <a:path w="74519" h="111853">
                <a:moveTo>
                  <a:pt x="6963" y="107705"/>
                </a:moveTo>
                <a:lnTo>
                  <a:pt x="6963" y="94371"/>
                </a:lnTo>
                <a:cubicBezTo>
                  <a:pt x="10519" y="96149"/>
                  <a:pt x="14223" y="97482"/>
                  <a:pt x="18074" y="98371"/>
                </a:cubicBezTo>
                <a:cubicBezTo>
                  <a:pt x="21778" y="99260"/>
                  <a:pt x="25482" y="99705"/>
                  <a:pt x="29185" y="99705"/>
                </a:cubicBezTo>
                <a:cubicBezTo>
                  <a:pt x="38667" y="99705"/>
                  <a:pt x="46075" y="96593"/>
                  <a:pt x="51112" y="90075"/>
                </a:cubicBezTo>
                <a:cubicBezTo>
                  <a:pt x="56149" y="83556"/>
                  <a:pt x="59112" y="73778"/>
                  <a:pt x="60000" y="60445"/>
                </a:cubicBezTo>
                <a:cubicBezTo>
                  <a:pt x="57038" y="64593"/>
                  <a:pt x="53482" y="67852"/>
                  <a:pt x="49334" y="70075"/>
                </a:cubicBezTo>
                <a:cubicBezTo>
                  <a:pt x="45038" y="72297"/>
                  <a:pt x="40297" y="73334"/>
                  <a:pt x="35112" y="73334"/>
                </a:cubicBezTo>
                <a:cubicBezTo>
                  <a:pt x="24148" y="73334"/>
                  <a:pt x="15556" y="70075"/>
                  <a:pt x="9333" y="63556"/>
                </a:cubicBezTo>
                <a:cubicBezTo>
                  <a:pt x="3111" y="57038"/>
                  <a:pt x="0" y="48149"/>
                  <a:pt x="0" y="36741"/>
                </a:cubicBezTo>
                <a:cubicBezTo>
                  <a:pt x="0" y="25778"/>
                  <a:pt x="3259" y="16889"/>
                  <a:pt x="9778" y="10074"/>
                </a:cubicBezTo>
                <a:cubicBezTo>
                  <a:pt x="16297" y="3407"/>
                  <a:pt x="25038" y="0"/>
                  <a:pt x="36000" y="0"/>
                </a:cubicBezTo>
                <a:cubicBezTo>
                  <a:pt x="48445" y="0"/>
                  <a:pt x="58075" y="4889"/>
                  <a:pt x="64593" y="14371"/>
                </a:cubicBezTo>
                <a:cubicBezTo>
                  <a:pt x="71112" y="24000"/>
                  <a:pt x="74519" y="37926"/>
                  <a:pt x="74519" y="56000"/>
                </a:cubicBezTo>
                <a:cubicBezTo>
                  <a:pt x="74519" y="73186"/>
                  <a:pt x="70371" y="86667"/>
                  <a:pt x="62371" y="96742"/>
                </a:cubicBezTo>
                <a:cubicBezTo>
                  <a:pt x="54223" y="106816"/>
                  <a:pt x="43408" y="111853"/>
                  <a:pt x="29778" y="111853"/>
                </a:cubicBezTo>
                <a:cubicBezTo>
                  <a:pt x="26075" y="111853"/>
                  <a:pt x="22371" y="111408"/>
                  <a:pt x="18667" y="110816"/>
                </a:cubicBezTo>
                <a:cubicBezTo>
                  <a:pt x="14815" y="110223"/>
                  <a:pt x="10963" y="109186"/>
                  <a:pt x="6963" y="107705"/>
                </a:cubicBezTo>
                <a:close/>
                <a:moveTo>
                  <a:pt x="36000" y="61926"/>
                </a:moveTo>
                <a:cubicBezTo>
                  <a:pt x="42519" y="61926"/>
                  <a:pt x="47704" y="59704"/>
                  <a:pt x="51556" y="55260"/>
                </a:cubicBezTo>
                <a:cubicBezTo>
                  <a:pt x="55408" y="50815"/>
                  <a:pt x="57334" y="44593"/>
                  <a:pt x="57334" y="36741"/>
                </a:cubicBezTo>
                <a:cubicBezTo>
                  <a:pt x="57334" y="29037"/>
                  <a:pt x="55408" y="22815"/>
                  <a:pt x="51556" y="18371"/>
                </a:cubicBezTo>
                <a:cubicBezTo>
                  <a:pt x="47704" y="13926"/>
                  <a:pt x="42519" y="11556"/>
                  <a:pt x="36000" y="11556"/>
                </a:cubicBezTo>
                <a:cubicBezTo>
                  <a:pt x="29482" y="11556"/>
                  <a:pt x="24297" y="13926"/>
                  <a:pt x="20445" y="18371"/>
                </a:cubicBezTo>
                <a:cubicBezTo>
                  <a:pt x="16593" y="22815"/>
                  <a:pt x="14667" y="29037"/>
                  <a:pt x="14667" y="36741"/>
                </a:cubicBezTo>
                <a:cubicBezTo>
                  <a:pt x="14667" y="44593"/>
                  <a:pt x="16593" y="50815"/>
                  <a:pt x="20445" y="55260"/>
                </a:cubicBezTo>
                <a:cubicBezTo>
                  <a:pt x="24297" y="59704"/>
                  <a:pt x="29482" y="61926"/>
                  <a:pt x="36000" y="6192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CB398-C547-4333-89E1-EF3D2CA4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808" y="4532253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59"/>
                  <a:pt x="20297" y="22667"/>
                </a:cubicBezTo>
                <a:cubicBezTo>
                  <a:pt x="16444" y="30074"/>
                  <a:pt x="14667" y="41186"/>
                  <a:pt x="14667" y="56000"/>
                </a:cubicBezTo>
                <a:cubicBezTo>
                  <a:pt x="14667" y="70815"/>
                  <a:pt x="16444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6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1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7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1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FF3B8-E9B8-4B54-AFF9-AD5D86DD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735" y="4529586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7" y="31556"/>
                </a:lnTo>
                <a:lnTo>
                  <a:pt x="70075" y="31556"/>
                </a:lnTo>
                <a:lnTo>
                  <a:pt x="27111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8C445B2-3036-463E-91DB-C09F39E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19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56EFD-2463-424B-9515-70F87D03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563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117D1-8382-4988-AA09-80E6CEC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563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BA070-3647-43FA-ADEF-CF615D43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563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C75AF50-A4AB-4BD7-ABDC-AFD74322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93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AEAD4-4D8B-48CE-B7C2-7E0F0B91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437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EFC29-1696-4C83-B7A1-0C01709F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437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E7260-A4EC-46DC-8FEF-7C4B330A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437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51876-31FC-4DBB-8D1B-D00C4B90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834" y="4534179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3" y="95705"/>
                </a:moveTo>
                <a:lnTo>
                  <a:pt x="25922" y="95705"/>
                </a:lnTo>
                <a:lnTo>
                  <a:pt x="25922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75" y="0"/>
                </a:lnTo>
                <a:lnTo>
                  <a:pt x="40443" y="0"/>
                </a:lnTo>
                <a:lnTo>
                  <a:pt x="40443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3" y="108001"/>
                </a:lnTo>
                <a:lnTo>
                  <a:pt x="2073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EC865-7346-4CA6-B1E4-0E94BDF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057" y="4534179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3" y="95705"/>
                </a:moveTo>
                <a:lnTo>
                  <a:pt x="25922" y="95705"/>
                </a:lnTo>
                <a:lnTo>
                  <a:pt x="25922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75" y="0"/>
                </a:lnTo>
                <a:lnTo>
                  <a:pt x="40443" y="0"/>
                </a:lnTo>
                <a:lnTo>
                  <a:pt x="40443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3" y="108001"/>
                </a:lnTo>
                <a:lnTo>
                  <a:pt x="2073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86A49-1386-4D6E-8FC2-C09C3FB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761" y="4532253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9" y="15259"/>
                  <a:pt x="20293" y="22667"/>
                </a:cubicBezTo>
                <a:cubicBezTo>
                  <a:pt x="16442" y="30074"/>
                  <a:pt x="14663" y="41186"/>
                  <a:pt x="14663" y="56000"/>
                </a:cubicBezTo>
                <a:cubicBezTo>
                  <a:pt x="14663" y="70815"/>
                  <a:pt x="16442" y="81927"/>
                  <a:pt x="20293" y="89334"/>
                </a:cubicBezTo>
                <a:cubicBezTo>
                  <a:pt x="24149" y="96742"/>
                  <a:pt x="29778" y="100445"/>
                  <a:pt x="37334" y="100445"/>
                </a:cubicBezTo>
                <a:cubicBezTo>
                  <a:pt x="44889" y="100445"/>
                  <a:pt x="50518" y="96742"/>
                  <a:pt x="54370" y="89334"/>
                </a:cubicBezTo>
                <a:cubicBezTo>
                  <a:pt x="58073" y="81927"/>
                  <a:pt x="59999" y="70815"/>
                  <a:pt x="59999" y="56000"/>
                </a:cubicBezTo>
                <a:cubicBezTo>
                  <a:pt x="59999" y="41186"/>
                  <a:pt x="58073" y="30074"/>
                  <a:pt x="54370" y="22667"/>
                </a:cubicBezTo>
                <a:cubicBezTo>
                  <a:pt x="50518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6" y="4889"/>
                  <a:pt x="65034" y="14371"/>
                </a:cubicBezTo>
                <a:cubicBezTo>
                  <a:pt x="71405" y="24000"/>
                  <a:pt x="74667" y="37926"/>
                  <a:pt x="74667" y="56000"/>
                </a:cubicBezTo>
                <a:cubicBezTo>
                  <a:pt x="74667" y="74223"/>
                  <a:pt x="71405" y="88149"/>
                  <a:pt x="65034" y="97630"/>
                </a:cubicBezTo>
                <a:cubicBezTo>
                  <a:pt x="58516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1" y="97630"/>
                </a:cubicBezTo>
                <a:cubicBezTo>
                  <a:pt x="3110" y="88149"/>
                  <a:pt x="0" y="74223"/>
                  <a:pt x="0" y="56000"/>
                </a:cubicBezTo>
                <a:cubicBezTo>
                  <a:pt x="0" y="37926"/>
                  <a:pt x="3110" y="24000"/>
                  <a:pt x="9481" y="14371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5460E-4ED4-4DCC-8D42-744D27F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688" y="4529586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2" y="0"/>
                </a:lnTo>
                <a:lnTo>
                  <a:pt x="13332" y="66519"/>
                </a:lnTo>
                <a:lnTo>
                  <a:pt x="53038" y="31556"/>
                </a:lnTo>
                <a:lnTo>
                  <a:pt x="70074" y="31556"/>
                </a:lnTo>
                <a:lnTo>
                  <a:pt x="27111" y="69482"/>
                </a:lnTo>
                <a:lnTo>
                  <a:pt x="71852" y="112594"/>
                </a:lnTo>
                <a:lnTo>
                  <a:pt x="54517" y="112594"/>
                </a:lnTo>
                <a:lnTo>
                  <a:pt x="13332" y="73038"/>
                </a:lnTo>
                <a:lnTo>
                  <a:pt x="13332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D3123E6-79DC-4EC5-8828-503D4ABE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168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5DDBF-2622-462B-A8BC-AD10FA81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12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2F7C5-2699-4A89-9378-FDC566AF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12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BDE79-4338-4234-86D5-72DFA4B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12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E3426E8-215E-4985-A76F-2F82B148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041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4809D-69EC-42B9-B322-EDC55EEC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185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A71E4-03A1-4610-9D94-A23BCBEA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185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0D6FE-52F7-45DE-AC4D-A9EFC2FB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185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E2415-BEA0-4E65-B340-770C5E09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581" y="4534179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3" y="95705"/>
                </a:moveTo>
                <a:lnTo>
                  <a:pt x="25927" y="95705"/>
                </a:lnTo>
                <a:lnTo>
                  <a:pt x="25927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75" y="0"/>
                </a:lnTo>
                <a:lnTo>
                  <a:pt x="40443" y="0"/>
                </a:lnTo>
                <a:lnTo>
                  <a:pt x="40443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3" y="108001"/>
                </a:lnTo>
                <a:lnTo>
                  <a:pt x="2073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B785C-5640-4F47-844C-352100F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765" y="4532253"/>
            <a:ext cx="71115" cy="111853"/>
          </a:xfrm>
          <a:custGeom xmlns:a="http://schemas.openxmlformats.org/drawingml/2006/main">
            <a:pathLst>
              <a:path w="71115" h="111853">
                <a:moveTo>
                  <a:pt x="48892" y="51704"/>
                </a:moveTo>
                <a:cubicBezTo>
                  <a:pt x="55853" y="53186"/>
                  <a:pt x="61335" y="56297"/>
                  <a:pt x="65186" y="61038"/>
                </a:cubicBezTo>
                <a:cubicBezTo>
                  <a:pt x="69038" y="65778"/>
                  <a:pt x="71115" y="71704"/>
                  <a:pt x="71115" y="78519"/>
                </a:cubicBezTo>
                <a:cubicBezTo>
                  <a:pt x="71115" y="89186"/>
                  <a:pt x="67411" y="97482"/>
                  <a:pt x="60151" y="103260"/>
                </a:cubicBezTo>
                <a:cubicBezTo>
                  <a:pt x="52743" y="109038"/>
                  <a:pt x="42373" y="111853"/>
                  <a:pt x="28889" y="111853"/>
                </a:cubicBezTo>
                <a:cubicBezTo>
                  <a:pt x="24296" y="111853"/>
                  <a:pt x="19556" y="111408"/>
                  <a:pt x="14815" y="110519"/>
                </a:cubicBezTo>
                <a:cubicBezTo>
                  <a:pt x="10075" y="109779"/>
                  <a:pt x="5040" y="108445"/>
                  <a:pt x="0" y="106668"/>
                </a:cubicBezTo>
                <a:lnTo>
                  <a:pt x="0" y="92593"/>
                </a:lnTo>
                <a:cubicBezTo>
                  <a:pt x="4003" y="94964"/>
                  <a:pt x="8444" y="96742"/>
                  <a:pt x="13337" y="97927"/>
                </a:cubicBezTo>
                <a:cubicBezTo>
                  <a:pt x="18077" y="99112"/>
                  <a:pt x="23112" y="99705"/>
                  <a:pt x="28447" y="99705"/>
                </a:cubicBezTo>
                <a:cubicBezTo>
                  <a:pt x="37633" y="99705"/>
                  <a:pt x="44594" y="97927"/>
                  <a:pt x="49334" y="94371"/>
                </a:cubicBezTo>
                <a:cubicBezTo>
                  <a:pt x="54075" y="90816"/>
                  <a:pt x="56595" y="85482"/>
                  <a:pt x="56595" y="78519"/>
                </a:cubicBezTo>
                <a:cubicBezTo>
                  <a:pt x="56595" y="72297"/>
                  <a:pt x="54374" y="67260"/>
                  <a:pt x="49929" y="63704"/>
                </a:cubicBezTo>
                <a:cubicBezTo>
                  <a:pt x="45483" y="60149"/>
                  <a:pt x="39264" y="58223"/>
                  <a:pt x="31262" y="58223"/>
                </a:cubicBezTo>
                <a:lnTo>
                  <a:pt x="18667" y="58223"/>
                </a:lnTo>
                <a:lnTo>
                  <a:pt x="18667" y="46223"/>
                </a:lnTo>
                <a:lnTo>
                  <a:pt x="31856" y="46223"/>
                </a:lnTo>
                <a:cubicBezTo>
                  <a:pt x="38964" y="46223"/>
                  <a:pt x="44446" y="44889"/>
                  <a:pt x="48298" y="41926"/>
                </a:cubicBezTo>
                <a:cubicBezTo>
                  <a:pt x="52149" y="39111"/>
                  <a:pt x="54075" y="34963"/>
                  <a:pt x="54075" y="29482"/>
                </a:cubicBezTo>
                <a:cubicBezTo>
                  <a:pt x="54075" y="24000"/>
                  <a:pt x="52002" y="19704"/>
                  <a:pt x="48150" y="16741"/>
                </a:cubicBezTo>
                <a:cubicBezTo>
                  <a:pt x="44152" y="13778"/>
                  <a:pt x="38522" y="12296"/>
                  <a:pt x="31262" y="12296"/>
                </a:cubicBezTo>
                <a:cubicBezTo>
                  <a:pt x="27263" y="12296"/>
                  <a:pt x="22965" y="12741"/>
                  <a:pt x="18372" y="13630"/>
                </a:cubicBezTo>
                <a:cubicBezTo>
                  <a:pt x="13779" y="14519"/>
                  <a:pt x="8744" y="15852"/>
                  <a:pt x="3262" y="17630"/>
                </a:cubicBezTo>
                <a:lnTo>
                  <a:pt x="3262" y="4593"/>
                </a:lnTo>
                <a:cubicBezTo>
                  <a:pt x="8744" y="3111"/>
                  <a:pt x="13926" y="1926"/>
                  <a:pt x="18819" y="1185"/>
                </a:cubicBezTo>
                <a:cubicBezTo>
                  <a:pt x="23559" y="444"/>
                  <a:pt x="28152" y="0"/>
                  <a:pt x="32593" y="0"/>
                </a:cubicBezTo>
                <a:cubicBezTo>
                  <a:pt x="43557" y="0"/>
                  <a:pt x="52296" y="2519"/>
                  <a:pt x="58815" y="7556"/>
                </a:cubicBezTo>
                <a:cubicBezTo>
                  <a:pt x="65334" y="12593"/>
                  <a:pt x="68595" y="19408"/>
                  <a:pt x="68595" y="28000"/>
                </a:cubicBezTo>
                <a:cubicBezTo>
                  <a:pt x="68595" y="33926"/>
                  <a:pt x="66817" y="38963"/>
                  <a:pt x="63408" y="43112"/>
                </a:cubicBezTo>
                <a:cubicBezTo>
                  <a:pt x="60004" y="47260"/>
                  <a:pt x="55116" y="50223"/>
                  <a:pt x="48892" y="51704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2B0F4-13C3-4089-8FCE-894FA6C2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509" y="4532253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9" y="15259"/>
                  <a:pt x="20298" y="22667"/>
                </a:cubicBezTo>
                <a:cubicBezTo>
                  <a:pt x="16442" y="30074"/>
                  <a:pt x="14668" y="41186"/>
                  <a:pt x="14668" y="56000"/>
                </a:cubicBezTo>
                <a:cubicBezTo>
                  <a:pt x="14668" y="70815"/>
                  <a:pt x="16442" y="81927"/>
                  <a:pt x="20298" y="89334"/>
                </a:cubicBezTo>
                <a:cubicBezTo>
                  <a:pt x="24149" y="96742"/>
                  <a:pt x="29778" y="100445"/>
                  <a:pt x="37334" y="100445"/>
                </a:cubicBezTo>
                <a:cubicBezTo>
                  <a:pt x="44889" y="100445"/>
                  <a:pt x="50518" y="96742"/>
                  <a:pt x="54370" y="89334"/>
                </a:cubicBezTo>
                <a:cubicBezTo>
                  <a:pt x="58073" y="81927"/>
                  <a:pt x="59999" y="70815"/>
                  <a:pt x="59999" y="56000"/>
                </a:cubicBezTo>
                <a:cubicBezTo>
                  <a:pt x="59999" y="41186"/>
                  <a:pt x="58073" y="30074"/>
                  <a:pt x="54370" y="22667"/>
                </a:cubicBezTo>
                <a:cubicBezTo>
                  <a:pt x="50518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20" y="4889"/>
                  <a:pt x="65039" y="14371"/>
                </a:cubicBezTo>
                <a:cubicBezTo>
                  <a:pt x="71405" y="24000"/>
                  <a:pt x="74667" y="37926"/>
                  <a:pt x="74667" y="56000"/>
                </a:cubicBezTo>
                <a:cubicBezTo>
                  <a:pt x="74667" y="74223"/>
                  <a:pt x="71405" y="88149"/>
                  <a:pt x="65039" y="97630"/>
                </a:cubicBezTo>
                <a:cubicBezTo>
                  <a:pt x="58520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1" y="97630"/>
                </a:cubicBezTo>
                <a:cubicBezTo>
                  <a:pt x="3110" y="88149"/>
                  <a:pt x="0" y="74223"/>
                  <a:pt x="0" y="56000"/>
                </a:cubicBezTo>
                <a:cubicBezTo>
                  <a:pt x="0" y="37926"/>
                  <a:pt x="3110" y="24000"/>
                  <a:pt x="9481" y="14371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1AC14-D839-478A-941D-37EB784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436" y="4529586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2" y="0"/>
                </a:lnTo>
                <a:lnTo>
                  <a:pt x="13332" y="66519"/>
                </a:lnTo>
                <a:lnTo>
                  <a:pt x="53038" y="31556"/>
                </a:lnTo>
                <a:lnTo>
                  <a:pt x="70074" y="31556"/>
                </a:lnTo>
                <a:lnTo>
                  <a:pt x="27111" y="69482"/>
                </a:lnTo>
                <a:lnTo>
                  <a:pt x="71852" y="112594"/>
                </a:lnTo>
                <a:lnTo>
                  <a:pt x="54517" y="112594"/>
                </a:lnTo>
                <a:lnTo>
                  <a:pt x="13332" y="73038"/>
                </a:lnTo>
                <a:lnTo>
                  <a:pt x="13332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E36FB5F-DD72-436E-9F0C-49CC9D3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916" y="2540188"/>
            <a:ext cx="10288" cy="1925646"/>
          </a:xfrm>
          <a:custGeom xmlns:a="http://schemas.openxmlformats.org/drawingml/2006/main">
            <a:pathLst>
              <a:path w="10288" h="1925646">
                <a:moveTo>
                  <a:pt x="0" y="1925646"/>
                </a:moveTo>
                <a:lnTo>
                  <a:pt x="0" y="0"/>
                </a:lnTo>
                <a:lnTo>
                  <a:pt x="10288" y="0"/>
                </a:lnTo>
                <a:lnTo>
                  <a:pt x="10288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D50F3-EABB-4321-8D13-474543E1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060" y="4465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30157-0683-4412-91EE-6515F77F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060" y="4465835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B6818-E26E-43DB-9C72-25418A5E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060" y="4465835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8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67D7465-7FDB-4B7B-80B5-167AEEB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6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36AC6E0-4D8A-4D77-AD16-25151273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60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D164455-7C12-4C3B-AFAE-7910C97F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434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BEE67EA-9304-40D9-AC42-59D2E4E9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309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42BFF40-99B0-4115-A6D3-7B802A20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183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91DDE0D-3361-4E27-AB8D-DC9749CD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057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3E2A19F-F413-45EE-A3DE-B903ABA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931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4277F90-DE6B-44A9-8AC4-9DB4082D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806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685A71F-9C55-403E-A638-C2D0D90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9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F36735A-A92E-41C6-B3A8-C493F60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554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E3DA64B-5C2E-4E5D-9734-A6F938AF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428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9EC4325-DD75-46F3-89D3-9185AAE9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302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2E3B8C9-B8A1-4625-8576-439C1613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176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2AAB0EE-6741-4DD7-8321-4B2D0EAB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051" y="2540188"/>
            <a:ext cx="5144" cy="1925646"/>
          </a:xfrm>
          <a:custGeom xmlns:a="http://schemas.openxmlformats.org/drawingml/2006/main">
            <a:pathLst>
              <a:path w="5144" h="1925646">
                <a:moveTo>
                  <a:pt x="0" y="1925646"/>
                </a:moveTo>
                <a:lnTo>
                  <a:pt x="0" y="0"/>
                </a:lnTo>
                <a:lnTo>
                  <a:pt x="5144" y="0"/>
                </a:lnTo>
                <a:lnTo>
                  <a:pt x="5144" y="1925646"/>
                </a:lnTo>
                <a:lnTo>
                  <a:pt x="0" y="192564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437EA28-BF55-4A23-A354-498A7D9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4373161"/>
            <a:ext cx="5238012" cy="10288"/>
          </a:xfrm>
          <a:custGeom xmlns:a="http://schemas.openxmlformats.org/drawingml/2006/main">
            <a:pathLst>
              <a:path w="5238012" h="10288">
                <a:moveTo>
                  <a:pt x="0" y="0"/>
                </a:moveTo>
                <a:lnTo>
                  <a:pt x="5238012" y="0"/>
                </a:lnTo>
                <a:lnTo>
                  <a:pt x="5238012" y="10288"/>
                </a:lnTo>
                <a:lnTo>
                  <a:pt x="0" y="1028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B7929-E714-46CF-9016-1AA1822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437830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75F5F-060D-4CE3-BB0C-97EC49C1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4378305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84FE1-762F-460F-8086-E6262B7B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4378305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5DDC9-DE8D-4B40-AD12-37FF09D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04" y="4386522"/>
            <a:ext cx="38963" cy="11852"/>
          </a:xfrm>
          <a:custGeom xmlns:a="http://schemas.openxmlformats.org/drawingml/2006/main">
            <a:pathLst>
              <a:path w="38963" h="11852">
                <a:moveTo>
                  <a:pt x="0" y="11852"/>
                </a:moveTo>
                <a:lnTo>
                  <a:pt x="38963" y="11852"/>
                </a:lnTo>
                <a:lnTo>
                  <a:pt x="38963" y="0"/>
                </a:lnTo>
                <a:lnTo>
                  <a:pt x="0" y="0"/>
                </a:lnTo>
                <a:lnTo>
                  <a:pt x="0" y="11852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1A4C5-8D88-4B76-8AB5-EE59705A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04" y="4323114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59"/>
                  <a:pt x="20296" y="22667"/>
                </a:cubicBezTo>
                <a:cubicBezTo>
                  <a:pt x="16445" y="30074"/>
                  <a:pt x="14667" y="41185"/>
                  <a:pt x="14667" y="56000"/>
                </a:cubicBezTo>
                <a:cubicBezTo>
                  <a:pt x="14667" y="70815"/>
                  <a:pt x="16445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5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5" y="111853"/>
                </a:cubicBezTo>
                <a:cubicBezTo>
                  <a:pt x="25037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D761F-AA90-4A22-BB5E-813E10DE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01" y="4414671"/>
            <a:ext cx="15259" cy="18371"/>
          </a:xfrm>
          <a:custGeom xmlns:a="http://schemas.openxmlformats.org/drawingml/2006/main">
            <a:pathLst>
              <a:path w="15259" h="18371">
                <a:moveTo>
                  <a:pt x="0" y="18371"/>
                </a:moveTo>
                <a:lnTo>
                  <a:pt x="15259" y="18371"/>
                </a:lnTo>
                <a:lnTo>
                  <a:pt x="15259" y="0"/>
                </a:lnTo>
                <a:lnTo>
                  <a:pt x="0" y="0"/>
                </a:lnTo>
                <a:lnTo>
                  <a:pt x="0" y="1837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44ECB-D220-4057-B873-222410D3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39" y="4323114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59"/>
                  <a:pt x="20297" y="22667"/>
                </a:cubicBezTo>
                <a:cubicBezTo>
                  <a:pt x="16444" y="30074"/>
                  <a:pt x="14667" y="41185"/>
                  <a:pt x="14667" y="56000"/>
                </a:cubicBezTo>
                <a:cubicBezTo>
                  <a:pt x="14667" y="70815"/>
                  <a:pt x="16444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5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7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10EA3-B80B-4B3F-B873-8FA6447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99" y="4323114"/>
            <a:ext cx="68593" cy="109927"/>
          </a:xfrm>
          <a:custGeom xmlns:a="http://schemas.openxmlformats.org/drawingml/2006/main">
            <a:pathLst>
              <a:path w="68593" h="109927">
                <a:moveTo>
                  <a:pt x="17630" y="97630"/>
                </a:moveTo>
                <a:lnTo>
                  <a:pt x="68593" y="97630"/>
                </a:lnTo>
                <a:lnTo>
                  <a:pt x="68593" y="109927"/>
                </a:lnTo>
                <a:lnTo>
                  <a:pt x="0" y="109927"/>
                </a:lnTo>
                <a:lnTo>
                  <a:pt x="0" y="97630"/>
                </a:lnTo>
                <a:cubicBezTo>
                  <a:pt x="5482" y="92001"/>
                  <a:pt x="13037" y="84297"/>
                  <a:pt x="22667" y="74519"/>
                </a:cubicBezTo>
                <a:cubicBezTo>
                  <a:pt x="32149" y="64889"/>
                  <a:pt x="38223" y="58667"/>
                  <a:pt x="40741" y="55852"/>
                </a:cubicBezTo>
                <a:cubicBezTo>
                  <a:pt x="45482" y="50667"/>
                  <a:pt x="48741" y="46222"/>
                  <a:pt x="50519" y="42519"/>
                </a:cubicBezTo>
                <a:cubicBezTo>
                  <a:pt x="52297" y="38963"/>
                  <a:pt x="53334" y="35260"/>
                  <a:pt x="53334" y="31704"/>
                </a:cubicBezTo>
                <a:cubicBezTo>
                  <a:pt x="53334" y="26074"/>
                  <a:pt x="51260" y="21334"/>
                  <a:pt x="47260" y="17778"/>
                </a:cubicBezTo>
                <a:cubicBezTo>
                  <a:pt x="43260" y="14222"/>
                  <a:pt x="38074" y="12296"/>
                  <a:pt x="31556" y="12296"/>
                </a:cubicBezTo>
                <a:cubicBezTo>
                  <a:pt x="26963" y="12296"/>
                  <a:pt x="22074" y="13185"/>
                  <a:pt x="17037" y="14667"/>
                </a:cubicBezTo>
                <a:cubicBezTo>
                  <a:pt x="12000" y="16297"/>
                  <a:pt x="6519" y="18667"/>
                  <a:pt x="741" y="21926"/>
                </a:cubicBezTo>
                <a:lnTo>
                  <a:pt x="741" y="7111"/>
                </a:lnTo>
                <a:cubicBezTo>
                  <a:pt x="6667" y="4741"/>
                  <a:pt x="12148" y="2963"/>
                  <a:pt x="17185" y="1778"/>
                </a:cubicBezTo>
                <a:cubicBezTo>
                  <a:pt x="22222" y="592"/>
                  <a:pt x="26963" y="0"/>
                  <a:pt x="31259" y="0"/>
                </a:cubicBezTo>
                <a:cubicBezTo>
                  <a:pt x="42371" y="0"/>
                  <a:pt x="51260" y="2815"/>
                  <a:pt x="57926" y="8444"/>
                </a:cubicBezTo>
                <a:cubicBezTo>
                  <a:pt x="64593" y="14074"/>
                  <a:pt x="68001" y="21482"/>
                  <a:pt x="68001" y="30815"/>
                </a:cubicBezTo>
                <a:cubicBezTo>
                  <a:pt x="68001" y="35260"/>
                  <a:pt x="67112" y="39556"/>
                  <a:pt x="65482" y="43408"/>
                </a:cubicBezTo>
                <a:cubicBezTo>
                  <a:pt x="63853" y="47408"/>
                  <a:pt x="60890" y="52149"/>
                  <a:pt x="56445" y="57482"/>
                </a:cubicBezTo>
                <a:cubicBezTo>
                  <a:pt x="55260" y="58963"/>
                  <a:pt x="51408" y="62964"/>
                  <a:pt x="44889" y="69630"/>
                </a:cubicBezTo>
                <a:cubicBezTo>
                  <a:pt x="38371" y="76297"/>
                  <a:pt x="29334" y="85630"/>
                  <a:pt x="17630" y="9763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2FEC0CD-DAD3-489C-83B7-8B44EDF4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4023044"/>
            <a:ext cx="5238012" cy="10288"/>
          </a:xfrm>
          <a:custGeom xmlns:a="http://schemas.openxmlformats.org/drawingml/2006/main">
            <a:pathLst>
              <a:path w="5238012" h="10288">
                <a:moveTo>
                  <a:pt x="0" y="0"/>
                </a:moveTo>
                <a:lnTo>
                  <a:pt x="5238012" y="0"/>
                </a:lnTo>
                <a:lnTo>
                  <a:pt x="5238012" y="10288"/>
                </a:lnTo>
                <a:lnTo>
                  <a:pt x="0" y="1028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52C80-7758-4A4F-8FD2-E33AD708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4028188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556EA-31A6-4259-B5E9-1600672A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4028188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805BB-0879-4DD3-9390-539D2969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4028188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134AC-9285-40EB-A216-1AFE60C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92" y="3972997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5" y="30075"/>
                  <a:pt x="14667" y="41186"/>
                  <a:pt x="14667" y="56001"/>
                </a:cubicBezTo>
                <a:cubicBezTo>
                  <a:pt x="14667" y="70815"/>
                  <a:pt x="16445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1" y="70815"/>
                  <a:pt x="60001" y="56001"/>
                </a:cubicBezTo>
                <a:cubicBezTo>
                  <a:pt x="60001" y="41186"/>
                  <a:pt x="58075" y="30075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1"/>
                  <a:pt x="74667" y="37926"/>
                  <a:pt x="74667" y="56001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5" y="111853"/>
                </a:cubicBezTo>
                <a:cubicBezTo>
                  <a:pt x="25037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2D2A0-284B-4AA4-B6A2-8C664E90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89" y="4064553"/>
            <a:ext cx="15259" cy="18371"/>
          </a:xfrm>
          <a:custGeom xmlns:a="http://schemas.openxmlformats.org/drawingml/2006/main">
            <a:pathLst>
              <a:path w="15259" h="18371">
                <a:moveTo>
                  <a:pt x="0" y="18371"/>
                </a:moveTo>
                <a:lnTo>
                  <a:pt x="15259" y="18371"/>
                </a:lnTo>
                <a:lnTo>
                  <a:pt x="15259" y="0"/>
                </a:lnTo>
                <a:lnTo>
                  <a:pt x="0" y="0"/>
                </a:lnTo>
                <a:lnTo>
                  <a:pt x="0" y="1837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1B1BC-E0C2-4026-81E0-991B8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7" y="3972997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4" y="30075"/>
                  <a:pt x="14667" y="41186"/>
                  <a:pt x="14667" y="56001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5"/>
                  <a:pt x="60000" y="56001"/>
                </a:cubicBezTo>
                <a:cubicBezTo>
                  <a:pt x="60000" y="41186"/>
                  <a:pt x="58074" y="30075"/>
                  <a:pt x="54370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1"/>
                  <a:pt x="74667" y="37926"/>
                  <a:pt x="74667" y="56001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04028-CA0B-40A8-BEA5-76A0F89B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50" y="3972997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4" y="30075"/>
                  <a:pt x="14667" y="41186"/>
                  <a:pt x="14667" y="56001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5"/>
                  <a:pt x="60000" y="56001"/>
                </a:cubicBezTo>
                <a:cubicBezTo>
                  <a:pt x="60000" y="41186"/>
                  <a:pt x="58074" y="30075"/>
                  <a:pt x="54370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1"/>
                  <a:pt x="74667" y="37926"/>
                  <a:pt x="74667" y="56001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8E7036E-5E9F-440E-AD38-2CD4AB0D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3672926"/>
            <a:ext cx="5238012" cy="10288"/>
          </a:xfrm>
          <a:custGeom xmlns:a="http://schemas.openxmlformats.org/drawingml/2006/main">
            <a:pathLst>
              <a:path w="5238012" h="10288">
                <a:moveTo>
                  <a:pt x="0" y="0"/>
                </a:moveTo>
                <a:lnTo>
                  <a:pt x="5238012" y="0"/>
                </a:lnTo>
                <a:lnTo>
                  <a:pt x="5238012" y="10288"/>
                </a:lnTo>
                <a:lnTo>
                  <a:pt x="0" y="1028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AF98D-6408-4582-B4F8-6394CFBF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367807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FDEC1-E182-44D4-9DA8-D00C719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3678070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B68B3-B356-4C36-A951-71046417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3678070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EF6A9-C9A1-44D2-B803-09633E9E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92" y="3622880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59"/>
                  <a:pt x="20296" y="22667"/>
                </a:cubicBezTo>
                <a:cubicBezTo>
                  <a:pt x="16445" y="30074"/>
                  <a:pt x="14667" y="41185"/>
                  <a:pt x="14667" y="56000"/>
                </a:cubicBezTo>
                <a:cubicBezTo>
                  <a:pt x="14667" y="70815"/>
                  <a:pt x="16445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1" y="70815"/>
                  <a:pt x="60001" y="56000"/>
                </a:cubicBezTo>
                <a:cubicBezTo>
                  <a:pt x="60001" y="41185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5" y="111853"/>
                </a:cubicBezTo>
                <a:cubicBezTo>
                  <a:pt x="25037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14935-430F-4E7D-976D-02C827F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89" y="3714436"/>
            <a:ext cx="15259" cy="18371"/>
          </a:xfrm>
          <a:custGeom xmlns:a="http://schemas.openxmlformats.org/drawingml/2006/main">
            <a:pathLst>
              <a:path w="15259" h="18371">
                <a:moveTo>
                  <a:pt x="0" y="18371"/>
                </a:moveTo>
                <a:lnTo>
                  <a:pt x="15259" y="18371"/>
                </a:lnTo>
                <a:lnTo>
                  <a:pt x="15259" y="0"/>
                </a:lnTo>
                <a:lnTo>
                  <a:pt x="0" y="0"/>
                </a:lnTo>
                <a:lnTo>
                  <a:pt x="0" y="1837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323BE-598E-4BBE-A7F1-7DA72C34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7" y="3622880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59"/>
                  <a:pt x="20296" y="22667"/>
                </a:cubicBezTo>
                <a:cubicBezTo>
                  <a:pt x="16444" y="30074"/>
                  <a:pt x="14667" y="41185"/>
                  <a:pt x="14667" y="56000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5"/>
                  <a:pt x="60000" y="56000"/>
                </a:cubicBezTo>
                <a:cubicBezTo>
                  <a:pt x="60000" y="41185"/>
                  <a:pt x="58074" y="30074"/>
                  <a:pt x="54370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C2BE2-04A5-49CB-91A0-EA0D8B77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87" y="3622880"/>
            <a:ext cx="68593" cy="109927"/>
          </a:xfrm>
          <a:custGeom xmlns:a="http://schemas.openxmlformats.org/drawingml/2006/main">
            <a:pathLst>
              <a:path w="68593" h="109927">
                <a:moveTo>
                  <a:pt x="17630" y="97630"/>
                </a:moveTo>
                <a:lnTo>
                  <a:pt x="68593" y="97630"/>
                </a:lnTo>
                <a:lnTo>
                  <a:pt x="68593" y="109927"/>
                </a:lnTo>
                <a:lnTo>
                  <a:pt x="0" y="109927"/>
                </a:lnTo>
                <a:lnTo>
                  <a:pt x="0" y="97630"/>
                </a:lnTo>
                <a:cubicBezTo>
                  <a:pt x="5481" y="92001"/>
                  <a:pt x="13037" y="84297"/>
                  <a:pt x="22667" y="74519"/>
                </a:cubicBezTo>
                <a:cubicBezTo>
                  <a:pt x="32148" y="64889"/>
                  <a:pt x="38222" y="58667"/>
                  <a:pt x="40741" y="55852"/>
                </a:cubicBezTo>
                <a:cubicBezTo>
                  <a:pt x="45482" y="50667"/>
                  <a:pt x="48741" y="46222"/>
                  <a:pt x="50519" y="42519"/>
                </a:cubicBezTo>
                <a:cubicBezTo>
                  <a:pt x="52296" y="38963"/>
                  <a:pt x="53333" y="35260"/>
                  <a:pt x="53333" y="31704"/>
                </a:cubicBezTo>
                <a:cubicBezTo>
                  <a:pt x="53333" y="26074"/>
                  <a:pt x="51259" y="21333"/>
                  <a:pt x="47259" y="17778"/>
                </a:cubicBezTo>
                <a:cubicBezTo>
                  <a:pt x="43259" y="14222"/>
                  <a:pt x="38074" y="12296"/>
                  <a:pt x="31556" y="12296"/>
                </a:cubicBezTo>
                <a:cubicBezTo>
                  <a:pt x="26963" y="12296"/>
                  <a:pt x="22074" y="13185"/>
                  <a:pt x="17037" y="14667"/>
                </a:cubicBezTo>
                <a:cubicBezTo>
                  <a:pt x="12000" y="16296"/>
                  <a:pt x="6519" y="18667"/>
                  <a:pt x="741" y="21926"/>
                </a:cubicBezTo>
                <a:lnTo>
                  <a:pt x="741" y="7111"/>
                </a:lnTo>
                <a:cubicBezTo>
                  <a:pt x="6667" y="4741"/>
                  <a:pt x="12148" y="2963"/>
                  <a:pt x="17185" y="1778"/>
                </a:cubicBezTo>
                <a:cubicBezTo>
                  <a:pt x="22222" y="592"/>
                  <a:pt x="26963" y="0"/>
                  <a:pt x="31259" y="0"/>
                </a:cubicBezTo>
                <a:cubicBezTo>
                  <a:pt x="42371" y="0"/>
                  <a:pt x="51259" y="2815"/>
                  <a:pt x="57926" y="8444"/>
                </a:cubicBezTo>
                <a:cubicBezTo>
                  <a:pt x="64593" y="14074"/>
                  <a:pt x="68001" y="21482"/>
                  <a:pt x="68001" y="30815"/>
                </a:cubicBezTo>
                <a:cubicBezTo>
                  <a:pt x="68001" y="35260"/>
                  <a:pt x="67111" y="39556"/>
                  <a:pt x="65482" y="43408"/>
                </a:cubicBezTo>
                <a:cubicBezTo>
                  <a:pt x="63852" y="47408"/>
                  <a:pt x="60889" y="52149"/>
                  <a:pt x="56445" y="57482"/>
                </a:cubicBezTo>
                <a:cubicBezTo>
                  <a:pt x="55260" y="58963"/>
                  <a:pt x="51408" y="62964"/>
                  <a:pt x="44889" y="69630"/>
                </a:cubicBezTo>
                <a:cubicBezTo>
                  <a:pt x="38371" y="76297"/>
                  <a:pt x="29333" y="85630"/>
                  <a:pt x="17630" y="9763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80103BF-261B-417D-80DA-4A2DC29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3322809"/>
            <a:ext cx="5238012" cy="10288"/>
          </a:xfrm>
          <a:custGeom xmlns:a="http://schemas.openxmlformats.org/drawingml/2006/main">
            <a:pathLst>
              <a:path w="5238012" h="10288">
                <a:moveTo>
                  <a:pt x="0" y="0"/>
                </a:moveTo>
                <a:lnTo>
                  <a:pt x="5238012" y="0"/>
                </a:lnTo>
                <a:lnTo>
                  <a:pt x="5238012" y="10288"/>
                </a:lnTo>
                <a:lnTo>
                  <a:pt x="0" y="1028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5AF16-7DA6-40AF-9C66-5C5E7488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332795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E1E2E-7E59-4162-B79E-A93E6314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3327953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184FE-0C23-4DB5-9F6B-BB74789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3327953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26B9A-D792-45AF-8F1F-3F46DD7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92" y="3272762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5" y="30074"/>
                  <a:pt x="14667" y="41186"/>
                  <a:pt x="14667" y="56000"/>
                </a:cubicBezTo>
                <a:cubicBezTo>
                  <a:pt x="14667" y="70815"/>
                  <a:pt x="16445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1" y="70815"/>
                  <a:pt x="60001" y="56000"/>
                </a:cubicBezTo>
                <a:cubicBezTo>
                  <a:pt x="60001" y="41186"/>
                  <a:pt x="58075" y="30074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5" y="111853"/>
                </a:cubicBezTo>
                <a:cubicBezTo>
                  <a:pt x="25037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F8492-29EA-4B88-9731-0F811567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89" y="3364318"/>
            <a:ext cx="15259" cy="18371"/>
          </a:xfrm>
          <a:custGeom xmlns:a="http://schemas.openxmlformats.org/drawingml/2006/main">
            <a:pathLst>
              <a:path w="15259" h="18371">
                <a:moveTo>
                  <a:pt x="0" y="18371"/>
                </a:moveTo>
                <a:lnTo>
                  <a:pt x="15259" y="18371"/>
                </a:lnTo>
                <a:lnTo>
                  <a:pt x="15259" y="0"/>
                </a:lnTo>
                <a:lnTo>
                  <a:pt x="0" y="0"/>
                </a:lnTo>
                <a:lnTo>
                  <a:pt x="0" y="1837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6BB2E-F260-41AD-B09A-F6F972F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7" y="3272762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4" y="30074"/>
                  <a:pt x="14667" y="41186"/>
                  <a:pt x="14667" y="56000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5"/>
                  <a:pt x="60000" y="56000"/>
                </a:cubicBezTo>
                <a:cubicBezTo>
                  <a:pt x="60000" y="41186"/>
                  <a:pt x="58074" y="30074"/>
                  <a:pt x="54370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1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52D01-1C9F-408A-BF24-D2270BE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31" y="3274688"/>
            <a:ext cx="78667" cy="108001"/>
          </a:xfrm>
          <a:custGeom xmlns:a="http://schemas.openxmlformats.org/drawingml/2006/main">
            <a:pathLst>
              <a:path w="78667" h="108001">
                <a:moveTo>
                  <a:pt x="48741" y="12741"/>
                </a:moveTo>
                <a:lnTo>
                  <a:pt x="11852" y="70371"/>
                </a:lnTo>
                <a:lnTo>
                  <a:pt x="48741" y="70371"/>
                </a:lnTo>
                <a:lnTo>
                  <a:pt x="48741" y="12741"/>
                </a:lnTo>
                <a:close/>
                <a:moveTo>
                  <a:pt x="44889" y="0"/>
                </a:moveTo>
                <a:lnTo>
                  <a:pt x="63260" y="0"/>
                </a:lnTo>
                <a:lnTo>
                  <a:pt x="63260" y="70371"/>
                </a:lnTo>
                <a:lnTo>
                  <a:pt x="78667" y="70371"/>
                </a:lnTo>
                <a:lnTo>
                  <a:pt x="78667" y="82519"/>
                </a:lnTo>
                <a:lnTo>
                  <a:pt x="63260" y="82519"/>
                </a:lnTo>
                <a:lnTo>
                  <a:pt x="63260" y="108001"/>
                </a:lnTo>
                <a:lnTo>
                  <a:pt x="48741" y="108001"/>
                </a:lnTo>
                <a:lnTo>
                  <a:pt x="48741" y="82519"/>
                </a:lnTo>
                <a:lnTo>
                  <a:pt x="0" y="82519"/>
                </a:lnTo>
                <a:lnTo>
                  <a:pt x="0" y="68445"/>
                </a:lnTo>
                <a:lnTo>
                  <a:pt x="44889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ED7C3B1-6C50-43E3-94BE-93D31B27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972691"/>
            <a:ext cx="5238012" cy="10288"/>
          </a:xfrm>
          <a:custGeom xmlns:a="http://schemas.openxmlformats.org/drawingml/2006/main">
            <a:pathLst>
              <a:path w="5238012" h="10288">
                <a:moveTo>
                  <a:pt x="0" y="0"/>
                </a:moveTo>
                <a:lnTo>
                  <a:pt x="5238012" y="0"/>
                </a:lnTo>
                <a:lnTo>
                  <a:pt x="5238012" y="10288"/>
                </a:lnTo>
                <a:lnTo>
                  <a:pt x="0" y="1028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57418-7571-48EE-AB8B-DFF7D0C4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97783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F8E77-BA0F-4BF0-B34F-AA15B55A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2977835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74D15-4DBD-415B-9DD7-F62B5EBC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2977835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699FB-C0B5-450E-8DF4-E1BDEBB3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92" y="2922645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5"/>
                </a:moveTo>
                <a:cubicBezTo>
                  <a:pt x="29778" y="11555"/>
                  <a:pt x="24148" y="15259"/>
                  <a:pt x="20296" y="22667"/>
                </a:cubicBezTo>
                <a:cubicBezTo>
                  <a:pt x="16445" y="30074"/>
                  <a:pt x="14667" y="41185"/>
                  <a:pt x="14667" y="56000"/>
                </a:cubicBezTo>
                <a:cubicBezTo>
                  <a:pt x="14667" y="70815"/>
                  <a:pt x="16445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1" y="70815"/>
                  <a:pt x="60001" y="56000"/>
                </a:cubicBezTo>
                <a:cubicBezTo>
                  <a:pt x="60001" y="41185"/>
                  <a:pt x="58075" y="30074"/>
                  <a:pt x="54371" y="22667"/>
                </a:cubicBezTo>
                <a:cubicBezTo>
                  <a:pt x="50519" y="15259"/>
                  <a:pt x="44889" y="11555"/>
                  <a:pt x="37334" y="11555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8"/>
                  <a:pt x="65038" y="97630"/>
                </a:cubicBezTo>
                <a:cubicBezTo>
                  <a:pt x="58519" y="107112"/>
                  <a:pt x="49334" y="111853"/>
                  <a:pt x="37185" y="111853"/>
                </a:cubicBezTo>
                <a:cubicBezTo>
                  <a:pt x="25037" y="111853"/>
                  <a:pt x="15852" y="107112"/>
                  <a:pt x="9482" y="97630"/>
                </a:cubicBezTo>
                <a:cubicBezTo>
                  <a:pt x="3111" y="88148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2555E-096F-4BB2-8675-3B6D095F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89" y="3014201"/>
            <a:ext cx="15259" cy="18371"/>
          </a:xfrm>
          <a:custGeom xmlns:a="http://schemas.openxmlformats.org/drawingml/2006/main">
            <a:pathLst>
              <a:path w="15259" h="18371">
                <a:moveTo>
                  <a:pt x="0" y="18371"/>
                </a:moveTo>
                <a:lnTo>
                  <a:pt x="15259" y="18371"/>
                </a:lnTo>
                <a:lnTo>
                  <a:pt x="15259" y="0"/>
                </a:lnTo>
                <a:lnTo>
                  <a:pt x="0" y="0"/>
                </a:lnTo>
                <a:lnTo>
                  <a:pt x="0" y="1837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92776-2B2D-4A4A-9612-A3D763E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7" y="2922645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5"/>
                </a:moveTo>
                <a:cubicBezTo>
                  <a:pt x="29778" y="11555"/>
                  <a:pt x="24148" y="15259"/>
                  <a:pt x="20296" y="22667"/>
                </a:cubicBezTo>
                <a:cubicBezTo>
                  <a:pt x="16444" y="30074"/>
                  <a:pt x="14667" y="41185"/>
                  <a:pt x="14667" y="56000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5"/>
                  <a:pt x="60000" y="56000"/>
                </a:cubicBezTo>
                <a:cubicBezTo>
                  <a:pt x="60000" y="41185"/>
                  <a:pt x="58074" y="30074"/>
                  <a:pt x="54370" y="22667"/>
                </a:cubicBezTo>
                <a:cubicBezTo>
                  <a:pt x="50519" y="15259"/>
                  <a:pt x="44889" y="11555"/>
                  <a:pt x="37334" y="11555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8"/>
                  <a:pt x="65038" y="97630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0"/>
                </a:cubicBezTo>
                <a:cubicBezTo>
                  <a:pt x="3111" y="88148"/>
                  <a:pt x="0" y="74223"/>
                  <a:pt x="0" y="56000"/>
                </a:cubicBezTo>
                <a:cubicBezTo>
                  <a:pt x="0" y="37926"/>
                  <a:pt x="3111" y="24000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E0846-7C09-44BF-9A22-1BBC0300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42" y="2922645"/>
            <a:ext cx="74519" cy="111853"/>
          </a:xfrm>
          <a:custGeom xmlns:a="http://schemas.openxmlformats.org/drawingml/2006/main">
            <a:pathLst>
              <a:path w="74519" h="111853">
                <a:moveTo>
                  <a:pt x="38519" y="50074"/>
                </a:moveTo>
                <a:cubicBezTo>
                  <a:pt x="32000" y="50074"/>
                  <a:pt x="26815" y="52445"/>
                  <a:pt x="22963" y="56889"/>
                </a:cubicBezTo>
                <a:cubicBezTo>
                  <a:pt x="19111" y="61334"/>
                  <a:pt x="17185" y="67556"/>
                  <a:pt x="17185" y="75260"/>
                </a:cubicBezTo>
                <a:cubicBezTo>
                  <a:pt x="17185" y="83111"/>
                  <a:pt x="19111" y="89334"/>
                  <a:pt x="22963" y="93778"/>
                </a:cubicBezTo>
                <a:cubicBezTo>
                  <a:pt x="26815" y="98223"/>
                  <a:pt x="32000" y="100445"/>
                  <a:pt x="38519" y="100445"/>
                </a:cubicBezTo>
                <a:cubicBezTo>
                  <a:pt x="45038" y="100445"/>
                  <a:pt x="50222" y="98223"/>
                  <a:pt x="54075" y="93778"/>
                </a:cubicBezTo>
                <a:cubicBezTo>
                  <a:pt x="57926" y="89334"/>
                  <a:pt x="59853" y="83111"/>
                  <a:pt x="59853" y="75260"/>
                </a:cubicBezTo>
                <a:cubicBezTo>
                  <a:pt x="59853" y="67556"/>
                  <a:pt x="57926" y="61334"/>
                  <a:pt x="54075" y="56889"/>
                </a:cubicBezTo>
                <a:cubicBezTo>
                  <a:pt x="50222" y="52445"/>
                  <a:pt x="45038" y="50074"/>
                  <a:pt x="38519" y="50074"/>
                </a:cubicBezTo>
                <a:close/>
                <a:moveTo>
                  <a:pt x="67556" y="4296"/>
                </a:moveTo>
                <a:lnTo>
                  <a:pt x="67556" y="17630"/>
                </a:lnTo>
                <a:cubicBezTo>
                  <a:pt x="63852" y="15852"/>
                  <a:pt x="60149" y="14518"/>
                  <a:pt x="56445" y="13630"/>
                </a:cubicBezTo>
                <a:cubicBezTo>
                  <a:pt x="52593" y="12741"/>
                  <a:pt x="48889" y="12296"/>
                  <a:pt x="45334" y="12296"/>
                </a:cubicBezTo>
                <a:cubicBezTo>
                  <a:pt x="35556" y="12296"/>
                  <a:pt x="28149" y="15555"/>
                  <a:pt x="23111" y="22074"/>
                </a:cubicBezTo>
                <a:cubicBezTo>
                  <a:pt x="18074" y="28593"/>
                  <a:pt x="15111" y="38518"/>
                  <a:pt x="14519" y="51556"/>
                </a:cubicBezTo>
                <a:cubicBezTo>
                  <a:pt x="17334" y="47408"/>
                  <a:pt x="20889" y="44148"/>
                  <a:pt x="25185" y="41926"/>
                </a:cubicBezTo>
                <a:cubicBezTo>
                  <a:pt x="29482" y="39704"/>
                  <a:pt x="34223" y="38518"/>
                  <a:pt x="39408" y="38518"/>
                </a:cubicBezTo>
                <a:cubicBezTo>
                  <a:pt x="50222" y="38518"/>
                  <a:pt x="58815" y="41926"/>
                  <a:pt x="65038" y="48445"/>
                </a:cubicBezTo>
                <a:cubicBezTo>
                  <a:pt x="71260" y="54963"/>
                  <a:pt x="74519" y="64001"/>
                  <a:pt x="74519" y="75260"/>
                </a:cubicBezTo>
                <a:cubicBezTo>
                  <a:pt x="74519" y="86371"/>
                  <a:pt x="71112" y="95260"/>
                  <a:pt x="64593" y="101926"/>
                </a:cubicBezTo>
                <a:cubicBezTo>
                  <a:pt x="58075" y="108593"/>
                  <a:pt x="49334" y="111853"/>
                  <a:pt x="38519" y="111853"/>
                </a:cubicBezTo>
                <a:cubicBezTo>
                  <a:pt x="26074" y="111853"/>
                  <a:pt x="16444" y="107112"/>
                  <a:pt x="9926" y="97630"/>
                </a:cubicBezTo>
                <a:cubicBezTo>
                  <a:pt x="3259" y="88148"/>
                  <a:pt x="0" y="74223"/>
                  <a:pt x="0" y="56000"/>
                </a:cubicBezTo>
                <a:cubicBezTo>
                  <a:pt x="0" y="38963"/>
                  <a:pt x="4000" y="25333"/>
                  <a:pt x="12148" y="15259"/>
                </a:cubicBezTo>
                <a:cubicBezTo>
                  <a:pt x="20148" y="5185"/>
                  <a:pt x="31111" y="0"/>
                  <a:pt x="44741" y="0"/>
                </a:cubicBezTo>
                <a:cubicBezTo>
                  <a:pt x="48297" y="0"/>
                  <a:pt x="52000" y="444"/>
                  <a:pt x="55852" y="1037"/>
                </a:cubicBezTo>
                <a:cubicBezTo>
                  <a:pt x="59556" y="1778"/>
                  <a:pt x="63408" y="2815"/>
                  <a:pt x="67556" y="429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F78A2C0-5C39-495F-AF36-646E1C0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622573"/>
            <a:ext cx="5238012" cy="10288"/>
          </a:xfrm>
          <a:custGeom xmlns:a="http://schemas.openxmlformats.org/drawingml/2006/main">
            <a:pathLst>
              <a:path w="5238012" h="10288">
                <a:moveTo>
                  <a:pt x="0" y="0"/>
                </a:moveTo>
                <a:lnTo>
                  <a:pt x="5238012" y="0"/>
                </a:lnTo>
                <a:lnTo>
                  <a:pt x="5238012" y="10288"/>
                </a:lnTo>
                <a:lnTo>
                  <a:pt x="0" y="1028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7C113-1250-4A09-B770-7ED90A0A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62771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D1286-6475-43C8-ABB6-E7B1FF30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2627717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A4DCF-C87E-47C2-AE3B-5149E02D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1" y="2627717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E375B-99A0-4759-9100-E6D6EB0F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92" y="2572527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5" y="30074"/>
                  <a:pt x="14667" y="41185"/>
                  <a:pt x="14667" y="56000"/>
                </a:cubicBezTo>
                <a:cubicBezTo>
                  <a:pt x="14667" y="70815"/>
                  <a:pt x="16445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1" y="70815"/>
                  <a:pt x="60001" y="56000"/>
                </a:cubicBezTo>
                <a:cubicBezTo>
                  <a:pt x="60001" y="41185"/>
                  <a:pt x="58075" y="30074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5" y="111853"/>
                </a:cubicBezTo>
                <a:cubicBezTo>
                  <a:pt x="25037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FE2DF-124E-488F-80D0-3DE90EF5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89" y="2664083"/>
            <a:ext cx="15259" cy="18371"/>
          </a:xfrm>
          <a:custGeom xmlns:a="http://schemas.openxmlformats.org/drawingml/2006/main">
            <a:pathLst>
              <a:path w="15259" h="18371">
                <a:moveTo>
                  <a:pt x="0" y="18371"/>
                </a:moveTo>
                <a:lnTo>
                  <a:pt x="15259" y="18371"/>
                </a:lnTo>
                <a:lnTo>
                  <a:pt x="15259" y="0"/>
                </a:lnTo>
                <a:lnTo>
                  <a:pt x="0" y="0"/>
                </a:lnTo>
                <a:lnTo>
                  <a:pt x="0" y="1837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ACB63-2C2F-4CDF-A1D0-EEDF1563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7" y="2572527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4" y="30074"/>
                  <a:pt x="14667" y="41185"/>
                  <a:pt x="14667" y="56000"/>
                </a:cubicBezTo>
                <a:cubicBezTo>
                  <a:pt x="14667" y="70815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5"/>
                  <a:pt x="60000" y="56000"/>
                </a:cubicBezTo>
                <a:cubicBezTo>
                  <a:pt x="60000" y="41185"/>
                  <a:pt x="58074" y="30074"/>
                  <a:pt x="54370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0"/>
                  <a:pt x="74667" y="37926"/>
                  <a:pt x="74667" y="56000"/>
                </a:cubicBezTo>
                <a:cubicBezTo>
                  <a:pt x="74667" y="74223"/>
                  <a:pt x="71408" y="88149"/>
                  <a:pt x="65038" y="97630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1DB47-9B4B-4835-8EA2-8CCCB08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46" y="2572527"/>
            <a:ext cx="74075" cy="111853"/>
          </a:xfrm>
          <a:custGeom xmlns:a="http://schemas.openxmlformats.org/drawingml/2006/main">
            <a:pathLst>
              <a:path w="74075" h="111853">
                <a:moveTo>
                  <a:pt x="37037" y="58667"/>
                </a:moveTo>
                <a:cubicBezTo>
                  <a:pt x="30074" y="58667"/>
                  <a:pt x="24593" y="60593"/>
                  <a:pt x="20593" y="64297"/>
                </a:cubicBezTo>
                <a:cubicBezTo>
                  <a:pt x="16593" y="68001"/>
                  <a:pt x="14667" y="73038"/>
                  <a:pt x="14667" y="79556"/>
                </a:cubicBezTo>
                <a:cubicBezTo>
                  <a:pt x="14667" y="86075"/>
                  <a:pt x="16593" y="91260"/>
                  <a:pt x="20593" y="94964"/>
                </a:cubicBezTo>
                <a:cubicBezTo>
                  <a:pt x="24593" y="98668"/>
                  <a:pt x="30074" y="100445"/>
                  <a:pt x="37037" y="100445"/>
                </a:cubicBezTo>
                <a:cubicBezTo>
                  <a:pt x="43852" y="100445"/>
                  <a:pt x="49334" y="98668"/>
                  <a:pt x="53334" y="94815"/>
                </a:cubicBezTo>
                <a:cubicBezTo>
                  <a:pt x="57334" y="91112"/>
                  <a:pt x="59408" y="86075"/>
                  <a:pt x="59408" y="79556"/>
                </a:cubicBezTo>
                <a:cubicBezTo>
                  <a:pt x="59408" y="73038"/>
                  <a:pt x="57334" y="68001"/>
                  <a:pt x="53482" y="64297"/>
                </a:cubicBezTo>
                <a:cubicBezTo>
                  <a:pt x="49482" y="60593"/>
                  <a:pt x="44000" y="58667"/>
                  <a:pt x="37037" y="58667"/>
                </a:cubicBezTo>
                <a:close/>
                <a:moveTo>
                  <a:pt x="22371" y="52445"/>
                </a:moveTo>
                <a:cubicBezTo>
                  <a:pt x="16148" y="50963"/>
                  <a:pt x="11259" y="48000"/>
                  <a:pt x="7704" y="43704"/>
                </a:cubicBezTo>
                <a:cubicBezTo>
                  <a:pt x="4148" y="39408"/>
                  <a:pt x="2519" y="34223"/>
                  <a:pt x="2519" y="28000"/>
                </a:cubicBezTo>
                <a:cubicBezTo>
                  <a:pt x="2519" y="19408"/>
                  <a:pt x="5482" y="12593"/>
                  <a:pt x="11704" y="7556"/>
                </a:cubicBezTo>
                <a:cubicBezTo>
                  <a:pt x="17778" y="2519"/>
                  <a:pt x="26222" y="0"/>
                  <a:pt x="37037" y="0"/>
                </a:cubicBezTo>
                <a:cubicBezTo>
                  <a:pt x="47704" y="0"/>
                  <a:pt x="56149" y="2519"/>
                  <a:pt x="62371" y="7556"/>
                </a:cubicBezTo>
                <a:cubicBezTo>
                  <a:pt x="68445" y="12593"/>
                  <a:pt x="71556" y="19408"/>
                  <a:pt x="71556" y="28000"/>
                </a:cubicBezTo>
                <a:cubicBezTo>
                  <a:pt x="71556" y="34223"/>
                  <a:pt x="69778" y="39408"/>
                  <a:pt x="66223" y="43704"/>
                </a:cubicBezTo>
                <a:cubicBezTo>
                  <a:pt x="62667" y="48000"/>
                  <a:pt x="57926" y="50963"/>
                  <a:pt x="51704" y="52445"/>
                </a:cubicBezTo>
                <a:cubicBezTo>
                  <a:pt x="58667" y="54075"/>
                  <a:pt x="64148" y="57334"/>
                  <a:pt x="68148" y="62074"/>
                </a:cubicBezTo>
                <a:cubicBezTo>
                  <a:pt x="72001" y="66815"/>
                  <a:pt x="74075" y="72741"/>
                  <a:pt x="74075" y="79556"/>
                </a:cubicBezTo>
                <a:cubicBezTo>
                  <a:pt x="74075" y="90075"/>
                  <a:pt x="70815" y="98075"/>
                  <a:pt x="64445" y="103556"/>
                </a:cubicBezTo>
                <a:cubicBezTo>
                  <a:pt x="57926" y="109186"/>
                  <a:pt x="48741" y="111853"/>
                  <a:pt x="36889" y="111853"/>
                </a:cubicBezTo>
                <a:cubicBezTo>
                  <a:pt x="25037" y="111853"/>
                  <a:pt x="15852" y="109186"/>
                  <a:pt x="9481" y="103556"/>
                </a:cubicBezTo>
                <a:cubicBezTo>
                  <a:pt x="3111" y="98075"/>
                  <a:pt x="0" y="90075"/>
                  <a:pt x="0" y="79556"/>
                </a:cubicBezTo>
                <a:cubicBezTo>
                  <a:pt x="0" y="72741"/>
                  <a:pt x="1926" y="66815"/>
                  <a:pt x="5926" y="62074"/>
                </a:cubicBezTo>
                <a:cubicBezTo>
                  <a:pt x="9778" y="57334"/>
                  <a:pt x="15259" y="54075"/>
                  <a:pt x="22371" y="52445"/>
                </a:cubicBezTo>
                <a:close/>
                <a:moveTo>
                  <a:pt x="17037" y="29333"/>
                </a:moveTo>
                <a:cubicBezTo>
                  <a:pt x="17037" y="34963"/>
                  <a:pt x="18667" y="39408"/>
                  <a:pt x="22222" y="42519"/>
                </a:cubicBezTo>
                <a:cubicBezTo>
                  <a:pt x="25778" y="45630"/>
                  <a:pt x="30667" y="47111"/>
                  <a:pt x="37037" y="47111"/>
                </a:cubicBezTo>
                <a:cubicBezTo>
                  <a:pt x="43260" y="47111"/>
                  <a:pt x="48148" y="45630"/>
                  <a:pt x="51704" y="42519"/>
                </a:cubicBezTo>
                <a:cubicBezTo>
                  <a:pt x="55260" y="39408"/>
                  <a:pt x="57037" y="34963"/>
                  <a:pt x="57037" y="29333"/>
                </a:cubicBezTo>
                <a:cubicBezTo>
                  <a:pt x="57037" y="23704"/>
                  <a:pt x="55260" y="19408"/>
                  <a:pt x="51704" y="16297"/>
                </a:cubicBezTo>
                <a:cubicBezTo>
                  <a:pt x="48148" y="13185"/>
                  <a:pt x="43260" y="11556"/>
                  <a:pt x="37037" y="11556"/>
                </a:cubicBezTo>
                <a:cubicBezTo>
                  <a:pt x="30667" y="11556"/>
                  <a:pt x="25778" y="13185"/>
                  <a:pt x="22222" y="16297"/>
                </a:cubicBezTo>
                <a:cubicBezTo>
                  <a:pt x="18667" y="19408"/>
                  <a:pt x="17037" y="23704"/>
                  <a:pt x="17037" y="29333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2B6C589-AC17-4800-AE33-7B7F603F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4200674"/>
            <a:ext cx="5238012" cy="5144"/>
          </a:xfrm>
          <a:custGeom xmlns:a="http://schemas.openxmlformats.org/drawingml/2006/main">
            <a:pathLst>
              <a:path w="5238012" h="5144">
                <a:moveTo>
                  <a:pt x="0" y="0"/>
                </a:moveTo>
                <a:lnTo>
                  <a:pt x="5238012" y="0"/>
                </a:lnTo>
                <a:lnTo>
                  <a:pt x="5238012" y="5144"/>
                </a:lnTo>
                <a:lnTo>
                  <a:pt x="0" y="51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657DEB4-BFF2-46F6-8697-2B050828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3850557"/>
            <a:ext cx="5238012" cy="5144"/>
          </a:xfrm>
          <a:custGeom xmlns:a="http://schemas.openxmlformats.org/drawingml/2006/main">
            <a:pathLst>
              <a:path w="5238012" h="5144">
                <a:moveTo>
                  <a:pt x="0" y="0"/>
                </a:moveTo>
                <a:lnTo>
                  <a:pt x="5238012" y="0"/>
                </a:lnTo>
                <a:lnTo>
                  <a:pt x="5238012" y="5144"/>
                </a:lnTo>
                <a:lnTo>
                  <a:pt x="0" y="51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29CAF75-9618-438D-BB6D-990528DF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3500439"/>
            <a:ext cx="5238012" cy="5144"/>
          </a:xfrm>
          <a:custGeom xmlns:a="http://schemas.openxmlformats.org/drawingml/2006/main">
            <a:pathLst>
              <a:path w="5238012" h="5144">
                <a:moveTo>
                  <a:pt x="0" y="0"/>
                </a:moveTo>
                <a:lnTo>
                  <a:pt x="5238012" y="0"/>
                </a:lnTo>
                <a:lnTo>
                  <a:pt x="5238012" y="5144"/>
                </a:lnTo>
                <a:lnTo>
                  <a:pt x="0" y="51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4558319-D5F9-4F0A-B08D-83E5442C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3150322"/>
            <a:ext cx="5238012" cy="5144"/>
          </a:xfrm>
          <a:custGeom xmlns:a="http://schemas.openxmlformats.org/drawingml/2006/main">
            <a:pathLst>
              <a:path w="5238012" h="5144">
                <a:moveTo>
                  <a:pt x="0" y="0"/>
                </a:moveTo>
                <a:lnTo>
                  <a:pt x="5238012" y="0"/>
                </a:lnTo>
                <a:lnTo>
                  <a:pt x="5238012" y="5144"/>
                </a:lnTo>
                <a:lnTo>
                  <a:pt x="0" y="51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9A995F9-DE29-4737-B6E7-D064F0AB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800205"/>
            <a:ext cx="5238012" cy="5144"/>
          </a:xfrm>
          <a:custGeom xmlns:a="http://schemas.openxmlformats.org/drawingml/2006/main">
            <a:pathLst>
              <a:path w="5238012" h="5144">
                <a:moveTo>
                  <a:pt x="0" y="0"/>
                </a:moveTo>
                <a:lnTo>
                  <a:pt x="5238012" y="0"/>
                </a:lnTo>
                <a:lnTo>
                  <a:pt x="5238012" y="5144"/>
                </a:lnTo>
                <a:lnTo>
                  <a:pt x="0" y="51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C0370DC-107A-4F84-B7EA-B4585C62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89" y="2957576"/>
            <a:ext cx="5209331" cy="1508259"/>
          </a:xfrm>
          <a:custGeom xmlns:a="http://schemas.openxmlformats.org/drawingml/2006/main">
            <a:pathLst>
              <a:path w="5209331" h="1508259">
                <a:moveTo>
                  <a:pt x="44525" y="1186775"/>
                </a:moveTo>
                <a:lnTo>
                  <a:pt x="12752" y="1265223"/>
                </a:lnTo>
                <a:lnTo>
                  <a:pt x="9119" y="1508259"/>
                </a:lnTo>
                <a:lnTo>
                  <a:pt x="0" y="1508259"/>
                </a:lnTo>
                <a:lnTo>
                  <a:pt x="3648" y="1264234"/>
                </a:lnTo>
                <a:lnTo>
                  <a:pt x="3661" y="1263954"/>
                </a:lnTo>
                <a:lnTo>
                  <a:pt x="3691" y="1263674"/>
                </a:lnTo>
                <a:lnTo>
                  <a:pt x="3738" y="1263397"/>
                </a:lnTo>
                <a:lnTo>
                  <a:pt x="3803" y="1263124"/>
                </a:lnTo>
                <a:lnTo>
                  <a:pt x="3884" y="1262855"/>
                </a:lnTo>
                <a:lnTo>
                  <a:pt x="3981" y="1262591"/>
                </a:lnTo>
                <a:lnTo>
                  <a:pt x="40868" y="1171514"/>
                </a:lnTo>
                <a:lnTo>
                  <a:pt x="40988" y="1171245"/>
                </a:lnTo>
                <a:lnTo>
                  <a:pt x="41124" y="1170984"/>
                </a:lnTo>
                <a:lnTo>
                  <a:pt x="41277" y="1170732"/>
                </a:lnTo>
                <a:lnTo>
                  <a:pt x="41446" y="1170491"/>
                </a:lnTo>
                <a:lnTo>
                  <a:pt x="41631" y="1170261"/>
                </a:lnTo>
                <a:lnTo>
                  <a:pt x="41829" y="1170044"/>
                </a:lnTo>
                <a:lnTo>
                  <a:pt x="42042" y="1169839"/>
                </a:lnTo>
                <a:lnTo>
                  <a:pt x="42267" y="1169649"/>
                </a:lnTo>
                <a:lnTo>
                  <a:pt x="42504" y="1169474"/>
                </a:lnTo>
                <a:lnTo>
                  <a:pt x="42751" y="1169315"/>
                </a:lnTo>
                <a:lnTo>
                  <a:pt x="43009" y="1169172"/>
                </a:lnTo>
                <a:lnTo>
                  <a:pt x="43275" y="1169045"/>
                </a:lnTo>
                <a:lnTo>
                  <a:pt x="43549" y="1168937"/>
                </a:lnTo>
                <a:lnTo>
                  <a:pt x="43829" y="1168846"/>
                </a:lnTo>
                <a:lnTo>
                  <a:pt x="44114" y="1168773"/>
                </a:lnTo>
                <a:lnTo>
                  <a:pt x="44404" y="1168719"/>
                </a:lnTo>
                <a:lnTo>
                  <a:pt x="44696" y="1168684"/>
                </a:lnTo>
                <a:lnTo>
                  <a:pt x="44991" y="1168668"/>
                </a:lnTo>
                <a:lnTo>
                  <a:pt x="45285" y="1168671"/>
                </a:lnTo>
                <a:lnTo>
                  <a:pt x="45579" y="1168693"/>
                </a:lnTo>
                <a:lnTo>
                  <a:pt x="45871" y="1168734"/>
                </a:lnTo>
                <a:lnTo>
                  <a:pt x="46159" y="1168793"/>
                </a:lnTo>
                <a:lnTo>
                  <a:pt x="46443" y="1168871"/>
                </a:lnTo>
                <a:lnTo>
                  <a:pt x="46722" y="1168967"/>
                </a:lnTo>
                <a:lnTo>
                  <a:pt x="46993" y="1169081"/>
                </a:lnTo>
                <a:lnTo>
                  <a:pt x="47257" y="1169213"/>
                </a:lnTo>
                <a:lnTo>
                  <a:pt x="47512" y="1169361"/>
                </a:lnTo>
                <a:lnTo>
                  <a:pt x="47756" y="1169525"/>
                </a:lnTo>
                <a:lnTo>
                  <a:pt x="47990" y="1169705"/>
                </a:lnTo>
                <a:lnTo>
                  <a:pt x="48211" y="1169899"/>
                </a:lnTo>
                <a:lnTo>
                  <a:pt x="48419" y="1170107"/>
                </a:lnTo>
                <a:lnTo>
                  <a:pt x="48614" y="1170329"/>
                </a:lnTo>
                <a:lnTo>
                  <a:pt x="48793" y="1170562"/>
                </a:lnTo>
                <a:lnTo>
                  <a:pt x="48958" y="1170806"/>
                </a:lnTo>
                <a:lnTo>
                  <a:pt x="49106" y="1171061"/>
                </a:lnTo>
                <a:lnTo>
                  <a:pt x="49237" y="1171325"/>
                </a:lnTo>
                <a:lnTo>
                  <a:pt x="49352" y="1171596"/>
                </a:lnTo>
                <a:lnTo>
                  <a:pt x="49448" y="1171875"/>
                </a:lnTo>
                <a:lnTo>
                  <a:pt x="80502" y="1271952"/>
                </a:lnTo>
                <a:lnTo>
                  <a:pt x="114364" y="1054298"/>
                </a:lnTo>
                <a:lnTo>
                  <a:pt x="114430" y="1053960"/>
                </a:lnTo>
                <a:lnTo>
                  <a:pt x="114521" y="1053629"/>
                </a:lnTo>
                <a:lnTo>
                  <a:pt x="114636" y="1053305"/>
                </a:lnTo>
                <a:lnTo>
                  <a:pt x="151524" y="961125"/>
                </a:lnTo>
                <a:lnTo>
                  <a:pt x="151643" y="960853"/>
                </a:lnTo>
                <a:lnTo>
                  <a:pt x="151780" y="960589"/>
                </a:lnTo>
                <a:lnTo>
                  <a:pt x="151934" y="960335"/>
                </a:lnTo>
                <a:lnTo>
                  <a:pt x="152104" y="960091"/>
                </a:lnTo>
                <a:lnTo>
                  <a:pt x="152289" y="959859"/>
                </a:lnTo>
                <a:lnTo>
                  <a:pt x="152489" y="959639"/>
                </a:lnTo>
                <a:lnTo>
                  <a:pt x="152703" y="959433"/>
                </a:lnTo>
                <a:lnTo>
                  <a:pt x="152931" y="959241"/>
                </a:lnTo>
                <a:lnTo>
                  <a:pt x="153170" y="959065"/>
                </a:lnTo>
                <a:lnTo>
                  <a:pt x="153420" y="958904"/>
                </a:lnTo>
                <a:lnTo>
                  <a:pt x="153680" y="958760"/>
                </a:lnTo>
                <a:lnTo>
                  <a:pt x="153949" y="958633"/>
                </a:lnTo>
                <a:lnTo>
                  <a:pt x="154225" y="958525"/>
                </a:lnTo>
                <a:lnTo>
                  <a:pt x="154508" y="958434"/>
                </a:lnTo>
                <a:lnTo>
                  <a:pt x="154797" y="958362"/>
                </a:lnTo>
                <a:lnTo>
                  <a:pt x="155089" y="958309"/>
                </a:lnTo>
                <a:lnTo>
                  <a:pt x="155384" y="958275"/>
                </a:lnTo>
                <a:lnTo>
                  <a:pt x="155681" y="958260"/>
                </a:lnTo>
                <a:lnTo>
                  <a:pt x="155978" y="958265"/>
                </a:lnTo>
                <a:lnTo>
                  <a:pt x="156275" y="958289"/>
                </a:lnTo>
                <a:lnTo>
                  <a:pt x="156569" y="958333"/>
                </a:lnTo>
                <a:lnTo>
                  <a:pt x="156859" y="958395"/>
                </a:lnTo>
                <a:lnTo>
                  <a:pt x="157145" y="958477"/>
                </a:lnTo>
                <a:lnTo>
                  <a:pt x="157425" y="958576"/>
                </a:lnTo>
                <a:lnTo>
                  <a:pt x="157698" y="958694"/>
                </a:lnTo>
                <a:lnTo>
                  <a:pt x="157963" y="958829"/>
                </a:lnTo>
                <a:lnTo>
                  <a:pt x="158218" y="958982"/>
                </a:lnTo>
                <a:lnTo>
                  <a:pt x="158463" y="959150"/>
                </a:lnTo>
                <a:lnTo>
                  <a:pt x="158696" y="959334"/>
                </a:lnTo>
                <a:lnTo>
                  <a:pt x="158917" y="959533"/>
                </a:lnTo>
                <a:lnTo>
                  <a:pt x="159124" y="959746"/>
                </a:lnTo>
                <a:lnTo>
                  <a:pt x="159317" y="959972"/>
                </a:lnTo>
                <a:lnTo>
                  <a:pt x="159495" y="960210"/>
                </a:lnTo>
                <a:lnTo>
                  <a:pt x="159657" y="960460"/>
                </a:lnTo>
                <a:lnTo>
                  <a:pt x="159802" y="960719"/>
                </a:lnTo>
                <a:lnTo>
                  <a:pt x="159931" y="960987"/>
                </a:lnTo>
                <a:lnTo>
                  <a:pt x="193500" y="1037490"/>
                </a:lnTo>
                <a:lnTo>
                  <a:pt x="225756" y="989864"/>
                </a:lnTo>
                <a:lnTo>
                  <a:pt x="225932" y="989622"/>
                </a:lnTo>
                <a:lnTo>
                  <a:pt x="226124" y="989392"/>
                </a:lnTo>
                <a:lnTo>
                  <a:pt x="226330" y="989174"/>
                </a:lnTo>
                <a:lnTo>
                  <a:pt x="226550" y="988971"/>
                </a:lnTo>
                <a:lnTo>
                  <a:pt x="226783" y="988783"/>
                </a:lnTo>
                <a:lnTo>
                  <a:pt x="227028" y="988610"/>
                </a:lnTo>
                <a:lnTo>
                  <a:pt x="227284" y="988454"/>
                </a:lnTo>
                <a:lnTo>
                  <a:pt x="227549" y="988315"/>
                </a:lnTo>
                <a:lnTo>
                  <a:pt x="227823" y="988194"/>
                </a:lnTo>
                <a:lnTo>
                  <a:pt x="228104" y="988091"/>
                </a:lnTo>
                <a:lnTo>
                  <a:pt x="228392" y="988007"/>
                </a:lnTo>
                <a:lnTo>
                  <a:pt x="228684" y="987941"/>
                </a:lnTo>
                <a:lnTo>
                  <a:pt x="228980" y="987895"/>
                </a:lnTo>
                <a:lnTo>
                  <a:pt x="229278" y="987869"/>
                </a:lnTo>
                <a:lnTo>
                  <a:pt x="229578" y="987862"/>
                </a:lnTo>
                <a:lnTo>
                  <a:pt x="229877" y="987875"/>
                </a:lnTo>
                <a:lnTo>
                  <a:pt x="230175" y="987908"/>
                </a:lnTo>
                <a:lnTo>
                  <a:pt x="230470" y="987960"/>
                </a:lnTo>
                <a:lnTo>
                  <a:pt x="230761" y="988031"/>
                </a:lnTo>
                <a:lnTo>
                  <a:pt x="231046" y="988121"/>
                </a:lnTo>
                <a:lnTo>
                  <a:pt x="231326" y="988230"/>
                </a:lnTo>
                <a:lnTo>
                  <a:pt x="231597" y="988357"/>
                </a:lnTo>
                <a:lnTo>
                  <a:pt x="231859" y="988501"/>
                </a:lnTo>
                <a:lnTo>
                  <a:pt x="232112" y="988663"/>
                </a:lnTo>
                <a:lnTo>
                  <a:pt x="232353" y="988840"/>
                </a:lnTo>
                <a:lnTo>
                  <a:pt x="232582" y="989033"/>
                </a:lnTo>
                <a:lnTo>
                  <a:pt x="232798" y="989241"/>
                </a:lnTo>
                <a:lnTo>
                  <a:pt x="233000" y="989462"/>
                </a:lnTo>
                <a:lnTo>
                  <a:pt x="233186" y="989697"/>
                </a:lnTo>
                <a:lnTo>
                  <a:pt x="233357" y="989943"/>
                </a:lnTo>
                <a:lnTo>
                  <a:pt x="233512" y="990199"/>
                </a:lnTo>
                <a:lnTo>
                  <a:pt x="233649" y="990465"/>
                </a:lnTo>
                <a:lnTo>
                  <a:pt x="233769" y="990740"/>
                </a:lnTo>
                <a:lnTo>
                  <a:pt x="233870" y="991022"/>
                </a:lnTo>
                <a:lnTo>
                  <a:pt x="270126" y="1103486"/>
                </a:lnTo>
                <a:lnTo>
                  <a:pt x="301291" y="1117054"/>
                </a:lnTo>
                <a:lnTo>
                  <a:pt x="336111" y="1052842"/>
                </a:lnTo>
                <a:lnTo>
                  <a:pt x="372934" y="972182"/>
                </a:lnTo>
                <a:lnTo>
                  <a:pt x="373068" y="971913"/>
                </a:lnTo>
                <a:lnTo>
                  <a:pt x="373219" y="971653"/>
                </a:lnTo>
                <a:lnTo>
                  <a:pt x="373386" y="971404"/>
                </a:lnTo>
                <a:lnTo>
                  <a:pt x="373570" y="971167"/>
                </a:lnTo>
                <a:lnTo>
                  <a:pt x="373769" y="970942"/>
                </a:lnTo>
                <a:lnTo>
                  <a:pt x="373983" y="970731"/>
                </a:lnTo>
                <a:lnTo>
                  <a:pt x="374210" y="970534"/>
                </a:lnTo>
                <a:lnTo>
                  <a:pt x="374449" y="970353"/>
                </a:lnTo>
                <a:lnTo>
                  <a:pt x="374700" y="970187"/>
                </a:lnTo>
                <a:lnTo>
                  <a:pt x="374961" y="970039"/>
                </a:lnTo>
                <a:lnTo>
                  <a:pt x="375231" y="969908"/>
                </a:lnTo>
                <a:lnTo>
                  <a:pt x="375510" y="969795"/>
                </a:lnTo>
                <a:lnTo>
                  <a:pt x="375795" y="969701"/>
                </a:lnTo>
                <a:lnTo>
                  <a:pt x="376085" y="969626"/>
                </a:lnTo>
                <a:lnTo>
                  <a:pt x="376381" y="969570"/>
                </a:lnTo>
                <a:lnTo>
                  <a:pt x="376679" y="969534"/>
                </a:lnTo>
                <a:lnTo>
                  <a:pt x="376978" y="969517"/>
                </a:lnTo>
                <a:lnTo>
                  <a:pt x="377279" y="969520"/>
                </a:lnTo>
                <a:lnTo>
                  <a:pt x="377578" y="969543"/>
                </a:lnTo>
                <a:lnTo>
                  <a:pt x="377875" y="969586"/>
                </a:lnTo>
                <a:lnTo>
                  <a:pt x="378169" y="969648"/>
                </a:lnTo>
                <a:lnTo>
                  <a:pt x="378458" y="969729"/>
                </a:lnTo>
                <a:lnTo>
                  <a:pt x="378742" y="969829"/>
                </a:lnTo>
                <a:lnTo>
                  <a:pt x="379017" y="969948"/>
                </a:lnTo>
                <a:lnTo>
                  <a:pt x="379285" y="970084"/>
                </a:lnTo>
                <a:lnTo>
                  <a:pt x="379543" y="970238"/>
                </a:lnTo>
                <a:lnTo>
                  <a:pt x="379790" y="970408"/>
                </a:lnTo>
                <a:lnTo>
                  <a:pt x="380026" y="970595"/>
                </a:lnTo>
                <a:lnTo>
                  <a:pt x="380248" y="970796"/>
                </a:lnTo>
                <a:lnTo>
                  <a:pt x="380457" y="971012"/>
                </a:lnTo>
                <a:lnTo>
                  <a:pt x="380652" y="971241"/>
                </a:lnTo>
                <a:lnTo>
                  <a:pt x="380831" y="971482"/>
                </a:lnTo>
                <a:lnTo>
                  <a:pt x="380993" y="971735"/>
                </a:lnTo>
                <a:lnTo>
                  <a:pt x="381139" y="971997"/>
                </a:lnTo>
                <a:lnTo>
                  <a:pt x="381267" y="972269"/>
                </a:lnTo>
                <a:lnTo>
                  <a:pt x="381377" y="972548"/>
                </a:lnTo>
                <a:lnTo>
                  <a:pt x="381468" y="972834"/>
                </a:lnTo>
                <a:lnTo>
                  <a:pt x="417913" y="1101727"/>
                </a:lnTo>
                <a:lnTo>
                  <a:pt x="447971" y="1122761"/>
                </a:lnTo>
                <a:lnTo>
                  <a:pt x="483308" y="974026"/>
                </a:lnTo>
                <a:lnTo>
                  <a:pt x="483386" y="973740"/>
                </a:lnTo>
                <a:lnTo>
                  <a:pt x="483483" y="973459"/>
                </a:lnTo>
                <a:lnTo>
                  <a:pt x="483597" y="973185"/>
                </a:lnTo>
                <a:lnTo>
                  <a:pt x="483729" y="972919"/>
                </a:lnTo>
                <a:lnTo>
                  <a:pt x="483878" y="972663"/>
                </a:lnTo>
                <a:lnTo>
                  <a:pt x="484044" y="972416"/>
                </a:lnTo>
                <a:lnTo>
                  <a:pt x="484225" y="972181"/>
                </a:lnTo>
                <a:lnTo>
                  <a:pt x="484421" y="971958"/>
                </a:lnTo>
                <a:lnTo>
                  <a:pt x="484632" y="971749"/>
                </a:lnTo>
                <a:lnTo>
                  <a:pt x="484855" y="971553"/>
                </a:lnTo>
                <a:lnTo>
                  <a:pt x="485091" y="971373"/>
                </a:lnTo>
                <a:lnTo>
                  <a:pt x="485338" y="971208"/>
                </a:lnTo>
                <a:lnTo>
                  <a:pt x="485595" y="971059"/>
                </a:lnTo>
                <a:lnTo>
                  <a:pt x="485861" y="970928"/>
                </a:lnTo>
                <a:lnTo>
                  <a:pt x="486135" y="970814"/>
                </a:lnTo>
                <a:lnTo>
                  <a:pt x="486416" y="970719"/>
                </a:lnTo>
                <a:lnTo>
                  <a:pt x="486703" y="970642"/>
                </a:lnTo>
                <a:lnTo>
                  <a:pt x="486994" y="970583"/>
                </a:lnTo>
                <a:lnTo>
                  <a:pt x="487288" y="970544"/>
                </a:lnTo>
                <a:lnTo>
                  <a:pt x="487585" y="970524"/>
                </a:lnTo>
                <a:lnTo>
                  <a:pt x="487882" y="970523"/>
                </a:lnTo>
                <a:lnTo>
                  <a:pt x="488178" y="970542"/>
                </a:lnTo>
                <a:lnTo>
                  <a:pt x="488472" y="970580"/>
                </a:lnTo>
                <a:lnTo>
                  <a:pt x="488764" y="970637"/>
                </a:lnTo>
                <a:lnTo>
                  <a:pt x="489051" y="970713"/>
                </a:lnTo>
                <a:lnTo>
                  <a:pt x="489332" y="970807"/>
                </a:lnTo>
                <a:lnTo>
                  <a:pt x="489607" y="970920"/>
                </a:lnTo>
                <a:lnTo>
                  <a:pt x="489874" y="971050"/>
                </a:lnTo>
                <a:lnTo>
                  <a:pt x="490132" y="971197"/>
                </a:lnTo>
                <a:lnTo>
                  <a:pt x="490379" y="971361"/>
                </a:lnTo>
                <a:lnTo>
                  <a:pt x="490616" y="971540"/>
                </a:lnTo>
                <a:lnTo>
                  <a:pt x="490840" y="971734"/>
                </a:lnTo>
                <a:lnTo>
                  <a:pt x="491051" y="971943"/>
                </a:lnTo>
                <a:lnTo>
                  <a:pt x="491249" y="972165"/>
                </a:lnTo>
                <a:lnTo>
                  <a:pt x="491431" y="972399"/>
                </a:lnTo>
                <a:lnTo>
                  <a:pt x="491597" y="972645"/>
                </a:lnTo>
                <a:lnTo>
                  <a:pt x="491748" y="972901"/>
                </a:lnTo>
                <a:lnTo>
                  <a:pt x="491881" y="973166"/>
                </a:lnTo>
                <a:lnTo>
                  <a:pt x="491997" y="973440"/>
                </a:lnTo>
                <a:lnTo>
                  <a:pt x="526366" y="1062562"/>
                </a:lnTo>
                <a:lnTo>
                  <a:pt x="558298" y="1030700"/>
                </a:lnTo>
                <a:lnTo>
                  <a:pt x="558518" y="1030494"/>
                </a:lnTo>
                <a:lnTo>
                  <a:pt x="558752" y="1030303"/>
                </a:lnTo>
                <a:lnTo>
                  <a:pt x="558998" y="1030128"/>
                </a:lnTo>
                <a:lnTo>
                  <a:pt x="559256" y="1029970"/>
                </a:lnTo>
                <a:lnTo>
                  <a:pt x="559523" y="1029828"/>
                </a:lnTo>
                <a:lnTo>
                  <a:pt x="559799" y="1029705"/>
                </a:lnTo>
                <a:lnTo>
                  <a:pt x="560082" y="1029601"/>
                </a:lnTo>
                <a:lnTo>
                  <a:pt x="560372" y="1029515"/>
                </a:lnTo>
                <a:lnTo>
                  <a:pt x="560666" y="1029449"/>
                </a:lnTo>
                <a:lnTo>
                  <a:pt x="560965" y="1029402"/>
                </a:lnTo>
                <a:lnTo>
                  <a:pt x="561266" y="1029376"/>
                </a:lnTo>
                <a:lnTo>
                  <a:pt x="561568" y="1029369"/>
                </a:lnTo>
                <a:lnTo>
                  <a:pt x="561869" y="1029382"/>
                </a:lnTo>
                <a:lnTo>
                  <a:pt x="562170" y="1029416"/>
                </a:lnTo>
                <a:lnTo>
                  <a:pt x="562467" y="1029469"/>
                </a:lnTo>
                <a:lnTo>
                  <a:pt x="562760" y="1029541"/>
                </a:lnTo>
                <a:lnTo>
                  <a:pt x="563048" y="1029633"/>
                </a:lnTo>
                <a:lnTo>
                  <a:pt x="563329" y="1029744"/>
                </a:lnTo>
                <a:lnTo>
                  <a:pt x="563602" y="1029873"/>
                </a:lnTo>
                <a:lnTo>
                  <a:pt x="563866" y="1030020"/>
                </a:lnTo>
                <a:lnTo>
                  <a:pt x="564119" y="1030184"/>
                </a:lnTo>
                <a:lnTo>
                  <a:pt x="564362" y="1030365"/>
                </a:lnTo>
                <a:lnTo>
                  <a:pt x="564591" y="1030561"/>
                </a:lnTo>
                <a:lnTo>
                  <a:pt x="564808" y="1030772"/>
                </a:lnTo>
                <a:lnTo>
                  <a:pt x="565009" y="1030996"/>
                </a:lnTo>
                <a:lnTo>
                  <a:pt x="565196" y="1031234"/>
                </a:lnTo>
                <a:lnTo>
                  <a:pt x="565366" y="1031484"/>
                </a:lnTo>
                <a:lnTo>
                  <a:pt x="565519" y="1031744"/>
                </a:lnTo>
                <a:lnTo>
                  <a:pt x="565655" y="1032014"/>
                </a:lnTo>
                <a:lnTo>
                  <a:pt x="565773" y="1032292"/>
                </a:lnTo>
                <a:lnTo>
                  <a:pt x="602226" y="1127113"/>
                </a:lnTo>
                <a:lnTo>
                  <a:pt x="632075" y="1151513"/>
                </a:lnTo>
                <a:lnTo>
                  <a:pt x="667682" y="935101"/>
                </a:lnTo>
                <a:lnTo>
                  <a:pt x="667739" y="934810"/>
                </a:lnTo>
                <a:lnTo>
                  <a:pt x="667816" y="934524"/>
                </a:lnTo>
                <a:lnTo>
                  <a:pt x="667911" y="934243"/>
                </a:lnTo>
                <a:lnTo>
                  <a:pt x="668024" y="933969"/>
                </a:lnTo>
                <a:lnTo>
                  <a:pt x="668154" y="933702"/>
                </a:lnTo>
                <a:lnTo>
                  <a:pt x="668302" y="933445"/>
                </a:lnTo>
                <a:lnTo>
                  <a:pt x="668466" y="933198"/>
                </a:lnTo>
                <a:lnTo>
                  <a:pt x="668645" y="932962"/>
                </a:lnTo>
                <a:lnTo>
                  <a:pt x="668840" y="932739"/>
                </a:lnTo>
                <a:lnTo>
                  <a:pt x="669049" y="932528"/>
                </a:lnTo>
                <a:lnTo>
                  <a:pt x="669270" y="932332"/>
                </a:lnTo>
                <a:lnTo>
                  <a:pt x="669505" y="932150"/>
                </a:lnTo>
                <a:lnTo>
                  <a:pt x="669750" y="931984"/>
                </a:lnTo>
                <a:lnTo>
                  <a:pt x="670006" y="931834"/>
                </a:lnTo>
                <a:lnTo>
                  <a:pt x="670271" y="931701"/>
                </a:lnTo>
                <a:lnTo>
                  <a:pt x="670544" y="931586"/>
                </a:lnTo>
                <a:lnTo>
                  <a:pt x="670824" y="931489"/>
                </a:lnTo>
                <a:lnTo>
                  <a:pt x="671110" y="931410"/>
                </a:lnTo>
                <a:lnTo>
                  <a:pt x="671400" y="931349"/>
                </a:lnTo>
                <a:lnTo>
                  <a:pt x="671694" y="931308"/>
                </a:lnTo>
                <a:lnTo>
                  <a:pt x="671990" y="931286"/>
                </a:lnTo>
                <a:lnTo>
                  <a:pt x="672286" y="931283"/>
                </a:lnTo>
                <a:lnTo>
                  <a:pt x="672582" y="931300"/>
                </a:lnTo>
                <a:lnTo>
                  <a:pt x="672876" y="931336"/>
                </a:lnTo>
                <a:lnTo>
                  <a:pt x="673168" y="931390"/>
                </a:lnTo>
                <a:lnTo>
                  <a:pt x="673455" y="931464"/>
                </a:lnTo>
                <a:lnTo>
                  <a:pt x="673737" y="931556"/>
                </a:lnTo>
                <a:lnTo>
                  <a:pt x="674012" y="931666"/>
                </a:lnTo>
                <a:lnTo>
                  <a:pt x="674279" y="931794"/>
                </a:lnTo>
                <a:lnTo>
                  <a:pt x="674538" y="931939"/>
                </a:lnTo>
                <a:lnTo>
                  <a:pt x="674787" y="932101"/>
                </a:lnTo>
                <a:lnTo>
                  <a:pt x="675024" y="932278"/>
                </a:lnTo>
                <a:lnTo>
                  <a:pt x="675250" y="932471"/>
                </a:lnTo>
                <a:lnTo>
                  <a:pt x="675462" y="932677"/>
                </a:lnTo>
                <a:lnTo>
                  <a:pt x="675661" y="932897"/>
                </a:lnTo>
                <a:lnTo>
                  <a:pt x="675845" y="933130"/>
                </a:lnTo>
                <a:lnTo>
                  <a:pt x="676014" y="933374"/>
                </a:lnTo>
                <a:lnTo>
                  <a:pt x="676166" y="933628"/>
                </a:lnTo>
                <a:lnTo>
                  <a:pt x="676301" y="933892"/>
                </a:lnTo>
                <a:lnTo>
                  <a:pt x="676419" y="934164"/>
                </a:lnTo>
                <a:lnTo>
                  <a:pt x="676519" y="934443"/>
                </a:lnTo>
                <a:lnTo>
                  <a:pt x="676601" y="934728"/>
                </a:lnTo>
                <a:lnTo>
                  <a:pt x="676664" y="935017"/>
                </a:lnTo>
                <a:lnTo>
                  <a:pt x="709272" y="1112553"/>
                </a:lnTo>
                <a:lnTo>
                  <a:pt x="741485" y="952528"/>
                </a:lnTo>
                <a:lnTo>
                  <a:pt x="741554" y="952236"/>
                </a:lnTo>
                <a:lnTo>
                  <a:pt x="741642" y="951948"/>
                </a:lnTo>
                <a:lnTo>
                  <a:pt x="741749" y="951667"/>
                </a:lnTo>
                <a:lnTo>
                  <a:pt x="741874" y="951394"/>
                </a:lnTo>
                <a:lnTo>
                  <a:pt x="742017" y="951130"/>
                </a:lnTo>
                <a:lnTo>
                  <a:pt x="742177" y="950875"/>
                </a:lnTo>
                <a:lnTo>
                  <a:pt x="742353" y="950632"/>
                </a:lnTo>
                <a:lnTo>
                  <a:pt x="742545" y="950401"/>
                </a:lnTo>
                <a:lnTo>
                  <a:pt x="742752" y="950183"/>
                </a:lnTo>
                <a:lnTo>
                  <a:pt x="742973" y="949979"/>
                </a:lnTo>
                <a:lnTo>
                  <a:pt x="743206" y="949790"/>
                </a:lnTo>
                <a:lnTo>
                  <a:pt x="743452" y="949617"/>
                </a:lnTo>
                <a:lnTo>
                  <a:pt x="743709" y="949460"/>
                </a:lnTo>
                <a:lnTo>
                  <a:pt x="743975" y="949321"/>
                </a:lnTo>
                <a:lnTo>
                  <a:pt x="744250" y="949200"/>
                </a:lnTo>
                <a:lnTo>
                  <a:pt x="744532" y="949096"/>
                </a:lnTo>
                <a:lnTo>
                  <a:pt x="744820" y="949012"/>
                </a:lnTo>
                <a:lnTo>
                  <a:pt x="745114" y="948947"/>
                </a:lnTo>
                <a:lnTo>
                  <a:pt x="745411" y="948901"/>
                </a:lnTo>
                <a:lnTo>
                  <a:pt x="745710" y="948875"/>
                </a:lnTo>
                <a:lnTo>
                  <a:pt x="746010" y="948869"/>
                </a:lnTo>
                <a:lnTo>
                  <a:pt x="746311" y="948883"/>
                </a:lnTo>
                <a:lnTo>
                  <a:pt x="746609" y="948916"/>
                </a:lnTo>
                <a:lnTo>
                  <a:pt x="746905" y="948969"/>
                </a:lnTo>
                <a:lnTo>
                  <a:pt x="747197" y="949041"/>
                </a:lnTo>
                <a:lnTo>
                  <a:pt x="747483" y="949133"/>
                </a:lnTo>
                <a:lnTo>
                  <a:pt x="747762" y="949243"/>
                </a:lnTo>
                <a:lnTo>
                  <a:pt x="748034" y="949371"/>
                </a:lnTo>
                <a:lnTo>
                  <a:pt x="748297" y="949517"/>
                </a:lnTo>
                <a:lnTo>
                  <a:pt x="748550" y="949679"/>
                </a:lnTo>
                <a:lnTo>
                  <a:pt x="748791" y="949859"/>
                </a:lnTo>
                <a:lnTo>
                  <a:pt x="749020" y="950053"/>
                </a:lnTo>
                <a:lnTo>
                  <a:pt x="749235" y="950262"/>
                </a:lnTo>
                <a:lnTo>
                  <a:pt x="749437" y="950485"/>
                </a:lnTo>
                <a:lnTo>
                  <a:pt x="749623" y="950721"/>
                </a:lnTo>
                <a:lnTo>
                  <a:pt x="749793" y="950969"/>
                </a:lnTo>
                <a:lnTo>
                  <a:pt x="749947" y="951227"/>
                </a:lnTo>
                <a:lnTo>
                  <a:pt x="750083" y="951495"/>
                </a:lnTo>
                <a:lnTo>
                  <a:pt x="750202" y="951771"/>
                </a:lnTo>
                <a:lnTo>
                  <a:pt x="750302" y="952054"/>
                </a:lnTo>
                <a:lnTo>
                  <a:pt x="750383" y="952344"/>
                </a:lnTo>
                <a:lnTo>
                  <a:pt x="750444" y="952638"/>
                </a:lnTo>
                <a:lnTo>
                  <a:pt x="783282" y="1139298"/>
                </a:lnTo>
                <a:lnTo>
                  <a:pt x="815272" y="989988"/>
                </a:lnTo>
                <a:lnTo>
                  <a:pt x="815344" y="989701"/>
                </a:lnTo>
                <a:lnTo>
                  <a:pt x="815434" y="989418"/>
                </a:lnTo>
                <a:lnTo>
                  <a:pt x="815542" y="989142"/>
                </a:lnTo>
                <a:lnTo>
                  <a:pt x="815668" y="988874"/>
                </a:lnTo>
                <a:lnTo>
                  <a:pt x="815811" y="988614"/>
                </a:lnTo>
                <a:lnTo>
                  <a:pt x="815971" y="988364"/>
                </a:lnTo>
                <a:lnTo>
                  <a:pt x="816146" y="988125"/>
                </a:lnTo>
                <a:lnTo>
                  <a:pt x="816337" y="987898"/>
                </a:lnTo>
                <a:lnTo>
                  <a:pt x="816542" y="987684"/>
                </a:lnTo>
                <a:lnTo>
                  <a:pt x="816761" y="987484"/>
                </a:lnTo>
                <a:lnTo>
                  <a:pt x="816992" y="987298"/>
                </a:lnTo>
                <a:lnTo>
                  <a:pt x="817235" y="987128"/>
                </a:lnTo>
                <a:lnTo>
                  <a:pt x="817488" y="986974"/>
                </a:lnTo>
                <a:lnTo>
                  <a:pt x="817751" y="986836"/>
                </a:lnTo>
                <a:lnTo>
                  <a:pt x="818022" y="986717"/>
                </a:lnTo>
                <a:lnTo>
                  <a:pt x="818300" y="986614"/>
                </a:lnTo>
                <a:lnTo>
                  <a:pt x="818585" y="986531"/>
                </a:lnTo>
                <a:lnTo>
                  <a:pt x="818874" y="986466"/>
                </a:lnTo>
                <a:lnTo>
                  <a:pt x="819167" y="986419"/>
                </a:lnTo>
                <a:lnTo>
                  <a:pt x="819462" y="986392"/>
                </a:lnTo>
                <a:lnTo>
                  <a:pt x="819759" y="986385"/>
                </a:lnTo>
                <a:lnTo>
                  <a:pt x="820055" y="986396"/>
                </a:lnTo>
                <a:lnTo>
                  <a:pt x="820350" y="986427"/>
                </a:lnTo>
                <a:lnTo>
                  <a:pt x="820642" y="986477"/>
                </a:lnTo>
                <a:lnTo>
                  <a:pt x="820931" y="986546"/>
                </a:lnTo>
                <a:lnTo>
                  <a:pt x="821214" y="986633"/>
                </a:lnTo>
                <a:lnTo>
                  <a:pt x="821491" y="986738"/>
                </a:lnTo>
                <a:lnTo>
                  <a:pt x="821761" y="986862"/>
                </a:lnTo>
                <a:lnTo>
                  <a:pt x="822022" y="987002"/>
                </a:lnTo>
                <a:lnTo>
                  <a:pt x="822273" y="987160"/>
                </a:lnTo>
                <a:lnTo>
                  <a:pt x="822513" y="987333"/>
                </a:lnTo>
                <a:lnTo>
                  <a:pt x="822742" y="987522"/>
                </a:lnTo>
                <a:lnTo>
                  <a:pt x="822958" y="987725"/>
                </a:lnTo>
                <a:lnTo>
                  <a:pt x="823161" y="987941"/>
                </a:lnTo>
                <a:lnTo>
                  <a:pt x="823349" y="988171"/>
                </a:lnTo>
                <a:lnTo>
                  <a:pt x="823521" y="988412"/>
                </a:lnTo>
                <a:lnTo>
                  <a:pt x="823678" y="988664"/>
                </a:lnTo>
                <a:lnTo>
                  <a:pt x="823818" y="988925"/>
                </a:lnTo>
                <a:lnTo>
                  <a:pt x="823940" y="989195"/>
                </a:lnTo>
                <a:lnTo>
                  <a:pt x="824045" y="989473"/>
                </a:lnTo>
                <a:lnTo>
                  <a:pt x="824131" y="989756"/>
                </a:lnTo>
                <a:lnTo>
                  <a:pt x="859571" y="1121147"/>
                </a:lnTo>
                <a:lnTo>
                  <a:pt x="890975" y="1105577"/>
                </a:lnTo>
                <a:lnTo>
                  <a:pt x="926954" y="1074923"/>
                </a:lnTo>
                <a:lnTo>
                  <a:pt x="963490" y="1020291"/>
                </a:lnTo>
                <a:lnTo>
                  <a:pt x="963663" y="1020050"/>
                </a:lnTo>
                <a:lnTo>
                  <a:pt x="963850" y="1019821"/>
                </a:lnTo>
                <a:lnTo>
                  <a:pt x="964053" y="1019604"/>
                </a:lnTo>
                <a:lnTo>
                  <a:pt x="964269" y="1019401"/>
                </a:lnTo>
                <a:lnTo>
                  <a:pt x="964498" y="1019213"/>
                </a:lnTo>
                <a:lnTo>
                  <a:pt x="964738" y="1019040"/>
                </a:lnTo>
                <a:lnTo>
                  <a:pt x="964989" y="1018883"/>
                </a:lnTo>
                <a:lnTo>
                  <a:pt x="965250" y="1018742"/>
                </a:lnTo>
                <a:lnTo>
                  <a:pt x="965520" y="1018619"/>
                </a:lnTo>
                <a:lnTo>
                  <a:pt x="965797" y="1018514"/>
                </a:lnTo>
                <a:lnTo>
                  <a:pt x="966080" y="1018427"/>
                </a:lnTo>
                <a:lnTo>
                  <a:pt x="966368" y="1018358"/>
                </a:lnTo>
                <a:lnTo>
                  <a:pt x="966660" y="1018308"/>
                </a:lnTo>
                <a:lnTo>
                  <a:pt x="966955" y="1018278"/>
                </a:lnTo>
                <a:lnTo>
                  <a:pt x="967251" y="1018266"/>
                </a:lnTo>
                <a:lnTo>
                  <a:pt x="967547" y="1018274"/>
                </a:lnTo>
                <a:lnTo>
                  <a:pt x="967842" y="1018301"/>
                </a:lnTo>
                <a:lnTo>
                  <a:pt x="1004730" y="1022892"/>
                </a:lnTo>
                <a:lnTo>
                  <a:pt x="1005025" y="1022938"/>
                </a:lnTo>
                <a:lnTo>
                  <a:pt x="1005318" y="1023004"/>
                </a:lnTo>
                <a:lnTo>
                  <a:pt x="1005605" y="1023089"/>
                </a:lnTo>
                <a:lnTo>
                  <a:pt x="1005886" y="1023193"/>
                </a:lnTo>
                <a:lnTo>
                  <a:pt x="1006159" y="1023315"/>
                </a:lnTo>
                <a:lnTo>
                  <a:pt x="1006424" y="1023455"/>
                </a:lnTo>
                <a:lnTo>
                  <a:pt x="1006679" y="1023612"/>
                </a:lnTo>
                <a:lnTo>
                  <a:pt x="1006924" y="1023785"/>
                </a:lnTo>
                <a:lnTo>
                  <a:pt x="1007156" y="1023974"/>
                </a:lnTo>
                <a:lnTo>
                  <a:pt x="1007376" y="1024178"/>
                </a:lnTo>
                <a:lnTo>
                  <a:pt x="1007581" y="1024395"/>
                </a:lnTo>
                <a:lnTo>
                  <a:pt x="1007772" y="1024626"/>
                </a:lnTo>
                <a:lnTo>
                  <a:pt x="1007948" y="1024869"/>
                </a:lnTo>
                <a:lnTo>
                  <a:pt x="1044270" y="1078802"/>
                </a:lnTo>
                <a:lnTo>
                  <a:pt x="1075236" y="1097408"/>
                </a:lnTo>
                <a:lnTo>
                  <a:pt x="1110456" y="977940"/>
                </a:lnTo>
                <a:lnTo>
                  <a:pt x="1110550" y="977657"/>
                </a:lnTo>
                <a:lnTo>
                  <a:pt x="1110662" y="977381"/>
                </a:lnTo>
                <a:lnTo>
                  <a:pt x="1110791" y="977113"/>
                </a:lnTo>
                <a:lnTo>
                  <a:pt x="1110938" y="976853"/>
                </a:lnTo>
                <a:lnTo>
                  <a:pt x="1111102" y="976604"/>
                </a:lnTo>
                <a:lnTo>
                  <a:pt x="1111282" y="976366"/>
                </a:lnTo>
                <a:lnTo>
                  <a:pt x="1111476" y="976140"/>
                </a:lnTo>
                <a:lnTo>
                  <a:pt x="1111685" y="975928"/>
                </a:lnTo>
                <a:lnTo>
                  <a:pt x="1111908" y="975730"/>
                </a:lnTo>
                <a:lnTo>
                  <a:pt x="1112143" y="975546"/>
                </a:lnTo>
                <a:lnTo>
                  <a:pt x="1112389" y="975378"/>
                </a:lnTo>
                <a:lnTo>
                  <a:pt x="1112646" y="975227"/>
                </a:lnTo>
                <a:lnTo>
                  <a:pt x="1112912" y="975093"/>
                </a:lnTo>
                <a:lnTo>
                  <a:pt x="1113186" y="974977"/>
                </a:lnTo>
                <a:lnTo>
                  <a:pt x="1113468" y="974878"/>
                </a:lnTo>
                <a:lnTo>
                  <a:pt x="1113755" y="974799"/>
                </a:lnTo>
                <a:lnTo>
                  <a:pt x="1150642" y="965857"/>
                </a:lnTo>
                <a:lnTo>
                  <a:pt x="1150936" y="965796"/>
                </a:lnTo>
                <a:lnTo>
                  <a:pt x="1151234" y="965755"/>
                </a:lnTo>
                <a:lnTo>
                  <a:pt x="1151533" y="965733"/>
                </a:lnTo>
                <a:lnTo>
                  <a:pt x="1151833" y="965731"/>
                </a:lnTo>
                <a:lnTo>
                  <a:pt x="1152133" y="965748"/>
                </a:lnTo>
                <a:lnTo>
                  <a:pt x="1152431" y="965785"/>
                </a:lnTo>
                <a:lnTo>
                  <a:pt x="1152726" y="965842"/>
                </a:lnTo>
                <a:lnTo>
                  <a:pt x="1153016" y="965918"/>
                </a:lnTo>
                <a:lnTo>
                  <a:pt x="1153301" y="966013"/>
                </a:lnTo>
                <a:lnTo>
                  <a:pt x="1153579" y="966127"/>
                </a:lnTo>
                <a:lnTo>
                  <a:pt x="1153849" y="966259"/>
                </a:lnTo>
                <a:lnTo>
                  <a:pt x="1154109" y="966408"/>
                </a:lnTo>
                <a:lnTo>
                  <a:pt x="1154359" y="966574"/>
                </a:lnTo>
                <a:lnTo>
                  <a:pt x="1154598" y="966756"/>
                </a:lnTo>
                <a:lnTo>
                  <a:pt x="1154824" y="966953"/>
                </a:lnTo>
                <a:lnTo>
                  <a:pt x="1155037" y="967165"/>
                </a:lnTo>
                <a:lnTo>
                  <a:pt x="1155236" y="967390"/>
                </a:lnTo>
                <a:lnTo>
                  <a:pt x="1155419" y="967628"/>
                </a:lnTo>
                <a:lnTo>
                  <a:pt x="1155586" y="967878"/>
                </a:lnTo>
                <a:lnTo>
                  <a:pt x="1155736" y="968138"/>
                </a:lnTo>
                <a:lnTo>
                  <a:pt x="1155869" y="968407"/>
                </a:lnTo>
                <a:lnTo>
                  <a:pt x="1155984" y="968684"/>
                </a:lnTo>
                <a:lnTo>
                  <a:pt x="1156080" y="968969"/>
                </a:lnTo>
                <a:lnTo>
                  <a:pt x="1156157" y="969259"/>
                </a:lnTo>
                <a:lnTo>
                  <a:pt x="1192084" y="1124295"/>
                </a:lnTo>
                <a:lnTo>
                  <a:pt x="1221990" y="1119480"/>
                </a:lnTo>
                <a:lnTo>
                  <a:pt x="1258031" y="1005245"/>
                </a:lnTo>
                <a:lnTo>
                  <a:pt x="1258130" y="1004963"/>
                </a:lnTo>
                <a:lnTo>
                  <a:pt x="1258248" y="1004688"/>
                </a:lnTo>
                <a:lnTo>
                  <a:pt x="1258384" y="1004421"/>
                </a:lnTo>
                <a:lnTo>
                  <a:pt x="1258536" y="1004163"/>
                </a:lnTo>
                <a:lnTo>
                  <a:pt x="1258705" y="1003917"/>
                </a:lnTo>
                <a:lnTo>
                  <a:pt x="1258890" y="1003681"/>
                </a:lnTo>
                <a:lnTo>
                  <a:pt x="1259090" y="1003459"/>
                </a:lnTo>
                <a:lnTo>
                  <a:pt x="1259305" y="1003250"/>
                </a:lnTo>
                <a:lnTo>
                  <a:pt x="1259532" y="1003056"/>
                </a:lnTo>
                <a:lnTo>
                  <a:pt x="1259772" y="1002877"/>
                </a:lnTo>
                <a:lnTo>
                  <a:pt x="1260023" y="1002714"/>
                </a:lnTo>
                <a:lnTo>
                  <a:pt x="1260284" y="1002567"/>
                </a:lnTo>
                <a:lnTo>
                  <a:pt x="1260554" y="1002439"/>
                </a:lnTo>
                <a:lnTo>
                  <a:pt x="1260832" y="1002328"/>
                </a:lnTo>
                <a:lnTo>
                  <a:pt x="1261117" y="1002236"/>
                </a:lnTo>
                <a:lnTo>
                  <a:pt x="1261407" y="1002163"/>
                </a:lnTo>
                <a:lnTo>
                  <a:pt x="1261701" y="1002108"/>
                </a:lnTo>
                <a:lnTo>
                  <a:pt x="1261998" y="1002074"/>
                </a:lnTo>
                <a:lnTo>
                  <a:pt x="1262297" y="1002058"/>
                </a:lnTo>
                <a:lnTo>
                  <a:pt x="1262596" y="1002063"/>
                </a:lnTo>
                <a:lnTo>
                  <a:pt x="1262894" y="1002087"/>
                </a:lnTo>
                <a:lnTo>
                  <a:pt x="1263191" y="1002131"/>
                </a:lnTo>
                <a:lnTo>
                  <a:pt x="1263483" y="1002194"/>
                </a:lnTo>
                <a:lnTo>
                  <a:pt x="1263771" y="1002275"/>
                </a:lnTo>
                <a:lnTo>
                  <a:pt x="1264053" y="1002376"/>
                </a:lnTo>
                <a:lnTo>
                  <a:pt x="1264327" y="1002495"/>
                </a:lnTo>
                <a:lnTo>
                  <a:pt x="1264593" y="1002632"/>
                </a:lnTo>
                <a:lnTo>
                  <a:pt x="1264850" y="1002786"/>
                </a:lnTo>
                <a:lnTo>
                  <a:pt x="1265096" y="1002956"/>
                </a:lnTo>
                <a:lnTo>
                  <a:pt x="1265330" y="1003142"/>
                </a:lnTo>
                <a:lnTo>
                  <a:pt x="1265552" y="1003343"/>
                </a:lnTo>
                <a:lnTo>
                  <a:pt x="1265760" y="1003558"/>
                </a:lnTo>
                <a:lnTo>
                  <a:pt x="1265953" y="1003787"/>
                </a:lnTo>
                <a:lnTo>
                  <a:pt x="1266131" y="1004027"/>
                </a:lnTo>
                <a:lnTo>
                  <a:pt x="1266293" y="1004279"/>
                </a:lnTo>
                <a:lnTo>
                  <a:pt x="1266438" y="1004541"/>
                </a:lnTo>
                <a:lnTo>
                  <a:pt x="1266565" y="1004812"/>
                </a:lnTo>
                <a:lnTo>
                  <a:pt x="1266674" y="1005090"/>
                </a:lnTo>
                <a:lnTo>
                  <a:pt x="1300181" y="1099386"/>
                </a:lnTo>
                <a:lnTo>
                  <a:pt x="1332168" y="1041761"/>
                </a:lnTo>
                <a:lnTo>
                  <a:pt x="1332220" y="1041670"/>
                </a:lnTo>
                <a:lnTo>
                  <a:pt x="1369107" y="978671"/>
                </a:lnTo>
                <a:lnTo>
                  <a:pt x="1369267" y="978416"/>
                </a:lnTo>
                <a:lnTo>
                  <a:pt x="1369444" y="978173"/>
                </a:lnTo>
                <a:lnTo>
                  <a:pt x="1369637" y="977942"/>
                </a:lnTo>
                <a:lnTo>
                  <a:pt x="1369844" y="977725"/>
                </a:lnTo>
                <a:lnTo>
                  <a:pt x="1370065" y="977521"/>
                </a:lnTo>
                <a:lnTo>
                  <a:pt x="1370299" y="977332"/>
                </a:lnTo>
                <a:lnTo>
                  <a:pt x="1370545" y="977160"/>
                </a:lnTo>
                <a:lnTo>
                  <a:pt x="1370802" y="977003"/>
                </a:lnTo>
                <a:lnTo>
                  <a:pt x="1371068" y="976864"/>
                </a:lnTo>
                <a:lnTo>
                  <a:pt x="1371343" y="976743"/>
                </a:lnTo>
                <a:lnTo>
                  <a:pt x="1371626" y="976641"/>
                </a:lnTo>
                <a:lnTo>
                  <a:pt x="1371914" y="976557"/>
                </a:lnTo>
                <a:lnTo>
                  <a:pt x="1372208" y="976492"/>
                </a:lnTo>
                <a:lnTo>
                  <a:pt x="1372505" y="976447"/>
                </a:lnTo>
                <a:lnTo>
                  <a:pt x="1372805" y="976421"/>
                </a:lnTo>
                <a:lnTo>
                  <a:pt x="1373105" y="976416"/>
                </a:lnTo>
                <a:lnTo>
                  <a:pt x="1373406" y="976430"/>
                </a:lnTo>
                <a:lnTo>
                  <a:pt x="1373704" y="976464"/>
                </a:lnTo>
                <a:lnTo>
                  <a:pt x="1374000" y="976517"/>
                </a:lnTo>
                <a:lnTo>
                  <a:pt x="1374292" y="976590"/>
                </a:lnTo>
                <a:lnTo>
                  <a:pt x="1374578" y="976682"/>
                </a:lnTo>
                <a:lnTo>
                  <a:pt x="1374857" y="976793"/>
                </a:lnTo>
                <a:lnTo>
                  <a:pt x="1375129" y="976921"/>
                </a:lnTo>
                <a:lnTo>
                  <a:pt x="1375391" y="977068"/>
                </a:lnTo>
                <a:lnTo>
                  <a:pt x="1375644" y="977231"/>
                </a:lnTo>
                <a:lnTo>
                  <a:pt x="1375885" y="977411"/>
                </a:lnTo>
                <a:lnTo>
                  <a:pt x="1376113" y="977606"/>
                </a:lnTo>
                <a:lnTo>
                  <a:pt x="1376329" y="977816"/>
                </a:lnTo>
                <a:lnTo>
                  <a:pt x="1376530" y="978039"/>
                </a:lnTo>
                <a:lnTo>
                  <a:pt x="1376715" y="978276"/>
                </a:lnTo>
                <a:lnTo>
                  <a:pt x="1376885" y="978524"/>
                </a:lnTo>
                <a:lnTo>
                  <a:pt x="1377038" y="978782"/>
                </a:lnTo>
                <a:lnTo>
                  <a:pt x="1377174" y="979050"/>
                </a:lnTo>
                <a:lnTo>
                  <a:pt x="1377292" y="979327"/>
                </a:lnTo>
                <a:lnTo>
                  <a:pt x="1377391" y="979611"/>
                </a:lnTo>
                <a:lnTo>
                  <a:pt x="1377472" y="979900"/>
                </a:lnTo>
                <a:lnTo>
                  <a:pt x="1377533" y="980195"/>
                </a:lnTo>
                <a:lnTo>
                  <a:pt x="1409947" y="1166982"/>
                </a:lnTo>
                <a:lnTo>
                  <a:pt x="1442326" y="981939"/>
                </a:lnTo>
                <a:lnTo>
                  <a:pt x="1442387" y="981645"/>
                </a:lnTo>
                <a:lnTo>
                  <a:pt x="1442468" y="981356"/>
                </a:lnTo>
                <a:lnTo>
                  <a:pt x="1442568" y="981072"/>
                </a:lnTo>
                <a:lnTo>
                  <a:pt x="1442686" y="980796"/>
                </a:lnTo>
                <a:lnTo>
                  <a:pt x="1442822" y="980528"/>
                </a:lnTo>
                <a:lnTo>
                  <a:pt x="1442975" y="980270"/>
                </a:lnTo>
                <a:lnTo>
                  <a:pt x="1443145" y="980022"/>
                </a:lnTo>
                <a:lnTo>
                  <a:pt x="1443331" y="979786"/>
                </a:lnTo>
                <a:lnTo>
                  <a:pt x="1443532" y="979563"/>
                </a:lnTo>
                <a:lnTo>
                  <a:pt x="1443748" y="979354"/>
                </a:lnTo>
                <a:lnTo>
                  <a:pt x="1443977" y="979159"/>
                </a:lnTo>
                <a:lnTo>
                  <a:pt x="1444218" y="978980"/>
                </a:lnTo>
                <a:lnTo>
                  <a:pt x="1444470" y="978817"/>
                </a:lnTo>
                <a:lnTo>
                  <a:pt x="1444733" y="978670"/>
                </a:lnTo>
                <a:lnTo>
                  <a:pt x="1445004" y="978542"/>
                </a:lnTo>
                <a:lnTo>
                  <a:pt x="1445284" y="978432"/>
                </a:lnTo>
                <a:lnTo>
                  <a:pt x="1445570" y="978340"/>
                </a:lnTo>
                <a:lnTo>
                  <a:pt x="1445861" y="978268"/>
                </a:lnTo>
                <a:lnTo>
                  <a:pt x="1446157" y="978214"/>
                </a:lnTo>
                <a:lnTo>
                  <a:pt x="1446456" y="978181"/>
                </a:lnTo>
                <a:lnTo>
                  <a:pt x="1446756" y="978167"/>
                </a:lnTo>
                <a:lnTo>
                  <a:pt x="1447056" y="978173"/>
                </a:lnTo>
                <a:lnTo>
                  <a:pt x="1447356" y="978198"/>
                </a:lnTo>
                <a:lnTo>
                  <a:pt x="1447653" y="978244"/>
                </a:lnTo>
                <a:lnTo>
                  <a:pt x="1447946" y="978308"/>
                </a:lnTo>
                <a:lnTo>
                  <a:pt x="1448234" y="978392"/>
                </a:lnTo>
                <a:lnTo>
                  <a:pt x="1448517" y="978495"/>
                </a:lnTo>
                <a:lnTo>
                  <a:pt x="1448792" y="978616"/>
                </a:lnTo>
                <a:lnTo>
                  <a:pt x="1449058" y="978756"/>
                </a:lnTo>
                <a:lnTo>
                  <a:pt x="1449315" y="978912"/>
                </a:lnTo>
                <a:lnTo>
                  <a:pt x="1449560" y="979085"/>
                </a:lnTo>
                <a:lnTo>
                  <a:pt x="1449794" y="979273"/>
                </a:lnTo>
                <a:lnTo>
                  <a:pt x="1450015" y="979477"/>
                </a:lnTo>
                <a:lnTo>
                  <a:pt x="1450222" y="979695"/>
                </a:lnTo>
                <a:lnTo>
                  <a:pt x="1450414" y="979926"/>
                </a:lnTo>
                <a:lnTo>
                  <a:pt x="1450591" y="980169"/>
                </a:lnTo>
                <a:lnTo>
                  <a:pt x="1450751" y="980423"/>
                </a:lnTo>
                <a:lnTo>
                  <a:pt x="1450894" y="980687"/>
                </a:lnTo>
                <a:lnTo>
                  <a:pt x="1451020" y="980960"/>
                </a:lnTo>
                <a:lnTo>
                  <a:pt x="1451127" y="981241"/>
                </a:lnTo>
                <a:lnTo>
                  <a:pt x="1451215" y="981528"/>
                </a:lnTo>
                <a:lnTo>
                  <a:pt x="1451285" y="981820"/>
                </a:lnTo>
                <a:lnTo>
                  <a:pt x="1484527" y="1145945"/>
                </a:lnTo>
                <a:lnTo>
                  <a:pt x="1516218" y="1038546"/>
                </a:lnTo>
                <a:lnTo>
                  <a:pt x="1516313" y="1038261"/>
                </a:lnTo>
                <a:lnTo>
                  <a:pt x="1516426" y="1037982"/>
                </a:lnTo>
                <a:lnTo>
                  <a:pt x="1516557" y="1037712"/>
                </a:lnTo>
                <a:lnTo>
                  <a:pt x="1516706" y="1037451"/>
                </a:lnTo>
                <a:lnTo>
                  <a:pt x="1516872" y="1037200"/>
                </a:lnTo>
                <a:lnTo>
                  <a:pt x="1517054" y="1036960"/>
                </a:lnTo>
                <a:lnTo>
                  <a:pt x="1517251" y="1036733"/>
                </a:lnTo>
                <a:lnTo>
                  <a:pt x="1517463" y="1036520"/>
                </a:lnTo>
                <a:lnTo>
                  <a:pt x="1517689" y="1036321"/>
                </a:lnTo>
                <a:lnTo>
                  <a:pt x="1517927" y="1036137"/>
                </a:lnTo>
                <a:lnTo>
                  <a:pt x="1518177" y="1035970"/>
                </a:lnTo>
                <a:lnTo>
                  <a:pt x="1518437" y="1035819"/>
                </a:lnTo>
                <a:lnTo>
                  <a:pt x="1518706" y="1035686"/>
                </a:lnTo>
                <a:lnTo>
                  <a:pt x="1518984" y="1035570"/>
                </a:lnTo>
                <a:lnTo>
                  <a:pt x="1519269" y="1035474"/>
                </a:lnTo>
                <a:lnTo>
                  <a:pt x="1519560" y="1035396"/>
                </a:lnTo>
                <a:lnTo>
                  <a:pt x="1519855" y="1035338"/>
                </a:lnTo>
                <a:lnTo>
                  <a:pt x="1520153" y="1035299"/>
                </a:lnTo>
                <a:lnTo>
                  <a:pt x="1520453" y="1035280"/>
                </a:lnTo>
                <a:lnTo>
                  <a:pt x="1520754" y="1035281"/>
                </a:lnTo>
                <a:lnTo>
                  <a:pt x="1521054" y="1035301"/>
                </a:lnTo>
                <a:lnTo>
                  <a:pt x="1521352" y="1035342"/>
                </a:lnTo>
                <a:lnTo>
                  <a:pt x="1521646" y="1035402"/>
                </a:lnTo>
                <a:lnTo>
                  <a:pt x="1521937" y="1035481"/>
                </a:lnTo>
                <a:lnTo>
                  <a:pt x="1522221" y="1035579"/>
                </a:lnTo>
                <a:lnTo>
                  <a:pt x="1522498" y="1035696"/>
                </a:lnTo>
                <a:lnTo>
                  <a:pt x="1522767" y="1035831"/>
                </a:lnTo>
                <a:lnTo>
                  <a:pt x="1523026" y="1035983"/>
                </a:lnTo>
                <a:lnTo>
                  <a:pt x="1523275" y="1036152"/>
                </a:lnTo>
                <a:lnTo>
                  <a:pt x="1523512" y="1036337"/>
                </a:lnTo>
                <a:lnTo>
                  <a:pt x="1523736" y="1036537"/>
                </a:lnTo>
                <a:lnTo>
                  <a:pt x="1523947" y="1036752"/>
                </a:lnTo>
                <a:lnTo>
                  <a:pt x="1524143" y="1036980"/>
                </a:lnTo>
                <a:lnTo>
                  <a:pt x="1524324" y="1037220"/>
                </a:lnTo>
                <a:lnTo>
                  <a:pt x="1524488" y="1037472"/>
                </a:lnTo>
                <a:lnTo>
                  <a:pt x="1524636" y="1037734"/>
                </a:lnTo>
                <a:lnTo>
                  <a:pt x="1524766" y="1038005"/>
                </a:lnTo>
                <a:lnTo>
                  <a:pt x="1524877" y="1038285"/>
                </a:lnTo>
                <a:lnTo>
                  <a:pt x="1555386" y="1122544"/>
                </a:lnTo>
                <a:lnTo>
                  <a:pt x="1589846" y="858993"/>
                </a:lnTo>
                <a:lnTo>
                  <a:pt x="1589894" y="858701"/>
                </a:lnTo>
                <a:lnTo>
                  <a:pt x="1589960" y="858413"/>
                </a:lnTo>
                <a:lnTo>
                  <a:pt x="1590046" y="858129"/>
                </a:lnTo>
                <a:lnTo>
                  <a:pt x="1590149" y="857852"/>
                </a:lnTo>
                <a:lnTo>
                  <a:pt x="1590271" y="857582"/>
                </a:lnTo>
                <a:lnTo>
                  <a:pt x="1590409" y="857320"/>
                </a:lnTo>
                <a:lnTo>
                  <a:pt x="1590565" y="857068"/>
                </a:lnTo>
                <a:lnTo>
                  <a:pt x="1590736" y="856827"/>
                </a:lnTo>
                <a:lnTo>
                  <a:pt x="1590923" y="856597"/>
                </a:lnTo>
                <a:lnTo>
                  <a:pt x="1591124" y="856379"/>
                </a:lnTo>
                <a:lnTo>
                  <a:pt x="1591339" y="856176"/>
                </a:lnTo>
                <a:lnTo>
                  <a:pt x="1591566" y="855986"/>
                </a:lnTo>
                <a:lnTo>
                  <a:pt x="1591806" y="855812"/>
                </a:lnTo>
                <a:lnTo>
                  <a:pt x="1592056" y="855654"/>
                </a:lnTo>
                <a:lnTo>
                  <a:pt x="1592316" y="855512"/>
                </a:lnTo>
                <a:lnTo>
                  <a:pt x="1592585" y="855388"/>
                </a:lnTo>
                <a:lnTo>
                  <a:pt x="1592861" y="855281"/>
                </a:lnTo>
                <a:lnTo>
                  <a:pt x="1593143" y="855192"/>
                </a:lnTo>
                <a:lnTo>
                  <a:pt x="1593431" y="855122"/>
                </a:lnTo>
                <a:lnTo>
                  <a:pt x="1593722" y="855071"/>
                </a:lnTo>
                <a:lnTo>
                  <a:pt x="1594017" y="855039"/>
                </a:lnTo>
                <a:lnTo>
                  <a:pt x="1594312" y="855026"/>
                </a:lnTo>
                <a:lnTo>
                  <a:pt x="1594608" y="855032"/>
                </a:lnTo>
                <a:lnTo>
                  <a:pt x="1594903" y="855057"/>
                </a:lnTo>
                <a:lnTo>
                  <a:pt x="1595196" y="855102"/>
                </a:lnTo>
                <a:lnTo>
                  <a:pt x="1595485" y="855165"/>
                </a:lnTo>
                <a:lnTo>
                  <a:pt x="1595770" y="855247"/>
                </a:lnTo>
                <a:lnTo>
                  <a:pt x="1596048" y="855347"/>
                </a:lnTo>
                <a:lnTo>
                  <a:pt x="1596320" y="855465"/>
                </a:lnTo>
                <a:lnTo>
                  <a:pt x="1596583" y="855601"/>
                </a:lnTo>
                <a:lnTo>
                  <a:pt x="1596837" y="855753"/>
                </a:lnTo>
                <a:lnTo>
                  <a:pt x="1597081" y="855922"/>
                </a:lnTo>
                <a:lnTo>
                  <a:pt x="1597313" y="856106"/>
                </a:lnTo>
                <a:lnTo>
                  <a:pt x="1597532" y="856304"/>
                </a:lnTo>
                <a:lnTo>
                  <a:pt x="1597738" y="856517"/>
                </a:lnTo>
                <a:lnTo>
                  <a:pt x="1597930" y="856742"/>
                </a:lnTo>
                <a:lnTo>
                  <a:pt x="1598107" y="856979"/>
                </a:lnTo>
                <a:lnTo>
                  <a:pt x="1598269" y="857228"/>
                </a:lnTo>
                <a:lnTo>
                  <a:pt x="1598413" y="857486"/>
                </a:lnTo>
                <a:lnTo>
                  <a:pt x="1598541" y="857753"/>
                </a:lnTo>
                <a:lnTo>
                  <a:pt x="1598651" y="858028"/>
                </a:lnTo>
                <a:lnTo>
                  <a:pt x="1598743" y="858309"/>
                </a:lnTo>
                <a:lnTo>
                  <a:pt x="1598817" y="858596"/>
                </a:lnTo>
                <a:lnTo>
                  <a:pt x="1598871" y="858887"/>
                </a:lnTo>
                <a:lnTo>
                  <a:pt x="1598907" y="859181"/>
                </a:lnTo>
                <a:lnTo>
                  <a:pt x="1632374" y="1236034"/>
                </a:lnTo>
                <a:lnTo>
                  <a:pt x="1663630" y="1023670"/>
                </a:lnTo>
                <a:lnTo>
                  <a:pt x="1663684" y="1023373"/>
                </a:lnTo>
                <a:lnTo>
                  <a:pt x="1663757" y="1023080"/>
                </a:lnTo>
                <a:lnTo>
                  <a:pt x="1663850" y="1022793"/>
                </a:lnTo>
                <a:lnTo>
                  <a:pt x="1663961" y="1022513"/>
                </a:lnTo>
                <a:lnTo>
                  <a:pt x="1664090" y="1022241"/>
                </a:lnTo>
                <a:lnTo>
                  <a:pt x="1664237" y="1021978"/>
                </a:lnTo>
                <a:lnTo>
                  <a:pt x="1664402" y="1021725"/>
                </a:lnTo>
                <a:lnTo>
                  <a:pt x="1664582" y="1021483"/>
                </a:lnTo>
                <a:lnTo>
                  <a:pt x="1664778" y="1021254"/>
                </a:lnTo>
                <a:lnTo>
                  <a:pt x="1664989" y="1021039"/>
                </a:lnTo>
                <a:lnTo>
                  <a:pt x="1701877" y="985759"/>
                </a:lnTo>
                <a:lnTo>
                  <a:pt x="1702099" y="985560"/>
                </a:lnTo>
                <a:lnTo>
                  <a:pt x="1702333" y="985376"/>
                </a:lnTo>
                <a:lnTo>
                  <a:pt x="1702579" y="985208"/>
                </a:lnTo>
                <a:lnTo>
                  <a:pt x="1702836" y="985056"/>
                </a:lnTo>
                <a:lnTo>
                  <a:pt x="1703102" y="984921"/>
                </a:lnTo>
                <a:lnTo>
                  <a:pt x="1703376" y="984804"/>
                </a:lnTo>
                <a:lnTo>
                  <a:pt x="1703657" y="984705"/>
                </a:lnTo>
                <a:lnTo>
                  <a:pt x="1703944" y="984625"/>
                </a:lnTo>
                <a:lnTo>
                  <a:pt x="1704236" y="984564"/>
                </a:lnTo>
                <a:lnTo>
                  <a:pt x="1704531" y="984522"/>
                </a:lnTo>
                <a:lnTo>
                  <a:pt x="1704828" y="984499"/>
                </a:lnTo>
                <a:lnTo>
                  <a:pt x="1705126" y="984496"/>
                </a:lnTo>
                <a:lnTo>
                  <a:pt x="1705424" y="984512"/>
                </a:lnTo>
                <a:lnTo>
                  <a:pt x="1705720" y="984548"/>
                </a:lnTo>
                <a:lnTo>
                  <a:pt x="1706013" y="984602"/>
                </a:lnTo>
                <a:lnTo>
                  <a:pt x="1706302" y="984676"/>
                </a:lnTo>
                <a:lnTo>
                  <a:pt x="1706585" y="984769"/>
                </a:lnTo>
                <a:lnTo>
                  <a:pt x="1706862" y="984880"/>
                </a:lnTo>
                <a:lnTo>
                  <a:pt x="1707131" y="985009"/>
                </a:lnTo>
                <a:lnTo>
                  <a:pt x="1707391" y="985155"/>
                </a:lnTo>
                <a:lnTo>
                  <a:pt x="1707640" y="985318"/>
                </a:lnTo>
                <a:lnTo>
                  <a:pt x="1707879" y="985496"/>
                </a:lnTo>
                <a:lnTo>
                  <a:pt x="1708105" y="985690"/>
                </a:lnTo>
                <a:lnTo>
                  <a:pt x="1708318" y="985899"/>
                </a:lnTo>
                <a:lnTo>
                  <a:pt x="1708518" y="986120"/>
                </a:lnTo>
                <a:lnTo>
                  <a:pt x="1708702" y="986355"/>
                </a:lnTo>
                <a:lnTo>
                  <a:pt x="1708870" y="986601"/>
                </a:lnTo>
                <a:lnTo>
                  <a:pt x="1709022" y="986857"/>
                </a:lnTo>
                <a:lnTo>
                  <a:pt x="1709157" y="987123"/>
                </a:lnTo>
                <a:lnTo>
                  <a:pt x="1709275" y="987397"/>
                </a:lnTo>
                <a:lnTo>
                  <a:pt x="1709374" y="987678"/>
                </a:lnTo>
                <a:lnTo>
                  <a:pt x="1709455" y="987965"/>
                </a:lnTo>
                <a:lnTo>
                  <a:pt x="1709516" y="988257"/>
                </a:lnTo>
                <a:lnTo>
                  <a:pt x="1741324" y="1167459"/>
                </a:lnTo>
                <a:lnTo>
                  <a:pt x="1774286" y="925557"/>
                </a:lnTo>
                <a:lnTo>
                  <a:pt x="1774335" y="925264"/>
                </a:lnTo>
                <a:lnTo>
                  <a:pt x="1774404" y="924976"/>
                </a:lnTo>
                <a:lnTo>
                  <a:pt x="1774491" y="924692"/>
                </a:lnTo>
                <a:lnTo>
                  <a:pt x="1774596" y="924415"/>
                </a:lnTo>
                <a:lnTo>
                  <a:pt x="1774720" y="924145"/>
                </a:lnTo>
                <a:lnTo>
                  <a:pt x="1774860" y="923884"/>
                </a:lnTo>
                <a:lnTo>
                  <a:pt x="1775017" y="923632"/>
                </a:lnTo>
                <a:lnTo>
                  <a:pt x="1775190" y="923391"/>
                </a:lnTo>
                <a:lnTo>
                  <a:pt x="1775379" y="923162"/>
                </a:lnTo>
                <a:lnTo>
                  <a:pt x="1775582" y="922946"/>
                </a:lnTo>
                <a:lnTo>
                  <a:pt x="1775799" y="922743"/>
                </a:lnTo>
                <a:lnTo>
                  <a:pt x="1776028" y="922555"/>
                </a:lnTo>
                <a:lnTo>
                  <a:pt x="1776269" y="922382"/>
                </a:lnTo>
                <a:lnTo>
                  <a:pt x="1776521" y="922226"/>
                </a:lnTo>
                <a:lnTo>
                  <a:pt x="1776782" y="922086"/>
                </a:lnTo>
                <a:lnTo>
                  <a:pt x="1777052" y="921963"/>
                </a:lnTo>
                <a:lnTo>
                  <a:pt x="1777330" y="921858"/>
                </a:lnTo>
                <a:lnTo>
                  <a:pt x="1777613" y="921771"/>
                </a:lnTo>
                <a:lnTo>
                  <a:pt x="1777902" y="921703"/>
                </a:lnTo>
                <a:lnTo>
                  <a:pt x="1778195" y="921654"/>
                </a:lnTo>
                <a:lnTo>
                  <a:pt x="1778490" y="921624"/>
                </a:lnTo>
                <a:lnTo>
                  <a:pt x="1778786" y="921613"/>
                </a:lnTo>
                <a:lnTo>
                  <a:pt x="1779083" y="921622"/>
                </a:lnTo>
                <a:lnTo>
                  <a:pt x="1779378" y="921650"/>
                </a:lnTo>
                <a:lnTo>
                  <a:pt x="1779671" y="921697"/>
                </a:lnTo>
                <a:lnTo>
                  <a:pt x="1779960" y="921763"/>
                </a:lnTo>
                <a:lnTo>
                  <a:pt x="1780245" y="921847"/>
                </a:lnTo>
                <a:lnTo>
                  <a:pt x="1780523" y="921950"/>
                </a:lnTo>
                <a:lnTo>
                  <a:pt x="1780794" y="922071"/>
                </a:lnTo>
                <a:lnTo>
                  <a:pt x="1781056" y="922209"/>
                </a:lnTo>
                <a:lnTo>
                  <a:pt x="1781309" y="922364"/>
                </a:lnTo>
                <a:lnTo>
                  <a:pt x="1781551" y="922535"/>
                </a:lnTo>
                <a:lnTo>
                  <a:pt x="1781782" y="922722"/>
                </a:lnTo>
                <a:lnTo>
                  <a:pt x="1782000" y="922923"/>
                </a:lnTo>
                <a:lnTo>
                  <a:pt x="1782205" y="923138"/>
                </a:lnTo>
                <a:lnTo>
                  <a:pt x="1782395" y="923365"/>
                </a:lnTo>
                <a:lnTo>
                  <a:pt x="1782570" y="923605"/>
                </a:lnTo>
                <a:lnTo>
                  <a:pt x="1782729" y="923855"/>
                </a:lnTo>
                <a:lnTo>
                  <a:pt x="1782871" y="924115"/>
                </a:lnTo>
                <a:lnTo>
                  <a:pt x="1782996" y="924384"/>
                </a:lnTo>
                <a:lnTo>
                  <a:pt x="1783104" y="924661"/>
                </a:lnTo>
                <a:lnTo>
                  <a:pt x="1783193" y="924944"/>
                </a:lnTo>
                <a:lnTo>
                  <a:pt x="1783264" y="925232"/>
                </a:lnTo>
                <a:lnTo>
                  <a:pt x="1783315" y="925524"/>
                </a:lnTo>
                <a:lnTo>
                  <a:pt x="1816410" y="1155877"/>
                </a:lnTo>
                <a:lnTo>
                  <a:pt x="1848106" y="996156"/>
                </a:lnTo>
                <a:lnTo>
                  <a:pt x="1848172" y="995868"/>
                </a:lnTo>
                <a:lnTo>
                  <a:pt x="1848258" y="995584"/>
                </a:lnTo>
                <a:lnTo>
                  <a:pt x="1848362" y="995307"/>
                </a:lnTo>
                <a:lnTo>
                  <a:pt x="1848483" y="995037"/>
                </a:lnTo>
                <a:lnTo>
                  <a:pt x="1848622" y="994776"/>
                </a:lnTo>
                <a:lnTo>
                  <a:pt x="1848778" y="994524"/>
                </a:lnTo>
                <a:lnTo>
                  <a:pt x="1848949" y="994283"/>
                </a:lnTo>
                <a:lnTo>
                  <a:pt x="1849136" y="994053"/>
                </a:lnTo>
                <a:lnTo>
                  <a:pt x="1849337" y="993836"/>
                </a:lnTo>
                <a:lnTo>
                  <a:pt x="1849552" y="993633"/>
                </a:lnTo>
                <a:lnTo>
                  <a:pt x="1849779" y="993444"/>
                </a:lnTo>
                <a:lnTo>
                  <a:pt x="1850019" y="993270"/>
                </a:lnTo>
                <a:lnTo>
                  <a:pt x="1850269" y="993112"/>
                </a:lnTo>
                <a:lnTo>
                  <a:pt x="1850529" y="992970"/>
                </a:lnTo>
                <a:lnTo>
                  <a:pt x="1850797" y="992846"/>
                </a:lnTo>
                <a:lnTo>
                  <a:pt x="1851074" y="992739"/>
                </a:lnTo>
                <a:lnTo>
                  <a:pt x="1851356" y="992651"/>
                </a:lnTo>
                <a:lnTo>
                  <a:pt x="1851643" y="992581"/>
                </a:lnTo>
                <a:lnTo>
                  <a:pt x="1851935" y="992530"/>
                </a:lnTo>
                <a:lnTo>
                  <a:pt x="1852229" y="992498"/>
                </a:lnTo>
                <a:lnTo>
                  <a:pt x="1852525" y="992485"/>
                </a:lnTo>
                <a:lnTo>
                  <a:pt x="1852821" y="992491"/>
                </a:lnTo>
                <a:lnTo>
                  <a:pt x="1853115" y="992516"/>
                </a:lnTo>
                <a:lnTo>
                  <a:pt x="1853408" y="992561"/>
                </a:lnTo>
                <a:lnTo>
                  <a:pt x="1853697" y="992624"/>
                </a:lnTo>
                <a:lnTo>
                  <a:pt x="1853981" y="992706"/>
                </a:lnTo>
                <a:lnTo>
                  <a:pt x="1854260" y="992806"/>
                </a:lnTo>
                <a:lnTo>
                  <a:pt x="1854531" y="992924"/>
                </a:lnTo>
                <a:lnTo>
                  <a:pt x="1854794" y="993060"/>
                </a:lnTo>
                <a:lnTo>
                  <a:pt x="1855048" y="993212"/>
                </a:lnTo>
                <a:lnTo>
                  <a:pt x="1855291" y="993380"/>
                </a:lnTo>
                <a:lnTo>
                  <a:pt x="1855523" y="993564"/>
                </a:lnTo>
                <a:lnTo>
                  <a:pt x="1855743" y="993763"/>
                </a:lnTo>
                <a:lnTo>
                  <a:pt x="1855949" y="993975"/>
                </a:lnTo>
                <a:lnTo>
                  <a:pt x="1856141" y="994200"/>
                </a:lnTo>
                <a:lnTo>
                  <a:pt x="1856318" y="994438"/>
                </a:lnTo>
                <a:lnTo>
                  <a:pt x="1856479" y="994686"/>
                </a:lnTo>
                <a:lnTo>
                  <a:pt x="1856624" y="994944"/>
                </a:lnTo>
                <a:lnTo>
                  <a:pt x="1856751" y="995211"/>
                </a:lnTo>
                <a:lnTo>
                  <a:pt x="1856862" y="995485"/>
                </a:lnTo>
                <a:lnTo>
                  <a:pt x="1856954" y="995767"/>
                </a:lnTo>
                <a:lnTo>
                  <a:pt x="1888019" y="1102273"/>
                </a:lnTo>
                <a:lnTo>
                  <a:pt x="1921843" y="875095"/>
                </a:lnTo>
                <a:lnTo>
                  <a:pt x="1921896" y="874804"/>
                </a:lnTo>
                <a:lnTo>
                  <a:pt x="1921968" y="874516"/>
                </a:lnTo>
                <a:lnTo>
                  <a:pt x="1922059" y="874234"/>
                </a:lnTo>
                <a:lnTo>
                  <a:pt x="1922167" y="873959"/>
                </a:lnTo>
                <a:lnTo>
                  <a:pt x="1922294" y="873691"/>
                </a:lnTo>
                <a:lnTo>
                  <a:pt x="1922437" y="873432"/>
                </a:lnTo>
                <a:lnTo>
                  <a:pt x="1922597" y="873182"/>
                </a:lnTo>
                <a:lnTo>
                  <a:pt x="1922772" y="872944"/>
                </a:lnTo>
                <a:lnTo>
                  <a:pt x="1922963" y="872717"/>
                </a:lnTo>
                <a:lnTo>
                  <a:pt x="1923168" y="872504"/>
                </a:lnTo>
                <a:lnTo>
                  <a:pt x="1923387" y="872304"/>
                </a:lnTo>
                <a:lnTo>
                  <a:pt x="1923618" y="872119"/>
                </a:lnTo>
                <a:lnTo>
                  <a:pt x="1923861" y="871949"/>
                </a:lnTo>
                <a:lnTo>
                  <a:pt x="1924114" y="871795"/>
                </a:lnTo>
                <a:lnTo>
                  <a:pt x="1924376" y="871658"/>
                </a:lnTo>
                <a:lnTo>
                  <a:pt x="1924647" y="871539"/>
                </a:lnTo>
                <a:lnTo>
                  <a:pt x="1924925" y="871437"/>
                </a:lnTo>
                <a:lnTo>
                  <a:pt x="1925210" y="871353"/>
                </a:lnTo>
                <a:lnTo>
                  <a:pt x="1925499" y="871288"/>
                </a:lnTo>
                <a:lnTo>
                  <a:pt x="1925791" y="871242"/>
                </a:lnTo>
                <a:lnTo>
                  <a:pt x="1926086" y="871215"/>
                </a:lnTo>
                <a:lnTo>
                  <a:pt x="1926382" y="871208"/>
                </a:lnTo>
                <a:lnTo>
                  <a:pt x="1926678" y="871219"/>
                </a:lnTo>
                <a:lnTo>
                  <a:pt x="1926973" y="871250"/>
                </a:lnTo>
                <a:lnTo>
                  <a:pt x="1927265" y="871300"/>
                </a:lnTo>
                <a:lnTo>
                  <a:pt x="1927553" y="871368"/>
                </a:lnTo>
                <a:lnTo>
                  <a:pt x="1927836" y="871456"/>
                </a:lnTo>
                <a:lnTo>
                  <a:pt x="1928113" y="871561"/>
                </a:lnTo>
                <a:lnTo>
                  <a:pt x="1928382" y="871684"/>
                </a:lnTo>
                <a:lnTo>
                  <a:pt x="1928643" y="871825"/>
                </a:lnTo>
                <a:lnTo>
                  <a:pt x="1928894" y="871982"/>
                </a:lnTo>
                <a:lnTo>
                  <a:pt x="1929134" y="872155"/>
                </a:lnTo>
                <a:lnTo>
                  <a:pt x="1929363" y="872343"/>
                </a:lnTo>
                <a:lnTo>
                  <a:pt x="1929579" y="872546"/>
                </a:lnTo>
                <a:lnTo>
                  <a:pt x="1929781" y="872762"/>
                </a:lnTo>
                <a:lnTo>
                  <a:pt x="1929969" y="872991"/>
                </a:lnTo>
                <a:lnTo>
                  <a:pt x="1930142" y="873232"/>
                </a:lnTo>
                <a:lnTo>
                  <a:pt x="1930298" y="873483"/>
                </a:lnTo>
                <a:lnTo>
                  <a:pt x="1930438" y="873744"/>
                </a:lnTo>
                <a:lnTo>
                  <a:pt x="1930561" y="874013"/>
                </a:lnTo>
                <a:lnTo>
                  <a:pt x="1930666" y="874290"/>
                </a:lnTo>
                <a:lnTo>
                  <a:pt x="1930752" y="874574"/>
                </a:lnTo>
                <a:lnTo>
                  <a:pt x="1930821" y="874862"/>
                </a:lnTo>
                <a:lnTo>
                  <a:pt x="1930870" y="875154"/>
                </a:lnTo>
                <a:lnTo>
                  <a:pt x="1966306" y="1136481"/>
                </a:lnTo>
                <a:lnTo>
                  <a:pt x="1996538" y="1097860"/>
                </a:lnTo>
                <a:lnTo>
                  <a:pt x="1996732" y="1097628"/>
                </a:lnTo>
                <a:lnTo>
                  <a:pt x="1996941" y="1097410"/>
                </a:lnTo>
                <a:lnTo>
                  <a:pt x="1997163" y="1097207"/>
                </a:lnTo>
                <a:lnTo>
                  <a:pt x="1997399" y="1097018"/>
                </a:lnTo>
                <a:lnTo>
                  <a:pt x="1997647" y="1096845"/>
                </a:lnTo>
                <a:lnTo>
                  <a:pt x="1997905" y="1096690"/>
                </a:lnTo>
                <a:lnTo>
                  <a:pt x="1998174" y="1096551"/>
                </a:lnTo>
                <a:lnTo>
                  <a:pt x="1998450" y="1096431"/>
                </a:lnTo>
                <a:lnTo>
                  <a:pt x="1998735" y="1096329"/>
                </a:lnTo>
                <a:lnTo>
                  <a:pt x="1999025" y="1096247"/>
                </a:lnTo>
                <a:lnTo>
                  <a:pt x="1999320" y="1096183"/>
                </a:lnTo>
                <a:lnTo>
                  <a:pt x="1999619" y="1096140"/>
                </a:lnTo>
                <a:lnTo>
                  <a:pt x="1999920" y="1096116"/>
                </a:lnTo>
                <a:lnTo>
                  <a:pt x="2000222" y="1096112"/>
                </a:lnTo>
                <a:lnTo>
                  <a:pt x="2000523" y="1096128"/>
                </a:lnTo>
                <a:lnTo>
                  <a:pt x="2000823" y="1096164"/>
                </a:lnTo>
                <a:lnTo>
                  <a:pt x="2001119" y="1096220"/>
                </a:lnTo>
                <a:lnTo>
                  <a:pt x="2001412" y="1096296"/>
                </a:lnTo>
                <a:lnTo>
                  <a:pt x="2001698" y="1096390"/>
                </a:lnTo>
                <a:lnTo>
                  <a:pt x="2001978" y="1096504"/>
                </a:lnTo>
                <a:lnTo>
                  <a:pt x="2002250" y="1096635"/>
                </a:lnTo>
                <a:lnTo>
                  <a:pt x="2002512" y="1096784"/>
                </a:lnTo>
                <a:lnTo>
                  <a:pt x="2002764" y="1096951"/>
                </a:lnTo>
                <a:lnTo>
                  <a:pt x="2003005" y="1097133"/>
                </a:lnTo>
                <a:lnTo>
                  <a:pt x="2035588" y="1123638"/>
                </a:lnTo>
                <a:lnTo>
                  <a:pt x="2069875" y="1059021"/>
                </a:lnTo>
                <a:lnTo>
                  <a:pt x="2070026" y="1058758"/>
                </a:lnTo>
                <a:lnTo>
                  <a:pt x="2070195" y="1058505"/>
                </a:lnTo>
                <a:lnTo>
                  <a:pt x="2070380" y="1058264"/>
                </a:lnTo>
                <a:lnTo>
                  <a:pt x="2070580" y="1058036"/>
                </a:lnTo>
                <a:lnTo>
                  <a:pt x="2070796" y="1057821"/>
                </a:lnTo>
                <a:lnTo>
                  <a:pt x="2071025" y="1057622"/>
                </a:lnTo>
                <a:lnTo>
                  <a:pt x="2071267" y="1057438"/>
                </a:lnTo>
                <a:lnTo>
                  <a:pt x="2071521" y="1057271"/>
                </a:lnTo>
                <a:lnTo>
                  <a:pt x="2071785" y="1057121"/>
                </a:lnTo>
                <a:lnTo>
                  <a:pt x="2072058" y="1056989"/>
                </a:lnTo>
                <a:lnTo>
                  <a:pt x="2072340" y="1056875"/>
                </a:lnTo>
                <a:lnTo>
                  <a:pt x="2072629" y="1056781"/>
                </a:lnTo>
                <a:lnTo>
                  <a:pt x="2072923" y="1056706"/>
                </a:lnTo>
                <a:lnTo>
                  <a:pt x="2073222" y="1056650"/>
                </a:lnTo>
                <a:lnTo>
                  <a:pt x="2073524" y="1056615"/>
                </a:lnTo>
                <a:lnTo>
                  <a:pt x="2073827" y="1056600"/>
                </a:lnTo>
                <a:lnTo>
                  <a:pt x="2074131" y="1056605"/>
                </a:lnTo>
                <a:lnTo>
                  <a:pt x="2074434" y="1056630"/>
                </a:lnTo>
                <a:lnTo>
                  <a:pt x="2074734" y="1056676"/>
                </a:lnTo>
                <a:lnTo>
                  <a:pt x="2110018" y="1063228"/>
                </a:lnTo>
                <a:lnTo>
                  <a:pt x="2145134" y="1043891"/>
                </a:lnTo>
                <a:lnTo>
                  <a:pt x="2180085" y="1015898"/>
                </a:lnTo>
                <a:lnTo>
                  <a:pt x="2216896" y="4392"/>
                </a:lnTo>
                <a:lnTo>
                  <a:pt x="2216916" y="4096"/>
                </a:lnTo>
                <a:lnTo>
                  <a:pt x="2216956" y="3802"/>
                </a:lnTo>
                <a:lnTo>
                  <a:pt x="2217014" y="3512"/>
                </a:lnTo>
                <a:lnTo>
                  <a:pt x="2217092" y="3226"/>
                </a:lnTo>
                <a:lnTo>
                  <a:pt x="2217187" y="2946"/>
                </a:lnTo>
                <a:lnTo>
                  <a:pt x="2217301" y="2672"/>
                </a:lnTo>
                <a:lnTo>
                  <a:pt x="2217432" y="2407"/>
                </a:lnTo>
                <a:lnTo>
                  <a:pt x="2217580" y="2150"/>
                </a:lnTo>
                <a:lnTo>
                  <a:pt x="2217745" y="1904"/>
                </a:lnTo>
                <a:lnTo>
                  <a:pt x="2217925" y="1669"/>
                </a:lnTo>
                <a:lnTo>
                  <a:pt x="2218120" y="1446"/>
                </a:lnTo>
                <a:lnTo>
                  <a:pt x="2218329" y="1236"/>
                </a:lnTo>
                <a:lnTo>
                  <a:pt x="2218552" y="1040"/>
                </a:lnTo>
                <a:lnTo>
                  <a:pt x="2218786" y="859"/>
                </a:lnTo>
                <a:lnTo>
                  <a:pt x="2219032" y="694"/>
                </a:lnTo>
                <a:lnTo>
                  <a:pt x="2219288" y="545"/>
                </a:lnTo>
                <a:lnTo>
                  <a:pt x="2219553" y="413"/>
                </a:lnTo>
                <a:lnTo>
                  <a:pt x="2219826" y="298"/>
                </a:lnTo>
                <a:lnTo>
                  <a:pt x="2220106" y="202"/>
                </a:lnTo>
                <a:lnTo>
                  <a:pt x="2220392" y="123"/>
                </a:lnTo>
                <a:lnTo>
                  <a:pt x="2220682" y="64"/>
                </a:lnTo>
                <a:lnTo>
                  <a:pt x="2220976" y="23"/>
                </a:lnTo>
                <a:lnTo>
                  <a:pt x="2221271" y="2"/>
                </a:lnTo>
                <a:lnTo>
                  <a:pt x="2221567" y="0"/>
                </a:lnTo>
                <a:lnTo>
                  <a:pt x="2221863" y="17"/>
                </a:lnTo>
                <a:lnTo>
                  <a:pt x="2222157" y="53"/>
                </a:lnTo>
                <a:lnTo>
                  <a:pt x="2222448" y="109"/>
                </a:lnTo>
                <a:lnTo>
                  <a:pt x="2222735" y="183"/>
                </a:lnTo>
                <a:lnTo>
                  <a:pt x="2223016" y="275"/>
                </a:lnTo>
                <a:lnTo>
                  <a:pt x="2223291" y="386"/>
                </a:lnTo>
                <a:lnTo>
                  <a:pt x="2223558" y="514"/>
                </a:lnTo>
                <a:lnTo>
                  <a:pt x="2223816" y="660"/>
                </a:lnTo>
                <a:lnTo>
                  <a:pt x="2224064" y="822"/>
                </a:lnTo>
                <a:lnTo>
                  <a:pt x="2224302" y="999"/>
                </a:lnTo>
                <a:lnTo>
                  <a:pt x="2224527" y="1192"/>
                </a:lnTo>
                <a:lnTo>
                  <a:pt x="2224739" y="1399"/>
                </a:lnTo>
                <a:lnTo>
                  <a:pt x="2224937" y="1619"/>
                </a:lnTo>
                <a:lnTo>
                  <a:pt x="2225120" y="1851"/>
                </a:lnTo>
                <a:lnTo>
                  <a:pt x="2225288" y="2095"/>
                </a:lnTo>
                <a:lnTo>
                  <a:pt x="2225440" y="2350"/>
                </a:lnTo>
                <a:lnTo>
                  <a:pt x="2225575" y="2613"/>
                </a:lnTo>
                <a:lnTo>
                  <a:pt x="2225693" y="2885"/>
                </a:lnTo>
                <a:lnTo>
                  <a:pt x="2225792" y="3164"/>
                </a:lnTo>
                <a:lnTo>
                  <a:pt x="2225874" y="3449"/>
                </a:lnTo>
                <a:lnTo>
                  <a:pt x="2225936" y="3739"/>
                </a:lnTo>
                <a:lnTo>
                  <a:pt x="2225980" y="4032"/>
                </a:lnTo>
                <a:lnTo>
                  <a:pt x="2262837" y="321501"/>
                </a:lnTo>
                <a:lnTo>
                  <a:pt x="2299492" y="478070"/>
                </a:lnTo>
                <a:lnTo>
                  <a:pt x="2335975" y="536163"/>
                </a:lnTo>
                <a:lnTo>
                  <a:pt x="2336131" y="536432"/>
                </a:lnTo>
                <a:lnTo>
                  <a:pt x="2336268" y="536710"/>
                </a:lnTo>
                <a:lnTo>
                  <a:pt x="2336387" y="536998"/>
                </a:lnTo>
                <a:lnTo>
                  <a:pt x="2336485" y="537292"/>
                </a:lnTo>
                <a:lnTo>
                  <a:pt x="2373067" y="660731"/>
                </a:lnTo>
                <a:lnTo>
                  <a:pt x="2407340" y="697417"/>
                </a:lnTo>
                <a:lnTo>
                  <a:pt x="2441073" y="688157"/>
                </a:lnTo>
                <a:lnTo>
                  <a:pt x="2477506" y="668585"/>
                </a:lnTo>
                <a:lnTo>
                  <a:pt x="2477776" y="668452"/>
                </a:lnTo>
                <a:lnTo>
                  <a:pt x="2478054" y="668336"/>
                </a:lnTo>
                <a:lnTo>
                  <a:pt x="2478338" y="668239"/>
                </a:lnTo>
                <a:lnTo>
                  <a:pt x="2478629" y="668161"/>
                </a:lnTo>
                <a:lnTo>
                  <a:pt x="2478924" y="668103"/>
                </a:lnTo>
                <a:lnTo>
                  <a:pt x="2479222" y="668064"/>
                </a:lnTo>
                <a:lnTo>
                  <a:pt x="2479523" y="668044"/>
                </a:lnTo>
                <a:lnTo>
                  <a:pt x="2479823" y="668045"/>
                </a:lnTo>
                <a:lnTo>
                  <a:pt x="2480124" y="668066"/>
                </a:lnTo>
                <a:lnTo>
                  <a:pt x="2480422" y="668106"/>
                </a:lnTo>
                <a:lnTo>
                  <a:pt x="2480717" y="668166"/>
                </a:lnTo>
                <a:lnTo>
                  <a:pt x="2481007" y="668245"/>
                </a:lnTo>
                <a:lnTo>
                  <a:pt x="2481291" y="668343"/>
                </a:lnTo>
                <a:lnTo>
                  <a:pt x="2481568" y="668459"/>
                </a:lnTo>
                <a:lnTo>
                  <a:pt x="2481837" y="668594"/>
                </a:lnTo>
                <a:lnTo>
                  <a:pt x="2482097" y="668746"/>
                </a:lnTo>
                <a:lnTo>
                  <a:pt x="2482346" y="668915"/>
                </a:lnTo>
                <a:lnTo>
                  <a:pt x="2482583" y="669100"/>
                </a:lnTo>
                <a:lnTo>
                  <a:pt x="2482808" y="669300"/>
                </a:lnTo>
                <a:lnTo>
                  <a:pt x="2483019" y="669515"/>
                </a:lnTo>
                <a:lnTo>
                  <a:pt x="2483215" y="669743"/>
                </a:lnTo>
                <a:lnTo>
                  <a:pt x="2483396" y="669983"/>
                </a:lnTo>
                <a:lnTo>
                  <a:pt x="2483560" y="670235"/>
                </a:lnTo>
                <a:lnTo>
                  <a:pt x="2483708" y="670497"/>
                </a:lnTo>
                <a:lnTo>
                  <a:pt x="2483838" y="670768"/>
                </a:lnTo>
                <a:lnTo>
                  <a:pt x="2519652" y="752327"/>
                </a:lnTo>
                <a:lnTo>
                  <a:pt x="2553882" y="755671"/>
                </a:lnTo>
                <a:lnTo>
                  <a:pt x="2554183" y="755710"/>
                </a:lnTo>
                <a:lnTo>
                  <a:pt x="2554481" y="755770"/>
                </a:lnTo>
                <a:lnTo>
                  <a:pt x="2554773" y="755849"/>
                </a:lnTo>
                <a:lnTo>
                  <a:pt x="2555060" y="755947"/>
                </a:lnTo>
                <a:lnTo>
                  <a:pt x="2555340" y="756064"/>
                </a:lnTo>
                <a:lnTo>
                  <a:pt x="2555612" y="756200"/>
                </a:lnTo>
                <a:lnTo>
                  <a:pt x="2555873" y="756353"/>
                </a:lnTo>
                <a:lnTo>
                  <a:pt x="2556124" y="756524"/>
                </a:lnTo>
                <a:lnTo>
                  <a:pt x="2556363" y="756711"/>
                </a:lnTo>
                <a:lnTo>
                  <a:pt x="2556590" y="756913"/>
                </a:lnTo>
                <a:lnTo>
                  <a:pt x="2556802" y="757130"/>
                </a:lnTo>
                <a:lnTo>
                  <a:pt x="2589742" y="793115"/>
                </a:lnTo>
                <a:lnTo>
                  <a:pt x="2623409" y="742110"/>
                </a:lnTo>
                <a:lnTo>
                  <a:pt x="2623579" y="741869"/>
                </a:lnTo>
                <a:lnTo>
                  <a:pt x="2623765" y="741639"/>
                </a:lnTo>
                <a:lnTo>
                  <a:pt x="2623965" y="741422"/>
                </a:lnTo>
                <a:lnTo>
                  <a:pt x="2624179" y="741219"/>
                </a:lnTo>
                <a:lnTo>
                  <a:pt x="2624406" y="741030"/>
                </a:lnTo>
                <a:lnTo>
                  <a:pt x="2624644" y="740855"/>
                </a:lnTo>
                <a:lnTo>
                  <a:pt x="2624894" y="740697"/>
                </a:lnTo>
                <a:lnTo>
                  <a:pt x="2625153" y="740555"/>
                </a:lnTo>
                <a:lnTo>
                  <a:pt x="2625420" y="740430"/>
                </a:lnTo>
                <a:lnTo>
                  <a:pt x="2625695" y="740323"/>
                </a:lnTo>
                <a:lnTo>
                  <a:pt x="2625977" y="740233"/>
                </a:lnTo>
                <a:lnTo>
                  <a:pt x="2626263" y="740163"/>
                </a:lnTo>
                <a:lnTo>
                  <a:pt x="2626554" y="740110"/>
                </a:lnTo>
                <a:lnTo>
                  <a:pt x="2626847" y="740077"/>
                </a:lnTo>
                <a:lnTo>
                  <a:pt x="2627142" y="740063"/>
                </a:lnTo>
                <a:lnTo>
                  <a:pt x="2627438" y="740068"/>
                </a:lnTo>
                <a:lnTo>
                  <a:pt x="2627732" y="740092"/>
                </a:lnTo>
                <a:lnTo>
                  <a:pt x="2628024" y="740135"/>
                </a:lnTo>
                <a:lnTo>
                  <a:pt x="2628313" y="740197"/>
                </a:lnTo>
                <a:lnTo>
                  <a:pt x="2628597" y="740278"/>
                </a:lnTo>
                <a:lnTo>
                  <a:pt x="2628875" y="740376"/>
                </a:lnTo>
                <a:lnTo>
                  <a:pt x="2629147" y="740493"/>
                </a:lnTo>
                <a:lnTo>
                  <a:pt x="2629410" y="740627"/>
                </a:lnTo>
                <a:lnTo>
                  <a:pt x="2629664" y="740777"/>
                </a:lnTo>
                <a:lnTo>
                  <a:pt x="2629908" y="740944"/>
                </a:lnTo>
                <a:lnTo>
                  <a:pt x="2630140" y="741126"/>
                </a:lnTo>
                <a:lnTo>
                  <a:pt x="2630360" y="741323"/>
                </a:lnTo>
                <a:lnTo>
                  <a:pt x="2630567" y="741533"/>
                </a:lnTo>
                <a:lnTo>
                  <a:pt x="2630760" y="741757"/>
                </a:lnTo>
                <a:lnTo>
                  <a:pt x="2664004" y="782923"/>
                </a:lnTo>
                <a:lnTo>
                  <a:pt x="2697368" y="739327"/>
                </a:lnTo>
                <a:lnTo>
                  <a:pt x="2697560" y="739093"/>
                </a:lnTo>
                <a:lnTo>
                  <a:pt x="2697768" y="738872"/>
                </a:lnTo>
                <a:lnTo>
                  <a:pt x="2697989" y="738665"/>
                </a:lnTo>
                <a:lnTo>
                  <a:pt x="2698224" y="738473"/>
                </a:lnTo>
                <a:lnTo>
                  <a:pt x="2698470" y="738298"/>
                </a:lnTo>
                <a:lnTo>
                  <a:pt x="2698728" y="738139"/>
                </a:lnTo>
                <a:lnTo>
                  <a:pt x="2698996" y="737997"/>
                </a:lnTo>
                <a:lnTo>
                  <a:pt x="2699273" y="737874"/>
                </a:lnTo>
                <a:lnTo>
                  <a:pt x="2699557" y="737769"/>
                </a:lnTo>
                <a:lnTo>
                  <a:pt x="2699848" y="737684"/>
                </a:lnTo>
                <a:lnTo>
                  <a:pt x="2700143" y="737618"/>
                </a:lnTo>
                <a:lnTo>
                  <a:pt x="2700443" y="737572"/>
                </a:lnTo>
                <a:lnTo>
                  <a:pt x="2700745" y="737545"/>
                </a:lnTo>
                <a:lnTo>
                  <a:pt x="2701048" y="737539"/>
                </a:lnTo>
                <a:lnTo>
                  <a:pt x="2701350" y="737553"/>
                </a:lnTo>
                <a:lnTo>
                  <a:pt x="2701651" y="737587"/>
                </a:lnTo>
                <a:lnTo>
                  <a:pt x="2701949" y="737641"/>
                </a:lnTo>
                <a:lnTo>
                  <a:pt x="2702243" y="737715"/>
                </a:lnTo>
                <a:lnTo>
                  <a:pt x="2702531" y="737808"/>
                </a:lnTo>
                <a:lnTo>
                  <a:pt x="2702813" y="737920"/>
                </a:lnTo>
                <a:lnTo>
                  <a:pt x="2703086" y="738050"/>
                </a:lnTo>
                <a:lnTo>
                  <a:pt x="2703351" y="738198"/>
                </a:lnTo>
                <a:lnTo>
                  <a:pt x="2703604" y="738364"/>
                </a:lnTo>
                <a:lnTo>
                  <a:pt x="2703846" y="738546"/>
                </a:lnTo>
                <a:lnTo>
                  <a:pt x="2704076" y="738743"/>
                </a:lnTo>
                <a:lnTo>
                  <a:pt x="2704292" y="738956"/>
                </a:lnTo>
                <a:lnTo>
                  <a:pt x="2704493" y="739182"/>
                </a:lnTo>
                <a:lnTo>
                  <a:pt x="2704679" y="739421"/>
                </a:lnTo>
                <a:lnTo>
                  <a:pt x="2704849" y="739672"/>
                </a:lnTo>
                <a:lnTo>
                  <a:pt x="2705001" y="739934"/>
                </a:lnTo>
                <a:lnTo>
                  <a:pt x="2705136" y="740205"/>
                </a:lnTo>
                <a:lnTo>
                  <a:pt x="2738747" y="813874"/>
                </a:lnTo>
                <a:lnTo>
                  <a:pt x="2771051" y="768577"/>
                </a:lnTo>
                <a:lnTo>
                  <a:pt x="2771241" y="768330"/>
                </a:lnTo>
                <a:lnTo>
                  <a:pt x="2771447" y="768096"/>
                </a:lnTo>
                <a:lnTo>
                  <a:pt x="2771668" y="767877"/>
                </a:lnTo>
                <a:lnTo>
                  <a:pt x="2771904" y="767673"/>
                </a:lnTo>
                <a:lnTo>
                  <a:pt x="2772154" y="767486"/>
                </a:lnTo>
                <a:lnTo>
                  <a:pt x="2772415" y="767317"/>
                </a:lnTo>
                <a:lnTo>
                  <a:pt x="2772688" y="767165"/>
                </a:lnTo>
                <a:lnTo>
                  <a:pt x="2772970" y="767033"/>
                </a:lnTo>
                <a:lnTo>
                  <a:pt x="2773260" y="766920"/>
                </a:lnTo>
                <a:lnTo>
                  <a:pt x="2773558" y="766828"/>
                </a:lnTo>
                <a:lnTo>
                  <a:pt x="2810445" y="756719"/>
                </a:lnTo>
                <a:lnTo>
                  <a:pt x="2810747" y="756647"/>
                </a:lnTo>
                <a:lnTo>
                  <a:pt x="2811052" y="756596"/>
                </a:lnTo>
                <a:lnTo>
                  <a:pt x="2811361" y="756566"/>
                </a:lnTo>
                <a:lnTo>
                  <a:pt x="2811670" y="756556"/>
                </a:lnTo>
                <a:lnTo>
                  <a:pt x="2811980" y="756568"/>
                </a:lnTo>
                <a:lnTo>
                  <a:pt x="2812288" y="756601"/>
                </a:lnTo>
                <a:lnTo>
                  <a:pt x="2812593" y="756655"/>
                </a:lnTo>
                <a:lnTo>
                  <a:pt x="2812894" y="756729"/>
                </a:lnTo>
                <a:lnTo>
                  <a:pt x="2813189" y="756824"/>
                </a:lnTo>
                <a:lnTo>
                  <a:pt x="2813477" y="756938"/>
                </a:lnTo>
                <a:lnTo>
                  <a:pt x="2813756" y="757072"/>
                </a:lnTo>
                <a:lnTo>
                  <a:pt x="2814026" y="757225"/>
                </a:lnTo>
                <a:lnTo>
                  <a:pt x="2849758" y="779047"/>
                </a:lnTo>
                <a:lnTo>
                  <a:pt x="2884506" y="778023"/>
                </a:lnTo>
                <a:lnTo>
                  <a:pt x="2920662" y="763977"/>
                </a:lnTo>
                <a:lnTo>
                  <a:pt x="2920940" y="763879"/>
                </a:lnTo>
                <a:lnTo>
                  <a:pt x="2921224" y="763800"/>
                </a:lnTo>
                <a:lnTo>
                  <a:pt x="2921513" y="763738"/>
                </a:lnTo>
                <a:lnTo>
                  <a:pt x="2921804" y="763696"/>
                </a:lnTo>
                <a:lnTo>
                  <a:pt x="2922098" y="763673"/>
                </a:lnTo>
                <a:lnTo>
                  <a:pt x="2922393" y="763668"/>
                </a:lnTo>
                <a:lnTo>
                  <a:pt x="2922688" y="763683"/>
                </a:lnTo>
                <a:lnTo>
                  <a:pt x="2922981" y="763717"/>
                </a:lnTo>
                <a:lnTo>
                  <a:pt x="2923271" y="763770"/>
                </a:lnTo>
                <a:lnTo>
                  <a:pt x="2923557" y="763841"/>
                </a:lnTo>
                <a:lnTo>
                  <a:pt x="2923838" y="763931"/>
                </a:lnTo>
                <a:lnTo>
                  <a:pt x="2924113" y="764038"/>
                </a:lnTo>
                <a:lnTo>
                  <a:pt x="2924380" y="764163"/>
                </a:lnTo>
                <a:lnTo>
                  <a:pt x="2924638" y="764306"/>
                </a:lnTo>
                <a:lnTo>
                  <a:pt x="2924887" y="764464"/>
                </a:lnTo>
                <a:lnTo>
                  <a:pt x="2925125" y="764639"/>
                </a:lnTo>
                <a:lnTo>
                  <a:pt x="2957179" y="789764"/>
                </a:lnTo>
                <a:lnTo>
                  <a:pt x="2991839" y="700672"/>
                </a:lnTo>
                <a:lnTo>
                  <a:pt x="2991957" y="700396"/>
                </a:lnTo>
                <a:lnTo>
                  <a:pt x="2992093" y="700129"/>
                </a:lnTo>
                <a:lnTo>
                  <a:pt x="2992246" y="699871"/>
                </a:lnTo>
                <a:lnTo>
                  <a:pt x="2992415" y="699624"/>
                </a:lnTo>
                <a:lnTo>
                  <a:pt x="2992601" y="699388"/>
                </a:lnTo>
                <a:lnTo>
                  <a:pt x="2992801" y="699165"/>
                </a:lnTo>
                <a:lnTo>
                  <a:pt x="2993016" y="698956"/>
                </a:lnTo>
                <a:lnTo>
                  <a:pt x="2993244" y="698761"/>
                </a:lnTo>
                <a:lnTo>
                  <a:pt x="2993485" y="698582"/>
                </a:lnTo>
                <a:lnTo>
                  <a:pt x="2993736" y="698419"/>
                </a:lnTo>
                <a:lnTo>
                  <a:pt x="2993998" y="698273"/>
                </a:lnTo>
                <a:lnTo>
                  <a:pt x="2994269" y="698144"/>
                </a:lnTo>
                <a:lnTo>
                  <a:pt x="2994548" y="698034"/>
                </a:lnTo>
                <a:lnTo>
                  <a:pt x="2994833" y="697942"/>
                </a:lnTo>
                <a:lnTo>
                  <a:pt x="2995124" y="697869"/>
                </a:lnTo>
                <a:lnTo>
                  <a:pt x="2995419" y="697815"/>
                </a:lnTo>
                <a:lnTo>
                  <a:pt x="2995717" y="697781"/>
                </a:lnTo>
                <a:lnTo>
                  <a:pt x="2996016" y="697766"/>
                </a:lnTo>
                <a:lnTo>
                  <a:pt x="2996316" y="697772"/>
                </a:lnTo>
                <a:lnTo>
                  <a:pt x="2996615" y="697796"/>
                </a:lnTo>
                <a:lnTo>
                  <a:pt x="2996911" y="697841"/>
                </a:lnTo>
                <a:lnTo>
                  <a:pt x="2997204" y="697905"/>
                </a:lnTo>
                <a:lnTo>
                  <a:pt x="2997492" y="697988"/>
                </a:lnTo>
                <a:lnTo>
                  <a:pt x="2997774" y="698089"/>
                </a:lnTo>
                <a:lnTo>
                  <a:pt x="2998049" y="698209"/>
                </a:lnTo>
                <a:lnTo>
                  <a:pt x="2998315" y="698347"/>
                </a:lnTo>
                <a:lnTo>
                  <a:pt x="2998572" y="698502"/>
                </a:lnTo>
                <a:lnTo>
                  <a:pt x="2998818" y="698674"/>
                </a:lnTo>
                <a:lnTo>
                  <a:pt x="2999052" y="698861"/>
                </a:lnTo>
                <a:lnTo>
                  <a:pt x="2999273" y="699063"/>
                </a:lnTo>
                <a:lnTo>
                  <a:pt x="2999481" y="699280"/>
                </a:lnTo>
                <a:lnTo>
                  <a:pt x="2999674" y="699509"/>
                </a:lnTo>
                <a:lnTo>
                  <a:pt x="2999851" y="699751"/>
                </a:lnTo>
                <a:lnTo>
                  <a:pt x="3000012" y="700004"/>
                </a:lnTo>
                <a:lnTo>
                  <a:pt x="3034113" y="757664"/>
                </a:lnTo>
                <a:lnTo>
                  <a:pt x="3066871" y="729175"/>
                </a:lnTo>
                <a:lnTo>
                  <a:pt x="3067106" y="728983"/>
                </a:lnTo>
                <a:lnTo>
                  <a:pt x="3067354" y="728808"/>
                </a:lnTo>
                <a:lnTo>
                  <a:pt x="3067614" y="728649"/>
                </a:lnTo>
                <a:lnTo>
                  <a:pt x="3067883" y="728508"/>
                </a:lnTo>
                <a:lnTo>
                  <a:pt x="3068161" y="728386"/>
                </a:lnTo>
                <a:lnTo>
                  <a:pt x="3068446" y="728282"/>
                </a:lnTo>
                <a:lnTo>
                  <a:pt x="3068738" y="728197"/>
                </a:lnTo>
                <a:lnTo>
                  <a:pt x="3069035" y="728132"/>
                </a:lnTo>
                <a:lnTo>
                  <a:pt x="3069336" y="728087"/>
                </a:lnTo>
                <a:lnTo>
                  <a:pt x="3069638" y="728062"/>
                </a:lnTo>
                <a:lnTo>
                  <a:pt x="3069942" y="728057"/>
                </a:lnTo>
                <a:lnTo>
                  <a:pt x="3070246" y="728072"/>
                </a:lnTo>
                <a:lnTo>
                  <a:pt x="3070548" y="728108"/>
                </a:lnTo>
                <a:lnTo>
                  <a:pt x="3070846" y="728164"/>
                </a:lnTo>
                <a:lnTo>
                  <a:pt x="3071141" y="728239"/>
                </a:lnTo>
                <a:lnTo>
                  <a:pt x="3071429" y="728334"/>
                </a:lnTo>
                <a:lnTo>
                  <a:pt x="3071711" y="728448"/>
                </a:lnTo>
                <a:lnTo>
                  <a:pt x="3071985" y="728580"/>
                </a:lnTo>
                <a:lnTo>
                  <a:pt x="3072249" y="728731"/>
                </a:lnTo>
                <a:lnTo>
                  <a:pt x="3072502" y="728898"/>
                </a:lnTo>
                <a:lnTo>
                  <a:pt x="3072744" y="729082"/>
                </a:lnTo>
                <a:lnTo>
                  <a:pt x="3072973" y="729282"/>
                </a:lnTo>
                <a:lnTo>
                  <a:pt x="3073188" y="729497"/>
                </a:lnTo>
                <a:lnTo>
                  <a:pt x="3073388" y="729725"/>
                </a:lnTo>
                <a:lnTo>
                  <a:pt x="3073573" y="729967"/>
                </a:lnTo>
                <a:lnTo>
                  <a:pt x="3073741" y="730220"/>
                </a:lnTo>
                <a:lnTo>
                  <a:pt x="3109112" y="787501"/>
                </a:lnTo>
                <a:lnTo>
                  <a:pt x="3140747" y="783951"/>
                </a:lnTo>
                <a:lnTo>
                  <a:pt x="3176505" y="717079"/>
                </a:lnTo>
                <a:lnTo>
                  <a:pt x="3176652" y="716824"/>
                </a:lnTo>
                <a:lnTo>
                  <a:pt x="3176816" y="716578"/>
                </a:lnTo>
                <a:lnTo>
                  <a:pt x="3176996" y="716343"/>
                </a:lnTo>
                <a:lnTo>
                  <a:pt x="3177190" y="716121"/>
                </a:lnTo>
                <a:lnTo>
                  <a:pt x="3177398" y="715911"/>
                </a:lnTo>
                <a:lnTo>
                  <a:pt x="3177620" y="715715"/>
                </a:lnTo>
                <a:lnTo>
                  <a:pt x="3177854" y="715535"/>
                </a:lnTo>
                <a:lnTo>
                  <a:pt x="3178099" y="715369"/>
                </a:lnTo>
                <a:lnTo>
                  <a:pt x="3178354" y="715220"/>
                </a:lnTo>
                <a:lnTo>
                  <a:pt x="3178618" y="715088"/>
                </a:lnTo>
                <a:lnTo>
                  <a:pt x="3178890" y="714973"/>
                </a:lnTo>
                <a:lnTo>
                  <a:pt x="3179169" y="714876"/>
                </a:lnTo>
                <a:lnTo>
                  <a:pt x="3179454" y="714798"/>
                </a:lnTo>
                <a:lnTo>
                  <a:pt x="3179744" y="714738"/>
                </a:lnTo>
                <a:lnTo>
                  <a:pt x="3180036" y="714697"/>
                </a:lnTo>
                <a:lnTo>
                  <a:pt x="3180331" y="714674"/>
                </a:lnTo>
                <a:lnTo>
                  <a:pt x="3180626" y="714671"/>
                </a:lnTo>
                <a:lnTo>
                  <a:pt x="3180921" y="714688"/>
                </a:lnTo>
                <a:lnTo>
                  <a:pt x="3181215" y="714723"/>
                </a:lnTo>
                <a:lnTo>
                  <a:pt x="3181505" y="714777"/>
                </a:lnTo>
                <a:lnTo>
                  <a:pt x="3181791" y="714850"/>
                </a:lnTo>
                <a:lnTo>
                  <a:pt x="3182072" y="714941"/>
                </a:lnTo>
                <a:lnTo>
                  <a:pt x="3182347" y="715050"/>
                </a:lnTo>
                <a:lnTo>
                  <a:pt x="3182614" y="715177"/>
                </a:lnTo>
                <a:lnTo>
                  <a:pt x="3182872" y="715321"/>
                </a:lnTo>
                <a:lnTo>
                  <a:pt x="3183120" y="715481"/>
                </a:lnTo>
                <a:lnTo>
                  <a:pt x="3183358" y="715657"/>
                </a:lnTo>
                <a:lnTo>
                  <a:pt x="3183583" y="715848"/>
                </a:lnTo>
                <a:lnTo>
                  <a:pt x="3183796" y="716054"/>
                </a:lnTo>
                <a:lnTo>
                  <a:pt x="3220335" y="753690"/>
                </a:lnTo>
                <a:lnTo>
                  <a:pt x="3256038" y="777202"/>
                </a:lnTo>
                <a:lnTo>
                  <a:pt x="3290256" y="783557"/>
                </a:lnTo>
                <a:lnTo>
                  <a:pt x="3325630" y="761083"/>
                </a:lnTo>
                <a:lnTo>
                  <a:pt x="3325886" y="760932"/>
                </a:lnTo>
                <a:lnTo>
                  <a:pt x="3326151" y="760798"/>
                </a:lnTo>
                <a:lnTo>
                  <a:pt x="3326425" y="760681"/>
                </a:lnTo>
                <a:lnTo>
                  <a:pt x="3326706" y="760583"/>
                </a:lnTo>
                <a:lnTo>
                  <a:pt x="3326992" y="760503"/>
                </a:lnTo>
                <a:lnTo>
                  <a:pt x="3327283" y="760441"/>
                </a:lnTo>
                <a:lnTo>
                  <a:pt x="3327578" y="760399"/>
                </a:lnTo>
                <a:lnTo>
                  <a:pt x="3327874" y="760377"/>
                </a:lnTo>
                <a:lnTo>
                  <a:pt x="3328172" y="760373"/>
                </a:lnTo>
                <a:lnTo>
                  <a:pt x="3328469" y="760389"/>
                </a:lnTo>
                <a:lnTo>
                  <a:pt x="3328764" y="760425"/>
                </a:lnTo>
                <a:lnTo>
                  <a:pt x="3329057" y="760479"/>
                </a:lnTo>
                <a:lnTo>
                  <a:pt x="3329345" y="760553"/>
                </a:lnTo>
                <a:lnTo>
                  <a:pt x="3329628" y="760645"/>
                </a:lnTo>
                <a:lnTo>
                  <a:pt x="3329904" y="760756"/>
                </a:lnTo>
                <a:lnTo>
                  <a:pt x="3330172" y="760884"/>
                </a:lnTo>
                <a:lnTo>
                  <a:pt x="3330432" y="761029"/>
                </a:lnTo>
                <a:lnTo>
                  <a:pt x="3330681" y="761191"/>
                </a:lnTo>
                <a:lnTo>
                  <a:pt x="3366911" y="786449"/>
                </a:lnTo>
                <a:lnTo>
                  <a:pt x="3400801" y="795478"/>
                </a:lnTo>
                <a:lnTo>
                  <a:pt x="3435892" y="767450"/>
                </a:lnTo>
                <a:lnTo>
                  <a:pt x="3436131" y="767272"/>
                </a:lnTo>
                <a:lnTo>
                  <a:pt x="3436382" y="767109"/>
                </a:lnTo>
                <a:lnTo>
                  <a:pt x="3436642" y="766963"/>
                </a:lnTo>
                <a:lnTo>
                  <a:pt x="3436912" y="766835"/>
                </a:lnTo>
                <a:lnTo>
                  <a:pt x="3437190" y="766724"/>
                </a:lnTo>
                <a:lnTo>
                  <a:pt x="3437474" y="766632"/>
                </a:lnTo>
                <a:lnTo>
                  <a:pt x="3437763" y="766559"/>
                </a:lnTo>
                <a:lnTo>
                  <a:pt x="3438057" y="766505"/>
                </a:lnTo>
                <a:lnTo>
                  <a:pt x="3438354" y="766470"/>
                </a:lnTo>
                <a:lnTo>
                  <a:pt x="3438652" y="766454"/>
                </a:lnTo>
                <a:lnTo>
                  <a:pt x="3438951" y="766459"/>
                </a:lnTo>
                <a:lnTo>
                  <a:pt x="3439249" y="766482"/>
                </a:lnTo>
                <a:lnTo>
                  <a:pt x="3439544" y="766526"/>
                </a:lnTo>
                <a:lnTo>
                  <a:pt x="3439836" y="766588"/>
                </a:lnTo>
                <a:lnTo>
                  <a:pt x="3440124" y="766670"/>
                </a:lnTo>
                <a:lnTo>
                  <a:pt x="3440405" y="766770"/>
                </a:lnTo>
                <a:lnTo>
                  <a:pt x="3440680" y="766888"/>
                </a:lnTo>
                <a:lnTo>
                  <a:pt x="3440945" y="767024"/>
                </a:lnTo>
                <a:lnTo>
                  <a:pt x="3441202" y="767178"/>
                </a:lnTo>
                <a:lnTo>
                  <a:pt x="3441448" y="767347"/>
                </a:lnTo>
                <a:lnTo>
                  <a:pt x="3441682" y="767533"/>
                </a:lnTo>
                <a:lnTo>
                  <a:pt x="3441904" y="767733"/>
                </a:lnTo>
                <a:lnTo>
                  <a:pt x="3442112" y="767948"/>
                </a:lnTo>
                <a:lnTo>
                  <a:pt x="3442305" y="768175"/>
                </a:lnTo>
                <a:lnTo>
                  <a:pt x="3474603" y="808793"/>
                </a:lnTo>
                <a:lnTo>
                  <a:pt x="3508379" y="736237"/>
                </a:lnTo>
                <a:lnTo>
                  <a:pt x="3508515" y="735970"/>
                </a:lnTo>
                <a:lnTo>
                  <a:pt x="3508667" y="735712"/>
                </a:lnTo>
                <a:lnTo>
                  <a:pt x="3508837" y="735464"/>
                </a:lnTo>
                <a:lnTo>
                  <a:pt x="3509022" y="735229"/>
                </a:lnTo>
                <a:lnTo>
                  <a:pt x="3509222" y="735006"/>
                </a:lnTo>
                <a:lnTo>
                  <a:pt x="3509437" y="734796"/>
                </a:lnTo>
                <a:lnTo>
                  <a:pt x="3509665" y="734601"/>
                </a:lnTo>
                <a:lnTo>
                  <a:pt x="3509905" y="734422"/>
                </a:lnTo>
                <a:lnTo>
                  <a:pt x="3510156" y="734258"/>
                </a:lnTo>
                <a:lnTo>
                  <a:pt x="3510418" y="734112"/>
                </a:lnTo>
                <a:lnTo>
                  <a:pt x="3510689" y="733983"/>
                </a:lnTo>
                <a:lnTo>
                  <a:pt x="3510967" y="733872"/>
                </a:lnTo>
                <a:lnTo>
                  <a:pt x="3511252" y="733780"/>
                </a:lnTo>
                <a:lnTo>
                  <a:pt x="3511543" y="733707"/>
                </a:lnTo>
                <a:lnTo>
                  <a:pt x="3511838" y="733653"/>
                </a:lnTo>
                <a:lnTo>
                  <a:pt x="3512136" y="733618"/>
                </a:lnTo>
                <a:lnTo>
                  <a:pt x="3512435" y="733603"/>
                </a:lnTo>
                <a:lnTo>
                  <a:pt x="3512735" y="733608"/>
                </a:lnTo>
                <a:lnTo>
                  <a:pt x="3513034" y="733632"/>
                </a:lnTo>
                <a:lnTo>
                  <a:pt x="3513330" y="733677"/>
                </a:lnTo>
                <a:lnTo>
                  <a:pt x="3513623" y="733740"/>
                </a:lnTo>
                <a:lnTo>
                  <a:pt x="3513912" y="733823"/>
                </a:lnTo>
                <a:lnTo>
                  <a:pt x="3514194" y="733924"/>
                </a:lnTo>
                <a:lnTo>
                  <a:pt x="3514469" y="734044"/>
                </a:lnTo>
                <a:lnTo>
                  <a:pt x="3514735" y="734181"/>
                </a:lnTo>
                <a:lnTo>
                  <a:pt x="3514992" y="734336"/>
                </a:lnTo>
                <a:lnTo>
                  <a:pt x="3515238" y="734507"/>
                </a:lnTo>
                <a:lnTo>
                  <a:pt x="3515472" y="734694"/>
                </a:lnTo>
                <a:lnTo>
                  <a:pt x="3515694" y="734896"/>
                </a:lnTo>
                <a:lnTo>
                  <a:pt x="3515902" y="735113"/>
                </a:lnTo>
                <a:lnTo>
                  <a:pt x="3516095" y="735342"/>
                </a:lnTo>
                <a:lnTo>
                  <a:pt x="3516272" y="735584"/>
                </a:lnTo>
                <a:lnTo>
                  <a:pt x="3516433" y="735836"/>
                </a:lnTo>
                <a:lnTo>
                  <a:pt x="3516578" y="736099"/>
                </a:lnTo>
                <a:lnTo>
                  <a:pt x="3516705" y="736371"/>
                </a:lnTo>
                <a:lnTo>
                  <a:pt x="3551022" y="816725"/>
                </a:lnTo>
                <a:lnTo>
                  <a:pt x="3583154" y="786342"/>
                </a:lnTo>
                <a:lnTo>
                  <a:pt x="3583376" y="786145"/>
                </a:lnTo>
                <a:lnTo>
                  <a:pt x="3583611" y="785964"/>
                </a:lnTo>
                <a:lnTo>
                  <a:pt x="3583857" y="785797"/>
                </a:lnTo>
                <a:lnTo>
                  <a:pt x="3584113" y="785647"/>
                </a:lnTo>
                <a:lnTo>
                  <a:pt x="3584378" y="785515"/>
                </a:lnTo>
                <a:lnTo>
                  <a:pt x="3584651" y="785399"/>
                </a:lnTo>
                <a:lnTo>
                  <a:pt x="3584931" y="785302"/>
                </a:lnTo>
                <a:lnTo>
                  <a:pt x="3585217" y="785223"/>
                </a:lnTo>
                <a:lnTo>
                  <a:pt x="3585508" y="785163"/>
                </a:lnTo>
                <a:lnTo>
                  <a:pt x="3585802" y="785122"/>
                </a:lnTo>
                <a:lnTo>
                  <a:pt x="3586098" y="785100"/>
                </a:lnTo>
                <a:lnTo>
                  <a:pt x="3586394" y="785097"/>
                </a:lnTo>
                <a:lnTo>
                  <a:pt x="3586691" y="785114"/>
                </a:lnTo>
                <a:lnTo>
                  <a:pt x="3586985" y="785150"/>
                </a:lnTo>
                <a:lnTo>
                  <a:pt x="3587277" y="785205"/>
                </a:lnTo>
                <a:lnTo>
                  <a:pt x="3623207" y="793200"/>
                </a:lnTo>
                <a:lnTo>
                  <a:pt x="3658269" y="785923"/>
                </a:lnTo>
                <a:lnTo>
                  <a:pt x="3694421" y="761828"/>
                </a:lnTo>
                <a:lnTo>
                  <a:pt x="3694668" y="761674"/>
                </a:lnTo>
                <a:lnTo>
                  <a:pt x="3694926" y="761536"/>
                </a:lnTo>
                <a:lnTo>
                  <a:pt x="3695191" y="761415"/>
                </a:lnTo>
                <a:lnTo>
                  <a:pt x="3695464" y="761311"/>
                </a:lnTo>
                <a:lnTo>
                  <a:pt x="3695743" y="761225"/>
                </a:lnTo>
                <a:lnTo>
                  <a:pt x="3696027" y="761157"/>
                </a:lnTo>
                <a:lnTo>
                  <a:pt x="3696315" y="761107"/>
                </a:lnTo>
                <a:lnTo>
                  <a:pt x="3696605" y="761076"/>
                </a:lnTo>
                <a:lnTo>
                  <a:pt x="3696896" y="761063"/>
                </a:lnTo>
                <a:lnTo>
                  <a:pt x="3697188" y="761069"/>
                </a:lnTo>
                <a:lnTo>
                  <a:pt x="3697479" y="761094"/>
                </a:lnTo>
                <a:lnTo>
                  <a:pt x="3697768" y="761137"/>
                </a:lnTo>
                <a:lnTo>
                  <a:pt x="3698053" y="761198"/>
                </a:lnTo>
                <a:lnTo>
                  <a:pt x="3733706" y="770099"/>
                </a:lnTo>
                <a:lnTo>
                  <a:pt x="3769378" y="759084"/>
                </a:lnTo>
                <a:lnTo>
                  <a:pt x="3769656" y="759007"/>
                </a:lnTo>
                <a:lnTo>
                  <a:pt x="3769939" y="758948"/>
                </a:lnTo>
                <a:lnTo>
                  <a:pt x="3770225" y="758908"/>
                </a:lnTo>
                <a:lnTo>
                  <a:pt x="3770513" y="758885"/>
                </a:lnTo>
                <a:lnTo>
                  <a:pt x="3770801" y="758881"/>
                </a:lnTo>
                <a:lnTo>
                  <a:pt x="3771090" y="758895"/>
                </a:lnTo>
                <a:lnTo>
                  <a:pt x="3771377" y="758928"/>
                </a:lnTo>
                <a:lnTo>
                  <a:pt x="3771661" y="758978"/>
                </a:lnTo>
                <a:lnTo>
                  <a:pt x="3771941" y="759046"/>
                </a:lnTo>
                <a:lnTo>
                  <a:pt x="3772217" y="759132"/>
                </a:lnTo>
                <a:lnTo>
                  <a:pt x="3772487" y="759235"/>
                </a:lnTo>
                <a:lnTo>
                  <a:pt x="3772749" y="759355"/>
                </a:lnTo>
                <a:lnTo>
                  <a:pt x="3773004" y="759492"/>
                </a:lnTo>
                <a:lnTo>
                  <a:pt x="3807592" y="779473"/>
                </a:lnTo>
                <a:lnTo>
                  <a:pt x="3842190" y="759154"/>
                </a:lnTo>
                <a:lnTo>
                  <a:pt x="3842440" y="759018"/>
                </a:lnTo>
                <a:lnTo>
                  <a:pt x="3842699" y="758897"/>
                </a:lnTo>
                <a:lnTo>
                  <a:pt x="3842964" y="758792"/>
                </a:lnTo>
                <a:lnTo>
                  <a:pt x="3843236" y="758705"/>
                </a:lnTo>
                <a:lnTo>
                  <a:pt x="3843513" y="758635"/>
                </a:lnTo>
                <a:lnTo>
                  <a:pt x="3843793" y="758582"/>
                </a:lnTo>
                <a:lnTo>
                  <a:pt x="3844076" y="758546"/>
                </a:lnTo>
                <a:lnTo>
                  <a:pt x="3844361" y="758529"/>
                </a:lnTo>
                <a:lnTo>
                  <a:pt x="3844646" y="758529"/>
                </a:lnTo>
                <a:lnTo>
                  <a:pt x="3844931" y="758547"/>
                </a:lnTo>
                <a:lnTo>
                  <a:pt x="3881818" y="762064"/>
                </a:lnTo>
                <a:lnTo>
                  <a:pt x="3882159" y="762109"/>
                </a:lnTo>
                <a:lnTo>
                  <a:pt x="3882496" y="762180"/>
                </a:lnTo>
                <a:lnTo>
                  <a:pt x="3919384" y="771446"/>
                </a:lnTo>
                <a:lnTo>
                  <a:pt x="3919660" y="771524"/>
                </a:lnTo>
                <a:lnTo>
                  <a:pt x="3919929" y="771620"/>
                </a:lnTo>
                <a:lnTo>
                  <a:pt x="3920192" y="771732"/>
                </a:lnTo>
                <a:lnTo>
                  <a:pt x="3920448" y="771860"/>
                </a:lnTo>
                <a:lnTo>
                  <a:pt x="3920695" y="772005"/>
                </a:lnTo>
                <a:lnTo>
                  <a:pt x="3920933" y="772164"/>
                </a:lnTo>
                <a:lnTo>
                  <a:pt x="3921160" y="772338"/>
                </a:lnTo>
                <a:lnTo>
                  <a:pt x="3954434" y="799546"/>
                </a:lnTo>
                <a:lnTo>
                  <a:pt x="3988452" y="755895"/>
                </a:lnTo>
                <a:lnTo>
                  <a:pt x="3988641" y="755668"/>
                </a:lnTo>
                <a:lnTo>
                  <a:pt x="3988845" y="755454"/>
                </a:lnTo>
                <a:lnTo>
                  <a:pt x="3989062" y="755253"/>
                </a:lnTo>
                <a:lnTo>
                  <a:pt x="3989291" y="755067"/>
                </a:lnTo>
                <a:lnTo>
                  <a:pt x="3989532" y="754896"/>
                </a:lnTo>
                <a:lnTo>
                  <a:pt x="3989783" y="754741"/>
                </a:lnTo>
                <a:lnTo>
                  <a:pt x="3990044" y="754603"/>
                </a:lnTo>
                <a:lnTo>
                  <a:pt x="3990314" y="754481"/>
                </a:lnTo>
                <a:lnTo>
                  <a:pt x="3990591" y="754378"/>
                </a:lnTo>
                <a:lnTo>
                  <a:pt x="3990873" y="754293"/>
                </a:lnTo>
                <a:lnTo>
                  <a:pt x="3991161" y="754226"/>
                </a:lnTo>
                <a:lnTo>
                  <a:pt x="3991453" y="754178"/>
                </a:lnTo>
                <a:lnTo>
                  <a:pt x="3991747" y="754149"/>
                </a:lnTo>
                <a:lnTo>
                  <a:pt x="3992042" y="754139"/>
                </a:lnTo>
                <a:lnTo>
                  <a:pt x="3992337" y="754148"/>
                </a:lnTo>
                <a:lnTo>
                  <a:pt x="3992631" y="754176"/>
                </a:lnTo>
                <a:lnTo>
                  <a:pt x="3992923" y="754223"/>
                </a:lnTo>
                <a:lnTo>
                  <a:pt x="3993211" y="754290"/>
                </a:lnTo>
                <a:lnTo>
                  <a:pt x="3993494" y="754374"/>
                </a:lnTo>
                <a:lnTo>
                  <a:pt x="3993771" y="754477"/>
                </a:lnTo>
                <a:lnTo>
                  <a:pt x="3994041" y="754597"/>
                </a:lnTo>
                <a:lnTo>
                  <a:pt x="3994302" y="754735"/>
                </a:lnTo>
                <a:lnTo>
                  <a:pt x="3994554" y="754889"/>
                </a:lnTo>
                <a:lnTo>
                  <a:pt x="3994795" y="755060"/>
                </a:lnTo>
                <a:lnTo>
                  <a:pt x="3995025" y="755245"/>
                </a:lnTo>
                <a:lnTo>
                  <a:pt x="3995243" y="755445"/>
                </a:lnTo>
                <a:lnTo>
                  <a:pt x="3995447" y="755659"/>
                </a:lnTo>
                <a:lnTo>
                  <a:pt x="3995636" y="755885"/>
                </a:lnTo>
                <a:lnTo>
                  <a:pt x="4030092" y="799851"/>
                </a:lnTo>
                <a:lnTo>
                  <a:pt x="4063558" y="780689"/>
                </a:lnTo>
                <a:lnTo>
                  <a:pt x="4063816" y="780552"/>
                </a:lnTo>
                <a:lnTo>
                  <a:pt x="4064082" y="780432"/>
                </a:lnTo>
                <a:lnTo>
                  <a:pt x="4064355" y="780330"/>
                </a:lnTo>
                <a:lnTo>
                  <a:pt x="4064633" y="780245"/>
                </a:lnTo>
                <a:lnTo>
                  <a:pt x="4101391" y="770305"/>
                </a:lnTo>
                <a:lnTo>
                  <a:pt x="4137899" y="758085"/>
                </a:lnTo>
                <a:lnTo>
                  <a:pt x="4174545" y="740857"/>
                </a:lnTo>
                <a:lnTo>
                  <a:pt x="4174924" y="740699"/>
                </a:lnTo>
                <a:lnTo>
                  <a:pt x="4211812" y="727256"/>
                </a:lnTo>
                <a:lnTo>
                  <a:pt x="4212105" y="727160"/>
                </a:lnTo>
                <a:lnTo>
                  <a:pt x="4212403" y="727084"/>
                </a:lnTo>
                <a:lnTo>
                  <a:pt x="4212706" y="727029"/>
                </a:lnTo>
                <a:lnTo>
                  <a:pt x="4213012" y="726994"/>
                </a:lnTo>
                <a:lnTo>
                  <a:pt x="4213320" y="726980"/>
                </a:lnTo>
                <a:lnTo>
                  <a:pt x="4213628" y="726987"/>
                </a:lnTo>
                <a:lnTo>
                  <a:pt x="4213935" y="727015"/>
                </a:lnTo>
                <a:lnTo>
                  <a:pt x="4214239" y="727063"/>
                </a:lnTo>
                <a:lnTo>
                  <a:pt x="4214539" y="727132"/>
                </a:lnTo>
                <a:lnTo>
                  <a:pt x="4251426" y="736892"/>
                </a:lnTo>
                <a:lnTo>
                  <a:pt x="4251712" y="736978"/>
                </a:lnTo>
                <a:lnTo>
                  <a:pt x="4251991" y="737082"/>
                </a:lnTo>
                <a:lnTo>
                  <a:pt x="4252263" y="737204"/>
                </a:lnTo>
                <a:lnTo>
                  <a:pt x="4252527" y="737344"/>
                </a:lnTo>
                <a:lnTo>
                  <a:pt x="4252781" y="737500"/>
                </a:lnTo>
                <a:lnTo>
                  <a:pt x="4253024" y="737673"/>
                </a:lnTo>
                <a:lnTo>
                  <a:pt x="4253255" y="737862"/>
                </a:lnTo>
                <a:lnTo>
                  <a:pt x="4253473" y="738065"/>
                </a:lnTo>
                <a:lnTo>
                  <a:pt x="4253678" y="738282"/>
                </a:lnTo>
                <a:lnTo>
                  <a:pt x="4253868" y="738512"/>
                </a:lnTo>
                <a:lnTo>
                  <a:pt x="4254042" y="738754"/>
                </a:lnTo>
                <a:lnTo>
                  <a:pt x="4254200" y="739006"/>
                </a:lnTo>
                <a:lnTo>
                  <a:pt x="4288049" y="797170"/>
                </a:lnTo>
                <a:lnTo>
                  <a:pt x="4320750" y="763167"/>
                </a:lnTo>
                <a:lnTo>
                  <a:pt x="4320931" y="762989"/>
                </a:lnTo>
                <a:lnTo>
                  <a:pt x="4321123" y="762820"/>
                </a:lnTo>
                <a:lnTo>
                  <a:pt x="4358010" y="732182"/>
                </a:lnTo>
                <a:lnTo>
                  <a:pt x="4358243" y="732001"/>
                </a:lnTo>
                <a:lnTo>
                  <a:pt x="4358488" y="731835"/>
                </a:lnTo>
                <a:lnTo>
                  <a:pt x="4358743" y="731685"/>
                </a:lnTo>
                <a:lnTo>
                  <a:pt x="4359008" y="731552"/>
                </a:lnTo>
                <a:lnTo>
                  <a:pt x="4359280" y="731436"/>
                </a:lnTo>
                <a:lnTo>
                  <a:pt x="4359559" y="731339"/>
                </a:lnTo>
                <a:lnTo>
                  <a:pt x="4359844" y="731260"/>
                </a:lnTo>
                <a:lnTo>
                  <a:pt x="4360134" y="731199"/>
                </a:lnTo>
                <a:lnTo>
                  <a:pt x="4360427" y="731157"/>
                </a:lnTo>
                <a:lnTo>
                  <a:pt x="4360722" y="731135"/>
                </a:lnTo>
                <a:lnTo>
                  <a:pt x="4361018" y="731131"/>
                </a:lnTo>
                <a:lnTo>
                  <a:pt x="4361313" y="731147"/>
                </a:lnTo>
                <a:lnTo>
                  <a:pt x="4361607" y="731182"/>
                </a:lnTo>
                <a:lnTo>
                  <a:pt x="4361898" y="731236"/>
                </a:lnTo>
                <a:lnTo>
                  <a:pt x="4362185" y="731308"/>
                </a:lnTo>
                <a:lnTo>
                  <a:pt x="4362466" y="731400"/>
                </a:lnTo>
                <a:lnTo>
                  <a:pt x="4362741" y="731509"/>
                </a:lnTo>
                <a:lnTo>
                  <a:pt x="4363008" y="731635"/>
                </a:lnTo>
                <a:lnTo>
                  <a:pt x="4363267" y="731779"/>
                </a:lnTo>
                <a:lnTo>
                  <a:pt x="4363516" y="731940"/>
                </a:lnTo>
                <a:lnTo>
                  <a:pt x="4363753" y="732116"/>
                </a:lnTo>
                <a:lnTo>
                  <a:pt x="4363979" y="732307"/>
                </a:lnTo>
                <a:lnTo>
                  <a:pt x="4400866" y="765640"/>
                </a:lnTo>
                <a:lnTo>
                  <a:pt x="4401032" y="765798"/>
                </a:lnTo>
                <a:lnTo>
                  <a:pt x="4401190" y="765964"/>
                </a:lnTo>
                <a:lnTo>
                  <a:pt x="4435461" y="803834"/>
                </a:lnTo>
                <a:lnTo>
                  <a:pt x="4468687" y="782073"/>
                </a:lnTo>
                <a:lnTo>
                  <a:pt x="4505238" y="745273"/>
                </a:lnTo>
                <a:lnTo>
                  <a:pt x="4505460" y="745064"/>
                </a:lnTo>
                <a:lnTo>
                  <a:pt x="4505695" y="744871"/>
                </a:lnTo>
                <a:lnTo>
                  <a:pt x="4505942" y="744693"/>
                </a:lnTo>
                <a:lnTo>
                  <a:pt x="4506201" y="744533"/>
                </a:lnTo>
                <a:lnTo>
                  <a:pt x="4506470" y="744390"/>
                </a:lnTo>
                <a:lnTo>
                  <a:pt x="4506748" y="744265"/>
                </a:lnTo>
                <a:lnTo>
                  <a:pt x="4507034" y="744159"/>
                </a:lnTo>
                <a:lnTo>
                  <a:pt x="4507326" y="744073"/>
                </a:lnTo>
                <a:lnTo>
                  <a:pt x="4507624" y="744006"/>
                </a:lnTo>
                <a:lnTo>
                  <a:pt x="4507925" y="743960"/>
                </a:lnTo>
                <a:lnTo>
                  <a:pt x="4508228" y="743933"/>
                </a:lnTo>
                <a:lnTo>
                  <a:pt x="4508533" y="743927"/>
                </a:lnTo>
                <a:lnTo>
                  <a:pt x="4508837" y="743941"/>
                </a:lnTo>
                <a:lnTo>
                  <a:pt x="4509140" y="743976"/>
                </a:lnTo>
                <a:lnTo>
                  <a:pt x="4546027" y="749436"/>
                </a:lnTo>
                <a:lnTo>
                  <a:pt x="4546336" y="749493"/>
                </a:lnTo>
                <a:lnTo>
                  <a:pt x="4546641" y="749571"/>
                </a:lnTo>
                <a:lnTo>
                  <a:pt x="4546940" y="749669"/>
                </a:lnTo>
                <a:lnTo>
                  <a:pt x="4547231" y="749789"/>
                </a:lnTo>
                <a:lnTo>
                  <a:pt x="4547514" y="749928"/>
                </a:lnTo>
                <a:lnTo>
                  <a:pt x="4547786" y="750086"/>
                </a:lnTo>
                <a:lnTo>
                  <a:pt x="4548046" y="750262"/>
                </a:lnTo>
                <a:lnTo>
                  <a:pt x="4580829" y="774177"/>
                </a:lnTo>
                <a:lnTo>
                  <a:pt x="4615184" y="714483"/>
                </a:lnTo>
                <a:lnTo>
                  <a:pt x="4615342" y="714228"/>
                </a:lnTo>
                <a:lnTo>
                  <a:pt x="4615516" y="713984"/>
                </a:lnTo>
                <a:lnTo>
                  <a:pt x="4615706" y="713752"/>
                </a:lnTo>
                <a:lnTo>
                  <a:pt x="4615911" y="713533"/>
                </a:lnTo>
                <a:lnTo>
                  <a:pt x="4616130" y="713328"/>
                </a:lnTo>
                <a:lnTo>
                  <a:pt x="4616362" y="713138"/>
                </a:lnTo>
                <a:lnTo>
                  <a:pt x="4616607" y="712963"/>
                </a:lnTo>
                <a:lnTo>
                  <a:pt x="4616861" y="712805"/>
                </a:lnTo>
                <a:lnTo>
                  <a:pt x="4617126" y="712664"/>
                </a:lnTo>
                <a:lnTo>
                  <a:pt x="4617400" y="712541"/>
                </a:lnTo>
                <a:lnTo>
                  <a:pt x="4617681" y="712436"/>
                </a:lnTo>
                <a:lnTo>
                  <a:pt x="4617968" y="712350"/>
                </a:lnTo>
                <a:lnTo>
                  <a:pt x="4618261" y="712283"/>
                </a:lnTo>
                <a:lnTo>
                  <a:pt x="4618557" y="712235"/>
                </a:lnTo>
                <a:lnTo>
                  <a:pt x="4618855" y="712207"/>
                </a:lnTo>
                <a:lnTo>
                  <a:pt x="4619155" y="712198"/>
                </a:lnTo>
                <a:lnTo>
                  <a:pt x="4619455" y="712209"/>
                </a:lnTo>
                <a:lnTo>
                  <a:pt x="4619753" y="712240"/>
                </a:lnTo>
                <a:lnTo>
                  <a:pt x="4620049" y="712291"/>
                </a:lnTo>
                <a:lnTo>
                  <a:pt x="4620341" y="712360"/>
                </a:lnTo>
                <a:lnTo>
                  <a:pt x="4620627" y="712449"/>
                </a:lnTo>
                <a:lnTo>
                  <a:pt x="4620908" y="712557"/>
                </a:lnTo>
                <a:lnTo>
                  <a:pt x="4621180" y="712683"/>
                </a:lnTo>
                <a:lnTo>
                  <a:pt x="4621443" y="712826"/>
                </a:lnTo>
                <a:lnTo>
                  <a:pt x="4621697" y="712986"/>
                </a:lnTo>
                <a:lnTo>
                  <a:pt x="4621939" y="713163"/>
                </a:lnTo>
                <a:lnTo>
                  <a:pt x="4622170" y="713355"/>
                </a:lnTo>
                <a:lnTo>
                  <a:pt x="4622387" y="713562"/>
                </a:lnTo>
                <a:lnTo>
                  <a:pt x="4622590" y="713783"/>
                </a:lnTo>
                <a:lnTo>
                  <a:pt x="4692710" y="795252"/>
                </a:lnTo>
                <a:lnTo>
                  <a:pt x="4726183" y="751733"/>
                </a:lnTo>
                <a:lnTo>
                  <a:pt x="4726368" y="751507"/>
                </a:lnTo>
                <a:lnTo>
                  <a:pt x="4726568" y="751293"/>
                </a:lnTo>
                <a:lnTo>
                  <a:pt x="4726781" y="751093"/>
                </a:lnTo>
                <a:lnTo>
                  <a:pt x="4727006" y="750907"/>
                </a:lnTo>
                <a:lnTo>
                  <a:pt x="4727243" y="750735"/>
                </a:lnTo>
                <a:lnTo>
                  <a:pt x="4727491" y="750579"/>
                </a:lnTo>
                <a:lnTo>
                  <a:pt x="4727748" y="750440"/>
                </a:lnTo>
                <a:lnTo>
                  <a:pt x="4728013" y="750317"/>
                </a:lnTo>
                <a:lnTo>
                  <a:pt x="4728286" y="750211"/>
                </a:lnTo>
                <a:lnTo>
                  <a:pt x="4728564" y="750123"/>
                </a:lnTo>
                <a:lnTo>
                  <a:pt x="4728848" y="750053"/>
                </a:lnTo>
                <a:lnTo>
                  <a:pt x="4765737" y="742213"/>
                </a:lnTo>
                <a:lnTo>
                  <a:pt x="4766036" y="742159"/>
                </a:lnTo>
                <a:lnTo>
                  <a:pt x="4766338" y="742126"/>
                </a:lnTo>
                <a:lnTo>
                  <a:pt x="4766642" y="742113"/>
                </a:lnTo>
                <a:lnTo>
                  <a:pt x="4766946" y="742120"/>
                </a:lnTo>
                <a:lnTo>
                  <a:pt x="4767249" y="742148"/>
                </a:lnTo>
                <a:lnTo>
                  <a:pt x="4767549" y="742196"/>
                </a:lnTo>
                <a:lnTo>
                  <a:pt x="4767845" y="742263"/>
                </a:lnTo>
                <a:lnTo>
                  <a:pt x="4768137" y="742350"/>
                </a:lnTo>
                <a:lnTo>
                  <a:pt x="4768421" y="742457"/>
                </a:lnTo>
                <a:lnTo>
                  <a:pt x="4768699" y="742582"/>
                </a:lnTo>
                <a:lnTo>
                  <a:pt x="4768967" y="742725"/>
                </a:lnTo>
                <a:lnTo>
                  <a:pt x="4805567" y="763892"/>
                </a:lnTo>
                <a:lnTo>
                  <a:pt x="4841843" y="778340"/>
                </a:lnTo>
                <a:lnTo>
                  <a:pt x="4877703" y="786985"/>
                </a:lnTo>
                <a:lnTo>
                  <a:pt x="4912347" y="784138"/>
                </a:lnTo>
                <a:lnTo>
                  <a:pt x="4948097" y="752453"/>
                </a:lnTo>
                <a:lnTo>
                  <a:pt x="4948274" y="752305"/>
                </a:lnTo>
                <a:lnTo>
                  <a:pt x="4948459" y="752165"/>
                </a:lnTo>
                <a:lnTo>
                  <a:pt x="4985346" y="725624"/>
                </a:lnTo>
                <a:lnTo>
                  <a:pt x="4985586" y="725463"/>
                </a:lnTo>
                <a:lnTo>
                  <a:pt x="4985837" y="725316"/>
                </a:lnTo>
                <a:lnTo>
                  <a:pt x="4986096" y="725186"/>
                </a:lnTo>
                <a:lnTo>
                  <a:pt x="4986363" y="725073"/>
                </a:lnTo>
                <a:lnTo>
                  <a:pt x="4986637" y="724977"/>
                </a:lnTo>
                <a:lnTo>
                  <a:pt x="4986916" y="724899"/>
                </a:lnTo>
                <a:lnTo>
                  <a:pt x="4987200" y="724838"/>
                </a:lnTo>
                <a:lnTo>
                  <a:pt x="4987487" y="724796"/>
                </a:lnTo>
                <a:lnTo>
                  <a:pt x="4987776" y="724772"/>
                </a:lnTo>
                <a:lnTo>
                  <a:pt x="4988066" y="724766"/>
                </a:lnTo>
                <a:lnTo>
                  <a:pt x="4988356" y="724779"/>
                </a:lnTo>
                <a:lnTo>
                  <a:pt x="4988644" y="724811"/>
                </a:lnTo>
                <a:lnTo>
                  <a:pt x="4988930" y="724860"/>
                </a:lnTo>
                <a:lnTo>
                  <a:pt x="4989212" y="724928"/>
                </a:lnTo>
                <a:lnTo>
                  <a:pt x="4989489" y="725013"/>
                </a:lnTo>
                <a:lnTo>
                  <a:pt x="4989760" y="725116"/>
                </a:lnTo>
                <a:lnTo>
                  <a:pt x="4990024" y="725236"/>
                </a:lnTo>
                <a:lnTo>
                  <a:pt x="4990280" y="725373"/>
                </a:lnTo>
                <a:lnTo>
                  <a:pt x="5025162" y="745426"/>
                </a:lnTo>
                <a:lnTo>
                  <a:pt x="5059934" y="729988"/>
                </a:lnTo>
                <a:lnTo>
                  <a:pt x="5060201" y="729879"/>
                </a:lnTo>
                <a:lnTo>
                  <a:pt x="5060475" y="729787"/>
                </a:lnTo>
                <a:lnTo>
                  <a:pt x="5060754" y="729713"/>
                </a:lnTo>
                <a:lnTo>
                  <a:pt x="5061037" y="729657"/>
                </a:lnTo>
                <a:lnTo>
                  <a:pt x="5061324" y="729619"/>
                </a:lnTo>
                <a:lnTo>
                  <a:pt x="5098211" y="725877"/>
                </a:lnTo>
                <a:lnTo>
                  <a:pt x="5098517" y="725856"/>
                </a:lnTo>
                <a:lnTo>
                  <a:pt x="5098825" y="725856"/>
                </a:lnTo>
                <a:lnTo>
                  <a:pt x="5099131" y="725877"/>
                </a:lnTo>
                <a:lnTo>
                  <a:pt x="5099436" y="725918"/>
                </a:lnTo>
                <a:lnTo>
                  <a:pt x="5099737" y="725980"/>
                </a:lnTo>
                <a:lnTo>
                  <a:pt x="5100033" y="726062"/>
                </a:lnTo>
                <a:lnTo>
                  <a:pt x="5100323" y="726163"/>
                </a:lnTo>
                <a:lnTo>
                  <a:pt x="5100605" y="726284"/>
                </a:lnTo>
                <a:lnTo>
                  <a:pt x="5100879" y="726424"/>
                </a:lnTo>
                <a:lnTo>
                  <a:pt x="5101143" y="726582"/>
                </a:lnTo>
                <a:lnTo>
                  <a:pt x="5101395" y="726757"/>
                </a:lnTo>
                <a:lnTo>
                  <a:pt x="5101635" y="726949"/>
                </a:lnTo>
                <a:lnTo>
                  <a:pt x="5101862" y="727157"/>
                </a:lnTo>
                <a:lnTo>
                  <a:pt x="5102074" y="727379"/>
                </a:lnTo>
                <a:lnTo>
                  <a:pt x="5102271" y="727615"/>
                </a:lnTo>
                <a:lnTo>
                  <a:pt x="5136442" y="771592"/>
                </a:lnTo>
                <a:lnTo>
                  <a:pt x="5169757" y="747257"/>
                </a:lnTo>
                <a:lnTo>
                  <a:pt x="5170031" y="747072"/>
                </a:lnTo>
                <a:lnTo>
                  <a:pt x="5170318" y="746907"/>
                </a:lnTo>
                <a:lnTo>
                  <a:pt x="5170616" y="746763"/>
                </a:lnTo>
                <a:lnTo>
                  <a:pt x="5207503" y="730593"/>
                </a:lnTo>
                <a:lnTo>
                  <a:pt x="5209331" y="734763"/>
                </a:lnTo>
                <a:lnTo>
                  <a:pt x="5209331" y="739747"/>
                </a:lnTo>
                <a:lnTo>
                  <a:pt x="5174733" y="754913"/>
                </a:lnTo>
                <a:lnTo>
                  <a:pt x="5138247" y="781565"/>
                </a:lnTo>
                <a:lnTo>
                  <a:pt x="5138005" y="781730"/>
                </a:lnTo>
                <a:lnTo>
                  <a:pt x="5137753" y="781879"/>
                </a:lnTo>
                <a:lnTo>
                  <a:pt x="5137492" y="782012"/>
                </a:lnTo>
                <a:lnTo>
                  <a:pt x="5137224" y="782128"/>
                </a:lnTo>
                <a:lnTo>
                  <a:pt x="5136948" y="782226"/>
                </a:lnTo>
                <a:lnTo>
                  <a:pt x="5136666" y="782306"/>
                </a:lnTo>
                <a:lnTo>
                  <a:pt x="5136380" y="782368"/>
                </a:lnTo>
                <a:lnTo>
                  <a:pt x="5136091" y="782411"/>
                </a:lnTo>
                <a:lnTo>
                  <a:pt x="5135799" y="782436"/>
                </a:lnTo>
                <a:lnTo>
                  <a:pt x="5135507" y="782442"/>
                </a:lnTo>
                <a:lnTo>
                  <a:pt x="5135214" y="782430"/>
                </a:lnTo>
                <a:lnTo>
                  <a:pt x="5134923" y="782398"/>
                </a:lnTo>
                <a:lnTo>
                  <a:pt x="5134635" y="782348"/>
                </a:lnTo>
                <a:lnTo>
                  <a:pt x="5134350" y="782280"/>
                </a:lnTo>
                <a:lnTo>
                  <a:pt x="5134071" y="782193"/>
                </a:lnTo>
                <a:lnTo>
                  <a:pt x="5133797" y="782089"/>
                </a:lnTo>
                <a:lnTo>
                  <a:pt x="5133531" y="781967"/>
                </a:lnTo>
                <a:lnTo>
                  <a:pt x="5133273" y="781829"/>
                </a:lnTo>
                <a:lnTo>
                  <a:pt x="5133025" y="781674"/>
                </a:lnTo>
                <a:lnTo>
                  <a:pt x="5132787" y="781504"/>
                </a:lnTo>
                <a:lnTo>
                  <a:pt x="5132560" y="781319"/>
                </a:lnTo>
                <a:lnTo>
                  <a:pt x="5132346" y="781119"/>
                </a:lnTo>
                <a:lnTo>
                  <a:pt x="5132145" y="780906"/>
                </a:lnTo>
                <a:lnTo>
                  <a:pt x="5131958" y="780681"/>
                </a:lnTo>
                <a:lnTo>
                  <a:pt x="5096620" y="735203"/>
                </a:lnTo>
                <a:lnTo>
                  <a:pt x="5062968" y="738616"/>
                </a:lnTo>
                <a:lnTo>
                  <a:pt x="5026746" y="754698"/>
                </a:lnTo>
                <a:lnTo>
                  <a:pt x="5026463" y="754813"/>
                </a:lnTo>
                <a:lnTo>
                  <a:pt x="5026172" y="754909"/>
                </a:lnTo>
                <a:lnTo>
                  <a:pt x="5025876" y="754984"/>
                </a:lnTo>
                <a:lnTo>
                  <a:pt x="5025575" y="755040"/>
                </a:lnTo>
                <a:lnTo>
                  <a:pt x="5025271" y="755075"/>
                </a:lnTo>
                <a:lnTo>
                  <a:pt x="5024966" y="755090"/>
                </a:lnTo>
                <a:lnTo>
                  <a:pt x="5024660" y="755085"/>
                </a:lnTo>
                <a:lnTo>
                  <a:pt x="5024355" y="755058"/>
                </a:lnTo>
                <a:lnTo>
                  <a:pt x="5024053" y="755012"/>
                </a:lnTo>
                <a:lnTo>
                  <a:pt x="5023754" y="754945"/>
                </a:lnTo>
                <a:lnTo>
                  <a:pt x="5023461" y="754859"/>
                </a:lnTo>
                <a:lnTo>
                  <a:pt x="5023174" y="754753"/>
                </a:lnTo>
                <a:lnTo>
                  <a:pt x="5022894" y="754628"/>
                </a:lnTo>
                <a:lnTo>
                  <a:pt x="5022624" y="754484"/>
                </a:lnTo>
                <a:lnTo>
                  <a:pt x="4988285" y="734742"/>
                </a:lnTo>
                <a:lnTo>
                  <a:pt x="4953972" y="759431"/>
                </a:lnTo>
                <a:lnTo>
                  <a:pt x="4917258" y="791969"/>
                </a:lnTo>
                <a:lnTo>
                  <a:pt x="4917032" y="792156"/>
                </a:lnTo>
                <a:lnTo>
                  <a:pt x="4916795" y="792328"/>
                </a:lnTo>
                <a:lnTo>
                  <a:pt x="4916547" y="792485"/>
                </a:lnTo>
                <a:lnTo>
                  <a:pt x="4916290" y="792626"/>
                </a:lnTo>
                <a:lnTo>
                  <a:pt x="4916024" y="792749"/>
                </a:lnTo>
                <a:lnTo>
                  <a:pt x="4915751" y="792856"/>
                </a:lnTo>
                <a:lnTo>
                  <a:pt x="4915472" y="792944"/>
                </a:lnTo>
                <a:lnTo>
                  <a:pt x="4915187" y="793015"/>
                </a:lnTo>
                <a:lnTo>
                  <a:pt x="4914899" y="793067"/>
                </a:lnTo>
                <a:lnTo>
                  <a:pt x="4914607" y="793100"/>
                </a:lnTo>
                <a:lnTo>
                  <a:pt x="4877720" y="796132"/>
                </a:lnTo>
                <a:lnTo>
                  <a:pt x="4877430" y="796147"/>
                </a:lnTo>
                <a:lnTo>
                  <a:pt x="4877140" y="796143"/>
                </a:lnTo>
                <a:lnTo>
                  <a:pt x="4876850" y="796120"/>
                </a:lnTo>
                <a:lnTo>
                  <a:pt x="4876563" y="796080"/>
                </a:lnTo>
                <a:lnTo>
                  <a:pt x="4876278" y="796021"/>
                </a:lnTo>
                <a:lnTo>
                  <a:pt x="4839390" y="787128"/>
                </a:lnTo>
                <a:lnTo>
                  <a:pt x="4839078" y="787040"/>
                </a:lnTo>
                <a:lnTo>
                  <a:pt x="4838772" y="786931"/>
                </a:lnTo>
                <a:lnTo>
                  <a:pt x="4801885" y="772239"/>
                </a:lnTo>
                <a:lnTo>
                  <a:pt x="4801582" y="772106"/>
                </a:lnTo>
                <a:lnTo>
                  <a:pt x="4801289" y="771951"/>
                </a:lnTo>
                <a:lnTo>
                  <a:pt x="4765919" y="751495"/>
                </a:lnTo>
                <a:lnTo>
                  <a:pt x="4732386" y="758622"/>
                </a:lnTo>
                <a:lnTo>
                  <a:pt x="4696523" y="805251"/>
                </a:lnTo>
                <a:lnTo>
                  <a:pt x="4696332" y="805482"/>
                </a:lnTo>
                <a:lnTo>
                  <a:pt x="4696127" y="805701"/>
                </a:lnTo>
                <a:lnTo>
                  <a:pt x="4695908" y="805905"/>
                </a:lnTo>
                <a:lnTo>
                  <a:pt x="4695676" y="806095"/>
                </a:lnTo>
                <a:lnTo>
                  <a:pt x="4695432" y="806269"/>
                </a:lnTo>
                <a:lnTo>
                  <a:pt x="4695177" y="806426"/>
                </a:lnTo>
                <a:lnTo>
                  <a:pt x="4694912" y="806567"/>
                </a:lnTo>
                <a:lnTo>
                  <a:pt x="4694639" y="806690"/>
                </a:lnTo>
                <a:lnTo>
                  <a:pt x="4694358" y="806794"/>
                </a:lnTo>
                <a:lnTo>
                  <a:pt x="4694071" y="806880"/>
                </a:lnTo>
                <a:lnTo>
                  <a:pt x="4693778" y="806947"/>
                </a:lnTo>
                <a:lnTo>
                  <a:pt x="4693483" y="806994"/>
                </a:lnTo>
                <a:lnTo>
                  <a:pt x="4693184" y="807022"/>
                </a:lnTo>
                <a:lnTo>
                  <a:pt x="4692885" y="807030"/>
                </a:lnTo>
                <a:lnTo>
                  <a:pt x="4692585" y="807019"/>
                </a:lnTo>
                <a:lnTo>
                  <a:pt x="4692287" y="806988"/>
                </a:lnTo>
                <a:lnTo>
                  <a:pt x="4691992" y="806937"/>
                </a:lnTo>
                <a:lnTo>
                  <a:pt x="4691700" y="806867"/>
                </a:lnTo>
                <a:lnTo>
                  <a:pt x="4691414" y="806778"/>
                </a:lnTo>
                <a:lnTo>
                  <a:pt x="4691134" y="806671"/>
                </a:lnTo>
                <a:lnTo>
                  <a:pt x="4690862" y="806545"/>
                </a:lnTo>
                <a:lnTo>
                  <a:pt x="4690599" y="806402"/>
                </a:lnTo>
                <a:lnTo>
                  <a:pt x="4690346" y="806242"/>
                </a:lnTo>
                <a:lnTo>
                  <a:pt x="4690104" y="806065"/>
                </a:lnTo>
                <a:lnTo>
                  <a:pt x="4689874" y="805873"/>
                </a:lnTo>
                <a:lnTo>
                  <a:pt x="4689657" y="805666"/>
                </a:lnTo>
                <a:lnTo>
                  <a:pt x="4689454" y="805445"/>
                </a:lnTo>
                <a:lnTo>
                  <a:pt x="4619877" y="724607"/>
                </a:lnTo>
                <a:lnTo>
                  <a:pt x="4586198" y="783128"/>
                </a:lnTo>
                <a:lnTo>
                  <a:pt x="4586043" y="783378"/>
                </a:lnTo>
                <a:lnTo>
                  <a:pt x="4585872" y="783618"/>
                </a:lnTo>
                <a:lnTo>
                  <a:pt x="4585686" y="783846"/>
                </a:lnTo>
                <a:lnTo>
                  <a:pt x="4585486" y="784062"/>
                </a:lnTo>
                <a:lnTo>
                  <a:pt x="4585272" y="784264"/>
                </a:lnTo>
                <a:lnTo>
                  <a:pt x="4585046" y="784452"/>
                </a:lnTo>
                <a:lnTo>
                  <a:pt x="4584808" y="784625"/>
                </a:lnTo>
                <a:lnTo>
                  <a:pt x="4584559" y="784783"/>
                </a:lnTo>
                <a:lnTo>
                  <a:pt x="4584301" y="784924"/>
                </a:lnTo>
                <a:lnTo>
                  <a:pt x="4584034" y="785048"/>
                </a:lnTo>
                <a:lnTo>
                  <a:pt x="4583760" y="785155"/>
                </a:lnTo>
                <a:lnTo>
                  <a:pt x="4583479" y="785243"/>
                </a:lnTo>
                <a:lnTo>
                  <a:pt x="4583193" y="785314"/>
                </a:lnTo>
                <a:lnTo>
                  <a:pt x="4582903" y="785365"/>
                </a:lnTo>
                <a:lnTo>
                  <a:pt x="4582611" y="785398"/>
                </a:lnTo>
                <a:lnTo>
                  <a:pt x="4582317" y="785412"/>
                </a:lnTo>
                <a:lnTo>
                  <a:pt x="4582023" y="785407"/>
                </a:lnTo>
                <a:lnTo>
                  <a:pt x="4581729" y="785384"/>
                </a:lnTo>
                <a:lnTo>
                  <a:pt x="4581438" y="785341"/>
                </a:lnTo>
                <a:lnTo>
                  <a:pt x="4581150" y="785279"/>
                </a:lnTo>
                <a:lnTo>
                  <a:pt x="4580867" y="785199"/>
                </a:lnTo>
                <a:lnTo>
                  <a:pt x="4580590" y="785101"/>
                </a:lnTo>
                <a:lnTo>
                  <a:pt x="4580319" y="784985"/>
                </a:lnTo>
                <a:lnTo>
                  <a:pt x="4580057" y="784852"/>
                </a:lnTo>
                <a:lnTo>
                  <a:pt x="4579803" y="784703"/>
                </a:lnTo>
                <a:lnTo>
                  <a:pt x="4579560" y="784537"/>
                </a:lnTo>
                <a:lnTo>
                  <a:pt x="4543580" y="758291"/>
                </a:lnTo>
                <a:lnTo>
                  <a:pt x="4510083" y="753333"/>
                </a:lnTo>
                <a:lnTo>
                  <a:pt x="4474820" y="788837"/>
                </a:lnTo>
                <a:lnTo>
                  <a:pt x="4474588" y="789055"/>
                </a:lnTo>
                <a:lnTo>
                  <a:pt x="4474342" y="789255"/>
                </a:lnTo>
                <a:lnTo>
                  <a:pt x="4474083" y="789438"/>
                </a:lnTo>
                <a:lnTo>
                  <a:pt x="4437195" y="813598"/>
                </a:lnTo>
                <a:lnTo>
                  <a:pt x="4436944" y="813751"/>
                </a:lnTo>
                <a:lnTo>
                  <a:pt x="4436685" y="813887"/>
                </a:lnTo>
                <a:lnTo>
                  <a:pt x="4436417" y="814006"/>
                </a:lnTo>
                <a:lnTo>
                  <a:pt x="4436142" y="814108"/>
                </a:lnTo>
                <a:lnTo>
                  <a:pt x="4435861" y="814192"/>
                </a:lnTo>
                <a:lnTo>
                  <a:pt x="4435575" y="814258"/>
                </a:lnTo>
                <a:lnTo>
                  <a:pt x="4435286" y="814305"/>
                </a:lnTo>
                <a:lnTo>
                  <a:pt x="4434994" y="814334"/>
                </a:lnTo>
                <a:lnTo>
                  <a:pt x="4434701" y="814343"/>
                </a:lnTo>
                <a:lnTo>
                  <a:pt x="4434408" y="814334"/>
                </a:lnTo>
                <a:lnTo>
                  <a:pt x="4434116" y="814306"/>
                </a:lnTo>
                <a:lnTo>
                  <a:pt x="4433827" y="814259"/>
                </a:lnTo>
                <a:lnTo>
                  <a:pt x="4433541" y="814194"/>
                </a:lnTo>
                <a:lnTo>
                  <a:pt x="4433260" y="814111"/>
                </a:lnTo>
                <a:lnTo>
                  <a:pt x="4432985" y="814010"/>
                </a:lnTo>
                <a:lnTo>
                  <a:pt x="4432717" y="813891"/>
                </a:lnTo>
                <a:lnTo>
                  <a:pt x="4432457" y="813755"/>
                </a:lnTo>
                <a:lnTo>
                  <a:pt x="4432206" y="813603"/>
                </a:lnTo>
                <a:lnTo>
                  <a:pt x="4431966" y="813435"/>
                </a:lnTo>
                <a:lnTo>
                  <a:pt x="4431737" y="813252"/>
                </a:lnTo>
                <a:lnTo>
                  <a:pt x="4431520" y="813054"/>
                </a:lnTo>
                <a:lnTo>
                  <a:pt x="4431317" y="812843"/>
                </a:lnTo>
                <a:lnTo>
                  <a:pt x="4394583" y="772252"/>
                </a:lnTo>
                <a:lnTo>
                  <a:pt x="4360797" y="741720"/>
                </a:lnTo>
                <a:lnTo>
                  <a:pt x="4327145" y="769671"/>
                </a:lnTo>
                <a:lnTo>
                  <a:pt x="4290433" y="807845"/>
                </a:lnTo>
                <a:lnTo>
                  <a:pt x="4290218" y="808055"/>
                </a:lnTo>
                <a:lnTo>
                  <a:pt x="4289989" y="808250"/>
                </a:lnTo>
                <a:lnTo>
                  <a:pt x="4289747" y="808429"/>
                </a:lnTo>
                <a:lnTo>
                  <a:pt x="4289494" y="808593"/>
                </a:lnTo>
                <a:lnTo>
                  <a:pt x="4289231" y="808739"/>
                </a:lnTo>
                <a:lnTo>
                  <a:pt x="4288959" y="808868"/>
                </a:lnTo>
                <a:lnTo>
                  <a:pt x="4288679" y="808978"/>
                </a:lnTo>
                <a:lnTo>
                  <a:pt x="4288393" y="809070"/>
                </a:lnTo>
                <a:lnTo>
                  <a:pt x="4288101" y="809143"/>
                </a:lnTo>
                <a:lnTo>
                  <a:pt x="4287805" y="809196"/>
                </a:lnTo>
                <a:lnTo>
                  <a:pt x="4287506" y="809229"/>
                </a:lnTo>
                <a:lnTo>
                  <a:pt x="4287205" y="809243"/>
                </a:lnTo>
                <a:lnTo>
                  <a:pt x="4286904" y="809237"/>
                </a:lnTo>
                <a:lnTo>
                  <a:pt x="4286604" y="809211"/>
                </a:lnTo>
                <a:lnTo>
                  <a:pt x="4286307" y="809165"/>
                </a:lnTo>
                <a:lnTo>
                  <a:pt x="4286013" y="809100"/>
                </a:lnTo>
                <a:lnTo>
                  <a:pt x="4285724" y="809016"/>
                </a:lnTo>
                <a:lnTo>
                  <a:pt x="4285442" y="808912"/>
                </a:lnTo>
                <a:lnTo>
                  <a:pt x="4285166" y="808790"/>
                </a:lnTo>
                <a:lnTo>
                  <a:pt x="4284900" y="808651"/>
                </a:lnTo>
                <a:lnTo>
                  <a:pt x="4284643" y="808494"/>
                </a:lnTo>
                <a:lnTo>
                  <a:pt x="4284397" y="808320"/>
                </a:lnTo>
                <a:lnTo>
                  <a:pt x="4284163" y="808131"/>
                </a:lnTo>
                <a:lnTo>
                  <a:pt x="4283942" y="807927"/>
                </a:lnTo>
                <a:lnTo>
                  <a:pt x="4283735" y="807708"/>
                </a:lnTo>
                <a:lnTo>
                  <a:pt x="4283543" y="807476"/>
                </a:lnTo>
                <a:lnTo>
                  <a:pt x="4283367" y="807233"/>
                </a:lnTo>
                <a:lnTo>
                  <a:pt x="4283207" y="806978"/>
                </a:lnTo>
                <a:lnTo>
                  <a:pt x="4247269" y="745224"/>
                </a:lnTo>
                <a:lnTo>
                  <a:pt x="4213590" y="736312"/>
                </a:lnTo>
                <a:lnTo>
                  <a:pt x="4178239" y="749195"/>
                </a:lnTo>
                <a:lnTo>
                  <a:pt x="4141537" y="766450"/>
                </a:lnTo>
                <a:lnTo>
                  <a:pt x="4141294" y="766556"/>
                </a:lnTo>
                <a:lnTo>
                  <a:pt x="4141045" y="766647"/>
                </a:lnTo>
                <a:lnTo>
                  <a:pt x="4104158" y="778994"/>
                </a:lnTo>
                <a:lnTo>
                  <a:pt x="4103901" y="779072"/>
                </a:lnTo>
                <a:lnTo>
                  <a:pt x="4067580" y="788893"/>
                </a:lnTo>
                <a:lnTo>
                  <a:pt x="4031200" y="809722"/>
                </a:lnTo>
                <a:lnTo>
                  <a:pt x="4030939" y="809861"/>
                </a:lnTo>
                <a:lnTo>
                  <a:pt x="4030670" y="809982"/>
                </a:lnTo>
                <a:lnTo>
                  <a:pt x="4030393" y="810085"/>
                </a:lnTo>
                <a:lnTo>
                  <a:pt x="4030110" y="810171"/>
                </a:lnTo>
                <a:lnTo>
                  <a:pt x="4029823" y="810237"/>
                </a:lnTo>
                <a:lnTo>
                  <a:pt x="4029531" y="810286"/>
                </a:lnTo>
                <a:lnTo>
                  <a:pt x="4029237" y="810315"/>
                </a:lnTo>
                <a:lnTo>
                  <a:pt x="4028942" y="810325"/>
                </a:lnTo>
                <a:lnTo>
                  <a:pt x="4028646" y="810316"/>
                </a:lnTo>
                <a:lnTo>
                  <a:pt x="4028352" y="810287"/>
                </a:lnTo>
                <a:lnTo>
                  <a:pt x="4028061" y="810240"/>
                </a:lnTo>
                <a:lnTo>
                  <a:pt x="4027773" y="810174"/>
                </a:lnTo>
                <a:lnTo>
                  <a:pt x="4027490" y="810089"/>
                </a:lnTo>
                <a:lnTo>
                  <a:pt x="4027213" y="809987"/>
                </a:lnTo>
                <a:lnTo>
                  <a:pt x="4026943" y="809866"/>
                </a:lnTo>
                <a:lnTo>
                  <a:pt x="4026681" y="809729"/>
                </a:lnTo>
                <a:lnTo>
                  <a:pt x="4026429" y="809574"/>
                </a:lnTo>
                <a:lnTo>
                  <a:pt x="4026188" y="809404"/>
                </a:lnTo>
                <a:lnTo>
                  <a:pt x="4025958" y="809218"/>
                </a:lnTo>
                <a:lnTo>
                  <a:pt x="4025741" y="809018"/>
                </a:lnTo>
                <a:lnTo>
                  <a:pt x="4025537" y="808804"/>
                </a:lnTo>
                <a:lnTo>
                  <a:pt x="4025347" y="808578"/>
                </a:lnTo>
                <a:lnTo>
                  <a:pt x="3992058" y="766101"/>
                </a:lnTo>
                <a:lnTo>
                  <a:pt x="3958757" y="808832"/>
                </a:lnTo>
                <a:lnTo>
                  <a:pt x="3958563" y="809064"/>
                </a:lnTo>
                <a:lnTo>
                  <a:pt x="3958354" y="809283"/>
                </a:lnTo>
                <a:lnTo>
                  <a:pt x="3958131" y="809488"/>
                </a:lnTo>
                <a:lnTo>
                  <a:pt x="3957895" y="809677"/>
                </a:lnTo>
                <a:lnTo>
                  <a:pt x="3957647" y="809851"/>
                </a:lnTo>
                <a:lnTo>
                  <a:pt x="3957387" y="810007"/>
                </a:lnTo>
                <a:lnTo>
                  <a:pt x="3957118" y="810146"/>
                </a:lnTo>
                <a:lnTo>
                  <a:pt x="3956841" y="810267"/>
                </a:lnTo>
                <a:lnTo>
                  <a:pt x="3956556" y="810369"/>
                </a:lnTo>
                <a:lnTo>
                  <a:pt x="3956265" y="810452"/>
                </a:lnTo>
                <a:lnTo>
                  <a:pt x="3955969" y="810516"/>
                </a:lnTo>
                <a:lnTo>
                  <a:pt x="3955669" y="810560"/>
                </a:lnTo>
                <a:lnTo>
                  <a:pt x="3955367" y="810583"/>
                </a:lnTo>
                <a:lnTo>
                  <a:pt x="3955064" y="810587"/>
                </a:lnTo>
                <a:lnTo>
                  <a:pt x="3954762" y="810571"/>
                </a:lnTo>
                <a:lnTo>
                  <a:pt x="3954462" y="810534"/>
                </a:lnTo>
                <a:lnTo>
                  <a:pt x="3954164" y="810478"/>
                </a:lnTo>
                <a:lnTo>
                  <a:pt x="3953871" y="810402"/>
                </a:lnTo>
                <a:lnTo>
                  <a:pt x="3953584" y="810306"/>
                </a:lnTo>
                <a:lnTo>
                  <a:pt x="3953303" y="810192"/>
                </a:lnTo>
                <a:lnTo>
                  <a:pt x="3953031" y="810060"/>
                </a:lnTo>
                <a:lnTo>
                  <a:pt x="3952768" y="809910"/>
                </a:lnTo>
                <a:lnTo>
                  <a:pt x="3952516" y="809742"/>
                </a:lnTo>
                <a:lnTo>
                  <a:pt x="3952275" y="809558"/>
                </a:lnTo>
                <a:lnTo>
                  <a:pt x="3916176" y="780041"/>
                </a:lnTo>
                <a:lnTo>
                  <a:pt x="3880610" y="771107"/>
                </a:lnTo>
                <a:lnTo>
                  <a:pt x="3845535" y="767764"/>
                </a:lnTo>
                <a:lnTo>
                  <a:pt x="3809920" y="788680"/>
                </a:lnTo>
                <a:lnTo>
                  <a:pt x="3809656" y="788824"/>
                </a:lnTo>
                <a:lnTo>
                  <a:pt x="3809383" y="788950"/>
                </a:lnTo>
                <a:lnTo>
                  <a:pt x="3809103" y="789057"/>
                </a:lnTo>
                <a:lnTo>
                  <a:pt x="3808815" y="789146"/>
                </a:lnTo>
                <a:lnTo>
                  <a:pt x="3808523" y="789216"/>
                </a:lnTo>
                <a:lnTo>
                  <a:pt x="3808227" y="789266"/>
                </a:lnTo>
                <a:lnTo>
                  <a:pt x="3807928" y="789297"/>
                </a:lnTo>
                <a:lnTo>
                  <a:pt x="3807628" y="789308"/>
                </a:lnTo>
                <a:lnTo>
                  <a:pt x="3807327" y="789299"/>
                </a:lnTo>
                <a:lnTo>
                  <a:pt x="3807028" y="789271"/>
                </a:lnTo>
                <a:lnTo>
                  <a:pt x="3806732" y="789222"/>
                </a:lnTo>
                <a:lnTo>
                  <a:pt x="3806439" y="789155"/>
                </a:lnTo>
                <a:lnTo>
                  <a:pt x="3806151" y="789068"/>
                </a:lnTo>
                <a:lnTo>
                  <a:pt x="3805870" y="788962"/>
                </a:lnTo>
                <a:lnTo>
                  <a:pt x="3805596" y="788838"/>
                </a:lnTo>
                <a:lnTo>
                  <a:pt x="3805331" y="788697"/>
                </a:lnTo>
                <a:lnTo>
                  <a:pt x="3770166" y="768383"/>
                </a:lnTo>
                <a:lnTo>
                  <a:pt x="3735181" y="779186"/>
                </a:lnTo>
                <a:lnTo>
                  <a:pt x="3734882" y="779268"/>
                </a:lnTo>
                <a:lnTo>
                  <a:pt x="3734578" y="779328"/>
                </a:lnTo>
                <a:lnTo>
                  <a:pt x="3734271" y="779368"/>
                </a:lnTo>
                <a:lnTo>
                  <a:pt x="3733961" y="779388"/>
                </a:lnTo>
                <a:lnTo>
                  <a:pt x="3733651" y="779385"/>
                </a:lnTo>
                <a:lnTo>
                  <a:pt x="3733342" y="779362"/>
                </a:lnTo>
                <a:lnTo>
                  <a:pt x="3733035" y="779318"/>
                </a:lnTo>
                <a:lnTo>
                  <a:pt x="3732732" y="779253"/>
                </a:lnTo>
                <a:lnTo>
                  <a:pt x="3697800" y="770533"/>
                </a:lnTo>
                <a:lnTo>
                  <a:pt x="3662590" y="794001"/>
                </a:lnTo>
                <a:lnTo>
                  <a:pt x="3662343" y="794154"/>
                </a:lnTo>
                <a:lnTo>
                  <a:pt x="3662086" y="794292"/>
                </a:lnTo>
                <a:lnTo>
                  <a:pt x="3661821" y="794413"/>
                </a:lnTo>
                <a:lnTo>
                  <a:pt x="3661549" y="794516"/>
                </a:lnTo>
                <a:lnTo>
                  <a:pt x="3661271" y="794603"/>
                </a:lnTo>
                <a:lnTo>
                  <a:pt x="3660988" y="794671"/>
                </a:lnTo>
                <a:lnTo>
                  <a:pt x="3624100" y="802326"/>
                </a:lnTo>
                <a:lnTo>
                  <a:pt x="3623783" y="802380"/>
                </a:lnTo>
                <a:lnTo>
                  <a:pt x="3623463" y="802412"/>
                </a:lnTo>
                <a:lnTo>
                  <a:pt x="3623141" y="802421"/>
                </a:lnTo>
                <a:lnTo>
                  <a:pt x="3622819" y="802408"/>
                </a:lnTo>
                <a:lnTo>
                  <a:pt x="3622500" y="802371"/>
                </a:lnTo>
                <a:lnTo>
                  <a:pt x="3622183" y="802312"/>
                </a:lnTo>
                <a:lnTo>
                  <a:pt x="3587659" y="794630"/>
                </a:lnTo>
                <a:lnTo>
                  <a:pt x="3552531" y="827846"/>
                </a:lnTo>
                <a:lnTo>
                  <a:pt x="3552305" y="828046"/>
                </a:lnTo>
                <a:lnTo>
                  <a:pt x="3552065" y="828231"/>
                </a:lnTo>
                <a:lnTo>
                  <a:pt x="3551814" y="828400"/>
                </a:lnTo>
                <a:lnTo>
                  <a:pt x="3551553" y="828552"/>
                </a:lnTo>
                <a:lnTo>
                  <a:pt x="3551281" y="828686"/>
                </a:lnTo>
                <a:lnTo>
                  <a:pt x="3551002" y="828801"/>
                </a:lnTo>
                <a:lnTo>
                  <a:pt x="3550715" y="828898"/>
                </a:lnTo>
                <a:lnTo>
                  <a:pt x="3550423" y="828976"/>
                </a:lnTo>
                <a:lnTo>
                  <a:pt x="3550126" y="829034"/>
                </a:lnTo>
                <a:lnTo>
                  <a:pt x="3549826" y="829072"/>
                </a:lnTo>
                <a:lnTo>
                  <a:pt x="3549524" y="829091"/>
                </a:lnTo>
                <a:lnTo>
                  <a:pt x="3549222" y="829089"/>
                </a:lnTo>
                <a:lnTo>
                  <a:pt x="3548920" y="829067"/>
                </a:lnTo>
                <a:lnTo>
                  <a:pt x="3548620" y="829025"/>
                </a:lnTo>
                <a:lnTo>
                  <a:pt x="3548324" y="828964"/>
                </a:lnTo>
                <a:lnTo>
                  <a:pt x="3548033" y="828883"/>
                </a:lnTo>
                <a:lnTo>
                  <a:pt x="3547747" y="828783"/>
                </a:lnTo>
                <a:lnTo>
                  <a:pt x="3547469" y="828664"/>
                </a:lnTo>
                <a:lnTo>
                  <a:pt x="3547200" y="828527"/>
                </a:lnTo>
                <a:lnTo>
                  <a:pt x="3546940" y="828372"/>
                </a:lnTo>
                <a:lnTo>
                  <a:pt x="3546690" y="828200"/>
                </a:lnTo>
                <a:lnTo>
                  <a:pt x="3546453" y="828013"/>
                </a:lnTo>
                <a:lnTo>
                  <a:pt x="3546229" y="827810"/>
                </a:lnTo>
                <a:lnTo>
                  <a:pt x="3546019" y="827592"/>
                </a:lnTo>
                <a:lnTo>
                  <a:pt x="3545823" y="827361"/>
                </a:lnTo>
                <a:lnTo>
                  <a:pt x="3545644" y="827118"/>
                </a:lnTo>
                <a:lnTo>
                  <a:pt x="3545481" y="826863"/>
                </a:lnTo>
                <a:lnTo>
                  <a:pt x="3545335" y="826598"/>
                </a:lnTo>
                <a:lnTo>
                  <a:pt x="3545207" y="826324"/>
                </a:lnTo>
                <a:lnTo>
                  <a:pt x="3512333" y="749349"/>
                </a:lnTo>
                <a:lnTo>
                  <a:pt x="3479757" y="819326"/>
                </a:lnTo>
                <a:lnTo>
                  <a:pt x="3479622" y="819593"/>
                </a:lnTo>
                <a:lnTo>
                  <a:pt x="3479470" y="819850"/>
                </a:lnTo>
                <a:lnTo>
                  <a:pt x="3479301" y="820097"/>
                </a:lnTo>
                <a:lnTo>
                  <a:pt x="3479116" y="820332"/>
                </a:lnTo>
                <a:lnTo>
                  <a:pt x="3478916" y="820555"/>
                </a:lnTo>
                <a:lnTo>
                  <a:pt x="3478703" y="820764"/>
                </a:lnTo>
                <a:lnTo>
                  <a:pt x="3478476" y="820959"/>
                </a:lnTo>
                <a:lnTo>
                  <a:pt x="3478236" y="821138"/>
                </a:lnTo>
                <a:lnTo>
                  <a:pt x="3477986" y="821301"/>
                </a:lnTo>
                <a:lnTo>
                  <a:pt x="3477725" y="821448"/>
                </a:lnTo>
                <a:lnTo>
                  <a:pt x="3477455" y="821577"/>
                </a:lnTo>
                <a:lnTo>
                  <a:pt x="3477177" y="821688"/>
                </a:lnTo>
                <a:lnTo>
                  <a:pt x="3476893" y="821780"/>
                </a:lnTo>
                <a:lnTo>
                  <a:pt x="3476603" y="821854"/>
                </a:lnTo>
                <a:lnTo>
                  <a:pt x="3476309" y="821909"/>
                </a:lnTo>
                <a:lnTo>
                  <a:pt x="3476012" y="821944"/>
                </a:lnTo>
                <a:lnTo>
                  <a:pt x="3475713" y="821960"/>
                </a:lnTo>
                <a:lnTo>
                  <a:pt x="3475414" y="821956"/>
                </a:lnTo>
                <a:lnTo>
                  <a:pt x="3475116" y="821932"/>
                </a:lnTo>
                <a:lnTo>
                  <a:pt x="3474820" y="821889"/>
                </a:lnTo>
                <a:lnTo>
                  <a:pt x="3474528" y="821827"/>
                </a:lnTo>
                <a:lnTo>
                  <a:pt x="3474240" y="821745"/>
                </a:lnTo>
                <a:lnTo>
                  <a:pt x="3473958" y="821645"/>
                </a:lnTo>
                <a:lnTo>
                  <a:pt x="3473683" y="821527"/>
                </a:lnTo>
                <a:lnTo>
                  <a:pt x="3473417" y="821391"/>
                </a:lnTo>
                <a:lnTo>
                  <a:pt x="3473160" y="821238"/>
                </a:lnTo>
                <a:lnTo>
                  <a:pt x="3472914" y="821068"/>
                </a:lnTo>
                <a:lnTo>
                  <a:pt x="3472680" y="820882"/>
                </a:lnTo>
                <a:lnTo>
                  <a:pt x="3472458" y="820682"/>
                </a:lnTo>
                <a:lnTo>
                  <a:pt x="3472249" y="820467"/>
                </a:lnTo>
                <a:lnTo>
                  <a:pt x="3472056" y="820239"/>
                </a:lnTo>
                <a:lnTo>
                  <a:pt x="3438012" y="777426"/>
                </a:lnTo>
                <a:lnTo>
                  <a:pt x="3404695" y="804037"/>
                </a:lnTo>
                <a:lnTo>
                  <a:pt x="3404451" y="804219"/>
                </a:lnTo>
                <a:lnTo>
                  <a:pt x="3404195" y="804384"/>
                </a:lnTo>
                <a:lnTo>
                  <a:pt x="3403929" y="804531"/>
                </a:lnTo>
                <a:lnTo>
                  <a:pt x="3403654" y="804661"/>
                </a:lnTo>
                <a:lnTo>
                  <a:pt x="3403371" y="804772"/>
                </a:lnTo>
                <a:lnTo>
                  <a:pt x="3403081" y="804864"/>
                </a:lnTo>
                <a:lnTo>
                  <a:pt x="3402786" y="804936"/>
                </a:lnTo>
                <a:lnTo>
                  <a:pt x="3402486" y="804989"/>
                </a:lnTo>
                <a:lnTo>
                  <a:pt x="3402184" y="805021"/>
                </a:lnTo>
                <a:lnTo>
                  <a:pt x="3401880" y="805033"/>
                </a:lnTo>
                <a:lnTo>
                  <a:pt x="3401576" y="805025"/>
                </a:lnTo>
                <a:lnTo>
                  <a:pt x="3401273" y="804997"/>
                </a:lnTo>
                <a:lnTo>
                  <a:pt x="3400972" y="804948"/>
                </a:lnTo>
                <a:lnTo>
                  <a:pt x="3400676" y="804880"/>
                </a:lnTo>
                <a:lnTo>
                  <a:pt x="3363789" y="795053"/>
                </a:lnTo>
                <a:lnTo>
                  <a:pt x="3363485" y="794960"/>
                </a:lnTo>
                <a:lnTo>
                  <a:pt x="3363188" y="794847"/>
                </a:lnTo>
                <a:lnTo>
                  <a:pt x="3362900" y="794713"/>
                </a:lnTo>
                <a:lnTo>
                  <a:pt x="3362622" y="794560"/>
                </a:lnTo>
                <a:lnTo>
                  <a:pt x="3362355" y="794387"/>
                </a:lnTo>
                <a:lnTo>
                  <a:pt x="3327957" y="770407"/>
                </a:lnTo>
                <a:lnTo>
                  <a:pt x="3293632" y="792214"/>
                </a:lnTo>
                <a:lnTo>
                  <a:pt x="3293364" y="792372"/>
                </a:lnTo>
                <a:lnTo>
                  <a:pt x="3293086" y="792511"/>
                </a:lnTo>
                <a:lnTo>
                  <a:pt x="3292800" y="792631"/>
                </a:lnTo>
                <a:lnTo>
                  <a:pt x="3292506" y="792731"/>
                </a:lnTo>
                <a:lnTo>
                  <a:pt x="3292205" y="792810"/>
                </a:lnTo>
                <a:lnTo>
                  <a:pt x="3291900" y="792869"/>
                </a:lnTo>
                <a:lnTo>
                  <a:pt x="3291592" y="792907"/>
                </a:lnTo>
                <a:lnTo>
                  <a:pt x="3291282" y="792924"/>
                </a:lnTo>
                <a:lnTo>
                  <a:pt x="3290971" y="792920"/>
                </a:lnTo>
                <a:lnTo>
                  <a:pt x="3290662" y="792895"/>
                </a:lnTo>
                <a:lnTo>
                  <a:pt x="3290355" y="792849"/>
                </a:lnTo>
                <a:lnTo>
                  <a:pt x="3253468" y="785998"/>
                </a:lnTo>
                <a:lnTo>
                  <a:pt x="3253172" y="785933"/>
                </a:lnTo>
                <a:lnTo>
                  <a:pt x="3252881" y="785848"/>
                </a:lnTo>
                <a:lnTo>
                  <a:pt x="3252596" y="785744"/>
                </a:lnTo>
                <a:lnTo>
                  <a:pt x="3252319" y="785622"/>
                </a:lnTo>
                <a:lnTo>
                  <a:pt x="3252051" y="785481"/>
                </a:lnTo>
                <a:lnTo>
                  <a:pt x="3251793" y="785323"/>
                </a:lnTo>
                <a:lnTo>
                  <a:pt x="3214905" y="761031"/>
                </a:lnTo>
                <a:lnTo>
                  <a:pt x="3214635" y="760839"/>
                </a:lnTo>
                <a:lnTo>
                  <a:pt x="3214380" y="760628"/>
                </a:lnTo>
                <a:lnTo>
                  <a:pt x="3214141" y="760399"/>
                </a:lnTo>
                <a:lnTo>
                  <a:pt x="3181602" y="726883"/>
                </a:lnTo>
                <a:lnTo>
                  <a:pt x="3147658" y="790364"/>
                </a:lnTo>
                <a:lnTo>
                  <a:pt x="3147511" y="790619"/>
                </a:lnTo>
                <a:lnTo>
                  <a:pt x="3147348" y="790863"/>
                </a:lnTo>
                <a:lnTo>
                  <a:pt x="3147169" y="791097"/>
                </a:lnTo>
                <a:lnTo>
                  <a:pt x="3146976" y="791319"/>
                </a:lnTo>
                <a:lnTo>
                  <a:pt x="3146769" y="791528"/>
                </a:lnTo>
                <a:lnTo>
                  <a:pt x="3146548" y="791723"/>
                </a:lnTo>
                <a:lnTo>
                  <a:pt x="3146316" y="791903"/>
                </a:lnTo>
                <a:lnTo>
                  <a:pt x="3146073" y="792068"/>
                </a:lnTo>
                <a:lnTo>
                  <a:pt x="3145819" y="792217"/>
                </a:lnTo>
                <a:lnTo>
                  <a:pt x="3145556" y="792350"/>
                </a:lnTo>
                <a:lnTo>
                  <a:pt x="3145286" y="792465"/>
                </a:lnTo>
                <a:lnTo>
                  <a:pt x="3145008" y="792562"/>
                </a:lnTo>
                <a:lnTo>
                  <a:pt x="3144725" y="792642"/>
                </a:lnTo>
                <a:lnTo>
                  <a:pt x="3144437" y="792702"/>
                </a:lnTo>
                <a:lnTo>
                  <a:pt x="3144146" y="792745"/>
                </a:lnTo>
                <a:lnTo>
                  <a:pt x="3107259" y="796884"/>
                </a:lnTo>
                <a:lnTo>
                  <a:pt x="3106957" y="796907"/>
                </a:lnTo>
                <a:lnTo>
                  <a:pt x="3106654" y="796911"/>
                </a:lnTo>
                <a:lnTo>
                  <a:pt x="3106352" y="796895"/>
                </a:lnTo>
                <a:lnTo>
                  <a:pt x="3106051" y="796858"/>
                </a:lnTo>
                <a:lnTo>
                  <a:pt x="3105754" y="796802"/>
                </a:lnTo>
                <a:lnTo>
                  <a:pt x="3105461" y="796726"/>
                </a:lnTo>
                <a:lnTo>
                  <a:pt x="3105173" y="796630"/>
                </a:lnTo>
                <a:lnTo>
                  <a:pt x="3104893" y="796516"/>
                </a:lnTo>
                <a:lnTo>
                  <a:pt x="3104620" y="796384"/>
                </a:lnTo>
                <a:lnTo>
                  <a:pt x="3104358" y="796234"/>
                </a:lnTo>
                <a:lnTo>
                  <a:pt x="3104105" y="796066"/>
                </a:lnTo>
                <a:lnTo>
                  <a:pt x="3103865" y="795882"/>
                </a:lnTo>
                <a:lnTo>
                  <a:pt x="3103637" y="795683"/>
                </a:lnTo>
                <a:lnTo>
                  <a:pt x="3103422" y="795469"/>
                </a:lnTo>
                <a:lnTo>
                  <a:pt x="3103223" y="795241"/>
                </a:lnTo>
                <a:lnTo>
                  <a:pt x="3103039" y="795001"/>
                </a:lnTo>
                <a:lnTo>
                  <a:pt x="3102872" y="794748"/>
                </a:lnTo>
                <a:lnTo>
                  <a:pt x="3068804" y="739577"/>
                </a:lnTo>
                <a:lnTo>
                  <a:pt x="3035967" y="768135"/>
                </a:lnTo>
                <a:lnTo>
                  <a:pt x="3035737" y="768322"/>
                </a:lnTo>
                <a:lnTo>
                  <a:pt x="3035496" y="768494"/>
                </a:lnTo>
                <a:lnTo>
                  <a:pt x="3035245" y="768649"/>
                </a:lnTo>
                <a:lnTo>
                  <a:pt x="3034983" y="768788"/>
                </a:lnTo>
                <a:lnTo>
                  <a:pt x="3034714" y="768910"/>
                </a:lnTo>
                <a:lnTo>
                  <a:pt x="3034437" y="769014"/>
                </a:lnTo>
                <a:lnTo>
                  <a:pt x="3034153" y="769099"/>
                </a:lnTo>
                <a:lnTo>
                  <a:pt x="3033865" y="769167"/>
                </a:lnTo>
                <a:lnTo>
                  <a:pt x="3033573" y="769215"/>
                </a:lnTo>
                <a:lnTo>
                  <a:pt x="3033279" y="769244"/>
                </a:lnTo>
                <a:lnTo>
                  <a:pt x="3032983" y="769254"/>
                </a:lnTo>
                <a:lnTo>
                  <a:pt x="3032688" y="769245"/>
                </a:lnTo>
                <a:lnTo>
                  <a:pt x="3032393" y="769217"/>
                </a:lnTo>
                <a:lnTo>
                  <a:pt x="3032101" y="769170"/>
                </a:lnTo>
                <a:lnTo>
                  <a:pt x="3031813" y="769104"/>
                </a:lnTo>
                <a:lnTo>
                  <a:pt x="3031529" y="769019"/>
                </a:lnTo>
                <a:lnTo>
                  <a:pt x="3031252" y="768916"/>
                </a:lnTo>
                <a:lnTo>
                  <a:pt x="3030982" y="768795"/>
                </a:lnTo>
                <a:lnTo>
                  <a:pt x="3030720" y="768658"/>
                </a:lnTo>
                <a:lnTo>
                  <a:pt x="3030468" y="768503"/>
                </a:lnTo>
                <a:lnTo>
                  <a:pt x="3030226" y="768332"/>
                </a:lnTo>
                <a:lnTo>
                  <a:pt x="3029996" y="768146"/>
                </a:lnTo>
                <a:lnTo>
                  <a:pt x="3029778" y="767946"/>
                </a:lnTo>
                <a:lnTo>
                  <a:pt x="3029574" y="767732"/>
                </a:lnTo>
                <a:lnTo>
                  <a:pt x="3029385" y="767505"/>
                </a:lnTo>
                <a:lnTo>
                  <a:pt x="3029210" y="767266"/>
                </a:lnTo>
                <a:lnTo>
                  <a:pt x="3029051" y="767016"/>
                </a:lnTo>
                <a:lnTo>
                  <a:pt x="2996937" y="712716"/>
                </a:lnTo>
                <a:lnTo>
                  <a:pt x="2963449" y="798794"/>
                </a:lnTo>
                <a:lnTo>
                  <a:pt x="2963330" y="799073"/>
                </a:lnTo>
                <a:lnTo>
                  <a:pt x="2963192" y="799344"/>
                </a:lnTo>
                <a:lnTo>
                  <a:pt x="2963037" y="799604"/>
                </a:lnTo>
                <a:lnTo>
                  <a:pt x="2962864" y="799854"/>
                </a:lnTo>
                <a:lnTo>
                  <a:pt x="2962676" y="800092"/>
                </a:lnTo>
                <a:lnTo>
                  <a:pt x="2962472" y="800317"/>
                </a:lnTo>
                <a:lnTo>
                  <a:pt x="2962253" y="800527"/>
                </a:lnTo>
                <a:lnTo>
                  <a:pt x="2962021" y="800723"/>
                </a:lnTo>
                <a:lnTo>
                  <a:pt x="2961777" y="800903"/>
                </a:lnTo>
                <a:lnTo>
                  <a:pt x="2961521" y="801066"/>
                </a:lnTo>
                <a:lnTo>
                  <a:pt x="2961254" y="801211"/>
                </a:lnTo>
                <a:lnTo>
                  <a:pt x="2960979" y="801339"/>
                </a:lnTo>
                <a:lnTo>
                  <a:pt x="2960696" y="801448"/>
                </a:lnTo>
                <a:lnTo>
                  <a:pt x="2960406" y="801538"/>
                </a:lnTo>
                <a:lnTo>
                  <a:pt x="2960110" y="801608"/>
                </a:lnTo>
                <a:lnTo>
                  <a:pt x="2959811" y="801659"/>
                </a:lnTo>
                <a:lnTo>
                  <a:pt x="2959509" y="801690"/>
                </a:lnTo>
                <a:lnTo>
                  <a:pt x="2959206" y="801700"/>
                </a:lnTo>
                <a:lnTo>
                  <a:pt x="2958902" y="801690"/>
                </a:lnTo>
                <a:lnTo>
                  <a:pt x="2958600" y="801660"/>
                </a:lnTo>
                <a:lnTo>
                  <a:pt x="2958301" y="801610"/>
                </a:lnTo>
                <a:lnTo>
                  <a:pt x="2958006" y="801541"/>
                </a:lnTo>
                <a:lnTo>
                  <a:pt x="2957716" y="801451"/>
                </a:lnTo>
                <a:lnTo>
                  <a:pt x="2957432" y="801343"/>
                </a:lnTo>
                <a:lnTo>
                  <a:pt x="2957156" y="801216"/>
                </a:lnTo>
                <a:lnTo>
                  <a:pt x="2956890" y="801071"/>
                </a:lnTo>
                <a:lnTo>
                  <a:pt x="2956633" y="800908"/>
                </a:lnTo>
                <a:lnTo>
                  <a:pt x="2956388" y="800729"/>
                </a:lnTo>
                <a:lnTo>
                  <a:pt x="2921543" y="773416"/>
                </a:lnTo>
                <a:lnTo>
                  <a:pt x="2887076" y="786806"/>
                </a:lnTo>
                <a:lnTo>
                  <a:pt x="2886783" y="786909"/>
                </a:lnTo>
                <a:lnTo>
                  <a:pt x="2886483" y="786991"/>
                </a:lnTo>
                <a:lnTo>
                  <a:pt x="2886178" y="787053"/>
                </a:lnTo>
                <a:lnTo>
                  <a:pt x="2885870" y="787094"/>
                </a:lnTo>
                <a:lnTo>
                  <a:pt x="2885560" y="787114"/>
                </a:lnTo>
                <a:lnTo>
                  <a:pt x="2848673" y="788200"/>
                </a:lnTo>
                <a:lnTo>
                  <a:pt x="2848380" y="788199"/>
                </a:lnTo>
                <a:lnTo>
                  <a:pt x="2848088" y="788180"/>
                </a:lnTo>
                <a:lnTo>
                  <a:pt x="2847798" y="788142"/>
                </a:lnTo>
                <a:lnTo>
                  <a:pt x="2847511" y="788085"/>
                </a:lnTo>
                <a:lnTo>
                  <a:pt x="2847228" y="788010"/>
                </a:lnTo>
                <a:lnTo>
                  <a:pt x="2846951" y="787917"/>
                </a:lnTo>
                <a:lnTo>
                  <a:pt x="2846680" y="787806"/>
                </a:lnTo>
                <a:lnTo>
                  <a:pt x="2846417" y="787678"/>
                </a:lnTo>
                <a:lnTo>
                  <a:pt x="2846162" y="787534"/>
                </a:lnTo>
                <a:lnTo>
                  <a:pt x="2810955" y="766033"/>
                </a:lnTo>
                <a:lnTo>
                  <a:pt x="2777533" y="775192"/>
                </a:lnTo>
                <a:lnTo>
                  <a:pt x="2741587" y="825594"/>
                </a:lnTo>
                <a:lnTo>
                  <a:pt x="2741406" y="825831"/>
                </a:lnTo>
                <a:lnTo>
                  <a:pt x="2741210" y="826056"/>
                </a:lnTo>
                <a:lnTo>
                  <a:pt x="2741000" y="826267"/>
                </a:lnTo>
                <a:lnTo>
                  <a:pt x="2740776" y="826464"/>
                </a:lnTo>
                <a:lnTo>
                  <a:pt x="2740540" y="826647"/>
                </a:lnTo>
                <a:lnTo>
                  <a:pt x="2740292" y="826813"/>
                </a:lnTo>
                <a:lnTo>
                  <a:pt x="2740034" y="826963"/>
                </a:lnTo>
                <a:lnTo>
                  <a:pt x="2739767" y="827095"/>
                </a:lnTo>
                <a:lnTo>
                  <a:pt x="2739492" y="827210"/>
                </a:lnTo>
                <a:lnTo>
                  <a:pt x="2739210" y="827306"/>
                </a:lnTo>
                <a:lnTo>
                  <a:pt x="2738922" y="827384"/>
                </a:lnTo>
                <a:lnTo>
                  <a:pt x="2738629" y="827443"/>
                </a:lnTo>
                <a:lnTo>
                  <a:pt x="2738334" y="827483"/>
                </a:lnTo>
                <a:lnTo>
                  <a:pt x="2738036" y="827503"/>
                </a:lnTo>
                <a:lnTo>
                  <a:pt x="2737738" y="827504"/>
                </a:lnTo>
                <a:lnTo>
                  <a:pt x="2737440" y="827485"/>
                </a:lnTo>
                <a:lnTo>
                  <a:pt x="2737144" y="827447"/>
                </a:lnTo>
                <a:lnTo>
                  <a:pt x="2736852" y="827389"/>
                </a:lnTo>
                <a:lnTo>
                  <a:pt x="2736563" y="827313"/>
                </a:lnTo>
                <a:lnTo>
                  <a:pt x="2736281" y="827218"/>
                </a:lnTo>
                <a:lnTo>
                  <a:pt x="2736005" y="827104"/>
                </a:lnTo>
                <a:lnTo>
                  <a:pt x="2735737" y="826973"/>
                </a:lnTo>
                <a:lnTo>
                  <a:pt x="2735478" y="826824"/>
                </a:lnTo>
                <a:lnTo>
                  <a:pt x="2735230" y="826659"/>
                </a:lnTo>
                <a:lnTo>
                  <a:pt x="2734993" y="826478"/>
                </a:lnTo>
                <a:lnTo>
                  <a:pt x="2734768" y="826282"/>
                </a:lnTo>
                <a:lnTo>
                  <a:pt x="2734557" y="826072"/>
                </a:lnTo>
                <a:lnTo>
                  <a:pt x="2734359" y="825848"/>
                </a:lnTo>
                <a:lnTo>
                  <a:pt x="2734177" y="825612"/>
                </a:lnTo>
                <a:lnTo>
                  <a:pt x="2734011" y="825364"/>
                </a:lnTo>
                <a:lnTo>
                  <a:pt x="2733861" y="825107"/>
                </a:lnTo>
                <a:lnTo>
                  <a:pt x="2733728" y="824839"/>
                </a:lnTo>
                <a:lnTo>
                  <a:pt x="2699993" y="750899"/>
                </a:lnTo>
                <a:lnTo>
                  <a:pt x="2667721" y="793069"/>
                </a:lnTo>
                <a:lnTo>
                  <a:pt x="2667534" y="793297"/>
                </a:lnTo>
                <a:lnTo>
                  <a:pt x="2667334" y="793513"/>
                </a:lnTo>
                <a:lnTo>
                  <a:pt x="2667119" y="793715"/>
                </a:lnTo>
                <a:lnTo>
                  <a:pt x="2666893" y="793902"/>
                </a:lnTo>
                <a:lnTo>
                  <a:pt x="2666654" y="794075"/>
                </a:lnTo>
                <a:lnTo>
                  <a:pt x="2666405" y="794232"/>
                </a:lnTo>
                <a:lnTo>
                  <a:pt x="2666146" y="794373"/>
                </a:lnTo>
                <a:lnTo>
                  <a:pt x="2665879" y="794496"/>
                </a:lnTo>
                <a:lnTo>
                  <a:pt x="2665604" y="794602"/>
                </a:lnTo>
                <a:lnTo>
                  <a:pt x="2665323" y="794690"/>
                </a:lnTo>
                <a:lnTo>
                  <a:pt x="2665037" y="794760"/>
                </a:lnTo>
                <a:lnTo>
                  <a:pt x="2664747" y="794811"/>
                </a:lnTo>
                <a:lnTo>
                  <a:pt x="2664454" y="794844"/>
                </a:lnTo>
                <a:lnTo>
                  <a:pt x="2664160" y="794857"/>
                </a:lnTo>
                <a:lnTo>
                  <a:pt x="2663866" y="794851"/>
                </a:lnTo>
                <a:lnTo>
                  <a:pt x="2663572" y="794827"/>
                </a:lnTo>
                <a:lnTo>
                  <a:pt x="2663281" y="794783"/>
                </a:lnTo>
                <a:lnTo>
                  <a:pt x="2662993" y="794721"/>
                </a:lnTo>
                <a:lnTo>
                  <a:pt x="2662710" y="794640"/>
                </a:lnTo>
                <a:lnTo>
                  <a:pt x="2662432" y="794541"/>
                </a:lnTo>
                <a:lnTo>
                  <a:pt x="2662162" y="794425"/>
                </a:lnTo>
                <a:lnTo>
                  <a:pt x="2661900" y="794291"/>
                </a:lnTo>
                <a:lnTo>
                  <a:pt x="2661647" y="794141"/>
                </a:lnTo>
                <a:lnTo>
                  <a:pt x="2661404" y="793974"/>
                </a:lnTo>
                <a:lnTo>
                  <a:pt x="2661172" y="793792"/>
                </a:lnTo>
                <a:lnTo>
                  <a:pt x="2660952" y="793596"/>
                </a:lnTo>
                <a:lnTo>
                  <a:pt x="2660746" y="793386"/>
                </a:lnTo>
                <a:lnTo>
                  <a:pt x="2660554" y="793163"/>
                </a:lnTo>
                <a:lnTo>
                  <a:pt x="2627584" y="752336"/>
                </a:lnTo>
                <a:lnTo>
                  <a:pt x="2594131" y="803017"/>
                </a:lnTo>
                <a:lnTo>
                  <a:pt x="2593960" y="803258"/>
                </a:lnTo>
                <a:lnTo>
                  <a:pt x="2593774" y="803488"/>
                </a:lnTo>
                <a:lnTo>
                  <a:pt x="2593573" y="803705"/>
                </a:lnTo>
                <a:lnTo>
                  <a:pt x="2593359" y="803909"/>
                </a:lnTo>
                <a:lnTo>
                  <a:pt x="2593132" y="804099"/>
                </a:lnTo>
                <a:lnTo>
                  <a:pt x="2592893" y="804273"/>
                </a:lnTo>
                <a:lnTo>
                  <a:pt x="2592643" y="804432"/>
                </a:lnTo>
                <a:lnTo>
                  <a:pt x="2592384" y="804574"/>
                </a:lnTo>
                <a:lnTo>
                  <a:pt x="2592116" y="804698"/>
                </a:lnTo>
                <a:lnTo>
                  <a:pt x="2591840" y="804806"/>
                </a:lnTo>
                <a:lnTo>
                  <a:pt x="2591558" y="804895"/>
                </a:lnTo>
                <a:lnTo>
                  <a:pt x="2591271" y="804965"/>
                </a:lnTo>
                <a:lnTo>
                  <a:pt x="2590980" y="805017"/>
                </a:lnTo>
                <a:lnTo>
                  <a:pt x="2590686" y="805050"/>
                </a:lnTo>
                <a:lnTo>
                  <a:pt x="2590390" y="805064"/>
                </a:lnTo>
                <a:lnTo>
                  <a:pt x="2590094" y="805058"/>
                </a:lnTo>
                <a:lnTo>
                  <a:pt x="2589800" y="805034"/>
                </a:lnTo>
                <a:lnTo>
                  <a:pt x="2589507" y="804990"/>
                </a:lnTo>
                <a:lnTo>
                  <a:pt x="2589218" y="804928"/>
                </a:lnTo>
                <a:lnTo>
                  <a:pt x="2588934" y="804846"/>
                </a:lnTo>
                <a:lnTo>
                  <a:pt x="2588655" y="804747"/>
                </a:lnTo>
                <a:lnTo>
                  <a:pt x="2588384" y="804630"/>
                </a:lnTo>
                <a:lnTo>
                  <a:pt x="2588120" y="804495"/>
                </a:lnTo>
                <a:lnTo>
                  <a:pt x="2587866" y="804344"/>
                </a:lnTo>
                <a:lnTo>
                  <a:pt x="2587622" y="804176"/>
                </a:lnTo>
                <a:lnTo>
                  <a:pt x="2587390" y="803993"/>
                </a:lnTo>
                <a:lnTo>
                  <a:pt x="2587170" y="803795"/>
                </a:lnTo>
                <a:lnTo>
                  <a:pt x="2586964" y="803584"/>
                </a:lnTo>
                <a:lnTo>
                  <a:pt x="2551256" y="764575"/>
                </a:lnTo>
                <a:lnTo>
                  <a:pt x="2516108" y="761142"/>
                </a:lnTo>
                <a:lnTo>
                  <a:pt x="2515808" y="761103"/>
                </a:lnTo>
                <a:lnTo>
                  <a:pt x="2515512" y="761044"/>
                </a:lnTo>
                <a:lnTo>
                  <a:pt x="2515221" y="760965"/>
                </a:lnTo>
                <a:lnTo>
                  <a:pt x="2514935" y="760868"/>
                </a:lnTo>
                <a:lnTo>
                  <a:pt x="2514657" y="760752"/>
                </a:lnTo>
                <a:lnTo>
                  <a:pt x="2514386" y="760617"/>
                </a:lnTo>
                <a:lnTo>
                  <a:pt x="2514126" y="760465"/>
                </a:lnTo>
                <a:lnTo>
                  <a:pt x="2513875" y="760296"/>
                </a:lnTo>
                <a:lnTo>
                  <a:pt x="2513637" y="760111"/>
                </a:lnTo>
                <a:lnTo>
                  <a:pt x="2513411" y="759910"/>
                </a:lnTo>
                <a:lnTo>
                  <a:pt x="2513200" y="759695"/>
                </a:lnTo>
                <a:lnTo>
                  <a:pt x="2513002" y="759467"/>
                </a:lnTo>
                <a:lnTo>
                  <a:pt x="2512821" y="759226"/>
                </a:lnTo>
                <a:lnTo>
                  <a:pt x="2512655" y="758973"/>
                </a:lnTo>
                <a:lnTo>
                  <a:pt x="2512507" y="758710"/>
                </a:lnTo>
                <a:lnTo>
                  <a:pt x="2512377" y="758438"/>
                </a:lnTo>
                <a:lnTo>
                  <a:pt x="2477474" y="678953"/>
                </a:lnTo>
                <a:lnTo>
                  <a:pt x="2444934" y="696433"/>
                </a:lnTo>
                <a:lnTo>
                  <a:pt x="2444627" y="696584"/>
                </a:lnTo>
                <a:lnTo>
                  <a:pt x="2444309" y="696711"/>
                </a:lnTo>
                <a:lnTo>
                  <a:pt x="2443983" y="696813"/>
                </a:lnTo>
                <a:lnTo>
                  <a:pt x="2407096" y="706939"/>
                </a:lnTo>
                <a:lnTo>
                  <a:pt x="2406813" y="707007"/>
                </a:lnTo>
                <a:lnTo>
                  <a:pt x="2406526" y="707057"/>
                </a:lnTo>
                <a:lnTo>
                  <a:pt x="2406236" y="707088"/>
                </a:lnTo>
                <a:lnTo>
                  <a:pt x="2405944" y="707101"/>
                </a:lnTo>
                <a:lnTo>
                  <a:pt x="2405653" y="707095"/>
                </a:lnTo>
                <a:lnTo>
                  <a:pt x="2405363" y="707071"/>
                </a:lnTo>
                <a:lnTo>
                  <a:pt x="2405074" y="707028"/>
                </a:lnTo>
                <a:lnTo>
                  <a:pt x="2404789" y="706967"/>
                </a:lnTo>
                <a:lnTo>
                  <a:pt x="2404509" y="706887"/>
                </a:lnTo>
                <a:lnTo>
                  <a:pt x="2404234" y="706790"/>
                </a:lnTo>
                <a:lnTo>
                  <a:pt x="2403966" y="706676"/>
                </a:lnTo>
                <a:lnTo>
                  <a:pt x="2403705" y="706544"/>
                </a:lnTo>
                <a:lnTo>
                  <a:pt x="2403454" y="706397"/>
                </a:lnTo>
                <a:lnTo>
                  <a:pt x="2403213" y="706233"/>
                </a:lnTo>
                <a:lnTo>
                  <a:pt x="2402982" y="706054"/>
                </a:lnTo>
                <a:lnTo>
                  <a:pt x="2402764" y="705861"/>
                </a:lnTo>
                <a:lnTo>
                  <a:pt x="2402558" y="705655"/>
                </a:lnTo>
                <a:lnTo>
                  <a:pt x="2365670" y="666170"/>
                </a:lnTo>
                <a:lnTo>
                  <a:pt x="2365472" y="665943"/>
                </a:lnTo>
                <a:lnTo>
                  <a:pt x="2365288" y="665703"/>
                </a:lnTo>
                <a:lnTo>
                  <a:pt x="2365122" y="665452"/>
                </a:lnTo>
                <a:lnTo>
                  <a:pt x="2364972" y="665190"/>
                </a:lnTo>
                <a:lnTo>
                  <a:pt x="2364840" y="664919"/>
                </a:lnTo>
                <a:lnTo>
                  <a:pt x="2364726" y="664639"/>
                </a:lnTo>
                <a:lnTo>
                  <a:pt x="2364630" y="664353"/>
                </a:lnTo>
                <a:lnTo>
                  <a:pt x="2327921" y="540483"/>
                </a:lnTo>
                <a:lnTo>
                  <a:pt x="2291366" y="482275"/>
                </a:lnTo>
                <a:lnTo>
                  <a:pt x="2291215" y="482014"/>
                </a:lnTo>
                <a:lnTo>
                  <a:pt x="2291080" y="481744"/>
                </a:lnTo>
                <a:lnTo>
                  <a:pt x="2290964" y="481466"/>
                </a:lnTo>
                <a:lnTo>
                  <a:pt x="2290867" y="481181"/>
                </a:lnTo>
                <a:lnTo>
                  <a:pt x="2290788" y="480890"/>
                </a:lnTo>
                <a:lnTo>
                  <a:pt x="2253900" y="323326"/>
                </a:lnTo>
                <a:lnTo>
                  <a:pt x="2253848" y="323070"/>
                </a:lnTo>
                <a:lnTo>
                  <a:pt x="2253810" y="322812"/>
                </a:lnTo>
                <a:lnTo>
                  <a:pt x="2223830" y="64570"/>
                </a:lnTo>
                <a:lnTo>
                  <a:pt x="2189120" y="1018317"/>
                </a:lnTo>
                <a:lnTo>
                  <a:pt x="2189099" y="1018617"/>
                </a:lnTo>
                <a:lnTo>
                  <a:pt x="2189059" y="1018916"/>
                </a:lnTo>
                <a:lnTo>
                  <a:pt x="2188998" y="1019211"/>
                </a:lnTo>
                <a:lnTo>
                  <a:pt x="2188919" y="1019501"/>
                </a:lnTo>
                <a:lnTo>
                  <a:pt x="2188820" y="1019786"/>
                </a:lnTo>
                <a:lnTo>
                  <a:pt x="2188703" y="1020064"/>
                </a:lnTo>
                <a:lnTo>
                  <a:pt x="2188568" y="1020333"/>
                </a:lnTo>
                <a:lnTo>
                  <a:pt x="2188415" y="1020592"/>
                </a:lnTo>
                <a:lnTo>
                  <a:pt x="2188245" y="1020841"/>
                </a:lnTo>
                <a:lnTo>
                  <a:pt x="2188059" y="1021078"/>
                </a:lnTo>
                <a:lnTo>
                  <a:pt x="2187858" y="1021303"/>
                </a:lnTo>
                <a:lnTo>
                  <a:pt x="2187643" y="1021513"/>
                </a:lnTo>
                <a:lnTo>
                  <a:pt x="2187414" y="1021709"/>
                </a:lnTo>
                <a:lnTo>
                  <a:pt x="2150527" y="1051253"/>
                </a:lnTo>
                <a:lnTo>
                  <a:pt x="2150319" y="1051410"/>
                </a:lnTo>
                <a:lnTo>
                  <a:pt x="2150102" y="1051556"/>
                </a:lnTo>
                <a:lnTo>
                  <a:pt x="2149876" y="1051688"/>
                </a:lnTo>
                <a:lnTo>
                  <a:pt x="2112988" y="1072001"/>
                </a:lnTo>
                <a:lnTo>
                  <a:pt x="2112709" y="1072143"/>
                </a:lnTo>
                <a:lnTo>
                  <a:pt x="2112421" y="1072265"/>
                </a:lnTo>
                <a:lnTo>
                  <a:pt x="2112125" y="1072367"/>
                </a:lnTo>
                <a:lnTo>
                  <a:pt x="2111822" y="1072448"/>
                </a:lnTo>
                <a:lnTo>
                  <a:pt x="2111515" y="1072509"/>
                </a:lnTo>
                <a:lnTo>
                  <a:pt x="2111204" y="1072548"/>
                </a:lnTo>
                <a:lnTo>
                  <a:pt x="2110892" y="1072566"/>
                </a:lnTo>
                <a:lnTo>
                  <a:pt x="2110579" y="1072562"/>
                </a:lnTo>
                <a:lnTo>
                  <a:pt x="2110266" y="1072537"/>
                </a:lnTo>
                <a:lnTo>
                  <a:pt x="2109957" y="1072490"/>
                </a:lnTo>
                <a:lnTo>
                  <a:pt x="2076360" y="1066251"/>
                </a:lnTo>
                <a:lnTo>
                  <a:pt x="2041042" y="1132813"/>
                </a:lnTo>
                <a:lnTo>
                  <a:pt x="2040894" y="1133071"/>
                </a:lnTo>
                <a:lnTo>
                  <a:pt x="2040729" y="1133320"/>
                </a:lnTo>
                <a:lnTo>
                  <a:pt x="2040548" y="1133557"/>
                </a:lnTo>
                <a:lnTo>
                  <a:pt x="2040352" y="1133781"/>
                </a:lnTo>
                <a:lnTo>
                  <a:pt x="2040142" y="1133993"/>
                </a:lnTo>
                <a:lnTo>
                  <a:pt x="2039919" y="1134190"/>
                </a:lnTo>
                <a:lnTo>
                  <a:pt x="2039683" y="1134372"/>
                </a:lnTo>
                <a:lnTo>
                  <a:pt x="2039436" y="1134539"/>
                </a:lnTo>
                <a:lnTo>
                  <a:pt x="2039178" y="1134689"/>
                </a:lnTo>
                <a:lnTo>
                  <a:pt x="2038911" y="1134822"/>
                </a:lnTo>
                <a:lnTo>
                  <a:pt x="2038636" y="1134937"/>
                </a:lnTo>
                <a:lnTo>
                  <a:pt x="2038354" y="1135033"/>
                </a:lnTo>
                <a:lnTo>
                  <a:pt x="2038066" y="1135112"/>
                </a:lnTo>
                <a:lnTo>
                  <a:pt x="2037774" y="1135171"/>
                </a:lnTo>
                <a:lnTo>
                  <a:pt x="2037479" y="1135211"/>
                </a:lnTo>
                <a:lnTo>
                  <a:pt x="2037181" y="1135232"/>
                </a:lnTo>
                <a:lnTo>
                  <a:pt x="2036883" y="1135233"/>
                </a:lnTo>
                <a:lnTo>
                  <a:pt x="2036586" y="1135214"/>
                </a:lnTo>
                <a:lnTo>
                  <a:pt x="2036290" y="1135177"/>
                </a:lnTo>
                <a:lnTo>
                  <a:pt x="2035997" y="1135120"/>
                </a:lnTo>
                <a:lnTo>
                  <a:pt x="2035709" y="1135044"/>
                </a:lnTo>
                <a:lnTo>
                  <a:pt x="2035427" y="1134949"/>
                </a:lnTo>
                <a:lnTo>
                  <a:pt x="2035151" y="1134836"/>
                </a:lnTo>
                <a:lnTo>
                  <a:pt x="2034883" y="1134705"/>
                </a:lnTo>
                <a:lnTo>
                  <a:pt x="2034624" y="1134557"/>
                </a:lnTo>
                <a:lnTo>
                  <a:pt x="2034375" y="1134393"/>
                </a:lnTo>
                <a:lnTo>
                  <a:pt x="2034138" y="1134212"/>
                </a:lnTo>
                <a:lnTo>
                  <a:pt x="2000854" y="1107138"/>
                </a:lnTo>
                <a:lnTo>
                  <a:pt x="1966829" y="1150604"/>
                </a:lnTo>
                <a:lnTo>
                  <a:pt x="1966639" y="1150832"/>
                </a:lnTo>
                <a:lnTo>
                  <a:pt x="1966434" y="1151046"/>
                </a:lnTo>
                <a:lnTo>
                  <a:pt x="1966216" y="1151247"/>
                </a:lnTo>
                <a:lnTo>
                  <a:pt x="1965985" y="1151433"/>
                </a:lnTo>
                <a:lnTo>
                  <a:pt x="1965743" y="1151604"/>
                </a:lnTo>
                <a:lnTo>
                  <a:pt x="1965490" y="1151759"/>
                </a:lnTo>
                <a:lnTo>
                  <a:pt x="1965227" y="1151897"/>
                </a:lnTo>
                <a:lnTo>
                  <a:pt x="1964956" y="1152017"/>
                </a:lnTo>
                <a:lnTo>
                  <a:pt x="1964678" y="1152120"/>
                </a:lnTo>
                <a:lnTo>
                  <a:pt x="1964394" y="1152204"/>
                </a:lnTo>
                <a:lnTo>
                  <a:pt x="1964104" y="1152270"/>
                </a:lnTo>
                <a:lnTo>
                  <a:pt x="1963811" y="1152317"/>
                </a:lnTo>
                <a:lnTo>
                  <a:pt x="1963516" y="1152344"/>
                </a:lnTo>
                <a:lnTo>
                  <a:pt x="1963220" y="1152353"/>
                </a:lnTo>
                <a:lnTo>
                  <a:pt x="1962923" y="1152342"/>
                </a:lnTo>
                <a:lnTo>
                  <a:pt x="1962628" y="1152312"/>
                </a:lnTo>
                <a:lnTo>
                  <a:pt x="1962336" y="1152262"/>
                </a:lnTo>
                <a:lnTo>
                  <a:pt x="1962047" y="1152194"/>
                </a:lnTo>
                <a:lnTo>
                  <a:pt x="1961763" y="1152107"/>
                </a:lnTo>
                <a:lnTo>
                  <a:pt x="1961486" y="1152002"/>
                </a:lnTo>
                <a:lnTo>
                  <a:pt x="1961216" y="1151879"/>
                </a:lnTo>
                <a:lnTo>
                  <a:pt x="1960955" y="1151739"/>
                </a:lnTo>
                <a:lnTo>
                  <a:pt x="1960703" y="1151582"/>
                </a:lnTo>
                <a:lnTo>
                  <a:pt x="1960462" y="1151409"/>
                </a:lnTo>
                <a:lnTo>
                  <a:pt x="1960233" y="1151221"/>
                </a:lnTo>
                <a:lnTo>
                  <a:pt x="1960016" y="1151018"/>
                </a:lnTo>
                <a:lnTo>
                  <a:pt x="1959814" y="1150802"/>
                </a:lnTo>
                <a:lnTo>
                  <a:pt x="1959625" y="1150572"/>
                </a:lnTo>
                <a:lnTo>
                  <a:pt x="1959452" y="1150331"/>
                </a:lnTo>
                <a:lnTo>
                  <a:pt x="1959295" y="1150080"/>
                </a:lnTo>
                <a:lnTo>
                  <a:pt x="1959155" y="1149818"/>
                </a:lnTo>
                <a:lnTo>
                  <a:pt x="1959032" y="1149549"/>
                </a:lnTo>
                <a:lnTo>
                  <a:pt x="1958927" y="1149271"/>
                </a:lnTo>
                <a:lnTo>
                  <a:pt x="1958840" y="1148988"/>
                </a:lnTo>
                <a:lnTo>
                  <a:pt x="1958772" y="1148699"/>
                </a:lnTo>
                <a:lnTo>
                  <a:pt x="1958722" y="1148407"/>
                </a:lnTo>
                <a:lnTo>
                  <a:pt x="1926142" y="908139"/>
                </a:lnTo>
                <a:lnTo>
                  <a:pt x="1893974" y="1124185"/>
                </a:lnTo>
                <a:lnTo>
                  <a:pt x="1893920" y="1124481"/>
                </a:lnTo>
                <a:lnTo>
                  <a:pt x="1893847" y="1124773"/>
                </a:lnTo>
                <a:lnTo>
                  <a:pt x="1893754" y="1125060"/>
                </a:lnTo>
                <a:lnTo>
                  <a:pt x="1893642" y="1125340"/>
                </a:lnTo>
                <a:lnTo>
                  <a:pt x="1893513" y="1125612"/>
                </a:lnTo>
                <a:lnTo>
                  <a:pt x="1893365" y="1125875"/>
                </a:lnTo>
                <a:lnTo>
                  <a:pt x="1893201" y="1126127"/>
                </a:lnTo>
                <a:lnTo>
                  <a:pt x="1893020" y="1126368"/>
                </a:lnTo>
                <a:lnTo>
                  <a:pt x="1892824" y="1126596"/>
                </a:lnTo>
                <a:lnTo>
                  <a:pt x="1892613" y="1126812"/>
                </a:lnTo>
                <a:lnTo>
                  <a:pt x="1892388" y="1127012"/>
                </a:lnTo>
                <a:lnTo>
                  <a:pt x="1892150" y="1127198"/>
                </a:lnTo>
                <a:lnTo>
                  <a:pt x="1891901" y="1127367"/>
                </a:lnTo>
                <a:lnTo>
                  <a:pt x="1891641" y="1127519"/>
                </a:lnTo>
                <a:lnTo>
                  <a:pt x="1891372" y="1127654"/>
                </a:lnTo>
                <a:lnTo>
                  <a:pt x="1891094" y="1127771"/>
                </a:lnTo>
                <a:lnTo>
                  <a:pt x="1890810" y="1127870"/>
                </a:lnTo>
                <a:lnTo>
                  <a:pt x="1890519" y="1127949"/>
                </a:lnTo>
                <a:lnTo>
                  <a:pt x="1890224" y="1128009"/>
                </a:lnTo>
                <a:lnTo>
                  <a:pt x="1889925" y="1128049"/>
                </a:lnTo>
                <a:lnTo>
                  <a:pt x="1889625" y="1128070"/>
                </a:lnTo>
                <a:lnTo>
                  <a:pt x="1889323" y="1128070"/>
                </a:lnTo>
                <a:lnTo>
                  <a:pt x="1889023" y="1128051"/>
                </a:lnTo>
                <a:lnTo>
                  <a:pt x="1888724" y="1128012"/>
                </a:lnTo>
                <a:lnTo>
                  <a:pt x="1888428" y="1127953"/>
                </a:lnTo>
                <a:lnTo>
                  <a:pt x="1888138" y="1127875"/>
                </a:lnTo>
                <a:lnTo>
                  <a:pt x="1887852" y="1127777"/>
                </a:lnTo>
                <a:lnTo>
                  <a:pt x="1887574" y="1127662"/>
                </a:lnTo>
                <a:lnTo>
                  <a:pt x="1887304" y="1127528"/>
                </a:lnTo>
                <a:lnTo>
                  <a:pt x="1887044" y="1127376"/>
                </a:lnTo>
                <a:lnTo>
                  <a:pt x="1886794" y="1127208"/>
                </a:lnTo>
                <a:lnTo>
                  <a:pt x="1886556" y="1127023"/>
                </a:lnTo>
                <a:lnTo>
                  <a:pt x="1886331" y="1126824"/>
                </a:lnTo>
                <a:lnTo>
                  <a:pt x="1886119" y="1126609"/>
                </a:lnTo>
                <a:lnTo>
                  <a:pt x="1885922" y="1126381"/>
                </a:lnTo>
                <a:lnTo>
                  <a:pt x="1885740" y="1126141"/>
                </a:lnTo>
                <a:lnTo>
                  <a:pt x="1885574" y="1125889"/>
                </a:lnTo>
                <a:lnTo>
                  <a:pt x="1885426" y="1125627"/>
                </a:lnTo>
                <a:lnTo>
                  <a:pt x="1885295" y="1125356"/>
                </a:lnTo>
                <a:lnTo>
                  <a:pt x="1885183" y="1125076"/>
                </a:lnTo>
                <a:lnTo>
                  <a:pt x="1885089" y="1124790"/>
                </a:lnTo>
                <a:lnTo>
                  <a:pt x="1853420" y="1016215"/>
                </a:lnTo>
                <a:lnTo>
                  <a:pt x="1820162" y="1183812"/>
                </a:lnTo>
                <a:lnTo>
                  <a:pt x="1820094" y="1184101"/>
                </a:lnTo>
                <a:lnTo>
                  <a:pt x="1820008" y="1184386"/>
                </a:lnTo>
                <a:lnTo>
                  <a:pt x="1819904" y="1184664"/>
                </a:lnTo>
                <a:lnTo>
                  <a:pt x="1819782" y="1184935"/>
                </a:lnTo>
                <a:lnTo>
                  <a:pt x="1819642" y="1185197"/>
                </a:lnTo>
                <a:lnTo>
                  <a:pt x="1819486" y="1185449"/>
                </a:lnTo>
                <a:lnTo>
                  <a:pt x="1819313" y="1185691"/>
                </a:lnTo>
                <a:lnTo>
                  <a:pt x="1819125" y="1185921"/>
                </a:lnTo>
                <a:lnTo>
                  <a:pt x="1818923" y="1186139"/>
                </a:lnTo>
                <a:lnTo>
                  <a:pt x="1818706" y="1186343"/>
                </a:lnTo>
                <a:lnTo>
                  <a:pt x="1818477" y="1186532"/>
                </a:lnTo>
                <a:lnTo>
                  <a:pt x="1818236" y="1186706"/>
                </a:lnTo>
                <a:lnTo>
                  <a:pt x="1817985" y="1186864"/>
                </a:lnTo>
                <a:lnTo>
                  <a:pt x="1817723" y="1187005"/>
                </a:lnTo>
                <a:lnTo>
                  <a:pt x="1817453" y="1187128"/>
                </a:lnTo>
                <a:lnTo>
                  <a:pt x="1817176" y="1187234"/>
                </a:lnTo>
                <a:lnTo>
                  <a:pt x="1816892" y="1187322"/>
                </a:lnTo>
                <a:lnTo>
                  <a:pt x="1816603" y="1187391"/>
                </a:lnTo>
                <a:lnTo>
                  <a:pt x="1816310" y="1187441"/>
                </a:lnTo>
                <a:lnTo>
                  <a:pt x="1816014" y="1187472"/>
                </a:lnTo>
                <a:lnTo>
                  <a:pt x="1815717" y="1187483"/>
                </a:lnTo>
                <a:lnTo>
                  <a:pt x="1815420" y="1187475"/>
                </a:lnTo>
                <a:lnTo>
                  <a:pt x="1815124" y="1187448"/>
                </a:lnTo>
                <a:lnTo>
                  <a:pt x="1814831" y="1187402"/>
                </a:lnTo>
                <a:lnTo>
                  <a:pt x="1814541" y="1187336"/>
                </a:lnTo>
                <a:lnTo>
                  <a:pt x="1814256" y="1187252"/>
                </a:lnTo>
                <a:lnTo>
                  <a:pt x="1813977" y="1187149"/>
                </a:lnTo>
                <a:lnTo>
                  <a:pt x="1813706" y="1187029"/>
                </a:lnTo>
                <a:lnTo>
                  <a:pt x="1813443" y="1186891"/>
                </a:lnTo>
                <a:lnTo>
                  <a:pt x="1813189" y="1186736"/>
                </a:lnTo>
                <a:lnTo>
                  <a:pt x="1812946" y="1186565"/>
                </a:lnTo>
                <a:lnTo>
                  <a:pt x="1812715" y="1186379"/>
                </a:lnTo>
                <a:lnTo>
                  <a:pt x="1812496" y="1186177"/>
                </a:lnTo>
                <a:lnTo>
                  <a:pt x="1812291" y="1185962"/>
                </a:lnTo>
                <a:lnTo>
                  <a:pt x="1812100" y="1185735"/>
                </a:lnTo>
                <a:lnTo>
                  <a:pt x="1811925" y="1185495"/>
                </a:lnTo>
                <a:lnTo>
                  <a:pt x="1811765" y="1185244"/>
                </a:lnTo>
                <a:lnTo>
                  <a:pt x="1811623" y="1184983"/>
                </a:lnTo>
                <a:lnTo>
                  <a:pt x="1811497" y="1184714"/>
                </a:lnTo>
                <a:lnTo>
                  <a:pt x="1811389" y="1184437"/>
                </a:lnTo>
                <a:lnTo>
                  <a:pt x="1811300" y="1184154"/>
                </a:lnTo>
                <a:lnTo>
                  <a:pt x="1811229" y="1183865"/>
                </a:lnTo>
                <a:lnTo>
                  <a:pt x="1811177" y="1183573"/>
                </a:lnTo>
                <a:lnTo>
                  <a:pt x="1778922" y="959061"/>
                </a:lnTo>
                <a:lnTo>
                  <a:pt x="1746433" y="1197495"/>
                </a:lnTo>
                <a:lnTo>
                  <a:pt x="1746382" y="1197791"/>
                </a:lnTo>
                <a:lnTo>
                  <a:pt x="1746313" y="1198083"/>
                </a:lnTo>
                <a:lnTo>
                  <a:pt x="1746224" y="1198370"/>
                </a:lnTo>
                <a:lnTo>
                  <a:pt x="1746117" y="1198650"/>
                </a:lnTo>
                <a:lnTo>
                  <a:pt x="1745991" y="1198922"/>
                </a:lnTo>
                <a:lnTo>
                  <a:pt x="1745848" y="1199186"/>
                </a:lnTo>
                <a:lnTo>
                  <a:pt x="1745688" y="1199440"/>
                </a:lnTo>
                <a:lnTo>
                  <a:pt x="1745511" y="1199682"/>
                </a:lnTo>
                <a:lnTo>
                  <a:pt x="1745319" y="1199913"/>
                </a:lnTo>
                <a:lnTo>
                  <a:pt x="1745112" y="1200130"/>
                </a:lnTo>
                <a:lnTo>
                  <a:pt x="1744892" y="1200333"/>
                </a:lnTo>
                <a:lnTo>
                  <a:pt x="1744658" y="1200522"/>
                </a:lnTo>
                <a:lnTo>
                  <a:pt x="1744413" y="1200694"/>
                </a:lnTo>
                <a:lnTo>
                  <a:pt x="1744156" y="1200850"/>
                </a:lnTo>
                <a:lnTo>
                  <a:pt x="1743890" y="1200989"/>
                </a:lnTo>
                <a:lnTo>
                  <a:pt x="1743616" y="1201110"/>
                </a:lnTo>
                <a:lnTo>
                  <a:pt x="1743334" y="1201213"/>
                </a:lnTo>
                <a:lnTo>
                  <a:pt x="1743046" y="1201296"/>
                </a:lnTo>
                <a:lnTo>
                  <a:pt x="1742753" y="1201361"/>
                </a:lnTo>
                <a:lnTo>
                  <a:pt x="1742456" y="1201407"/>
                </a:lnTo>
                <a:lnTo>
                  <a:pt x="1742157" y="1201432"/>
                </a:lnTo>
                <a:lnTo>
                  <a:pt x="1741857" y="1201438"/>
                </a:lnTo>
                <a:lnTo>
                  <a:pt x="1741558" y="1201425"/>
                </a:lnTo>
                <a:lnTo>
                  <a:pt x="1741259" y="1201391"/>
                </a:lnTo>
                <a:lnTo>
                  <a:pt x="1740964" y="1201338"/>
                </a:lnTo>
                <a:lnTo>
                  <a:pt x="1740673" y="1201266"/>
                </a:lnTo>
                <a:lnTo>
                  <a:pt x="1740387" y="1201175"/>
                </a:lnTo>
                <a:lnTo>
                  <a:pt x="1740108" y="1201065"/>
                </a:lnTo>
                <a:lnTo>
                  <a:pt x="1739837" y="1200937"/>
                </a:lnTo>
                <a:lnTo>
                  <a:pt x="1739574" y="1200791"/>
                </a:lnTo>
                <a:lnTo>
                  <a:pt x="1739322" y="1200629"/>
                </a:lnTo>
                <a:lnTo>
                  <a:pt x="1739081" y="1200450"/>
                </a:lnTo>
                <a:lnTo>
                  <a:pt x="1738852" y="1200256"/>
                </a:lnTo>
                <a:lnTo>
                  <a:pt x="1738637" y="1200047"/>
                </a:lnTo>
                <a:lnTo>
                  <a:pt x="1738436" y="1199825"/>
                </a:lnTo>
                <a:lnTo>
                  <a:pt x="1738249" y="1199589"/>
                </a:lnTo>
                <a:lnTo>
                  <a:pt x="1738079" y="1199342"/>
                </a:lnTo>
                <a:lnTo>
                  <a:pt x="1737925" y="1199085"/>
                </a:lnTo>
                <a:lnTo>
                  <a:pt x="1737789" y="1198817"/>
                </a:lnTo>
                <a:lnTo>
                  <a:pt x="1737671" y="1198542"/>
                </a:lnTo>
                <a:lnTo>
                  <a:pt x="1737570" y="1198259"/>
                </a:lnTo>
                <a:lnTo>
                  <a:pt x="1737489" y="1197970"/>
                </a:lnTo>
                <a:lnTo>
                  <a:pt x="1737427" y="1197677"/>
                </a:lnTo>
                <a:lnTo>
                  <a:pt x="1702027" y="998232"/>
                </a:lnTo>
                <a:lnTo>
                  <a:pt x="1672423" y="1026546"/>
                </a:lnTo>
                <a:lnTo>
                  <a:pt x="1635763" y="1275618"/>
                </a:lnTo>
                <a:lnTo>
                  <a:pt x="1635710" y="1275915"/>
                </a:lnTo>
                <a:lnTo>
                  <a:pt x="1635637" y="1276207"/>
                </a:lnTo>
                <a:lnTo>
                  <a:pt x="1635544" y="1276493"/>
                </a:lnTo>
                <a:lnTo>
                  <a:pt x="1635433" y="1276773"/>
                </a:lnTo>
                <a:lnTo>
                  <a:pt x="1635304" y="1277045"/>
                </a:lnTo>
                <a:lnTo>
                  <a:pt x="1635157" y="1277308"/>
                </a:lnTo>
                <a:lnTo>
                  <a:pt x="1634994" y="1277561"/>
                </a:lnTo>
                <a:lnTo>
                  <a:pt x="1634813" y="1277802"/>
                </a:lnTo>
                <a:lnTo>
                  <a:pt x="1634618" y="1278031"/>
                </a:lnTo>
                <a:lnTo>
                  <a:pt x="1634407" y="1278246"/>
                </a:lnTo>
                <a:lnTo>
                  <a:pt x="1634183" y="1278447"/>
                </a:lnTo>
                <a:lnTo>
                  <a:pt x="1633946" y="1278633"/>
                </a:lnTo>
                <a:lnTo>
                  <a:pt x="1633697" y="1278803"/>
                </a:lnTo>
                <a:lnTo>
                  <a:pt x="1633438" y="1278956"/>
                </a:lnTo>
                <a:lnTo>
                  <a:pt x="1633169" y="1279091"/>
                </a:lnTo>
                <a:lnTo>
                  <a:pt x="1632892" y="1279209"/>
                </a:lnTo>
                <a:lnTo>
                  <a:pt x="1632607" y="1279308"/>
                </a:lnTo>
                <a:lnTo>
                  <a:pt x="1632317" y="1279388"/>
                </a:lnTo>
                <a:lnTo>
                  <a:pt x="1632022" y="1279448"/>
                </a:lnTo>
                <a:lnTo>
                  <a:pt x="1631724" y="1279489"/>
                </a:lnTo>
                <a:lnTo>
                  <a:pt x="1631423" y="1279510"/>
                </a:lnTo>
                <a:lnTo>
                  <a:pt x="1631122" y="1279511"/>
                </a:lnTo>
                <a:lnTo>
                  <a:pt x="1630821" y="1279493"/>
                </a:lnTo>
                <a:lnTo>
                  <a:pt x="1630523" y="1279454"/>
                </a:lnTo>
                <a:lnTo>
                  <a:pt x="1630227" y="1279396"/>
                </a:lnTo>
                <a:lnTo>
                  <a:pt x="1629936" y="1279319"/>
                </a:lnTo>
                <a:lnTo>
                  <a:pt x="1629651" y="1279223"/>
                </a:lnTo>
                <a:lnTo>
                  <a:pt x="1629373" y="1279107"/>
                </a:lnTo>
                <a:lnTo>
                  <a:pt x="1629103" y="1278974"/>
                </a:lnTo>
                <a:lnTo>
                  <a:pt x="1628842" y="1278824"/>
                </a:lnTo>
                <a:lnTo>
                  <a:pt x="1628592" y="1278656"/>
                </a:lnTo>
                <a:lnTo>
                  <a:pt x="1628353" y="1278472"/>
                </a:lnTo>
                <a:lnTo>
                  <a:pt x="1628127" y="1278273"/>
                </a:lnTo>
                <a:lnTo>
                  <a:pt x="1627915" y="1278059"/>
                </a:lnTo>
                <a:lnTo>
                  <a:pt x="1627717" y="1277832"/>
                </a:lnTo>
                <a:lnTo>
                  <a:pt x="1627535" y="1277593"/>
                </a:lnTo>
                <a:lnTo>
                  <a:pt x="1627369" y="1277341"/>
                </a:lnTo>
                <a:lnTo>
                  <a:pt x="1627220" y="1277080"/>
                </a:lnTo>
                <a:lnTo>
                  <a:pt x="1627089" y="1276809"/>
                </a:lnTo>
                <a:lnTo>
                  <a:pt x="1626975" y="1276530"/>
                </a:lnTo>
                <a:lnTo>
                  <a:pt x="1626881" y="1276244"/>
                </a:lnTo>
                <a:lnTo>
                  <a:pt x="1626805" y="1275953"/>
                </a:lnTo>
                <a:lnTo>
                  <a:pt x="1626749" y="1275657"/>
                </a:lnTo>
                <a:lnTo>
                  <a:pt x="1626712" y="1275358"/>
                </a:lnTo>
                <a:lnTo>
                  <a:pt x="1593500" y="901370"/>
                </a:lnTo>
                <a:lnTo>
                  <a:pt x="1561998" y="1142302"/>
                </a:lnTo>
                <a:lnTo>
                  <a:pt x="1561950" y="1142594"/>
                </a:lnTo>
                <a:lnTo>
                  <a:pt x="1561884" y="1142882"/>
                </a:lnTo>
                <a:lnTo>
                  <a:pt x="1561798" y="1143166"/>
                </a:lnTo>
                <a:lnTo>
                  <a:pt x="1561695" y="1143444"/>
                </a:lnTo>
                <a:lnTo>
                  <a:pt x="1561573" y="1143714"/>
                </a:lnTo>
                <a:lnTo>
                  <a:pt x="1561434" y="1143975"/>
                </a:lnTo>
                <a:lnTo>
                  <a:pt x="1561279" y="1144227"/>
                </a:lnTo>
                <a:lnTo>
                  <a:pt x="1561108" y="1144469"/>
                </a:lnTo>
                <a:lnTo>
                  <a:pt x="1560921" y="1144699"/>
                </a:lnTo>
                <a:lnTo>
                  <a:pt x="1560719" y="1144916"/>
                </a:lnTo>
                <a:lnTo>
                  <a:pt x="1560504" y="1145120"/>
                </a:lnTo>
                <a:lnTo>
                  <a:pt x="1560277" y="1145309"/>
                </a:lnTo>
                <a:lnTo>
                  <a:pt x="1560037" y="1145483"/>
                </a:lnTo>
                <a:lnTo>
                  <a:pt x="1559787" y="1145642"/>
                </a:lnTo>
                <a:lnTo>
                  <a:pt x="1559527" y="1145783"/>
                </a:lnTo>
                <a:lnTo>
                  <a:pt x="1559258" y="1145908"/>
                </a:lnTo>
                <a:lnTo>
                  <a:pt x="1558982" y="1146014"/>
                </a:lnTo>
                <a:lnTo>
                  <a:pt x="1558699" y="1146103"/>
                </a:lnTo>
                <a:lnTo>
                  <a:pt x="1558411" y="1146173"/>
                </a:lnTo>
                <a:lnTo>
                  <a:pt x="1558119" y="1146224"/>
                </a:lnTo>
                <a:lnTo>
                  <a:pt x="1557825" y="1146256"/>
                </a:lnTo>
                <a:lnTo>
                  <a:pt x="1557529" y="1146269"/>
                </a:lnTo>
                <a:lnTo>
                  <a:pt x="1557233" y="1146263"/>
                </a:lnTo>
                <a:lnTo>
                  <a:pt x="1556938" y="1146237"/>
                </a:lnTo>
                <a:lnTo>
                  <a:pt x="1556645" y="1146193"/>
                </a:lnTo>
                <a:lnTo>
                  <a:pt x="1556356" y="1146129"/>
                </a:lnTo>
                <a:lnTo>
                  <a:pt x="1556071" y="1146047"/>
                </a:lnTo>
                <a:lnTo>
                  <a:pt x="1555793" y="1145946"/>
                </a:lnTo>
                <a:lnTo>
                  <a:pt x="1555521" y="1145828"/>
                </a:lnTo>
                <a:lnTo>
                  <a:pt x="1555258" y="1145692"/>
                </a:lnTo>
                <a:lnTo>
                  <a:pt x="1555004" y="1145540"/>
                </a:lnTo>
                <a:lnTo>
                  <a:pt x="1554761" y="1145371"/>
                </a:lnTo>
                <a:lnTo>
                  <a:pt x="1554529" y="1145187"/>
                </a:lnTo>
                <a:lnTo>
                  <a:pt x="1554309" y="1144988"/>
                </a:lnTo>
                <a:lnTo>
                  <a:pt x="1554103" y="1144775"/>
                </a:lnTo>
                <a:lnTo>
                  <a:pt x="1553911" y="1144550"/>
                </a:lnTo>
                <a:lnTo>
                  <a:pt x="1553734" y="1144312"/>
                </a:lnTo>
                <a:lnTo>
                  <a:pt x="1553573" y="1144064"/>
                </a:lnTo>
                <a:lnTo>
                  <a:pt x="1553429" y="1143805"/>
                </a:lnTo>
                <a:lnTo>
                  <a:pt x="1553301" y="1143538"/>
                </a:lnTo>
                <a:lnTo>
                  <a:pt x="1553191" y="1143263"/>
                </a:lnTo>
                <a:lnTo>
                  <a:pt x="1521033" y="1054447"/>
                </a:lnTo>
                <a:lnTo>
                  <a:pt x="1488076" y="1166134"/>
                </a:lnTo>
                <a:lnTo>
                  <a:pt x="1487983" y="1166414"/>
                </a:lnTo>
                <a:lnTo>
                  <a:pt x="1487873" y="1166688"/>
                </a:lnTo>
                <a:lnTo>
                  <a:pt x="1487745" y="1166953"/>
                </a:lnTo>
                <a:lnTo>
                  <a:pt x="1487600" y="1167211"/>
                </a:lnTo>
                <a:lnTo>
                  <a:pt x="1487438" y="1167458"/>
                </a:lnTo>
                <a:lnTo>
                  <a:pt x="1487261" y="1167694"/>
                </a:lnTo>
                <a:lnTo>
                  <a:pt x="1487070" y="1167918"/>
                </a:lnTo>
                <a:lnTo>
                  <a:pt x="1486864" y="1168129"/>
                </a:lnTo>
                <a:lnTo>
                  <a:pt x="1486644" y="1168327"/>
                </a:lnTo>
                <a:lnTo>
                  <a:pt x="1486413" y="1168510"/>
                </a:lnTo>
                <a:lnTo>
                  <a:pt x="1486170" y="1168678"/>
                </a:lnTo>
                <a:lnTo>
                  <a:pt x="1485917" y="1168829"/>
                </a:lnTo>
                <a:lnTo>
                  <a:pt x="1485654" y="1168964"/>
                </a:lnTo>
                <a:lnTo>
                  <a:pt x="1485383" y="1169082"/>
                </a:lnTo>
                <a:lnTo>
                  <a:pt x="1485106" y="1169181"/>
                </a:lnTo>
                <a:lnTo>
                  <a:pt x="1484822" y="1169263"/>
                </a:lnTo>
                <a:lnTo>
                  <a:pt x="1484534" y="1169326"/>
                </a:lnTo>
                <a:lnTo>
                  <a:pt x="1484242" y="1169370"/>
                </a:lnTo>
                <a:lnTo>
                  <a:pt x="1483948" y="1169396"/>
                </a:lnTo>
                <a:lnTo>
                  <a:pt x="1483653" y="1169402"/>
                </a:lnTo>
                <a:lnTo>
                  <a:pt x="1483358" y="1169389"/>
                </a:lnTo>
                <a:lnTo>
                  <a:pt x="1483064" y="1169357"/>
                </a:lnTo>
                <a:lnTo>
                  <a:pt x="1482774" y="1169306"/>
                </a:lnTo>
                <a:lnTo>
                  <a:pt x="1482487" y="1169237"/>
                </a:lnTo>
                <a:lnTo>
                  <a:pt x="1482205" y="1169149"/>
                </a:lnTo>
                <a:lnTo>
                  <a:pt x="1481930" y="1169043"/>
                </a:lnTo>
                <a:lnTo>
                  <a:pt x="1481662" y="1168919"/>
                </a:lnTo>
                <a:lnTo>
                  <a:pt x="1481402" y="1168779"/>
                </a:lnTo>
                <a:lnTo>
                  <a:pt x="1481152" y="1168622"/>
                </a:lnTo>
                <a:lnTo>
                  <a:pt x="1480913" y="1168449"/>
                </a:lnTo>
                <a:lnTo>
                  <a:pt x="1480686" y="1168260"/>
                </a:lnTo>
                <a:lnTo>
                  <a:pt x="1480471" y="1168058"/>
                </a:lnTo>
                <a:lnTo>
                  <a:pt x="1480270" y="1167842"/>
                </a:lnTo>
                <a:lnTo>
                  <a:pt x="1480083" y="1167614"/>
                </a:lnTo>
                <a:lnTo>
                  <a:pt x="1479911" y="1167374"/>
                </a:lnTo>
                <a:lnTo>
                  <a:pt x="1479756" y="1167123"/>
                </a:lnTo>
                <a:lnTo>
                  <a:pt x="1479616" y="1166863"/>
                </a:lnTo>
                <a:lnTo>
                  <a:pt x="1479494" y="1166594"/>
                </a:lnTo>
                <a:lnTo>
                  <a:pt x="1479390" y="1166318"/>
                </a:lnTo>
                <a:lnTo>
                  <a:pt x="1479303" y="1166036"/>
                </a:lnTo>
                <a:lnTo>
                  <a:pt x="1479236" y="1165748"/>
                </a:lnTo>
                <a:lnTo>
                  <a:pt x="1447144" y="1007305"/>
                </a:lnTo>
                <a:lnTo>
                  <a:pt x="1414419" y="1194323"/>
                </a:lnTo>
                <a:lnTo>
                  <a:pt x="1414358" y="1194613"/>
                </a:lnTo>
                <a:lnTo>
                  <a:pt x="1414279" y="1194899"/>
                </a:lnTo>
                <a:lnTo>
                  <a:pt x="1414181" y="1195179"/>
                </a:lnTo>
                <a:lnTo>
                  <a:pt x="1414066" y="1195452"/>
                </a:lnTo>
                <a:lnTo>
                  <a:pt x="1413932" y="1195716"/>
                </a:lnTo>
                <a:lnTo>
                  <a:pt x="1413782" y="1195972"/>
                </a:lnTo>
                <a:lnTo>
                  <a:pt x="1413616" y="1196217"/>
                </a:lnTo>
                <a:lnTo>
                  <a:pt x="1413434" y="1196451"/>
                </a:lnTo>
                <a:lnTo>
                  <a:pt x="1413237" y="1196673"/>
                </a:lnTo>
                <a:lnTo>
                  <a:pt x="1413026" y="1196881"/>
                </a:lnTo>
                <a:lnTo>
                  <a:pt x="1412803" y="1197076"/>
                </a:lnTo>
                <a:lnTo>
                  <a:pt x="1412566" y="1197255"/>
                </a:lnTo>
                <a:lnTo>
                  <a:pt x="1412319" y="1197419"/>
                </a:lnTo>
                <a:lnTo>
                  <a:pt x="1412062" y="1197566"/>
                </a:lnTo>
                <a:lnTo>
                  <a:pt x="1411796" y="1197696"/>
                </a:lnTo>
                <a:lnTo>
                  <a:pt x="1411521" y="1197809"/>
                </a:lnTo>
                <a:lnTo>
                  <a:pt x="1411240" y="1197903"/>
                </a:lnTo>
                <a:lnTo>
                  <a:pt x="1410954" y="1197979"/>
                </a:lnTo>
                <a:lnTo>
                  <a:pt x="1410663" y="1198036"/>
                </a:lnTo>
                <a:lnTo>
                  <a:pt x="1410369" y="1198075"/>
                </a:lnTo>
                <a:lnTo>
                  <a:pt x="1410073" y="1198094"/>
                </a:lnTo>
                <a:lnTo>
                  <a:pt x="1409777" y="1198093"/>
                </a:lnTo>
                <a:lnTo>
                  <a:pt x="1409481" y="1198074"/>
                </a:lnTo>
                <a:lnTo>
                  <a:pt x="1409187" y="1198035"/>
                </a:lnTo>
                <a:lnTo>
                  <a:pt x="1408896" y="1197978"/>
                </a:lnTo>
                <a:lnTo>
                  <a:pt x="1408610" y="1197901"/>
                </a:lnTo>
                <a:lnTo>
                  <a:pt x="1408329" y="1197806"/>
                </a:lnTo>
                <a:lnTo>
                  <a:pt x="1408055" y="1197693"/>
                </a:lnTo>
                <a:lnTo>
                  <a:pt x="1407789" y="1197563"/>
                </a:lnTo>
                <a:lnTo>
                  <a:pt x="1407532" y="1197415"/>
                </a:lnTo>
                <a:lnTo>
                  <a:pt x="1407285" y="1197251"/>
                </a:lnTo>
                <a:lnTo>
                  <a:pt x="1407049" y="1197072"/>
                </a:lnTo>
                <a:lnTo>
                  <a:pt x="1406825" y="1196877"/>
                </a:lnTo>
                <a:lnTo>
                  <a:pt x="1406615" y="1196668"/>
                </a:lnTo>
                <a:lnTo>
                  <a:pt x="1406418" y="1196446"/>
                </a:lnTo>
                <a:lnTo>
                  <a:pt x="1406237" y="1196212"/>
                </a:lnTo>
                <a:lnTo>
                  <a:pt x="1406071" y="1195967"/>
                </a:lnTo>
                <a:lnTo>
                  <a:pt x="1405921" y="1195711"/>
                </a:lnTo>
                <a:lnTo>
                  <a:pt x="1405788" y="1195446"/>
                </a:lnTo>
                <a:lnTo>
                  <a:pt x="1405673" y="1195173"/>
                </a:lnTo>
                <a:lnTo>
                  <a:pt x="1405576" y="1194893"/>
                </a:lnTo>
                <a:lnTo>
                  <a:pt x="1405497" y="1194607"/>
                </a:lnTo>
                <a:lnTo>
                  <a:pt x="1405437" y="1194317"/>
                </a:lnTo>
                <a:lnTo>
                  <a:pt x="1370680" y="994030"/>
                </a:lnTo>
                <a:lnTo>
                  <a:pt x="1340114" y="1046232"/>
                </a:lnTo>
                <a:lnTo>
                  <a:pt x="1303252" y="1112640"/>
                </a:lnTo>
                <a:lnTo>
                  <a:pt x="1303098" y="1112896"/>
                </a:lnTo>
                <a:lnTo>
                  <a:pt x="1302928" y="1113141"/>
                </a:lnTo>
                <a:lnTo>
                  <a:pt x="1302743" y="1113375"/>
                </a:lnTo>
                <a:lnTo>
                  <a:pt x="1302542" y="1113597"/>
                </a:lnTo>
                <a:lnTo>
                  <a:pt x="1302328" y="1113805"/>
                </a:lnTo>
                <a:lnTo>
                  <a:pt x="1302100" y="1113998"/>
                </a:lnTo>
                <a:lnTo>
                  <a:pt x="1301860" y="1114176"/>
                </a:lnTo>
                <a:lnTo>
                  <a:pt x="1301609" y="1114338"/>
                </a:lnTo>
                <a:lnTo>
                  <a:pt x="1301348" y="1114483"/>
                </a:lnTo>
                <a:lnTo>
                  <a:pt x="1301078" y="1114610"/>
                </a:lnTo>
                <a:lnTo>
                  <a:pt x="1300800" y="1114720"/>
                </a:lnTo>
                <a:lnTo>
                  <a:pt x="1300516" y="1114811"/>
                </a:lnTo>
                <a:lnTo>
                  <a:pt x="1300226" y="1114884"/>
                </a:lnTo>
                <a:lnTo>
                  <a:pt x="1299932" y="1114937"/>
                </a:lnTo>
                <a:lnTo>
                  <a:pt x="1299635" y="1114971"/>
                </a:lnTo>
                <a:lnTo>
                  <a:pt x="1299337" y="1114985"/>
                </a:lnTo>
                <a:lnTo>
                  <a:pt x="1299038" y="1114980"/>
                </a:lnTo>
                <a:lnTo>
                  <a:pt x="1298741" y="1114955"/>
                </a:lnTo>
                <a:lnTo>
                  <a:pt x="1298445" y="1114911"/>
                </a:lnTo>
                <a:lnTo>
                  <a:pt x="1298153" y="1114848"/>
                </a:lnTo>
                <a:lnTo>
                  <a:pt x="1297866" y="1114766"/>
                </a:lnTo>
                <a:lnTo>
                  <a:pt x="1297585" y="1114665"/>
                </a:lnTo>
                <a:lnTo>
                  <a:pt x="1297311" y="1114546"/>
                </a:lnTo>
                <a:lnTo>
                  <a:pt x="1297046" y="1114409"/>
                </a:lnTo>
                <a:lnTo>
                  <a:pt x="1296790" y="1114255"/>
                </a:lnTo>
                <a:lnTo>
                  <a:pt x="1296545" y="1114085"/>
                </a:lnTo>
                <a:lnTo>
                  <a:pt x="1296311" y="1113899"/>
                </a:lnTo>
                <a:lnTo>
                  <a:pt x="1296090" y="1113698"/>
                </a:lnTo>
                <a:lnTo>
                  <a:pt x="1295883" y="1113483"/>
                </a:lnTo>
                <a:lnTo>
                  <a:pt x="1295690" y="1113255"/>
                </a:lnTo>
                <a:lnTo>
                  <a:pt x="1295512" y="1113014"/>
                </a:lnTo>
                <a:lnTo>
                  <a:pt x="1295351" y="1112763"/>
                </a:lnTo>
                <a:lnTo>
                  <a:pt x="1295206" y="1112502"/>
                </a:lnTo>
                <a:lnTo>
                  <a:pt x="1295079" y="1112231"/>
                </a:lnTo>
                <a:lnTo>
                  <a:pt x="1294970" y="1111953"/>
                </a:lnTo>
                <a:lnTo>
                  <a:pt x="1262635" y="1020955"/>
                </a:lnTo>
                <a:lnTo>
                  <a:pt x="1229839" y="1124905"/>
                </a:lnTo>
                <a:lnTo>
                  <a:pt x="1229741" y="1125185"/>
                </a:lnTo>
                <a:lnTo>
                  <a:pt x="1229624" y="1125457"/>
                </a:lnTo>
                <a:lnTo>
                  <a:pt x="1229491" y="1125722"/>
                </a:lnTo>
                <a:lnTo>
                  <a:pt x="1229340" y="1125977"/>
                </a:lnTo>
                <a:lnTo>
                  <a:pt x="1229173" y="1126222"/>
                </a:lnTo>
                <a:lnTo>
                  <a:pt x="1228991" y="1126455"/>
                </a:lnTo>
                <a:lnTo>
                  <a:pt x="1228793" y="1126677"/>
                </a:lnTo>
                <a:lnTo>
                  <a:pt x="1228582" y="1126885"/>
                </a:lnTo>
                <a:lnTo>
                  <a:pt x="1228358" y="1127078"/>
                </a:lnTo>
                <a:lnTo>
                  <a:pt x="1228121" y="1127257"/>
                </a:lnTo>
                <a:lnTo>
                  <a:pt x="1227874" y="1127420"/>
                </a:lnTo>
                <a:lnTo>
                  <a:pt x="1227616" y="1127567"/>
                </a:lnTo>
                <a:lnTo>
                  <a:pt x="1227350" y="1127696"/>
                </a:lnTo>
                <a:lnTo>
                  <a:pt x="1227075" y="1127808"/>
                </a:lnTo>
                <a:lnTo>
                  <a:pt x="1226794" y="1127902"/>
                </a:lnTo>
                <a:lnTo>
                  <a:pt x="1226507" y="1127978"/>
                </a:lnTo>
                <a:lnTo>
                  <a:pt x="1226216" y="1128034"/>
                </a:lnTo>
                <a:lnTo>
                  <a:pt x="1189329" y="1133974"/>
                </a:lnTo>
                <a:lnTo>
                  <a:pt x="1189034" y="1134012"/>
                </a:lnTo>
                <a:lnTo>
                  <a:pt x="1188736" y="1134030"/>
                </a:lnTo>
                <a:lnTo>
                  <a:pt x="1188439" y="1134029"/>
                </a:lnTo>
                <a:lnTo>
                  <a:pt x="1188142" y="1134008"/>
                </a:lnTo>
                <a:lnTo>
                  <a:pt x="1187846" y="1133969"/>
                </a:lnTo>
                <a:lnTo>
                  <a:pt x="1187555" y="1133909"/>
                </a:lnTo>
                <a:lnTo>
                  <a:pt x="1187267" y="1133831"/>
                </a:lnTo>
                <a:lnTo>
                  <a:pt x="1186985" y="1133735"/>
                </a:lnTo>
                <a:lnTo>
                  <a:pt x="1186711" y="1133620"/>
                </a:lnTo>
                <a:lnTo>
                  <a:pt x="1186444" y="1133488"/>
                </a:lnTo>
                <a:lnTo>
                  <a:pt x="1186186" y="1133338"/>
                </a:lnTo>
                <a:lnTo>
                  <a:pt x="1185939" y="1133172"/>
                </a:lnTo>
                <a:lnTo>
                  <a:pt x="1185703" y="1132990"/>
                </a:lnTo>
                <a:lnTo>
                  <a:pt x="1185480" y="1132793"/>
                </a:lnTo>
                <a:lnTo>
                  <a:pt x="1185270" y="1132582"/>
                </a:lnTo>
                <a:lnTo>
                  <a:pt x="1185074" y="1132358"/>
                </a:lnTo>
                <a:lnTo>
                  <a:pt x="1184893" y="1132121"/>
                </a:lnTo>
                <a:lnTo>
                  <a:pt x="1184728" y="1131873"/>
                </a:lnTo>
                <a:lnTo>
                  <a:pt x="1184580" y="1131615"/>
                </a:lnTo>
                <a:lnTo>
                  <a:pt x="1184449" y="1131348"/>
                </a:lnTo>
                <a:lnTo>
                  <a:pt x="1184335" y="1131072"/>
                </a:lnTo>
                <a:lnTo>
                  <a:pt x="1184240" y="1130790"/>
                </a:lnTo>
                <a:lnTo>
                  <a:pt x="1184163" y="1130502"/>
                </a:lnTo>
                <a:lnTo>
                  <a:pt x="1148315" y="975803"/>
                </a:lnTo>
                <a:lnTo>
                  <a:pt x="1118458" y="983040"/>
                </a:lnTo>
                <a:lnTo>
                  <a:pt x="1082315" y="1105641"/>
                </a:lnTo>
                <a:lnTo>
                  <a:pt x="1082221" y="1105923"/>
                </a:lnTo>
                <a:lnTo>
                  <a:pt x="1082110" y="1106199"/>
                </a:lnTo>
                <a:lnTo>
                  <a:pt x="1081981" y="1106466"/>
                </a:lnTo>
                <a:lnTo>
                  <a:pt x="1081835" y="1106725"/>
                </a:lnTo>
                <a:lnTo>
                  <a:pt x="1081672" y="1106973"/>
                </a:lnTo>
                <a:lnTo>
                  <a:pt x="1081493" y="1107211"/>
                </a:lnTo>
                <a:lnTo>
                  <a:pt x="1081299" y="1107436"/>
                </a:lnTo>
                <a:lnTo>
                  <a:pt x="1081091" y="1107648"/>
                </a:lnTo>
                <a:lnTo>
                  <a:pt x="1080870" y="1107846"/>
                </a:lnTo>
                <a:lnTo>
                  <a:pt x="1080636" y="1108029"/>
                </a:lnTo>
                <a:lnTo>
                  <a:pt x="1080391" y="1108197"/>
                </a:lnTo>
                <a:lnTo>
                  <a:pt x="1080135" y="1108349"/>
                </a:lnTo>
                <a:lnTo>
                  <a:pt x="1079870" y="1108483"/>
                </a:lnTo>
                <a:lnTo>
                  <a:pt x="1079597" y="1108600"/>
                </a:lnTo>
                <a:lnTo>
                  <a:pt x="1079317" y="1108699"/>
                </a:lnTo>
                <a:lnTo>
                  <a:pt x="1079031" y="1108779"/>
                </a:lnTo>
                <a:lnTo>
                  <a:pt x="1078740" y="1108840"/>
                </a:lnTo>
                <a:lnTo>
                  <a:pt x="1078446" y="1108883"/>
                </a:lnTo>
                <a:lnTo>
                  <a:pt x="1078150" y="1108906"/>
                </a:lnTo>
                <a:lnTo>
                  <a:pt x="1077853" y="1108910"/>
                </a:lnTo>
                <a:lnTo>
                  <a:pt x="1077556" y="1108894"/>
                </a:lnTo>
                <a:lnTo>
                  <a:pt x="1077261" y="1108860"/>
                </a:lnTo>
                <a:lnTo>
                  <a:pt x="1076969" y="1108806"/>
                </a:lnTo>
                <a:lnTo>
                  <a:pt x="1076681" y="1108733"/>
                </a:lnTo>
                <a:lnTo>
                  <a:pt x="1076398" y="1108641"/>
                </a:lnTo>
                <a:lnTo>
                  <a:pt x="1076122" y="1108532"/>
                </a:lnTo>
                <a:lnTo>
                  <a:pt x="1075853" y="1108404"/>
                </a:lnTo>
                <a:lnTo>
                  <a:pt x="1075594" y="1108260"/>
                </a:lnTo>
                <a:lnTo>
                  <a:pt x="1038707" y="1086096"/>
                </a:lnTo>
                <a:lnTo>
                  <a:pt x="1038468" y="1085942"/>
                </a:lnTo>
                <a:lnTo>
                  <a:pt x="1038238" y="1085773"/>
                </a:lnTo>
                <a:lnTo>
                  <a:pt x="1038020" y="1085591"/>
                </a:lnTo>
                <a:lnTo>
                  <a:pt x="1037814" y="1085395"/>
                </a:lnTo>
                <a:lnTo>
                  <a:pt x="1037620" y="1085186"/>
                </a:lnTo>
                <a:lnTo>
                  <a:pt x="1037440" y="1084966"/>
                </a:lnTo>
                <a:lnTo>
                  <a:pt x="1037274" y="1084735"/>
                </a:lnTo>
                <a:lnTo>
                  <a:pt x="1001544" y="1031683"/>
                </a:lnTo>
                <a:lnTo>
                  <a:pt x="969506" y="1027696"/>
                </a:lnTo>
                <a:lnTo>
                  <a:pt x="934182" y="1080517"/>
                </a:lnTo>
                <a:lnTo>
                  <a:pt x="933998" y="1080772"/>
                </a:lnTo>
                <a:lnTo>
                  <a:pt x="933798" y="1081014"/>
                </a:lnTo>
                <a:lnTo>
                  <a:pt x="933581" y="1081241"/>
                </a:lnTo>
                <a:lnTo>
                  <a:pt x="933349" y="1081453"/>
                </a:lnTo>
                <a:lnTo>
                  <a:pt x="896461" y="1112882"/>
                </a:lnTo>
                <a:lnTo>
                  <a:pt x="896242" y="1113057"/>
                </a:lnTo>
                <a:lnTo>
                  <a:pt x="896014" y="1113218"/>
                </a:lnTo>
                <a:lnTo>
                  <a:pt x="895776" y="1113365"/>
                </a:lnTo>
                <a:lnTo>
                  <a:pt x="895529" y="1113496"/>
                </a:lnTo>
                <a:lnTo>
                  <a:pt x="858642" y="1131785"/>
                </a:lnTo>
                <a:lnTo>
                  <a:pt x="858370" y="1131908"/>
                </a:lnTo>
                <a:lnTo>
                  <a:pt x="858091" y="1132014"/>
                </a:lnTo>
                <a:lnTo>
                  <a:pt x="857806" y="1132101"/>
                </a:lnTo>
                <a:lnTo>
                  <a:pt x="857516" y="1132170"/>
                </a:lnTo>
                <a:lnTo>
                  <a:pt x="857221" y="1132219"/>
                </a:lnTo>
                <a:lnTo>
                  <a:pt x="856924" y="1132249"/>
                </a:lnTo>
                <a:lnTo>
                  <a:pt x="856626" y="1132259"/>
                </a:lnTo>
                <a:lnTo>
                  <a:pt x="856328" y="1132250"/>
                </a:lnTo>
                <a:lnTo>
                  <a:pt x="856031" y="1132221"/>
                </a:lnTo>
                <a:lnTo>
                  <a:pt x="855736" y="1132173"/>
                </a:lnTo>
                <a:lnTo>
                  <a:pt x="855446" y="1132106"/>
                </a:lnTo>
                <a:lnTo>
                  <a:pt x="855160" y="1132020"/>
                </a:lnTo>
                <a:lnTo>
                  <a:pt x="854880" y="1131915"/>
                </a:lnTo>
                <a:lnTo>
                  <a:pt x="854608" y="1131793"/>
                </a:lnTo>
                <a:lnTo>
                  <a:pt x="854345" y="1131652"/>
                </a:lnTo>
                <a:lnTo>
                  <a:pt x="854091" y="1131495"/>
                </a:lnTo>
                <a:lnTo>
                  <a:pt x="853848" y="1131322"/>
                </a:lnTo>
                <a:lnTo>
                  <a:pt x="853617" y="1131133"/>
                </a:lnTo>
                <a:lnTo>
                  <a:pt x="853399" y="1130930"/>
                </a:lnTo>
                <a:lnTo>
                  <a:pt x="853195" y="1130712"/>
                </a:lnTo>
                <a:lnTo>
                  <a:pt x="853005" y="1130482"/>
                </a:lnTo>
                <a:lnTo>
                  <a:pt x="852831" y="1130240"/>
                </a:lnTo>
                <a:lnTo>
                  <a:pt x="852673" y="1129986"/>
                </a:lnTo>
                <a:lnTo>
                  <a:pt x="852532" y="1129723"/>
                </a:lnTo>
                <a:lnTo>
                  <a:pt x="852408" y="1129452"/>
                </a:lnTo>
                <a:lnTo>
                  <a:pt x="852303" y="1129173"/>
                </a:lnTo>
                <a:lnTo>
                  <a:pt x="852215" y="1128887"/>
                </a:lnTo>
                <a:lnTo>
                  <a:pt x="820238" y="1010333"/>
                </a:lnTo>
                <a:lnTo>
                  <a:pt x="787300" y="1164066"/>
                </a:lnTo>
                <a:lnTo>
                  <a:pt x="787228" y="1164356"/>
                </a:lnTo>
                <a:lnTo>
                  <a:pt x="787137" y="1164641"/>
                </a:lnTo>
                <a:lnTo>
                  <a:pt x="787027" y="1164920"/>
                </a:lnTo>
                <a:lnTo>
                  <a:pt x="786900" y="1165190"/>
                </a:lnTo>
                <a:lnTo>
                  <a:pt x="786755" y="1165452"/>
                </a:lnTo>
                <a:lnTo>
                  <a:pt x="786593" y="1165703"/>
                </a:lnTo>
                <a:lnTo>
                  <a:pt x="786415" y="1165944"/>
                </a:lnTo>
                <a:lnTo>
                  <a:pt x="786221" y="1166172"/>
                </a:lnTo>
                <a:lnTo>
                  <a:pt x="786013" y="1166387"/>
                </a:lnTo>
                <a:lnTo>
                  <a:pt x="785792" y="1166588"/>
                </a:lnTo>
                <a:lnTo>
                  <a:pt x="785557" y="1166774"/>
                </a:lnTo>
                <a:lnTo>
                  <a:pt x="785311" y="1166944"/>
                </a:lnTo>
                <a:lnTo>
                  <a:pt x="785055" y="1167097"/>
                </a:lnTo>
                <a:lnTo>
                  <a:pt x="784788" y="1167234"/>
                </a:lnTo>
                <a:lnTo>
                  <a:pt x="784514" y="1167352"/>
                </a:lnTo>
                <a:lnTo>
                  <a:pt x="784232" y="1167453"/>
                </a:lnTo>
                <a:lnTo>
                  <a:pt x="783944" y="1167535"/>
                </a:lnTo>
                <a:lnTo>
                  <a:pt x="783652" y="1167597"/>
                </a:lnTo>
                <a:lnTo>
                  <a:pt x="783356" y="1167641"/>
                </a:lnTo>
                <a:lnTo>
                  <a:pt x="783058" y="1167665"/>
                </a:lnTo>
                <a:lnTo>
                  <a:pt x="782759" y="1167669"/>
                </a:lnTo>
                <a:lnTo>
                  <a:pt x="782460" y="1167654"/>
                </a:lnTo>
                <a:lnTo>
                  <a:pt x="782163" y="1167619"/>
                </a:lnTo>
                <a:lnTo>
                  <a:pt x="781869" y="1167565"/>
                </a:lnTo>
                <a:lnTo>
                  <a:pt x="781579" y="1167491"/>
                </a:lnTo>
                <a:lnTo>
                  <a:pt x="781294" y="1167399"/>
                </a:lnTo>
                <a:lnTo>
                  <a:pt x="781016" y="1167288"/>
                </a:lnTo>
                <a:lnTo>
                  <a:pt x="780746" y="1167159"/>
                </a:lnTo>
                <a:lnTo>
                  <a:pt x="780485" y="1167013"/>
                </a:lnTo>
                <a:lnTo>
                  <a:pt x="780234" y="1166850"/>
                </a:lnTo>
                <a:lnTo>
                  <a:pt x="779995" y="1166671"/>
                </a:lnTo>
                <a:lnTo>
                  <a:pt x="779767" y="1166476"/>
                </a:lnTo>
                <a:lnTo>
                  <a:pt x="779553" y="1166267"/>
                </a:lnTo>
                <a:lnTo>
                  <a:pt x="779353" y="1166045"/>
                </a:lnTo>
                <a:lnTo>
                  <a:pt x="779169" y="1165810"/>
                </a:lnTo>
                <a:lnTo>
                  <a:pt x="778999" y="1165563"/>
                </a:lnTo>
                <a:lnTo>
                  <a:pt x="778847" y="1165306"/>
                </a:lnTo>
                <a:lnTo>
                  <a:pt x="778712" y="1165039"/>
                </a:lnTo>
                <a:lnTo>
                  <a:pt x="778594" y="1164764"/>
                </a:lnTo>
                <a:lnTo>
                  <a:pt x="778495" y="1164482"/>
                </a:lnTo>
                <a:lnTo>
                  <a:pt x="778414" y="1164194"/>
                </a:lnTo>
                <a:lnTo>
                  <a:pt x="778353" y="1163901"/>
                </a:lnTo>
                <a:lnTo>
                  <a:pt x="745653" y="978026"/>
                </a:lnTo>
                <a:lnTo>
                  <a:pt x="713537" y="1137572"/>
                </a:lnTo>
                <a:lnTo>
                  <a:pt x="713468" y="1137864"/>
                </a:lnTo>
                <a:lnTo>
                  <a:pt x="713380" y="1138150"/>
                </a:lnTo>
                <a:lnTo>
                  <a:pt x="713274" y="1138430"/>
                </a:lnTo>
                <a:lnTo>
                  <a:pt x="713149" y="1138703"/>
                </a:lnTo>
                <a:lnTo>
                  <a:pt x="713007" y="1138967"/>
                </a:lnTo>
                <a:lnTo>
                  <a:pt x="712848" y="1139221"/>
                </a:lnTo>
                <a:lnTo>
                  <a:pt x="712672" y="1139463"/>
                </a:lnTo>
                <a:lnTo>
                  <a:pt x="712481" y="1139694"/>
                </a:lnTo>
                <a:lnTo>
                  <a:pt x="712275" y="1139912"/>
                </a:lnTo>
                <a:lnTo>
                  <a:pt x="712055" y="1140116"/>
                </a:lnTo>
                <a:lnTo>
                  <a:pt x="711822" y="1140305"/>
                </a:lnTo>
                <a:lnTo>
                  <a:pt x="711578" y="1140478"/>
                </a:lnTo>
                <a:lnTo>
                  <a:pt x="711322" y="1140634"/>
                </a:lnTo>
                <a:lnTo>
                  <a:pt x="711057" y="1140774"/>
                </a:lnTo>
                <a:lnTo>
                  <a:pt x="710784" y="1140896"/>
                </a:lnTo>
                <a:lnTo>
                  <a:pt x="710502" y="1141000"/>
                </a:lnTo>
                <a:lnTo>
                  <a:pt x="710215" y="1141084"/>
                </a:lnTo>
                <a:lnTo>
                  <a:pt x="709923" y="1141150"/>
                </a:lnTo>
                <a:lnTo>
                  <a:pt x="709627" y="1141197"/>
                </a:lnTo>
                <a:lnTo>
                  <a:pt x="709328" y="1141224"/>
                </a:lnTo>
                <a:lnTo>
                  <a:pt x="709029" y="1141231"/>
                </a:lnTo>
                <a:lnTo>
                  <a:pt x="708729" y="1141219"/>
                </a:lnTo>
                <a:lnTo>
                  <a:pt x="708431" y="1141187"/>
                </a:lnTo>
                <a:lnTo>
                  <a:pt x="708136" y="1141135"/>
                </a:lnTo>
                <a:lnTo>
                  <a:pt x="707845" y="1141064"/>
                </a:lnTo>
                <a:lnTo>
                  <a:pt x="707559" y="1140975"/>
                </a:lnTo>
                <a:lnTo>
                  <a:pt x="707280" y="1140866"/>
                </a:lnTo>
                <a:lnTo>
                  <a:pt x="707008" y="1140740"/>
                </a:lnTo>
                <a:lnTo>
                  <a:pt x="706745" y="1140596"/>
                </a:lnTo>
                <a:lnTo>
                  <a:pt x="706492" y="1140435"/>
                </a:lnTo>
                <a:lnTo>
                  <a:pt x="706251" y="1140257"/>
                </a:lnTo>
                <a:lnTo>
                  <a:pt x="706021" y="1140064"/>
                </a:lnTo>
                <a:lnTo>
                  <a:pt x="705805" y="1139857"/>
                </a:lnTo>
                <a:lnTo>
                  <a:pt x="705603" y="1139636"/>
                </a:lnTo>
                <a:lnTo>
                  <a:pt x="705416" y="1139402"/>
                </a:lnTo>
                <a:lnTo>
                  <a:pt x="705244" y="1139156"/>
                </a:lnTo>
                <a:lnTo>
                  <a:pt x="705089" y="1138899"/>
                </a:lnTo>
                <a:lnTo>
                  <a:pt x="704952" y="1138633"/>
                </a:lnTo>
                <a:lnTo>
                  <a:pt x="704832" y="1138359"/>
                </a:lnTo>
                <a:lnTo>
                  <a:pt x="704730" y="1138077"/>
                </a:lnTo>
                <a:lnTo>
                  <a:pt x="704647" y="1137789"/>
                </a:lnTo>
                <a:lnTo>
                  <a:pt x="704584" y="1137496"/>
                </a:lnTo>
                <a:lnTo>
                  <a:pt x="672427" y="962421"/>
                </a:lnTo>
                <a:lnTo>
                  <a:pt x="639791" y="1160773"/>
                </a:lnTo>
                <a:lnTo>
                  <a:pt x="639733" y="1161065"/>
                </a:lnTo>
                <a:lnTo>
                  <a:pt x="639656" y="1161353"/>
                </a:lnTo>
                <a:lnTo>
                  <a:pt x="639561" y="1161636"/>
                </a:lnTo>
                <a:lnTo>
                  <a:pt x="639447" y="1161911"/>
                </a:lnTo>
                <a:lnTo>
                  <a:pt x="639315" y="1162179"/>
                </a:lnTo>
                <a:lnTo>
                  <a:pt x="639166" y="1162437"/>
                </a:lnTo>
                <a:lnTo>
                  <a:pt x="639001" y="1162685"/>
                </a:lnTo>
                <a:lnTo>
                  <a:pt x="638820" y="1162922"/>
                </a:lnTo>
                <a:lnTo>
                  <a:pt x="638623" y="1163146"/>
                </a:lnTo>
                <a:lnTo>
                  <a:pt x="638413" y="1163357"/>
                </a:lnTo>
                <a:lnTo>
                  <a:pt x="638189" y="1163554"/>
                </a:lnTo>
                <a:lnTo>
                  <a:pt x="637952" y="1163735"/>
                </a:lnTo>
                <a:lnTo>
                  <a:pt x="637705" y="1163901"/>
                </a:lnTo>
                <a:lnTo>
                  <a:pt x="637447" y="1164051"/>
                </a:lnTo>
                <a:lnTo>
                  <a:pt x="637179" y="1164183"/>
                </a:lnTo>
                <a:lnTo>
                  <a:pt x="636904" y="1164297"/>
                </a:lnTo>
                <a:lnTo>
                  <a:pt x="636622" y="1164393"/>
                </a:lnTo>
                <a:lnTo>
                  <a:pt x="636334" y="1164471"/>
                </a:lnTo>
                <a:lnTo>
                  <a:pt x="636042" y="1164530"/>
                </a:lnTo>
                <a:lnTo>
                  <a:pt x="635746" y="1164569"/>
                </a:lnTo>
                <a:lnTo>
                  <a:pt x="635449" y="1164589"/>
                </a:lnTo>
                <a:lnTo>
                  <a:pt x="635151" y="1164589"/>
                </a:lnTo>
                <a:lnTo>
                  <a:pt x="634853" y="1164570"/>
                </a:lnTo>
                <a:lnTo>
                  <a:pt x="634558" y="1164532"/>
                </a:lnTo>
                <a:lnTo>
                  <a:pt x="634265" y="1164474"/>
                </a:lnTo>
                <a:lnTo>
                  <a:pt x="633977" y="1164397"/>
                </a:lnTo>
                <a:lnTo>
                  <a:pt x="633694" y="1164302"/>
                </a:lnTo>
                <a:lnTo>
                  <a:pt x="633419" y="1164188"/>
                </a:lnTo>
                <a:lnTo>
                  <a:pt x="633151" y="1164057"/>
                </a:lnTo>
                <a:lnTo>
                  <a:pt x="632893" y="1163908"/>
                </a:lnTo>
                <a:lnTo>
                  <a:pt x="632645" y="1163743"/>
                </a:lnTo>
                <a:lnTo>
                  <a:pt x="632408" y="1163562"/>
                </a:lnTo>
                <a:lnTo>
                  <a:pt x="595520" y="1133407"/>
                </a:lnTo>
                <a:lnTo>
                  <a:pt x="595297" y="1133213"/>
                </a:lnTo>
                <a:lnTo>
                  <a:pt x="595088" y="1133005"/>
                </a:lnTo>
                <a:lnTo>
                  <a:pt x="594892" y="1132783"/>
                </a:lnTo>
                <a:lnTo>
                  <a:pt x="594711" y="1132550"/>
                </a:lnTo>
                <a:lnTo>
                  <a:pt x="594546" y="1132305"/>
                </a:lnTo>
                <a:lnTo>
                  <a:pt x="594397" y="1132050"/>
                </a:lnTo>
                <a:lnTo>
                  <a:pt x="594265" y="1131786"/>
                </a:lnTo>
                <a:lnTo>
                  <a:pt x="594150" y="1131514"/>
                </a:lnTo>
                <a:lnTo>
                  <a:pt x="559777" y="1042104"/>
                </a:lnTo>
                <a:lnTo>
                  <a:pt x="527851" y="1073960"/>
                </a:lnTo>
                <a:lnTo>
                  <a:pt x="527630" y="1074167"/>
                </a:lnTo>
                <a:lnTo>
                  <a:pt x="527396" y="1074358"/>
                </a:lnTo>
                <a:lnTo>
                  <a:pt x="527150" y="1074533"/>
                </a:lnTo>
                <a:lnTo>
                  <a:pt x="526893" y="1074691"/>
                </a:lnTo>
                <a:lnTo>
                  <a:pt x="526626" y="1074832"/>
                </a:lnTo>
                <a:lnTo>
                  <a:pt x="526351" y="1074955"/>
                </a:lnTo>
                <a:lnTo>
                  <a:pt x="526067" y="1075060"/>
                </a:lnTo>
                <a:lnTo>
                  <a:pt x="525778" y="1075145"/>
                </a:lnTo>
                <a:lnTo>
                  <a:pt x="525483" y="1075212"/>
                </a:lnTo>
                <a:lnTo>
                  <a:pt x="525185" y="1075258"/>
                </a:lnTo>
                <a:lnTo>
                  <a:pt x="524884" y="1075285"/>
                </a:lnTo>
                <a:lnTo>
                  <a:pt x="524583" y="1075292"/>
                </a:lnTo>
                <a:lnTo>
                  <a:pt x="524281" y="1075279"/>
                </a:lnTo>
                <a:lnTo>
                  <a:pt x="523981" y="1075246"/>
                </a:lnTo>
                <a:lnTo>
                  <a:pt x="523684" y="1075193"/>
                </a:lnTo>
                <a:lnTo>
                  <a:pt x="523391" y="1075120"/>
                </a:lnTo>
                <a:lnTo>
                  <a:pt x="523103" y="1075029"/>
                </a:lnTo>
                <a:lnTo>
                  <a:pt x="522822" y="1074918"/>
                </a:lnTo>
                <a:lnTo>
                  <a:pt x="522549" y="1074789"/>
                </a:lnTo>
                <a:lnTo>
                  <a:pt x="522285" y="1074643"/>
                </a:lnTo>
                <a:lnTo>
                  <a:pt x="522032" y="1074479"/>
                </a:lnTo>
                <a:lnTo>
                  <a:pt x="521789" y="1074299"/>
                </a:lnTo>
                <a:lnTo>
                  <a:pt x="521560" y="1074103"/>
                </a:lnTo>
                <a:lnTo>
                  <a:pt x="521343" y="1073892"/>
                </a:lnTo>
                <a:lnTo>
                  <a:pt x="521142" y="1073668"/>
                </a:lnTo>
                <a:lnTo>
                  <a:pt x="520955" y="1073430"/>
                </a:lnTo>
                <a:lnTo>
                  <a:pt x="520785" y="1073181"/>
                </a:lnTo>
                <a:lnTo>
                  <a:pt x="520631" y="1072921"/>
                </a:lnTo>
                <a:lnTo>
                  <a:pt x="520495" y="1072652"/>
                </a:lnTo>
                <a:lnTo>
                  <a:pt x="520377" y="1072374"/>
                </a:lnTo>
                <a:lnTo>
                  <a:pt x="488780" y="990439"/>
                </a:lnTo>
                <a:lnTo>
                  <a:pt x="455291" y="1131397"/>
                </a:lnTo>
                <a:lnTo>
                  <a:pt x="455213" y="1131683"/>
                </a:lnTo>
                <a:lnTo>
                  <a:pt x="455117" y="1131963"/>
                </a:lnTo>
                <a:lnTo>
                  <a:pt x="455003" y="1132236"/>
                </a:lnTo>
                <a:lnTo>
                  <a:pt x="454871" y="1132501"/>
                </a:lnTo>
                <a:lnTo>
                  <a:pt x="454723" y="1132757"/>
                </a:lnTo>
                <a:lnTo>
                  <a:pt x="454558" y="1133003"/>
                </a:lnTo>
                <a:lnTo>
                  <a:pt x="454378" y="1133238"/>
                </a:lnTo>
                <a:lnTo>
                  <a:pt x="454182" y="1133460"/>
                </a:lnTo>
                <a:lnTo>
                  <a:pt x="453973" y="1133670"/>
                </a:lnTo>
                <a:lnTo>
                  <a:pt x="453751" y="1133865"/>
                </a:lnTo>
                <a:lnTo>
                  <a:pt x="453516" y="1134045"/>
                </a:lnTo>
                <a:lnTo>
                  <a:pt x="453270" y="1134210"/>
                </a:lnTo>
                <a:lnTo>
                  <a:pt x="453014" y="1134359"/>
                </a:lnTo>
                <a:lnTo>
                  <a:pt x="452749" y="1134490"/>
                </a:lnTo>
                <a:lnTo>
                  <a:pt x="452476" y="1134605"/>
                </a:lnTo>
                <a:lnTo>
                  <a:pt x="452196" y="1134701"/>
                </a:lnTo>
                <a:lnTo>
                  <a:pt x="451911" y="1134779"/>
                </a:lnTo>
                <a:lnTo>
                  <a:pt x="451621" y="1134838"/>
                </a:lnTo>
                <a:lnTo>
                  <a:pt x="451327" y="1134878"/>
                </a:lnTo>
                <a:lnTo>
                  <a:pt x="451032" y="1134899"/>
                </a:lnTo>
                <a:lnTo>
                  <a:pt x="450736" y="1134901"/>
                </a:lnTo>
                <a:lnTo>
                  <a:pt x="450441" y="1134883"/>
                </a:lnTo>
                <a:lnTo>
                  <a:pt x="450147" y="1134847"/>
                </a:lnTo>
                <a:lnTo>
                  <a:pt x="449856" y="1134792"/>
                </a:lnTo>
                <a:lnTo>
                  <a:pt x="449570" y="1134717"/>
                </a:lnTo>
                <a:lnTo>
                  <a:pt x="449288" y="1134625"/>
                </a:lnTo>
                <a:lnTo>
                  <a:pt x="449014" y="1134514"/>
                </a:lnTo>
                <a:lnTo>
                  <a:pt x="448747" y="1134386"/>
                </a:lnTo>
                <a:lnTo>
                  <a:pt x="448489" y="1134240"/>
                </a:lnTo>
                <a:lnTo>
                  <a:pt x="448241" y="1134079"/>
                </a:lnTo>
                <a:lnTo>
                  <a:pt x="411354" y="1108265"/>
                </a:lnTo>
                <a:lnTo>
                  <a:pt x="411105" y="1108078"/>
                </a:lnTo>
                <a:lnTo>
                  <a:pt x="410869" y="1107874"/>
                </a:lnTo>
                <a:lnTo>
                  <a:pt x="410647" y="1107654"/>
                </a:lnTo>
                <a:lnTo>
                  <a:pt x="410442" y="1107419"/>
                </a:lnTo>
                <a:lnTo>
                  <a:pt x="410252" y="1107171"/>
                </a:lnTo>
                <a:lnTo>
                  <a:pt x="410080" y="1106911"/>
                </a:lnTo>
                <a:lnTo>
                  <a:pt x="409926" y="1106639"/>
                </a:lnTo>
                <a:lnTo>
                  <a:pt x="409792" y="1106358"/>
                </a:lnTo>
                <a:lnTo>
                  <a:pt x="409676" y="1106068"/>
                </a:lnTo>
                <a:lnTo>
                  <a:pt x="409581" y="1105771"/>
                </a:lnTo>
                <a:lnTo>
                  <a:pt x="376072" y="987262"/>
                </a:lnTo>
                <a:lnTo>
                  <a:pt x="344340" y="1056771"/>
                </a:lnTo>
                <a:lnTo>
                  <a:pt x="344200" y="1057051"/>
                </a:lnTo>
                <a:lnTo>
                  <a:pt x="307313" y="1125077"/>
                </a:lnTo>
                <a:lnTo>
                  <a:pt x="307165" y="1125331"/>
                </a:lnTo>
                <a:lnTo>
                  <a:pt x="307000" y="1125574"/>
                </a:lnTo>
                <a:lnTo>
                  <a:pt x="306820" y="1125807"/>
                </a:lnTo>
                <a:lnTo>
                  <a:pt x="306626" y="1126028"/>
                </a:lnTo>
                <a:lnTo>
                  <a:pt x="306417" y="1126235"/>
                </a:lnTo>
                <a:lnTo>
                  <a:pt x="306196" y="1126429"/>
                </a:lnTo>
                <a:lnTo>
                  <a:pt x="305962" y="1126608"/>
                </a:lnTo>
                <a:lnTo>
                  <a:pt x="305718" y="1126772"/>
                </a:lnTo>
                <a:lnTo>
                  <a:pt x="305463" y="1126919"/>
                </a:lnTo>
                <a:lnTo>
                  <a:pt x="305200" y="1127050"/>
                </a:lnTo>
                <a:lnTo>
                  <a:pt x="304928" y="1127164"/>
                </a:lnTo>
                <a:lnTo>
                  <a:pt x="304650" y="1127259"/>
                </a:lnTo>
                <a:lnTo>
                  <a:pt x="304366" y="1127337"/>
                </a:lnTo>
                <a:lnTo>
                  <a:pt x="304078" y="1127396"/>
                </a:lnTo>
                <a:lnTo>
                  <a:pt x="303787" y="1127437"/>
                </a:lnTo>
                <a:lnTo>
                  <a:pt x="303493" y="1127458"/>
                </a:lnTo>
                <a:lnTo>
                  <a:pt x="303199" y="1127461"/>
                </a:lnTo>
                <a:lnTo>
                  <a:pt x="302905" y="1127445"/>
                </a:lnTo>
                <a:lnTo>
                  <a:pt x="302613" y="1127409"/>
                </a:lnTo>
                <a:lnTo>
                  <a:pt x="302324" y="1127355"/>
                </a:lnTo>
                <a:lnTo>
                  <a:pt x="302039" y="1127283"/>
                </a:lnTo>
                <a:lnTo>
                  <a:pt x="301759" y="1127192"/>
                </a:lnTo>
                <a:lnTo>
                  <a:pt x="301486" y="1127083"/>
                </a:lnTo>
                <a:lnTo>
                  <a:pt x="264599" y="1111024"/>
                </a:lnTo>
                <a:lnTo>
                  <a:pt x="264330" y="1110897"/>
                </a:lnTo>
                <a:lnTo>
                  <a:pt x="264070" y="1110752"/>
                </a:lnTo>
                <a:lnTo>
                  <a:pt x="263820" y="1110590"/>
                </a:lnTo>
                <a:lnTo>
                  <a:pt x="263582" y="1110413"/>
                </a:lnTo>
                <a:lnTo>
                  <a:pt x="263355" y="1110220"/>
                </a:lnTo>
                <a:lnTo>
                  <a:pt x="263141" y="1110013"/>
                </a:lnTo>
                <a:lnTo>
                  <a:pt x="262942" y="1109793"/>
                </a:lnTo>
                <a:lnTo>
                  <a:pt x="262757" y="1109560"/>
                </a:lnTo>
                <a:lnTo>
                  <a:pt x="262588" y="1109315"/>
                </a:lnTo>
                <a:lnTo>
                  <a:pt x="262435" y="1109060"/>
                </a:lnTo>
                <a:lnTo>
                  <a:pt x="262299" y="1108796"/>
                </a:lnTo>
                <a:lnTo>
                  <a:pt x="262180" y="1108523"/>
                </a:lnTo>
                <a:lnTo>
                  <a:pt x="262080" y="1108243"/>
                </a:lnTo>
                <a:lnTo>
                  <a:pt x="228061" y="1002720"/>
                </a:lnTo>
                <a:lnTo>
                  <a:pt x="196418" y="1049440"/>
                </a:lnTo>
                <a:lnTo>
                  <a:pt x="196245" y="1049679"/>
                </a:lnTo>
                <a:lnTo>
                  <a:pt x="196057" y="1049905"/>
                </a:lnTo>
                <a:lnTo>
                  <a:pt x="195855" y="1050119"/>
                </a:lnTo>
                <a:lnTo>
                  <a:pt x="195639" y="1050320"/>
                </a:lnTo>
                <a:lnTo>
                  <a:pt x="195411" y="1050506"/>
                </a:lnTo>
                <a:lnTo>
                  <a:pt x="195171" y="1050678"/>
                </a:lnTo>
                <a:lnTo>
                  <a:pt x="194921" y="1050833"/>
                </a:lnTo>
                <a:lnTo>
                  <a:pt x="194661" y="1050972"/>
                </a:lnTo>
                <a:lnTo>
                  <a:pt x="194393" y="1051094"/>
                </a:lnTo>
                <a:lnTo>
                  <a:pt x="194117" y="1051198"/>
                </a:lnTo>
                <a:lnTo>
                  <a:pt x="193836" y="1051284"/>
                </a:lnTo>
                <a:lnTo>
                  <a:pt x="193549" y="1051352"/>
                </a:lnTo>
                <a:lnTo>
                  <a:pt x="193258" y="1051401"/>
                </a:lnTo>
                <a:lnTo>
                  <a:pt x="192965" y="1051431"/>
                </a:lnTo>
                <a:lnTo>
                  <a:pt x="192671" y="1051442"/>
                </a:lnTo>
                <a:lnTo>
                  <a:pt x="192377" y="1051435"/>
                </a:lnTo>
                <a:lnTo>
                  <a:pt x="192083" y="1051408"/>
                </a:lnTo>
                <a:lnTo>
                  <a:pt x="191792" y="1051362"/>
                </a:lnTo>
                <a:lnTo>
                  <a:pt x="191505" y="1051298"/>
                </a:lnTo>
                <a:lnTo>
                  <a:pt x="191222" y="1051215"/>
                </a:lnTo>
                <a:lnTo>
                  <a:pt x="190945" y="1051114"/>
                </a:lnTo>
                <a:lnTo>
                  <a:pt x="190676" y="1050996"/>
                </a:lnTo>
                <a:lnTo>
                  <a:pt x="190414" y="1050860"/>
                </a:lnTo>
                <a:lnTo>
                  <a:pt x="190162" y="1050708"/>
                </a:lnTo>
                <a:lnTo>
                  <a:pt x="189920" y="1050540"/>
                </a:lnTo>
                <a:lnTo>
                  <a:pt x="189690" y="1050356"/>
                </a:lnTo>
                <a:lnTo>
                  <a:pt x="189472" y="1050158"/>
                </a:lnTo>
                <a:lnTo>
                  <a:pt x="189267" y="1049946"/>
                </a:lnTo>
                <a:lnTo>
                  <a:pt x="189076" y="1049722"/>
                </a:lnTo>
                <a:lnTo>
                  <a:pt x="188900" y="1049485"/>
                </a:lnTo>
                <a:lnTo>
                  <a:pt x="188740" y="1049238"/>
                </a:lnTo>
                <a:lnTo>
                  <a:pt x="188596" y="1048981"/>
                </a:lnTo>
                <a:lnTo>
                  <a:pt x="188469" y="1048715"/>
                </a:lnTo>
                <a:lnTo>
                  <a:pt x="155950" y="974605"/>
                </a:lnTo>
                <a:lnTo>
                  <a:pt x="123294" y="1056211"/>
                </a:lnTo>
                <a:lnTo>
                  <a:pt x="86486" y="1292801"/>
                </a:lnTo>
                <a:lnTo>
                  <a:pt x="86430" y="1293095"/>
                </a:lnTo>
                <a:lnTo>
                  <a:pt x="86356" y="1293384"/>
                </a:lnTo>
                <a:lnTo>
                  <a:pt x="86262" y="1293667"/>
                </a:lnTo>
                <a:lnTo>
                  <a:pt x="86151" y="1293944"/>
                </a:lnTo>
                <a:lnTo>
                  <a:pt x="86021" y="1294213"/>
                </a:lnTo>
                <a:lnTo>
                  <a:pt x="85874" y="1294473"/>
                </a:lnTo>
                <a:lnTo>
                  <a:pt x="85710" y="1294723"/>
                </a:lnTo>
                <a:lnTo>
                  <a:pt x="85530" y="1294962"/>
                </a:lnTo>
                <a:lnTo>
                  <a:pt x="85335" y="1295188"/>
                </a:lnTo>
                <a:lnTo>
                  <a:pt x="85126" y="1295401"/>
                </a:lnTo>
                <a:lnTo>
                  <a:pt x="84903" y="1295600"/>
                </a:lnTo>
                <a:lnTo>
                  <a:pt x="84668" y="1295783"/>
                </a:lnTo>
                <a:lnTo>
                  <a:pt x="84421" y="1295951"/>
                </a:lnTo>
                <a:lnTo>
                  <a:pt x="84164" y="1296103"/>
                </a:lnTo>
                <a:lnTo>
                  <a:pt x="83897" y="1296237"/>
                </a:lnTo>
                <a:lnTo>
                  <a:pt x="83622" y="1296354"/>
                </a:lnTo>
                <a:lnTo>
                  <a:pt x="83340" y="1296452"/>
                </a:lnTo>
                <a:lnTo>
                  <a:pt x="83052" y="1296532"/>
                </a:lnTo>
                <a:lnTo>
                  <a:pt x="82760" y="1296592"/>
                </a:lnTo>
                <a:lnTo>
                  <a:pt x="82464" y="1296633"/>
                </a:lnTo>
                <a:lnTo>
                  <a:pt x="82166" y="1296655"/>
                </a:lnTo>
                <a:lnTo>
                  <a:pt x="81867" y="1296658"/>
                </a:lnTo>
                <a:lnTo>
                  <a:pt x="81569" y="1296640"/>
                </a:lnTo>
                <a:lnTo>
                  <a:pt x="81273" y="1296604"/>
                </a:lnTo>
                <a:lnTo>
                  <a:pt x="80979" y="1296548"/>
                </a:lnTo>
                <a:lnTo>
                  <a:pt x="80690" y="1296472"/>
                </a:lnTo>
                <a:lnTo>
                  <a:pt x="80407" y="1296379"/>
                </a:lnTo>
                <a:lnTo>
                  <a:pt x="80130" y="1296266"/>
                </a:lnTo>
                <a:lnTo>
                  <a:pt x="79861" y="1296136"/>
                </a:lnTo>
                <a:lnTo>
                  <a:pt x="79602" y="1295989"/>
                </a:lnTo>
                <a:lnTo>
                  <a:pt x="79352" y="1295825"/>
                </a:lnTo>
                <a:lnTo>
                  <a:pt x="79114" y="1295644"/>
                </a:lnTo>
                <a:lnTo>
                  <a:pt x="78888" y="1295449"/>
                </a:lnTo>
                <a:lnTo>
                  <a:pt x="78675" y="1295239"/>
                </a:lnTo>
                <a:lnTo>
                  <a:pt x="78477" y="1295016"/>
                </a:lnTo>
                <a:lnTo>
                  <a:pt x="78294" y="1294780"/>
                </a:lnTo>
                <a:lnTo>
                  <a:pt x="78126" y="1294533"/>
                </a:lnTo>
                <a:lnTo>
                  <a:pt x="77975" y="1294276"/>
                </a:lnTo>
                <a:lnTo>
                  <a:pt x="77841" y="1294009"/>
                </a:lnTo>
                <a:lnTo>
                  <a:pt x="77725" y="1293734"/>
                </a:lnTo>
                <a:lnTo>
                  <a:pt x="77627" y="1293451"/>
                </a:lnTo>
                <a:lnTo>
                  <a:pt x="44525" y="11867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3873E13-1E8F-49A4-97BF-43B011F6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540188"/>
            <a:ext cx="4559" cy="1925646"/>
          </a:xfrm>
          <a:custGeom xmlns:a="http://schemas.openxmlformats.org/drawingml/2006/main">
            <a:pathLst>
              <a:path w="4559" h="1925646">
                <a:moveTo>
                  <a:pt x="4559" y="0"/>
                </a:moveTo>
                <a:lnTo>
                  <a:pt x="4559" y="1925646"/>
                </a:lnTo>
                <a:lnTo>
                  <a:pt x="0" y="1925646"/>
                </a:lnTo>
                <a:lnTo>
                  <a:pt x="0" y="0"/>
                </a:lnTo>
                <a:lnTo>
                  <a:pt x="45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9827854-C8FA-4DB0-AD38-80B8DD8E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37" y="2805519"/>
            <a:ext cx="9118" cy="1660315"/>
          </a:xfrm>
          <a:custGeom xmlns:a="http://schemas.openxmlformats.org/drawingml/2006/main">
            <a:pathLst>
              <a:path w="9118" h="1660315">
                <a:moveTo>
                  <a:pt x="9118" y="0"/>
                </a:moveTo>
                <a:lnTo>
                  <a:pt x="9118" y="1660315"/>
                </a:lnTo>
                <a:lnTo>
                  <a:pt x="0" y="1660315"/>
                </a:lnTo>
                <a:lnTo>
                  <a:pt x="0" y="0"/>
                </a:lnTo>
                <a:lnTo>
                  <a:pt x="91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D23AE0A-CFA0-40C4-BB94-AFD3D47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24" y="3565570"/>
            <a:ext cx="9118" cy="900264"/>
          </a:xfrm>
          <a:custGeom xmlns:a="http://schemas.openxmlformats.org/drawingml/2006/main">
            <a:pathLst>
              <a:path w="9118" h="900264">
                <a:moveTo>
                  <a:pt x="9118" y="0"/>
                </a:moveTo>
                <a:lnTo>
                  <a:pt x="9118" y="900264"/>
                </a:lnTo>
                <a:lnTo>
                  <a:pt x="0" y="900264"/>
                </a:lnTo>
                <a:lnTo>
                  <a:pt x="0" y="0"/>
                </a:lnTo>
                <a:lnTo>
                  <a:pt x="91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2531493-5A60-4370-8806-59D7F07B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12" y="3806224"/>
            <a:ext cx="9118" cy="659610"/>
          </a:xfrm>
          <a:custGeom xmlns:a="http://schemas.openxmlformats.org/drawingml/2006/main">
            <a:pathLst>
              <a:path w="9118" h="659610">
                <a:moveTo>
                  <a:pt x="9118" y="0"/>
                </a:moveTo>
                <a:lnTo>
                  <a:pt x="9118" y="659610"/>
                </a:lnTo>
                <a:lnTo>
                  <a:pt x="0" y="659610"/>
                </a:lnTo>
                <a:lnTo>
                  <a:pt x="0" y="0"/>
                </a:lnTo>
                <a:lnTo>
                  <a:pt x="91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62B51-D638-4456-BA55-F67D4BFE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8" y="3673482"/>
            <a:ext cx="10" cy="678185"/>
          </a:xfrm>
          <a:custGeom xmlns:a="http://schemas.openxmlformats.org/drawingml/2006/main">
            <a:pathLst>
              <a:path w="1" h="678185" fill="none">
                <a:moveTo>
                  <a:pt x="0" y="0"/>
                </a:moveTo>
                <a:lnTo>
                  <a:pt x="0" y="67818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E6DBF-C2B0-424D-ADC2-AA5958B9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45" y="3605185"/>
            <a:ext cx="10" cy="630419"/>
          </a:xfrm>
          <a:custGeom xmlns:a="http://schemas.openxmlformats.org/drawingml/2006/main">
            <a:pathLst>
              <a:path w="1" h="630419" fill="none">
                <a:moveTo>
                  <a:pt x="0" y="0"/>
                </a:moveTo>
                <a:lnTo>
                  <a:pt x="0" y="63041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041DC-3433-48C6-BEAE-B39EC63E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33" y="3674970"/>
            <a:ext cx="10" cy="658978"/>
          </a:xfrm>
          <a:custGeom xmlns:a="http://schemas.openxmlformats.org/drawingml/2006/main">
            <a:pathLst>
              <a:path w="1" h="658978" fill="none">
                <a:moveTo>
                  <a:pt x="0" y="0"/>
                </a:moveTo>
                <a:lnTo>
                  <a:pt x="0" y="65897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90518-734E-4B39-87F2-F7E78186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20" y="3684791"/>
            <a:ext cx="10" cy="530411"/>
          </a:xfrm>
          <a:custGeom xmlns:a="http://schemas.openxmlformats.org/drawingml/2006/main">
            <a:pathLst>
              <a:path w="1" h="530411" fill="none">
                <a:moveTo>
                  <a:pt x="0" y="0"/>
                </a:moveTo>
                <a:lnTo>
                  <a:pt x="0" y="53041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81DD1-CA60-4E81-88C7-E5E9A495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08" y="3788798"/>
            <a:ext cx="10" cy="551242"/>
          </a:xfrm>
          <a:custGeom xmlns:a="http://schemas.openxmlformats.org/drawingml/2006/main">
            <a:pathLst>
              <a:path w="1" h="551242" fill="none">
                <a:moveTo>
                  <a:pt x="0" y="0"/>
                </a:moveTo>
                <a:lnTo>
                  <a:pt x="0" y="55124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959E3-CA0F-480A-A0AF-B4075E25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95" y="3831425"/>
            <a:ext cx="10" cy="498107"/>
          </a:xfrm>
          <a:custGeom xmlns:a="http://schemas.openxmlformats.org/drawingml/2006/main">
            <a:pathLst>
              <a:path w="1" h="498107" fill="none">
                <a:moveTo>
                  <a:pt x="0" y="0"/>
                </a:moveTo>
                <a:lnTo>
                  <a:pt x="0" y="49810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40C55-8716-430D-A883-3FC5707F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82" y="3602382"/>
            <a:ext cx="10" cy="820142"/>
          </a:xfrm>
          <a:custGeom xmlns:a="http://schemas.openxmlformats.org/drawingml/2006/main">
            <a:pathLst>
              <a:path w="1" h="820142" fill="none">
                <a:moveTo>
                  <a:pt x="0" y="0"/>
                </a:moveTo>
                <a:lnTo>
                  <a:pt x="0" y="82014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2433A-C038-45B0-84F0-0ACCDCF8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470" y="3612195"/>
            <a:ext cx="10" cy="638911"/>
          </a:xfrm>
          <a:custGeom xmlns:a="http://schemas.openxmlformats.org/drawingml/2006/main">
            <a:pathLst>
              <a:path w="1" h="638911" fill="none">
                <a:moveTo>
                  <a:pt x="0" y="0"/>
                </a:moveTo>
                <a:lnTo>
                  <a:pt x="0" y="63891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BEE3B68-8633-40AB-B96F-15E30CB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98" y="3654943"/>
            <a:ext cx="9118" cy="810891"/>
          </a:xfrm>
          <a:custGeom xmlns:a="http://schemas.openxmlformats.org/drawingml/2006/main">
            <a:pathLst>
              <a:path w="9118" h="810891">
                <a:moveTo>
                  <a:pt x="9118" y="0"/>
                </a:moveTo>
                <a:lnTo>
                  <a:pt x="9118" y="810891"/>
                </a:lnTo>
                <a:lnTo>
                  <a:pt x="0" y="810891"/>
                </a:lnTo>
                <a:lnTo>
                  <a:pt x="0" y="0"/>
                </a:lnTo>
                <a:lnTo>
                  <a:pt x="91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367C887-E812-4740-AFFE-41F6CD3F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86" y="3685007"/>
            <a:ext cx="9118" cy="780827"/>
          </a:xfrm>
          <a:custGeom xmlns:a="http://schemas.openxmlformats.org/drawingml/2006/main">
            <a:pathLst>
              <a:path w="9118" h="780827">
                <a:moveTo>
                  <a:pt x="9118" y="0"/>
                </a:moveTo>
                <a:lnTo>
                  <a:pt x="9118" y="780827"/>
                </a:lnTo>
                <a:lnTo>
                  <a:pt x="0" y="780827"/>
                </a:lnTo>
                <a:lnTo>
                  <a:pt x="0" y="0"/>
                </a:lnTo>
                <a:lnTo>
                  <a:pt x="91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FFFB7-E1D2-4542-90D9-35E6CA63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33" y="3683238"/>
            <a:ext cx="10" cy="498836"/>
          </a:xfrm>
          <a:custGeom xmlns:a="http://schemas.openxmlformats.org/drawingml/2006/main">
            <a:pathLst>
              <a:path w="1" h="498836" fill="none">
                <a:moveTo>
                  <a:pt x="0" y="0"/>
                </a:moveTo>
                <a:lnTo>
                  <a:pt x="0" y="49883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7C788-B2D6-45B1-A041-32C1DDC3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20" y="3789603"/>
            <a:ext cx="10" cy="477412"/>
          </a:xfrm>
          <a:custGeom xmlns:a="http://schemas.openxmlformats.org/drawingml/2006/main">
            <a:pathLst>
              <a:path w="1" h="477412" fill="none">
                <a:moveTo>
                  <a:pt x="0" y="0"/>
                </a:moveTo>
                <a:lnTo>
                  <a:pt x="0" y="47741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FB416-9CAF-4FFD-9CAB-08966C40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907" y="3749325"/>
            <a:ext cx="10" cy="484356"/>
          </a:xfrm>
          <a:custGeom xmlns:a="http://schemas.openxmlformats.org/drawingml/2006/main">
            <a:pathLst>
              <a:path w="1" h="484356" fill="none">
                <a:moveTo>
                  <a:pt x="0" y="0"/>
                </a:moveTo>
                <a:lnTo>
                  <a:pt x="0" y="48435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55021-B1E9-42C8-9BCD-3A6DA901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4" y="3823387"/>
            <a:ext cx="10" cy="528132"/>
          </a:xfrm>
          <a:custGeom xmlns:a="http://schemas.openxmlformats.org/drawingml/2006/main">
            <a:pathLst>
              <a:path w="1" h="528132" fill="none">
                <a:moveTo>
                  <a:pt x="0" y="0"/>
                </a:moveTo>
                <a:lnTo>
                  <a:pt x="0" y="52813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9E843-1960-490A-88A9-BEA0AE6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82" y="3823001"/>
            <a:ext cx="10" cy="589214"/>
          </a:xfrm>
          <a:custGeom xmlns:a="http://schemas.openxmlformats.org/drawingml/2006/main">
            <a:pathLst>
              <a:path w="1" h="589214" fill="none">
                <a:moveTo>
                  <a:pt x="0" y="0"/>
                </a:moveTo>
                <a:lnTo>
                  <a:pt x="0" y="58921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5EB9D-2451-4715-9222-14F069F9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69" y="3661626"/>
            <a:ext cx="10" cy="463583"/>
          </a:xfrm>
          <a:custGeom xmlns:a="http://schemas.openxmlformats.org/drawingml/2006/main">
            <a:pathLst>
              <a:path w="1" h="463583" fill="none">
                <a:moveTo>
                  <a:pt x="0" y="0"/>
                </a:moveTo>
                <a:lnTo>
                  <a:pt x="0" y="46358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9103A-40C0-494F-B76D-7FE0AB6E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456" y="3833438"/>
            <a:ext cx="10" cy="521620"/>
          </a:xfrm>
          <a:custGeom xmlns:a="http://schemas.openxmlformats.org/drawingml/2006/main">
            <a:pathLst>
              <a:path w="1" h="521620" fill="none">
                <a:moveTo>
                  <a:pt x="0" y="0"/>
                </a:moveTo>
                <a:lnTo>
                  <a:pt x="0" y="52162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BA914-BADF-4468-B02C-B07FB0D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344" y="3660032"/>
            <a:ext cx="10" cy="501943"/>
          </a:xfrm>
          <a:custGeom xmlns:a="http://schemas.openxmlformats.org/drawingml/2006/main">
            <a:pathLst>
              <a:path w="1" h="501943" fill="none">
                <a:moveTo>
                  <a:pt x="0" y="0"/>
                </a:moveTo>
                <a:lnTo>
                  <a:pt x="0" y="50194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F8EB8-DD7A-4D73-AA57-2E4F9D4E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232" y="3889246"/>
            <a:ext cx="10" cy="462881"/>
          </a:xfrm>
          <a:custGeom xmlns:a="http://schemas.openxmlformats.org/drawingml/2006/main">
            <a:pathLst>
              <a:path w="1" h="462881" fill="none">
                <a:moveTo>
                  <a:pt x="0" y="0"/>
                </a:moveTo>
                <a:lnTo>
                  <a:pt x="0" y="46288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BB232-EF12-4E45-8C5F-AEF5432A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9" y="3713886"/>
            <a:ext cx="10" cy="469264"/>
          </a:xfrm>
          <a:custGeom xmlns:a="http://schemas.openxmlformats.org/drawingml/2006/main">
            <a:pathLst>
              <a:path w="1" h="469264" fill="none">
                <a:moveTo>
                  <a:pt x="0" y="0"/>
                </a:moveTo>
                <a:lnTo>
                  <a:pt x="0" y="46926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943F1-E2F3-4004-94E6-71D0711F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06" y="3815176"/>
            <a:ext cx="10" cy="540200"/>
          </a:xfrm>
          <a:custGeom xmlns:a="http://schemas.openxmlformats.org/drawingml/2006/main">
            <a:pathLst>
              <a:path w="1" h="540200" fill="none">
                <a:moveTo>
                  <a:pt x="0" y="0"/>
                </a:moveTo>
                <a:lnTo>
                  <a:pt x="0" y="54020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C0CB8-17A4-4384-84C5-27AA7214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893" y="3832756"/>
            <a:ext cx="10" cy="468465"/>
          </a:xfrm>
          <a:custGeom xmlns:a="http://schemas.openxmlformats.org/drawingml/2006/main">
            <a:pathLst>
              <a:path w="1" h="468465" fill="none">
                <a:moveTo>
                  <a:pt x="0" y="0"/>
                </a:moveTo>
                <a:lnTo>
                  <a:pt x="0" y="46846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BE954-88B1-43BA-AB56-5BBF56DE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781" y="3804034"/>
            <a:ext cx="10" cy="463049"/>
          </a:xfrm>
          <a:custGeom xmlns:a="http://schemas.openxmlformats.org/drawingml/2006/main">
            <a:pathLst>
              <a:path w="1" h="463049" fill="none">
                <a:moveTo>
                  <a:pt x="0" y="0"/>
                </a:moveTo>
                <a:lnTo>
                  <a:pt x="0" y="46304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28BB8-5319-42AC-A6FC-8987F6C0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669" y="3751809"/>
            <a:ext cx="10" cy="457182"/>
          </a:xfrm>
          <a:custGeom xmlns:a="http://schemas.openxmlformats.org/drawingml/2006/main">
            <a:pathLst>
              <a:path w="1" h="457182" fill="none">
                <a:moveTo>
                  <a:pt x="0" y="0"/>
                </a:moveTo>
                <a:lnTo>
                  <a:pt x="0" y="45718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0C0F5-C168-428B-92F2-6A1B41F2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6" y="3735035"/>
            <a:ext cx="10" cy="499913"/>
          </a:xfrm>
          <a:custGeom xmlns:a="http://schemas.openxmlformats.org/drawingml/2006/main">
            <a:pathLst>
              <a:path w="1" h="499913" fill="none">
                <a:moveTo>
                  <a:pt x="0" y="0"/>
                </a:moveTo>
                <a:lnTo>
                  <a:pt x="0" y="49991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4288B-574F-4F9B-95ED-C949587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444" y="3812969"/>
            <a:ext cx="10" cy="453590"/>
          </a:xfrm>
          <a:custGeom xmlns:a="http://schemas.openxmlformats.org/drawingml/2006/main">
            <a:pathLst>
              <a:path w="1" h="453590" fill="none">
                <a:moveTo>
                  <a:pt x="0" y="0"/>
                </a:moveTo>
                <a:lnTo>
                  <a:pt x="0" y="45359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C2E61-B8A0-452D-BF42-2B264B4F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331" y="3825277"/>
            <a:ext cx="10" cy="473301"/>
          </a:xfrm>
          <a:custGeom xmlns:a="http://schemas.openxmlformats.org/drawingml/2006/main">
            <a:pathLst>
              <a:path w="1" h="473301" fill="none">
                <a:moveTo>
                  <a:pt x="0" y="0"/>
                </a:moveTo>
                <a:lnTo>
                  <a:pt x="0" y="47330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2C534-A468-4283-AEE6-D82DA769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18" y="3694241"/>
            <a:ext cx="10" cy="485128"/>
          </a:xfrm>
          <a:custGeom xmlns:a="http://schemas.openxmlformats.org/drawingml/2006/main">
            <a:pathLst>
              <a:path w="1" h="485128" fill="none">
                <a:moveTo>
                  <a:pt x="0" y="0"/>
                </a:moveTo>
                <a:lnTo>
                  <a:pt x="0" y="48512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144B6-F93C-4818-8082-9A87F33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05" y="3651079"/>
            <a:ext cx="10" cy="553567"/>
          </a:xfrm>
          <a:custGeom xmlns:a="http://schemas.openxmlformats.org/drawingml/2006/main">
            <a:pathLst>
              <a:path w="1" h="553567" fill="none">
                <a:moveTo>
                  <a:pt x="0" y="0"/>
                </a:moveTo>
                <a:lnTo>
                  <a:pt x="0" y="55356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CE86A-3088-4CE3-9F56-CBB6F4E3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93" y="3792387"/>
            <a:ext cx="10" cy="589323"/>
          </a:xfrm>
          <a:custGeom xmlns:a="http://schemas.openxmlformats.org/drawingml/2006/main">
            <a:pathLst>
              <a:path w="1" h="589323" fill="none">
                <a:moveTo>
                  <a:pt x="0" y="0"/>
                </a:moveTo>
                <a:lnTo>
                  <a:pt x="0" y="58932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96F29-7027-4DF7-89E8-00E05E90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881" y="3803849"/>
            <a:ext cx="10" cy="554520"/>
          </a:xfrm>
          <a:custGeom xmlns:a="http://schemas.openxmlformats.org/drawingml/2006/main">
            <a:pathLst>
              <a:path w="1" h="554520" fill="none">
                <a:moveTo>
                  <a:pt x="0" y="0"/>
                </a:moveTo>
                <a:lnTo>
                  <a:pt x="0" y="55452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A22DB-1B29-44EF-8C31-B0535A97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68" y="3708373"/>
            <a:ext cx="10" cy="511639"/>
          </a:xfrm>
          <a:custGeom xmlns:a="http://schemas.openxmlformats.org/drawingml/2006/main">
            <a:pathLst>
              <a:path w="1" h="511639" fill="none">
                <a:moveTo>
                  <a:pt x="0" y="0"/>
                </a:moveTo>
                <a:lnTo>
                  <a:pt x="0" y="51163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EE477-2595-48F8-B504-DC3499B5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655" y="3830124"/>
            <a:ext cx="10" cy="475758"/>
          </a:xfrm>
          <a:custGeom xmlns:a="http://schemas.openxmlformats.org/drawingml/2006/main">
            <a:pathLst>
              <a:path w="1" h="475758" fill="none">
                <a:moveTo>
                  <a:pt x="0" y="0"/>
                </a:moveTo>
                <a:lnTo>
                  <a:pt x="0" y="47575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5F855-AD18-4AD9-B89A-83D03461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543" y="3759261"/>
            <a:ext cx="10" cy="484576"/>
          </a:xfrm>
          <a:custGeom xmlns:a="http://schemas.openxmlformats.org/drawingml/2006/main">
            <a:pathLst>
              <a:path w="1" h="484576" fill="none">
                <a:moveTo>
                  <a:pt x="0" y="0"/>
                </a:moveTo>
                <a:lnTo>
                  <a:pt x="0" y="48457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21009-7182-4640-8D8D-A7EBEA53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430" y="3660539"/>
            <a:ext cx="10" cy="556021"/>
          </a:xfrm>
          <a:custGeom xmlns:a="http://schemas.openxmlformats.org/drawingml/2006/main">
            <a:pathLst>
              <a:path w="1" h="556021" fill="none">
                <a:moveTo>
                  <a:pt x="0" y="0"/>
                </a:moveTo>
                <a:lnTo>
                  <a:pt x="0" y="55602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947EE-CF88-42AE-961F-42CF297D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317" y="3852898"/>
            <a:ext cx="10" cy="596430"/>
          </a:xfrm>
          <a:custGeom xmlns:a="http://schemas.openxmlformats.org/drawingml/2006/main">
            <a:pathLst>
              <a:path w="1" h="596430" fill="none">
                <a:moveTo>
                  <a:pt x="0" y="0"/>
                </a:moveTo>
                <a:lnTo>
                  <a:pt x="0" y="59643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32A88-B3BF-4BCB-A31B-14F5F5F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206" y="3648857"/>
            <a:ext cx="10" cy="582887"/>
          </a:xfrm>
          <a:custGeom xmlns:a="http://schemas.openxmlformats.org/drawingml/2006/main">
            <a:pathLst>
              <a:path w="1" h="582887" fill="none">
                <a:moveTo>
                  <a:pt x="0" y="0"/>
                </a:moveTo>
                <a:lnTo>
                  <a:pt x="0" y="58288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F7B2F-9C41-4533-A057-B73EC94A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093" y="3885938"/>
            <a:ext cx="10" cy="472961"/>
          </a:xfrm>
          <a:custGeom xmlns:a="http://schemas.openxmlformats.org/drawingml/2006/main">
            <a:pathLst>
              <a:path w="1" h="472961" fill="none">
                <a:moveTo>
                  <a:pt x="0" y="0"/>
                </a:moveTo>
                <a:lnTo>
                  <a:pt x="0" y="47296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FA675-C6B6-4694-9A1D-BB3C3D3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980" y="3789887"/>
            <a:ext cx="10" cy="415050"/>
          </a:xfrm>
          <a:custGeom xmlns:a="http://schemas.openxmlformats.org/drawingml/2006/main">
            <a:pathLst>
              <a:path w="1" h="415050" fill="none">
                <a:moveTo>
                  <a:pt x="0" y="0"/>
                </a:moveTo>
                <a:lnTo>
                  <a:pt x="0" y="41505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3ED58-A27E-4BE8-9FA2-99BFD49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867" y="3897288"/>
            <a:ext cx="10" cy="403997"/>
          </a:xfrm>
          <a:custGeom xmlns:a="http://schemas.openxmlformats.org/drawingml/2006/main">
            <a:pathLst>
              <a:path w="1" h="403997" fill="none">
                <a:moveTo>
                  <a:pt x="0" y="0"/>
                </a:moveTo>
                <a:lnTo>
                  <a:pt x="0" y="40399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0B20D-6481-407F-9F09-3517CBC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755" y="3592250"/>
            <a:ext cx="10" cy="449819"/>
          </a:xfrm>
          <a:custGeom xmlns:a="http://schemas.openxmlformats.org/drawingml/2006/main">
            <a:pathLst>
              <a:path w="1" h="449819" fill="none">
                <a:moveTo>
                  <a:pt x="0" y="0"/>
                </a:moveTo>
                <a:lnTo>
                  <a:pt x="0" y="44981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19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2218EB7-F010-405F-B0E2-5F27092D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083" y="3990903"/>
            <a:ext cx="9118" cy="474931"/>
          </a:xfrm>
          <a:custGeom xmlns:a="http://schemas.openxmlformats.org/drawingml/2006/main">
            <a:pathLst>
              <a:path w="9118" h="474931">
                <a:moveTo>
                  <a:pt x="9118" y="0"/>
                </a:moveTo>
                <a:lnTo>
                  <a:pt x="9118" y="474931"/>
                </a:lnTo>
                <a:lnTo>
                  <a:pt x="0" y="474931"/>
                </a:lnTo>
                <a:lnTo>
                  <a:pt x="0" y="0"/>
                </a:lnTo>
                <a:lnTo>
                  <a:pt x="91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93421-B596-42C1-95D7-70F68DC7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529" y="3716845"/>
            <a:ext cx="10" cy="530127"/>
          </a:xfrm>
          <a:custGeom xmlns:a="http://schemas.openxmlformats.org/drawingml/2006/main">
            <a:pathLst>
              <a:path w="1" h="530127" fill="none">
                <a:moveTo>
                  <a:pt x="0" y="0"/>
                </a:moveTo>
                <a:lnTo>
                  <a:pt x="0" y="53012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70B36-7C2A-4033-9AF6-E232CE8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417" y="3715370"/>
            <a:ext cx="10" cy="462518"/>
          </a:xfrm>
          <a:custGeom xmlns:a="http://schemas.openxmlformats.org/drawingml/2006/main">
            <a:pathLst>
              <a:path w="1" h="462518" fill="none">
                <a:moveTo>
                  <a:pt x="0" y="0"/>
                </a:moveTo>
                <a:lnTo>
                  <a:pt x="0" y="46251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8E8C0-0A15-455A-BF14-35F5067B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305" y="3935876"/>
            <a:ext cx="10" cy="437160"/>
          </a:xfrm>
          <a:custGeom xmlns:a="http://schemas.openxmlformats.org/drawingml/2006/main">
            <a:pathLst>
              <a:path w="1" h="437160" fill="none">
                <a:moveTo>
                  <a:pt x="0" y="0"/>
                </a:moveTo>
                <a:lnTo>
                  <a:pt x="0" y="43716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979EB-47C8-4B00-A07C-06C920B9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92" y="3597191"/>
            <a:ext cx="10" cy="573113"/>
          </a:xfrm>
          <a:custGeom xmlns:a="http://schemas.openxmlformats.org/drawingml/2006/main">
            <a:pathLst>
              <a:path w="1" h="573113" fill="none">
                <a:moveTo>
                  <a:pt x="0" y="0"/>
                </a:moveTo>
                <a:lnTo>
                  <a:pt x="0" y="57311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A97D5-FD2D-4888-B5DD-E4152D4B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79" y="3850455"/>
            <a:ext cx="10" cy="580089"/>
          </a:xfrm>
          <a:custGeom xmlns:a="http://schemas.openxmlformats.org/drawingml/2006/main">
            <a:pathLst>
              <a:path w="1" h="580089" fill="none">
                <a:moveTo>
                  <a:pt x="0" y="0"/>
                </a:moveTo>
                <a:lnTo>
                  <a:pt x="0" y="58008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A867B-7F41-4FBD-8673-1B770881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966" y="3742291"/>
            <a:ext cx="10" cy="424657"/>
          </a:xfrm>
          <a:custGeom xmlns:a="http://schemas.openxmlformats.org/drawingml/2006/main">
            <a:pathLst>
              <a:path w="1" h="424657" fill="none">
                <a:moveTo>
                  <a:pt x="0" y="0"/>
                </a:moveTo>
                <a:lnTo>
                  <a:pt x="0" y="42465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17A92-2B9E-4E43-86C6-21A86D3D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854" y="3881578"/>
            <a:ext cx="10" cy="399022"/>
          </a:xfrm>
          <a:custGeom xmlns:a="http://schemas.openxmlformats.org/drawingml/2006/main">
            <a:pathLst>
              <a:path w="1" h="399022" fill="none">
                <a:moveTo>
                  <a:pt x="0" y="0"/>
                </a:moveTo>
                <a:lnTo>
                  <a:pt x="0" y="39902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39FD6-1670-40E3-8821-3211DB17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42" y="3598554"/>
            <a:ext cx="10" cy="469577"/>
          </a:xfrm>
          <a:custGeom xmlns:a="http://schemas.openxmlformats.org/drawingml/2006/main">
            <a:pathLst>
              <a:path w="1" h="469577" fill="none">
                <a:moveTo>
                  <a:pt x="0" y="0"/>
                </a:moveTo>
                <a:lnTo>
                  <a:pt x="0" y="46957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B3B06-BC3B-4DB9-8B4D-781B2FF8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629" y="3912359"/>
            <a:ext cx="10" cy="386021"/>
          </a:xfrm>
          <a:custGeom xmlns:a="http://schemas.openxmlformats.org/drawingml/2006/main">
            <a:pathLst>
              <a:path w="1" h="386021" fill="none">
                <a:moveTo>
                  <a:pt x="0" y="0"/>
                </a:moveTo>
                <a:lnTo>
                  <a:pt x="0" y="38602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6B97A-71CB-4E01-BC35-6EDB7082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517" y="3873164"/>
            <a:ext cx="10" cy="370163"/>
          </a:xfrm>
          <a:custGeom xmlns:a="http://schemas.openxmlformats.org/drawingml/2006/main">
            <a:pathLst>
              <a:path w="1" h="370163" fill="none">
                <a:moveTo>
                  <a:pt x="0" y="0"/>
                </a:moveTo>
                <a:lnTo>
                  <a:pt x="0" y="37016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31B03-FFD0-4EFD-83A0-101E98B3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404" y="3873660"/>
            <a:ext cx="10" cy="429182"/>
          </a:xfrm>
          <a:custGeom xmlns:a="http://schemas.openxmlformats.org/drawingml/2006/main">
            <a:pathLst>
              <a:path w="1" h="429182" fill="none">
                <a:moveTo>
                  <a:pt x="0" y="0"/>
                </a:moveTo>
                <a:lnTo>
                  <a:pt x="0" y="42918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A39EA-EB70-4322-8626-68E75240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91" y="3826789"/>
            <a:ext cx="10" cy="383889"/>
          </a:xfrm>
          <a:custGeom xmlns:a="http://schemas.openxmlformats.org/drawingml/2006/main">
            <a:pathLst>
              <a:path w="1" h="383889" fill="none">
                <a:moveTo>
                  <a:pt x="0" y="0"/>
                </a:moveTo>
                <a:lnTo>
                  <a:pt x="0" y="38388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1D1C7-BF1A-4647-9BC8-C10B06AF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178" y="3839860"/>
            <a:ext cx="10" cy="371448"/>
          </a:xfrm>
          <a:custGeom xmlns:a="http://schemas.openxmlformats.org/drawingml/2006/main">
            <a:pathLst>
              <a:path w="1" h="371448" fill="none">
                <a:moveTo>
                  <a:pt x="0" y="0"/>
                </a:moveTo>
                <a:lnTo>
                  <a:pt x="0" y="37144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58FB5-7A53-497E-97B5-4A0FBC8D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066" y="3799203"/>
            <a:ext cx="10" cy="412135"/>
          </a:xfrm>
          <a:custGeom xmlns:a="http://schemas.openxmlformats.org/drawingml/2006/main">
            <a:pathLst>
              <a:path w="1" h="412135" fill="none">
                <a:moveTo>
                  <a:pt x="0" y="0"/>
                </a:moveTo>
                <a:lnTo>
                  <a:pt x="0" y="41213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7AD41-025A-4E2B-AA5D-57395567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954" y="3765171"/>
            <a:ext cx="10" cy="421112"/>
          </a:xfrm>
          <a:custGeom xmlns:a="http://schemas.openxmlformats.org/drawingml/2006/main">
            <a:pathLst>
              <a:path w="1" h="421112" fill="none">
                <a:moveTo>
                  <a:pt x="0" y="0"/>
                </a:moveTo>
                <a:lnTo>
                  <a:pt x="0" y="42111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450CA-0934-48F0-9D1F-4ED27019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841" y="2596310"/>
            <a:ext cx="10" cy="731645"/>
          </a:xfrm>
          <a:custGeom xmlns:a="http://schemas.openxmlformats.org/drawingml/2006/main">
            <a:pathLst>
              <a:path w="1" h="731645" fill="none">
                <a:moveTo>
                  <a:pt x="0" y="0"/>
                </a:moveTo>
                <a:lnTo>
                  <a:pt x="0" y="73164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59AA6-3E96-4701-BE41-117E94AC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28" y="3021402"/>
            <a:ext cx="10" cy="516919"/>
          </a:xfrm>
          <a:custGeom xmlns:a="http://schemas.openxmlformats.org/drawingml/2006/main">
            <a:pathLst>
              <a:path w="1" h="516919" fill="none">
                <a:moveTo>
                  <a:pt x="0" y="0"/>
                </a:moveTo>
                <a:lnTo>
                  <a:pt x="0" y="51691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7017F-7355-4838-BCCC-A3A613F7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616" y="3189476"/>
            <a:ext cx="10" cy="495900"/>
          </a:xfrm>
          <a:custGeom xmlns:a="http://schemas.openxmlformats.org/drawingml/2006/main">
            <a:pathLst>
              <a:path w="1" h="495900" fill="none">
                <a:moveTo>
                  <a:pt x="0" y="0"/>
                </a:moveTo>
                <a:lnTo>
                  <a:pt x="0" y="49590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663BC-E19E-4D54-B41C-249FBF97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503" y="3285914"/>
            <a:ext cx="10" cy="420498"/>
          </a:xfrm>
          <a:custGeom xmlns:a="http://schemas.openxmlformats.org/drawingml/2006/main">
            <a:pathLst>
              <a:path w="1" h="420498" fill="none">
                <a:moveTo>
                  <a:pt x="0" y="0"/>
                </a:moveTo>
                <a:lnTo>
                  <a:pt x="0" y="42049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909CB-6852-4FF2-8F7A-5C5E846B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390" y="3387465"/>
            <a:ext cx="10" cy="466337"/>
          </a:xfrm>
          <a:custGeom xmlns:a="http://schemas.openxmlformats.org/drawingml/2006/main">
            <a:pathLst>
              <a:path w="1" h="466337" fill="none">
                <a:moveTo>
                  <a:pt x="0" y="0"/>
                </a:moveTo>
                <a:lnTo>
                  <a:pt x="0" y="46633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2431C-A1C2-4622-8F7D-33C479CF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279" y="3435920"/>
            <a:ext cx="10" cy="448396"/>
          </a:xfrm>
          <a:custGeom xmlns:a="http://schemas.openxmlformats.org/drawingml/2006/main">
            <a:pathLst>
              <a:path w="1" h="448396" fill="none">
                <a:moveTo>
                  <a:pt x="0" y="0"/>
                </a:moveTo>
                <a:lnTo>
                  <a:pt x="0" y="44839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B2DED-F7A3-4D98-8297-25D87BEE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66" y="3417697"/>
            <a:ext cx="10" cy="464590"/>
          </a:xfrm>
          <a:custGeom xmlns:a="http://schemas.openxmlformats.org/drawingml/2006/main">
            <a:pathLst>
              <a:path w="1" h="464590" fill="none">
                <a:moveTo>
                  <a:pt x="0" y="0"/>
                </a:moveTo>
                <a:lnTo>
                  <a:pt x="0" y="46459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5FAAF-AF66-4A50-9DB4-628C9912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053" y="3409393"/>
            <a:ext cx="10" cy="441568"/>
          </a:xfrm>
          <a:custGeom xmlns:a="http://schemas.openxmlformats.org/drawingml/2006/main">
            <a:pathLst>
              <a:path w="1" h="441568" fill="none">
                <a:moveTo>
                  <a:pt x="0" y="0"/>
                </a:moveTo>
                <a:lnTo>
                  <a:pt x="0" y="44156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76271-D19A-45B5-8DB3-FB730F5E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940" y="3493754"/>
            <a:ext cx="10" cy="440854"/>
          </a:xfrm>
          <a:custGeom xmlns:a="http://schemas.openxmlformats.org/drawingml/2006/main">
            <a:pathLst>
              <a:path w="1" h="440854" fill="none">
                <a:moveTo>
                  <a:pt x="0" y="0"/>
                </a:moveTo>
                <a:lnTo>
                  <a:pt x="0" y="44085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C8BD5-6B3E-4B8E-BBDB-4AEF1BF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828" y="3482901"/>
            <a:ext cx="10" cy="469765"/>
          </a:xfrm>
          <a:custGeom xmlns:a="http://schemas.openxmlformats.org/drawingml/2006/main">
            <a:pathLst>
              <a:path w="1" h="469765" fill="none">
                <a:moveTo>
                  <a:pt x="0" y="0"/>
                </a:moveTo>
                <a:lnTo>
                  <a:pt x="0" y="46976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C2DBD-E1B1-42D4-9654-E7570D41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715" y="3527963"/>
            <a:ext cx="10" cy="460236"/>
          </a:xfrm>
          <a:custGeom xmlns:a="http://schemas.openxmlformats.org/drawingml/2006/main">
            <a:pathLst>
              <a:path w="1" h="460236" fill="none">
                <a:moveTo>
                  <a:pt x="0" y="0"/>
                </a:moveTo>
                <a:lnTo>
                  <a:pt x="0" y="46023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ABD71-4706-4EC8-993D-06A88233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602" y="3450239"/>
            <a:ext cx="10" cy="503916"/>
          </a:xfrm>
          <a:custGeom xmlns:a="http://schemas.openxmlformats.org/drawingml/2006/main">
            <a:pathLst>
              <a:path w="1" h="503916" fill="none">
                <a:moveTo>
                  <a:pt x="0" y="0"/>
                </a:moveTo>
                <a:lnTo>
                  <a:pt x="0" y="50391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51419-9148-4453-BB84-A9CF5362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0" y="3535351"/>
            <a:ext cx="10" cy="425047"/>
          </a:xfrm>
          <a:custGeom xmlns:a="http://schemas.openxmlformats.org/drawingml/2006/main">
            <a:pathLst>
              <a:path w="1" h="425047" fill="none">
                <a:moveTo>
                  <a:pt x="0" y="0"/>
                </a:moveTo>
                <a:lnTo>
                  <a:pt x="0" y="42504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A28A8-A390-4515-893A-A35C0644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378" y="3442434"/>
            <a:ext cx="10" cy="514477"/>
          </a:xfrm>
          <a:custGeom xmlns:a="http://schemas.openxmlformats.org/drawingml/2006/main">
            <a:pathLst>
              <a:path w="1" h="514477" fill="none">
                <a:moveTo>
                  <a:pt x="0" y="0"/>
                </a:moveTo>
                <a:lnTo>
                  <a:pt x="0" y="51447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D2142-71E0-4912-B75A-7D16268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265" y="3568169"/>
            <a:ext cx="10" cy="424707"/>
          </a:xfrm>
          <a:custGeom xmlns:a="http://schemas.openxmlformats.org/drawingml/2006/main">
            <a:pathLst>
              <a:path w="1" h="424707" fill="none">
                <a:moveTo>
                  <a:pt x="0" y="0"/>
                </a:moveTo>
                <a:lnTo>
                  <a:pt x="0" y="42470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C41C6-22DB-41F7-9CCF-BD18EDC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52" y="3485008"/>
            <a:ext cx="10" cy="487586"/>
          </a:xfrm>
          <a:custGeom xmlns:a="http://schemas.openxmlformats.org/drawingml/2006/main">
            <a:pathLst>
              <a:path w="1" h="487586" fill="none">
                <a:moveTo>
                  <a:pt x="0" y="0"/>
                </a:moveTo>
                <a:lnTo>
                  <a:pt x="0" y="48758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F65D5-68D6-4B4C-A440-027DD2C2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039" y="3482986"/>
            <a:ext cx="10" cy="471409"/>
          </a:xfrm>
          <a:custGeom xmlns:a="http://schemas.openxmlformats.org/drawingml/2006/main">
            <a:pathLst>
              <a:path w="1" h="471409" fill="none">
                <a:moveTo>
                  <a:pt x="0" y="0"/>
                </a:moveTo>
                <a:lnTo>
                  <a:pt x="0" y="47140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41B83-A65C-4A75-8A3C-3CB35349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927" y="3488524"/>
            <a:ext cx="10" cy="505390"/>
          </a:xfrm>
          <a:custGeom xmlns:a="http://schemas.openxmlformats.org/drawingml/2006/main">
            <a:pathLst>
              <a:path w="1" h="505390" fill="none">
                <a:moveTo>
                  <a:pt x="0" y="0"/>
                </a:moveTo>
                <a:lnTo>
                  <a:pt x="0" y="50539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ECF28-1350-45C1-AC7E-B5FC348E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815" y="3524102"/>
            <a:ext cx="10" cy="432061"/>
          </a:xfrm>
          <a:custGeom xmlns:a="http://schemas.openxmlformats.org/drawingml/2006/main">
            <a:pathLst>
              <a:path w="1" h="432061" fill="none">
                <a:moveTo>
                  <a:pt x="0" y="0"/>
                </a:moveTo>
                <a:lnTo>
                  <a:pt x="0" y="43206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B566E-EFAD-4A69-B0D5-FAD423CE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702" y="3487940"/>
            <a:ext cx="10" cy="475725"/>
          </a:xfrm>
          <a:custGeom xmlns:a="http://schemas.openxmlformats.org/drawingml/2006/main">
            <a:pathLst>
              <a:path w="1" h="475725" fill="none">
                <a:moveTo>
                  <a:pt x="0" y="0"/>
                </a:moveTo>
                <a:lnTo>
                  <a:pt x="0" y="47572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52BED-1F24-4A07-BD56-F12C4CA9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590" y="3516876"/>
            <a:ext cx="10" cy="475681"/>
          </a:xfrm>
          <a:custGeom xmlns:a="http://schemas.openxmlformats.org/drawingml/2006/main">
            <a:pathLst>
              <a:path w="1" h="475681" fill="none">
                <a:moveTo>
                  <a:pt x="0" y="0"/>
                </a:moveTo>
                <a:lnTo>
                  <a:pt x="0" y="47568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620FA-D7F6-4086-B7F2-0F20DD8F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477" y="3415539"/>
            <a:ext cx="10" cy="488721"/>
          </a:xfrm>
          <a:custGeom xmlns:a="http://schemas.openxmlformats.org/drawingml/2006/main">
            <a:pathLst>
              <a:path w="1" h="488721" fill="none">
                <a:moveTo>
                  <a:pt x="0" y="0"/>
                </a:moveTo>
                <a:lnTo>
                  <a:pt x="0" y="48872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FE017-658B-4597-9122-E3F8A46A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64" y="3486230"/>
            <a:ext cx="10" cy="472082"/>
          </a:xfrm>
          <a:custGeom xmlns:a="http://schemas.openxmlformats.org/drawingml/2006/main">
            <a:pathLst>
              <a:path w="1" h="472082" fill="none">
                <a:moveTo>
                  <a:pt x="0" y="0"/>
                </a:moveTo>
                <a:lnTo>
                  <a:pt x="0" y="47208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EAAC2-1DAA-4742-8CB5-6CB85553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251" y="3459987"/>
            <a:ext cx="10" cy="460407"/>
          </a:xfrm>
          <a:custGeom xmlns:a="http://schemas.openxmlformats.org/drawingml/2006/main">
            <a:pathLst>
              <a:path w="1" h="460407" fill="none">
                <a:moveTo>
                  <a:pt x="0" y="0"/>
                </a:moveTo>
                <a:lnTo>
                  <a:pt x="0" y="46040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2C370-3895-4AE4-BAAE-B01DA3A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140" y="3481523"/>
            <a:ext cx="10" cy="536810"/>
          </a:xfrm>
          <a:custGeom xmlns:a="http://schemas.openxmlformats.org/drawingml/2006/main">
            <a:pathLst>
              <a:path w="1" h="536810" fill="none">
                <a:moveTo>
                  <a:pt x="0" y="0"/>
                </a:moveTo>
                <a:lnTo>
                  <a:pt x="0" y="53681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66988-F32B-43CD-B6D3-F747F04F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027" y="3494546"/>
            <a:ext cx="10" cy="502488"/>
          </a:xfrm>
          <a:custGeom xmlns:a="http://schemas.openxmlformats.org/drawingml/2006/main">
            <a:pathLst>
              <a:path w="1" h="502488" fill="none">
                <a:moveTo>
                  <a:pt x="0" y="0"/>
                </a:moveTo>
                <a:lnTo>
                  <a:pt x="0" y="50248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C932C-12D2-486D-AB36-2BAD9D2E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914" y="3417672"/>
            <a:ext cx="10" cy="518266"/>
          </a:xfrm>
          <a:custGeom xmlns:a="http://schemas.openxmlformats.org/drawingml/2006/main">
            <a:pathLst>
              <a:path w="1" h="518266" fill="none">
                <a:moveTo>
                  <a:pt x="0" y="0"/>
                </a:moveTo>
                <a:lnTo>
                  <a:pt x="0" y="51826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6C0EF-343A-4216-A232-21F524B1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801" y="3493263"/>
            <a:ext cx="10" cy="443072"/>
          </a:xfrm>
          <a:custGeom xmlns:a="http://schemas.openxmlformats.org/drawingml/2006/main">
            <a:pathLst>
              <a:path w="1" h="443072" fill="none">
                <a:moveTo>
                  <a:pt x="0" y="0"/>
                </a:moveTo>
                <a:lnTo>
                  <a:pt x="0" y="44307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B7B65-53AE-40D8-BED9-C0A60909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89" y="3481761"/>
            <a:ext cx="10" cy="514661"/>
          </a:xfrm>
          <a:custGeom xmlns:a="http://schemas.openxmlformats.org/drawingml/2006/main">
            <a:pathLst>
              <a:path w="1" h="514661" fill="none">
                <a:moveTo>
                  <a:pt x="0" y="0"/>
                </a:moveTo>
                <a:lnTo>
                  <a:pt x="0" y="51466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ABC69-302A-469F-9402-5A4159C4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576" y="3467408"/>
            <a:ext cx="10" cy="557067"/>
          </a:xfrm>
          <a:custGeom xmlns:a="http://schemas.openxmlformats.org/drawingml/2006/main">
            <a:pathLst>
              <a:path w="1" h="557067" fill="none">
                <a:moveTo>
                  <a:pt x="0" y="0"/>
                </a:moveTo>
                <a:lnTo>
                  <a:pt x="0" y="55706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BC8DC-5E3D-4CF3-BCDC-0BB756A2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463" y="3447112"/>
            <a:ext cx="10" cy="550789"/>
          </a:xfrm>
          <a:custGeom xmlns:a="http://schemas.openxmlformats.org/drawingml/2006/main">
            <a:pathLst>
              <a:path w="1" h="550789" fill="none">
                <a:moveTo>
                  <a:pt x="0" y="0"/>
                </a:moveTo>
                <a:lnTo>
                  <a:pt x="0" y="55078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09446-85DD-41C9-A13B-238134EC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352" y="3453820"/>
            <a:ext cx="10" cy="588806"/>
          </a:xfrm>
          <a:custGeom xmlns:a="http://schemas.openxmlformats.org/drawingml/2006/main">
            <a:pathLst>
              <a:path w="1" h="588806" fill="none">
                <a:moveTo>
                  <a:pt x="0" y="0"/>
                </a:moveTo>
                <a:lnTo>
                  <a:pt x="0" y="58880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0AF08-C81F-4476-8A28-8210189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239" y="3488501"/>
            <a:ext cx="10" cy="539100"/>
          </a:xfrm>
          <a:custGeom xmlns:a="http://schemas.openxmlformats.org/drawingml/2006/main">
            <a:pathLst>
              <a:path w="1" h="539100" fill="none">
                <a:moveTo>
                  <a:pt x="0" y="0"/>
                </a:moveTo>
                <a:lnTo>
                  <a:pt x="0" y="53910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E906F-6560-4C1F-B8C7-D99420F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126" y="3468224"/>
            <a:ext cx="10" cy="520728"/>
          </a:xfrm>
          <a:custGeom xmlns:a="http://schemas.openxmlformats.org/drawingml/2006/main">
            <a:pathLst>
              <a:path w="1" h="520728" fill="none">
                <a:moveTo>
                  <a:pt x="0" y="0"/>
                </a:moveTo>
                <a:lnTo>
                  <a:pt x="0" y="52072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67032-C453-4B4E-9287-6D88CA62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013" y="3481537"/>
            <a:ext cx="10" cy="586881"/>
          </a:xfrm>
          <a:custGeom xmlns:a="http://schemas.openxmlformats.org/drawingml/2006/main">
            <a:pathLst>
              <a:path w="1" h="586881" fill="none">
                <a:moveTo>
                  <a:pt x="0" y="0"/>
                </a:moveTo>
                <a:lnTo>
                  <a:pt x="0" y="58688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CF30A-CB46-4945-804D-576D8DD1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901" y="3436912"/>
            <a:ext cx="10" cy="517651"/>
          </a:xfrm>
          <a:custGeom xmlns:a="http://schemas.openxmlformats.org/drawingml/2006/main">
            <a:pathLst>
              <a:path w="1" h="517651" fill="none">
                <a:moveTo>
                  <a:pt x="0" y="0"/>
                </a:moveTo>
                <a:lnTo>
                  <a:pt x="0" y="51765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8187A-4648-4132-8B32-39DA85BC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88" y="3525678"/>
            <a:ext cx="10" cy="512863"/>
          </a:xfrm>
          <a:custGeom xmlns:a="http://schemas.openxmlformats.org/drawingml/2006/main">
            <a:pathLst>
              <a:path w="1" h="512863" fill="none">
                <a:moveTo>
                  <a:pt x="0" y="0"/>
                </a:moveTo>
                <a:lnTo>
                  <a:pt x="0" y="51286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24FBC-FE22-473F-8872-08C1A8D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676" y="3479290"/>
            <a:ext cx="10" cy="535881"/>
          </a:xfrm>
          <a:custGeom xmlns:a="http://schemas.openxmlformats.org/drawingml/2006/main">
            <a:pathLst>
              <a:path w="1" h="535881" fill="none">
                <a:moveTo>
                  <a:pt x="0" y="0"/>
                </a:moveTo>
                <a:lnTo>
                  <a:pt x="0" y="53588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5C744-17BE-4EA5-ADDF-53087685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563" y="3490906"/>
            <a:ext cx="10" cy="529064"/>
          </a:xfrm>
          <a:custGeom xmlns:a="http://schemas.openxmlformats.org/drawingml/2006/main">
            <a:pathLst>
              <a:path w="1" h="529064" fill="none">
                <a:moveTo>
                  <a:pt x="0" y="0"/>
                </a:moveTo>
                <a:lnTo>
                  <a:pt x="0" y="52906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F8D4A-68D5-4404-BEC8-D3DB830F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451" y="3444952"/>
            <a:ext cx="10" cy="605661"/>
          </a:xfrm>
          <a:custGeom xmlns:a="http://schemas.openxmlformats.org/drawingml/2006/main">
            <a:pathLst>
              <a:path w="1" h="605661" fill="none">
                <a:moveTo>
                  <a:pt x="0" y="0"/>
                </a:moveTo>
                <a:lnTo>
                  <a:pt x="0" y="60566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9BE4B-23A9-4A5D-A864-789E9E73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338" y="3442038"/>
            <a:ext cx="10" cy="562317"/>
          </a:xfrm>
          <a:custGeom xmlns:a="http://schemas.openxmlformats.org/drawingml/2006/main">
            <a:pathLst>
              <a:path w="1" h="562317" fill="none">
                <a:moveTo>
                  <a:pt x="0" y="0"/>
                </a:moveTo>
                <a:lnTo>
                  <a:pt x="0" y="56231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29BF1-EAB3-4B0E-9152-F7BFD37F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225" y="3456143"/>
            <a:ext cx="10" cy="552525"/>
          </a:xfrm>
          <a:custGeom xmlns:a="http://schemas.openxmlformats.org/drawingml/2006/main">
            <a:pathLst>
              <a:path w="1" h="552525" fill="none">
                <a:moveTo>
                  <a:pt x="0" y="0"/>
                </a:moveTo>
                <a:lnTo>
                  <a:pt x="0" y="55252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659D2-3ABF-44D4-A53E-EBE33950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112" y="3423661"/>
            <a:ext cx="10" cy="594709"/>
          </a:xfrm>
          <a:custGeom xmlns:a="http://schemas.openxmlformats.org/drawingml/2006/main">
            <a:pathLst>
              <a:path w="1" h="594709" fill="none">
                <a:moveTo>
                  <a:pt x="0" y="0"/>
                </a:moveTo>
                <a:lnTo>
                  <a:pt x="0" y="59470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A548F-439E-44E7-8373-C3731712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00" y="3444286"/>
            <a:ext cx="10" cy="596078"/>
          </a:xfrm>
          <a:custGeom xmlns:a="http://schemas.openxmlformats.org/drawingml/2006/main">
            <a:pathLst>
              <a:path w="1" h="596078" fill="none">
                <a:moveTo>
                  <a:pt x="0" y="0"/>
                </a:moveTo>
                <a:lnTo>
                  <a:pt x="0" y="59607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C4F1A-0453-45C5-9321-FA82154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888" y="3448515"/>
            <a:ext cx="10" cy="544293"/>
          </a:xfrm>
          <a:custGeom xmlns:a="http://schemas.openxmlformats.org/drawingml/2006/main">
            <a:pathLst>
              <a:path w="1" h="544293" fill="none">
                <a:moveTo>
                  <a:pt x="0" y="0"/>
                </a:moveTo>
                <a:lnTo>
                  <a:pt x="0" y="54429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D74F0-ED4E-470C-AC22-945A306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775" y="3431099"/>
            <a:ext cx="10" cy="586157"/>
          </a:xfrm>
          <a:custGeom xmlns:a="http://schemas.openxmlformats.org/drawingml/2006/main">
            <a:pathLst>
              <a:path w="1" h="586157" fill="none">
                <a:moveTo>
                  <a:pt x="0" y="0"/>
                </a:moveTo>
                <a:lnTo>
                  <a:pt x="0" y="58615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9C213-27FC-422F-BE0E-B150A6C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663" y="3429544"/>
            <a:ext cx="10" cy="607797"/>
          </a:xfrm>
          <a:custGeom xmlns:a="http://schemas.openxmlformats.org/drawingml/2006/main">
            <a:pathLst>
              <a:path w="1" h="607797" fill="none">
                <a:moveTo>
                  <a:pt x="0" y="0"/>
                </a:moveTo>
                <a:lnTo>
                  <a:pt x="0" y="60779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55426-A064-474F-891F-8A21C36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550" y="3463176"/>
            <a:ext cx="10" cy="600858"/>
          </a:xfrm>
          <a:custGeom xmlns:a="http://schemas.openxmlformats.org/drawingml/2006/main">
            <a:pathLst>
              <a:path w="1" h="600858" fill="none">
                <a:moveTo>
                  <a:pt x="0" y="0"/>
                </a:moveTo>
                <a:lnTo>
                  <a:pt x="0" y="60085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9125E-2A5D-4493-893D-2083DE3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437" y="3403129"/>
            <a:ext cx="10" cy="626286"/>
          </a:xfrm>
          <a:custGeom xmlns:a="http://schemas.openxmlformats.org/drawingml/2006/main">
            <a:pathLst>
              <a:path w="1" h="626286" fill="none">
                <a:moveTo>
                  <a:pt x="0" y="0"/>
                </a:moveTo>
                <a:lnTo>
                  <a:pt x="0" y="62628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F88FA-CA93-4998-B087-0A8B03A7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324" y="3478625"/>
            <a:ext cx="10" cy="569433"/>
          </a:xfrm>
          <a:custGeom xmlns:a="http://schemas.openxmlformats.org/drawingml/2006/main">
            <a:pathLst>
              <a:path w="1" h="569433" fill="none">
                <a:moveTo>
                  <a:pt x="0" y="0"/>
                </a:moveTo>
                <a:lnTo>
                  <a:pt x="0" y="56943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1BD48-4AE6-48BD-873C-08A3C684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213" y="3447913"/>
            <a:ext cx="10" cy="588617"/>
          </a:xfrm>
          <a:custGeom xmlns:a="http://schemas.openxmlformats.org/drawingml/2006/main">
            <a:pathLst>
              <a:path w="1" h="588617" fill="none">
                <a:moveTo>
                  <a:pt x="0" y="0"/>
                </a:moveTo>
                <a:lnTo>
                  <a:pt x="0" y="58861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25B10-67FC-4052-960A-B34A378A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100" y="3424264"/>
            <a:ext cx="10" cy="615964"/>
          </a:xfrm>
          <a:custGeom xmlns:a="http://schemas.openxmlformats.org/drawingml/2006/main">
            <a:pathLst>
              <a:path w="1" h="615964" fill="none">
                <a:moveTo>
                  <a:pt x="0" y="0"/>
                </a:moveTo>
                <a:lnTo>
                  <a:pt x="0" y="61596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1816A-FD21-4BBF-A568-4E688057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987" y="3410623"/>
            <a:ext cx="10" cy="618552"/>
          </a:xfrm>
          <a:custGeom xmlns:a="http://schemas.openxmlformats.org/drawingml/2006/main">
            <a:pathLst>
              <a:path w="1" h="618552" fill="none">
                <a:moveTo>
                  <a:pt x="0" y="0"/>
                </a:moveTo>
                <a:lnTo>
                  <a:pt x="0" y="61855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0ADFA-A180-496E-A2F7-A5D489AE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874" y="3371947"/>
            <a:ext cx="10" cy="661221"/>
          </a:xfrm>
          <a:custGeom xmlns:a="http://schemas.openxmlformats.org/drawingml/2006/main">
            <a:pathLst>
              <a:path w="1" h="661221" fill="none">
                <a:moveTo>
                  <a:pt x="0" y="0"/>
                </a:moveTo>
                <a:lnTo>
                  <a:pt x="0" y="66122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350DD-3DBC-46B8-A444-971DFDFC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762" y="3385642"/>
            <a:ext cx="10" cy="606946"/>
          </a:xfrm>
          <a:custGeom xmlns:a="http://schemas.openxmlformats.org/drawingml/2006/main">
            <a:pathLst>
              <a:path w="1" h="606946" fill="none">
                <a:moveTo>
                  <a:pt x="0" y="0"/>
                </a:moveTo>
                <a:lnTo>
                  <a:pt x="0" y="60694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16104-60AC-477A-A49D-94EC030C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649" y="3362795"/>
            <a:ext cx="10" cy="672160"/>
          </a:xfrm>
          <a:custGeom xmlns:a="http://schemas.openxmlformats.org/drawingml/2006/main">
            <a:pathLst>
              <a:path w="1" h="672160" fill="none">
                <a:moveTo>
                  <a:pt x="0" y="0"/>
                </a:moveTo>
                <a:lnTo>
                  <a:pt x="0" y="67216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E25E9-E475-4122-ABCC-175AEAC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36" y="3452081"/>
            <a:ext cx="10" cy="620358"/>
          </a:xfrm>
          <a:custGeom xmlns:a="http://schemas.openxmlformats.org/drawingml/2006/main">
            <a:pathLst>
              <a:path w="1" h="620358" fill="none">
                <a:moveTo>
                  <a:pt x="0" y="0"/>
                </a:moveTo>
                <a:lnTo>
                  <a:pt x="0" y="62035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9C5CE-DE12-4ECB-A224-51A492A8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425" y="3404521"/>
            <a:ext cx="10" cy="638763"/>
          </a:xfrm>
          <a:custGeom xmlns:a="http://schemas.openxmlformats.org/drawingml/2006/main">
            <a:pathLst>
              <a:path w="1" h="638763" fill="none">
                <a:moveTo>
                  <a:pt x="0" y="0"/>
                </a:moveTo>
                <a:lnTo>
                  <a:pt x="0" y="63876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F87DE-9754-4652-83F5-1837F374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12" y="3371481"/>
            <a:ext cx="10" cy="643568"/>
          </a:xfrm>
          <a:custGeom xmlns:a="http://schemas.openxmlformats.org/drawingml/2006/main">
            <a:pathLst>
              <a:path w="1" h="643568" fill="none">
                <a:moveTo>
                  <a:pt x="0" y="0"/>
                </a:moveTo>
                <a:lnTo>
                  <a:pt x="0" y="64356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67020-709D-4C6B-BDAF-8017BAFB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199" y="3436079"/>
            <a:ext cx="10" cy="581038"/>
          </a:xfrm>
          <a:custGeom xmlns:a="http://schemas.openxmlformats.org/drawingml/2006/main">
            <a:pathLst>
              <a:path w="1" h="581038" fill="none">
                <a:moveTo>
                  <a:pt x="0" y="0"/>
                </a:moveTo>
                <a:lnTo>
                  <a:pt x="0" y="581038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46EA8-EE18-4AD0-B853-94FC59A4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086" y="3455455"/>
            <a:ext cx="10" cy="623809"/>
          </a:xfrm>
          <a:custGeom xmlns:a="http://schemas.openxmlformats.org/drawingml/2006/main">
            <a:pathLst>
              <a:path w="1" h="623809" fill="none">
                <a:moveTo>
                  <a:pt x="0" y="0"/>
                </a:moveTo>
                <a:lnTo>
                  <a:pt x="0" y="62380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7DBBC-EF42-4771-9215-0227D9B4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974" y="3429545"/>
            <a:ext cx="10" cy="627310"/>
          </a:xfrm>
          <a:custGeom xmlns:a="http://schemas.openxmlformats.org/drawingml/2006/main">
            <a:pathLst>
              <a:path w="1" h="627310" fill="none">
                <a:moveTo>
                  <a:pt x="0" y="0"/>
                </a:moveTo>
                <a:lnTo>
                  <a:pt x="0" y="62731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21708-8718-4DAE-B933-B3CD9F7D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61" y="3376135"/>
            <a:ext cx="10" cy="659851"/>
          </a:xfrm>
          <a:custGeom xmlns:a="http://schemas.openxmlformats.org/drawingml/2006/main">
            <a:pathLst>
              <a:path w="1" h="659851" fill="none">
                <a:moveTo>
                  <a:pt x="0" y="0"/>
                </a:moveTo>
                <a:lnTo>
                  <a:pt x="0" y="65985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9C04D-4A61-4DD2-BFE2-EA93AD59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749" y="3371209"/>
            <a:ext cx="10" cy="680623"/>
          </a:xfrm>
          <a:custGeom xmlns:a="http://schemas.openxmlformats.org/drawingml/2006/main">
            <a:pathLst>
              <a:path w="1" h="680623" fill="none">
                <a:moveTo>
                  <a:pt x="0" y="0"/>
                </a:moveTo>
                <a:lnTo>
                  <a:pt x="0" y="68062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91A66-D2EF-4F7F-8721-DE5F6DD7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636" y="3404043"/>
            <a:ext cx="10" cy="668774"/>
          </a:xfrm>
          <a:custGeom xmlns:a="http://schemas.openxmlformats.org/drawingml/2006/main">
            <a:pathLst>
              <a:path w="1" h="668774" fill="none">
                <a:moveTo>
                  <a:pt x="0" y="0"/>
                </a:moveTo>
                <a:lnTo>
                  <a:pt x="0" y="66877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859B7-2C76-482A-89E6-24808578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524" y="3361621"/>
            <a:ext cx="10" cy="625422"/>
          </a:xfrm>
          <a:custGeom xmlns:a="http://schemas.openxmlformats.org/drawingml/2006/main">
            <a:pathLst>
              <a:path w="1" h="625422" fill="none">
                <a:moveTo>
                  <a:pt x="0" y="0"/>
                </a:moveTo>
                <a:lnTo>
                  <a:pt x="0" y="62542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0D21C-1326-4C23-B7C2-F48A496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411" y="3385609"/>
            <a:ext cx="10" cy="663444"/>
          </a:xfrm>
          <a:custGeom xmlns:a="http://schemas.openxmlformats.org/drawingml/2006/main">
            <a:pathLst>
              <a:path w="1" h="663444" fill="none">
                <a:moveTo>
                  <a:pt x="0" y="0"/>
                </a:moveTo>
                <a:lnTo>
                  <a:pt x="0" y="66344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DF6A0-E9A0-46B4-8124-56DCE395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98" y="3423354"/>
            <a:ext cx="10" cy="673386"/>
          </a:xfrm>
          <a:custGeom xmlns:a="http://schemas.openxmlformats.org/drawingml/2006/main">
            <a:pathLst>
              <a:path w="1" h="673386" fill="none">
                <a:moveTo>
                  <a:pt x="0" y="0"/>
                </a:moveTo>
                <a:lnTo>
                  <a:pt x="0" y="673386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A2AA7-62AA-4273-BFE5-6AC488C8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185" y="3382933"/>
            <a:ext cx="10" cy="658310"/>
          </a:xfrm>
          <a:custGeom xmlns:a="http://schemas.openxmlformats.org/drawingml/2006/main">
            <a:pathLst>
              <a:path w="1" h="658310" fill="none">
                <a:moveTo>
                  <a:pt x="0" y="0"/>
                </a:moveTo>
                <a:lnTo>
                  <a:pt x="0" y="65831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4E8CE-4071-4F7E-AE06-A006D21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073" y="3369297"/>
            <a:ext cx="10" cy="669901"/>
          </a:xfrm>
          <a:custGeom xmlns:a="http://schemas.openxmlformats.org/drawingml/2006/main">
            <a:pathLst>
              <a:path w="1" h="669901" fill="none">
                <a:moveTo>
                  <a:pt x="0" y="0"/>
                </a:moveTo>
                <a:lnTo>
                  <a:pt x="0" y="669901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D81EE-3863-486C-863D-7C9B79D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961" y="3417185"/>
            <a:ext cx="10" cy="616789"/>
          </a:xfrm>
          <a:custGeom xmlns:a="http://schemas.openxmlformats.org/drawingml/2006/main">
            <a:pathLst>
              <a:path w="1" h="616789" fill="none">
                <a:moveTo>
                  <a:pt x="0" y="0"/>
                </a:moveTo>
                <a:lnTo>
                  <a:pt x="0" y="616789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71652-7720-413A-8EC0-0766031B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48" y="3435889"/>
            <a:ext cx="10" cy="608764"/>
          </a:xfrm>
          <a:custGeom xmlns:a="http://schemas.openxmlformats.org/drawingml/2006/main">
            <a:pathLst>
              <a:path w="1" h="608764" fill="none">
                <a:moveTo>
                  <a:pt x="0" y="0"/>
                </a:moveTo>
                <a:lnTo>
                  <a:pt x="0" y="608764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D3CA3-E1DC-411E-B32F-089CC10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736" y="3434949"/>
            <a:ext cx="10" cy="628432"/>
          </a:xfrm>
          <a:custGeom xmlns:a="http://schemas.openxmlformats.org/drawingml/2006/main">
            <a:pathLst>
              <a:path w="1" h="628432" fill="none">
                <a:moveTo>
                  <a:pt x="0" y="0"/>
                </a:moveTo>
                <a:lnTo>
                  <a:pt x="0" y="62843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F99DC-7F2B-40C9-B838-A27AA071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623" y="3436824"/>
            <a:ext cx="10" cy="618617"/>
          </a:xfrm>
          <a:custGeom xmlns:a="http://schemas.openxmlformats.org/drawingml/2006/main">
            <a:pathLst>
              <a:path w="1" h="618617" fill="none">
                <a:moveTo>
                  <a:pt x="0" y="0"/>
                </a:moveTo>
                <a:lnTo>
                  <a:pt x="0" y="61861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8E208-8337-4284-B166-BA96A23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510" y="3415470"/>
            <a:ext cx="10" cy="595942"/>
          </a:xfrm>
          <a:custGeom xmlns:a="http://schemas.openxmlformats.org/drawingml/2006/main">
            <a:pathLst>
              <a:path w="1" h="595942" fill="none">
                <a:moveTo>
                  <a:pt x="0" y="0"/>
                </a:moveTo>
                <a:lnTo>
                  <a:pt x="0" y="595942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96D79-DD39-4040-9AB9-95CF394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397" y="3355638"/>
            <a:ext cx="10" cy="662523"/>
          </a:xfrm>
          <a:custGeom xmlns:a="http://schemas.openxmlformats.org/drawingml/2006/main">
            <a:pathLst>
              <a:path w="1" h="662523" fill="none">
                <a:moveTo>
                  <a:pt x="0" y="0"/>
                </a:moveTo>
                <a:lnTo>
                  <a:pt x="0" y="66252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C5BC8-B364-4D3C-86E7-6A2730D0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286" y="3389639"/>
            <a:ext cx="10" cy="636937"/>
          </a:xfrm>
          <a:custGeom xmlns:a="http://schemas.openxmlformats.org/drawingml/2006/main">
            <a:pathLst>
              <a:path w="1" h="636937" fill="none">
                <a:moveTo>
                  <a:pt x="0" y="0"/>
                </a:moveTo>
                <a:lnTo>
                  <a:pt x="0" y="63693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CE8B5-FC8C-483C-9EFB-37AD6975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173" y="3377258"/>
            <a:ext cx="10" cy="628943"/>
          </a:xfrm>
          <a:custGeom xmlns:a="http://schemas.openxmlformats.org/drawingml/2006/main">
            <a:pathLst>
              <a:path w="1" h="628943" fill="none">
                <a:moveTo>
                  <a:pt x="0" y="0"/>
                </a:moveTo>
                <a:lnTo>
                  <a:pt x="0" y="628943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413A5-84A9-4E3D-AF9E-156C7916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060" y="3377479"/>
            <a:ext cx="10" cy="621017"/>
          </a:xfrm>
          <a:custGeom xmlns:a="http://schemas.openxmlformats.org/drawingml/2006/main">
            <a:pathLst>
              <a:path w="1" h="621017" fill="none">
                <a:moveTo>
                  <a:pt x="0" y="0"/>
                </a:moveTo>
                <a:lnTo>
                  <a:pt x="0" y="621017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4AA29-E3D6-4755-8190-2A136804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947" y="3419912"/>
            <a:ext cx="10" cy="631095"/>
          </a:xfrm>
          <a:custGeom xmlns:a="http://schemas.openxmlformats.org/drawingml/2006/main">
            <a:pathLst>
              <a:path w="1" h="631095" fill="none">
                <a:moveTo>
                  <a:pt x="0" y="0"/>
                </a:moveTo>
                <a:lnTo>
                  <a:pt x="0" y="63109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29084-BDD4-44C8-A482-3695CE88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35" y="3393741"/>
            <a:ext cx="10" cy="629545"/>
          </a:xfrm>
          <a:custGeom xmlns:a="http://schemas.openxmlformats.org/drawingml/2006/main">
            <a:pathLst>
              <a:path w="1" h="629545" fill="none">
                <a:moveTo>
                  <a:pt x="0" y="0"/>
                </a:moveTo>
                <a:lnTo>
                  <a:pt x="0" y="629545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84ED9-D99A-4F82-9F16-F3D784DE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01" y="4199084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8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8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B5D07-03E4-4657-9F99-9067A1B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01" y="4199084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8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8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D0A4F-5CBB-4828-862E-EC9C6389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89" y="410800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B485B-D809-437A-8A47-C70A5389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89" y="410800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E8167-1B8D-4899-A4DB-D261E5AD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6" y="4226882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72C18-31EC-41C2-A7A7-829F3595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6" y="4226882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BCF6F-7D60-4A04-BB32-E53DF4AE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64" y="3989780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8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8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643C6-E4FC-4321-911F-CCF8BC9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64" y="3989780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8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8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F1664-0C16-4CCD-AB69-A2FE664C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" y="3897600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53853-C0BA-49B7-A629-8A892DE1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" y="3897600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81081-708B-4FAD-A9F9-9C06FFF7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39" y="398166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8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8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C91A7-4DBD-47CA-86C7-4FC7F1FA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39" y="398166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8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8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D014A-1181-46B0-86A4-E174AD90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6" y="392720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E6AC1-780C-49CB-9772-CD7651BD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6" y="392720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0EF7C-FC3C-46DB-BBCD-AE08D6C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13" y="4041626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2A34E-A4AF-444E-8488-534CC844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13" y="4041626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E6930-7813-468A-A518-1E958A77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00" y="4057685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2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C7372-1890-4E08-B0D1-B042557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00" y="4057685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2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69C22-C013-4B24-803F-7E95E33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88" y="398965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03044-421E-4C54-8DA2-08D66596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88" y="398965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D99C7-E2B0-484F-AD05-17564C56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76" y="390885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DF9AF-4091-405A-A234-8309F8EE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76" y="390885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18C4F-0685-44C4-AE28-8D20C989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63" y="4039312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3EA56-303B-4A20-B70B-4A9A7AC2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63" y="4039312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7E7B4-FB25-41AA-A52A-21A1F88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51" y="406512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8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8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92549-B337-43F8-B094-1D0FC8DB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51" y="406512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8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8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8502E-1FA1-42E7-9253-F924B815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338" y="3909861"/>
            <a:ext cx="45588" cy="45589"/>
          </a:xfrm>
          <a:custGeom xmlns:a="http://schemas.openxmlformats.org/drawingml/2006/main">
            <a:pathLst>
              <a:path w="45588" h="45589">
                <a:moveTo>
                  <a:pt x="22794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E582C-5DC6-4270-B16E-323168F3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338" y="3909861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4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C55E8-30E9-4F99-99FD-0A03ACF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225" y="400551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C2EE4-A93E-4783-9F04-91C783D8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225" y="400551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AE518-0822-41C0-9993-A5225BEA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112" y="3968709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5C22B-DA43-4835-BB01-E0824AC6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112" y="3968709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C50D5-99D0-4E3F-B934-230EE530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001" y="406465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6CDD4-E88A-41D4-8388-D7B12C5A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001" y="406465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2FBA2-1932-45D1-AAC9-5DA9BAE9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88" y="4094814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8880D-4EBD-4B37-8F9F-C9FE1D8C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88" y="4094814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399E3-85B9-47E6-884C-5537E8A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775" y="3870622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2" y="38913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3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6D2FC-5123-4D46-874D-11B590CC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775" y="3870622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2" y="38913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3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2D10D-7690-4815-8889-CC65153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662" y="4071454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2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46140-E4BA-43E9-995B-C60875E0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662" y="4071454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2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16EE4-7B34-47D1-9FE6-EDB62022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50" y="3888210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CB091-62EA-47DD-8354-C7D4FEB7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50" y="3888210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74554-D32E-4C3C-B17C-4B6BE51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37" y="4097892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22703-E45C-40FB-9400-43B523A4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37" y="4097892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68B6E-6BC2-43E8-9CA6-42311C7A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24" y="3925724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0A216-2C0C-4F5A-8E05-7069D2B8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24" y="3925724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44603-576E-4524-A70A-DA7B0A7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213" y="4062482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44BB0-FED4-4BC9-9AC6-79123348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213" y="4062482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4BBBC-C1F1-471F-A934-89C5FE9F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100" y="404419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684D4-95D1-440C-9892-2717D204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100" y="404419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E7771-F3E0-41DB-BEC9-C7F008E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987" y="4012764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02283-7D12-43D1-A8D0-16E3E6B1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987" y="4012764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CB364-42E6-48D2-81C7-E6B9BA3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874" y="3957606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9391A-0E06-4234-8726-84BB6AD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874" y="3957606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83688-92DF-48AE-A029-CC5AEA49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62" y="396219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E6E67-D5C5-4BA8-9959-8992018C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62" y="396219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31879-144E-4143-8469-666767A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649" y="4016970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DBB81-B7FD-4D85-9640-28321028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649" y="4016970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11811-1CB6-473F-9FCE-37AA048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537" y="4039133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298C4-1801-46BE-AEC2-30BAA689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537" y="4039133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4DE20-DB7B-4E6D-A4A3-6A7BFF03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424" y="3914011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CEC8B-A1AA-41B1-8D29-FDBE3948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424" y="3914011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3DCCB-BE93-4488-B253-7B011196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312" y="390506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DF0F1-BFBB-46E3-8105-003E9647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312" y="390506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F3EF7-90D3-43B2-AEE7-B543D290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199" y="406425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71B2F-2018-4A2E-AC62-B097D70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199" y="406425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EBA0A-BAF4-4CFD-9391-3528D61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86" y="4058315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53B43-EF2C-49C0-B4AD-9AE76CB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86" y="4058315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6FC86-CCCE-48BD-9620-8D69C105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74" y="3941398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0D102-9CA3-408A-AAE9-3C4BFD0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74" y="3941398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C2634-58D9-4C22-840B-E05B5DE1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62" y="404520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62DB0-92E6-4150-B423-CCB0803B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62" y="404520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1A584-9778-4F5C-B4D1-16E0246F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749" y="397875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14BE8-A66C-4EA3-84EC-96DF4350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749" y="397875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5172B-A1B1-460C-AD31-58205D9D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36" y="3915755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2B15D-CABB-40C7-9841-B3915D60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36" y="3915755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BF488-C1E8-44E5-9088-AD8B87BC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524" y="412831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05C26-67F4-4B54-B5CB-7F69C748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524" y="412831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F929C-59BF-4E12-A6FC-F17DB3BF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411" y="391750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B81B9-A1AD-4820-81FE-B12FD3BD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411" y="391750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85A3A-86F7-4017-B9B5-F26A01CA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298" y="409962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D7460-FA41-4A50-AAAF-40302F36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298" y="409962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D7404-ED75-4B0A-B412-689BB88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185" y="3974618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E7211-C0BB-4613-BD38-7CB4D691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185" y="3974618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F78B3-CC29-4833-B3CC-575CF09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074" y="4076492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4C04B-2A45-4722-A9F5-9B566B21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074" y="4076492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925A5-4DE6-45F0-AFF7-27C3AC0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961" y="379436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CACF9-A002-4586-91B8-1F499F9B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961" y="379436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1BE50-596C-4826-816C-A8523101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848" y="4209736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30D87-A2A5-4123-83E0-919FA4CD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848" y="4209736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815B2-0BB4-45FB-B94D-F8DC717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35" y="3959115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8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8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675C3-7351-44AF-9ED1-E6D76B18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35" y="3959115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8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8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342D5-14BA-453D-90A9-C6934512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623" y="392383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A69EC-C57D-48B6-A4BC-1C7F146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623" y="392383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6747E-00BA-446F-94DD-1A6678F5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10" y="4131661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4A3B4-E2A7-4AB6-B10A-6BB9289A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10" y="4131661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D9064-88FB-4746-AF3C-43D73D07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98" y="3860953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8903C-32F9-4022-B716-F4D0CACA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398" y="3860953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3D1E3-777A-420A-8E61-813B46F6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286" y="411770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23008-42EC-4791-B750-01C93FB0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286" y="411770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8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26477-174A-4479-8FA0-3C00A8C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173" y="393182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AB50E-7A8F-4524-860F-2CDA6BAA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173" y="393182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00BF8-5772-4851-AC2E-F94A8384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060" y="405829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3EA0E-5283-40FA-BEDE-8F2E646C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060" y="405829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B3648-F8CA-4EFB-922B-6E8D41DC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47" y="3810549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EAEE8-B8A9-4A87-AFE9-FBA2F588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47" y="3810549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C7A64-34A9-43A7-A6D0-237F2E1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835" y="408257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8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8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087E4-5081-48E2-BCE4-9BD8013D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835" y="408257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8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8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AC9F1-3A83-4740-9AAC-4B6E96B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22" y="4035451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CD35A-D92D-4075-90CE-0CD20947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722" y="4035451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AC1DB-4FAF-425C-9BF7-6070A73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610" y="4065457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C253A-50AB-4129-85ED-47CD9948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610" y="4065457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7F293-B36D-4C93-87C3-B6F80FB0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497" y="3995939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20A6F-28F1-4466-AA8E-B196D77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497" y="3995939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9AB25-A927-4565-9460-9349BF1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385" y="4002790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1F56A-7E3B-45A2-8205-289810CD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385" y="4002790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B11BD-183A-449C-8B37-FFDE458D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272" y="398247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F4F42-28A8-4341-87AF-1178A4D4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272" y="398247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240DD-1376-41B5-9D5F-148814B6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159" y="3952933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F98F5-87D1-4AF8-8D94-181B5D5C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159" y="3952933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B937F-4CB3-42FA-B0F0-B0EF8296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47" y="2939338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B767F-5C2B-4DA9-843B-427345B7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47" y="2939338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B57C5-105C-4855-9096-D833565C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935" y="3257068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2D5F6-A916-4BBA-A126-C5882253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935" y="3257068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BF34E-7CA0-453B-83F6-6A7306AF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22" y="341463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A95C0-2680-43EA-9B55-3A543B3F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22" y="341463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0DCC9-D92B-457C-A4D3-A542EA6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09" y="3473370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66E29-3935-40B0-83D3-605E417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09" y="3473370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7970F-D9D9-4F90-AC81-94EDC648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597" y="3597839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3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3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A7EA7-D40B-4D64-8C2F-DBAF6C00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597" y="3597839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3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3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0E1FA-FFA1-49BC-9CE2-9816F38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4" y="3637324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087D2-BDF8-4826-ADCB-7F705709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4" y="3637324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94A11-E7E5-4C0F-8B44-3CD0AAE7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371" y="3627198"/>
            <a:ext cx="45588" cy="45589"/>
          </a:xfrm>
          <a:custGeom xmlns:a="http://schemas.openxmlformats.org/drawingml/2006/main">
            <a:pathLst>
              <a:path w="45588" h="45589">
                <a:moveTo>
                  <a:pt x="22794" y="45589"/>
                </a:moveTo>
                <a:cubicBezTo>
                  <a:pt x="28840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75A77-ABCE-4C80-99A9-3C5535C6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371" y="3627198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4" y="45589"/>
                </a:moveTo>
                <a:cubicBezTo>
                  <a:pt x="28840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23A1C-3823-41F7-9DE6-17AF9D92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258" y="3607382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EBF53-8419-4DA5-B8DC-814D41E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258" y="3607382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AD3D8-DE37-4136-8BE6-B64513D1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147" y="3691386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B826D-C0E5-4E84-9053-6B9074C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147" y="3691386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29DBC-5A17-4002-AA50-87E332B8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34" y="3694990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B3C32-C1C4-4D50-8A75-DD954398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34" y="3694990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27E35-34FE-45C6-9B43-C5890CA2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921" y="3735287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630FD-8F59-4E89-85C9-D98D1B49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921" y="3735287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80A1F-471C-4164-AFC9-4BC286B5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808" y="3679403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E361B-8ED7-48C1-8407-906CCE9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808" y="3679403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C81AF-1A23-4BCC-B0B3-7D8B1C6D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696" y="3725080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026C4-2AE2-41B5-B07A-FC4F003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696" y="3725080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612F6-8FA2-4783-B9C3-1D11B7C9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583" y="367687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B160D-4859-4B4F-9C26-2502F118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583" y="367687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E90C2-DA9E-423D-A54E-BA77931F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471" y="3757728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0F167-E4C5-4C9A-9CE3-1130106E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471" y="3757728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B743E-3314-4CAF-B6EB-165A5D08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359" y="370600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3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8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A9C25-661E-48FD-90C1-C872C482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359" y="370600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3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8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DFE24-A745-4E03-8010-CEB6707B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46" y="369589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2F0F8-FBA5-4C9F-994A-8F9DA8B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46" y="369589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B9E41-250E-4529-92E5-5EB60E2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133" y="371842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6F542-4EAD-40A9-A52C-58F4ABFF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133" y="371842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38A71-90A6-4660-B20F-1A20F353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020" y="3717338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0D1E1-8AA3-4B96-ADFC-15190C02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020" y="3717338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22B66-5041-4951-A2DF-A872790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908" y="370300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5BBE6-E6AD-414A-B31F-DE79256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908" y="370300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E083B-B0DB-4B44-9AB4-D043A7EC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795" y="373192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5963A-4649-4E83-BE90-D8E73570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795" y="373192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B1329-C710-42A8-B25B-46F3F8CA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683" y="3637106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7F91E-B566-4CA9-A380-59F5ACB5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683" y="3637106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91567-557A-4119-ADCC-6348201F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70" y="3699477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3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3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E6CBE-DAE9-4DE4-9EA1-69DB34EA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70" y="3699477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3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3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1203D-31B8-48B2-8F60-CF54B7EF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458" y="3667396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BEBD1-9468-43A8-A0A2-E69558D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458" y="3667396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67DC4-B613-48CA-A7AC-D4A517DD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345" y="3727134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C3B4D-7167-4DF3-9A57-0741E0AD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345" y="3727134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C0099-F1CF-48BF-9660-95CACEC3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32" y="3722995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2" y="38913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3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18F06-BF8C-4F73-A095-5D8ACC3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32" y="3722995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2" y="38913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3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20722-FDB8-4C86-AB66-29D4421E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20" y="3654010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3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2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7"/>
                </a:cubicBezTo>
                <a:cubicBezTo>
                  <a:pt x="2401" y="10952"/>
                  <a:pt x="0" y="16749"/>
                  <a:pt x="0" y="22794"/>
                </a:cubicBezTo>
                <a:cubicBezTo>
                  <a:pt x="0" y="28840"/>
                  <a:pt x="2401" y="34638"/>
                  <a:pt x="6676" y="38913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77F6E-0382-4A74-965D-F92054E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20" y="3654010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3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2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7"/>
                </a:cubicBezTo>
                <a:cubicBezTo>
                  <a:pt x="2401" y="10952"/>
                  <a:pt x="0" y="16749"/>
                  <a:pt x="0" y="22794"/>
                </a:cubicBezTo>
                <a:cubicBezTo>
                  <a:pt x="0" y="28840"/>
                  <a:pt x="2401" y="34638"/>
                  <a:pt x="6676" y="38913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3F574-36A1-44E6-8549-39A054D0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008" y="3692004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4124E-C403-4D5B-8A0C-94BA176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008" y="3692004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9B5BB-B4AC-416E-BEC2-671CC7E4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895" y="3716297"/>
            <a:ext cx="45588" cy="45589"/>
          </a:xfrm>
          <a:custGeom xmlns:a="http://schemas.openxmlformats.org/drawingml/2006/main">
            <a:pathLst>
              <a:path w="45588" h="45589">
                <a:moveTo>
                  <a:pt x="22794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18DA6-E8EC-401C-8139-2833FEBA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895" y="3716297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4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3121A-9980-40DB-8C73-05FC5F22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782" y="3723148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9E65E-810A-4297-AE8A-81E34172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782" y="3723148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93F8F-2204-4814-893F-2DFE4E1E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670" y="3699712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F2D22-B831-432F-8F20-9CCF14B7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670" y="3699712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95D3F-59BC-4420-80E1-ED7E88D8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557" y="3725430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96997-28DF-4AA0-B793-068E8E8F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557" y="3725430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F8413-A46D-40FB-B5FC-A5070E88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444" y="373525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B63CB-7994-420D-9831-6A2EBAA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444" y="373525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69590-11E0-404F-986C-4AAEA2F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331" y="3705794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E78CA-CAEA-4862-A60D-EC2C32E4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331" y="3705794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AA8EF-9395-42D5-A8C5-1CC7B705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220" y="375218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A5877-726E-4A18-B012-9732BAF8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220" y="375218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33411-4282-4080-A2E0-4277C30A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107" y="3672942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9E5B8-148D-4AEE-96C1-0EC5B0E7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107" y="3672942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7E7C8-4046-433C-90E2-9652534B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94" y="3759315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8DDB0-2FE7-42FB-A9AE-1D430298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94" y="3759315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9B1D2-5214-4AB7-B4E1-B029C63E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881" y="3724437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2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43B50-A80C-411C-AC0E-B71A64A5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881" y="3724437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2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3D307-53D8-482F-9D4F-982C39A5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769" y="3732644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54FF8-F509-43D9-B340-E4321F92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769" y="3732644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566CD-8AE0-46D4-9E8A-83F47E30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656" y="3724988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11F1A-0B11-40FC-843F-CE34562B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656" y="3724988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464DD-6C9C-4A39-AD0F-CDFAB79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544" y="3700403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6F8B7-3715-45A5-9D27-EA932E4A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544" y="3700403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6BA13-FC3E-49E6-B16E-ECF6357B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432" y="3709612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8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0AF3F-C9C0-4217-9AB8-D4A5582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432" y="3709612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8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A2C10-6D68-4AEA-8172-E8AD856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319" y="3698220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3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3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26695-4594-4F9B-BAFD-3CECCE98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319" y="3698220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3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3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C835A-D229-4688-BEC1-6C203BD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206" y="3719531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3E459-8E55-4A42-A503-A2B460D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206" y="3719531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9C443-181E-4B15-A593-323643E0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93" y="3697868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6466E-42D9-4A67-A5AA-1E23C4EC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93" y="3697868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8D6DB-2C62-4E31-AFFE-675CFF7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981" y="370138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B10CE-40AB-4CDB-942B-F6055053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981" y="370138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B0A02-A3BA-4F51-97A1-D7EAD7BA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68" y="371064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159C9-06EB-4B0E-B619-C7CB536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68" y="371064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1616F-14E3-4D6A-8D33-DF5AAEB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56" y="3740811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5EA0F-31D3-4944-BA88-0D1523AA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56" y="3740811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B2E59-8066-473A-8203-52DD67A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43" y="3693479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A1EE4-5AA5-49A7-A578-7D1396C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43" y="3693479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3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D25E0-5B53-4799-8B11-ED2EDA1B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531" y="3740548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6FAF5-9135-448E-865F-886EC649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531" y="3740548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459F6-2AE0-4DF0-AC87-B8ED6BB5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418" y="371942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EB6EC-F25E-4BDD-8424-50832232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418" y="371942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FEBDB-561D-47F8-8256-E06D543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305" y="3709453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5D22D-0A11-4D7D-B4FA-6D1903F9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305" y="3709453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87BF6-D3CD-4334-8283-CA7E4CCD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193" y="369710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8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79BB4-2A04-4F3F-8D37-913A2505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193" y="369710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8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8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3CD55-A458-476B-B0F4-C93BB0B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081" y="3679764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A1FE7-9F10-4D34-9949-A9AF6908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081" y="3679764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7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1F4F4-BC02-4BE2-B94E-630CF5BA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968" y="3666321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510DE-B51F-4C8C-88A5-81975A85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968" y="3666321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9850A-C28F-4839-8353-493D4C8D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55" y="3676080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AEC21-75D8-43D7-A661-E91925A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55" y="3676080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991D7-11D2-4700-A7B8-20C7C728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743" y="373946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C7D47-BAE8-449D-857A-0B19A85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743" y="373946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6" y="34637"/>
                  <a:pt x="45588" y="28839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E15A3-EF75-47A7-9043-4E9EE435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630" y="3701108"/>
            <a:ext cx="45588" cy="45589"/>
          </a:xfrm>
          <a:custGeom xmlns:a="http://schemas.openxmlformats.org/drawingml/2006/main">
            <a:pathLst>
              <a:path w="45588" h="45589">
                <a:moveTo>
                  <a:pt x="22794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3239D-DACC-4F71-A74E-171190B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630" y="3701108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4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7" y="34638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720A5-78BA-47E7-829D-A7210180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517" y="3670471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63205-665E-44B9-8544-C9DE53E2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517" y="3670471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C4DEA-542E-4C88-B81A-45C65D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404" y="3703804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9AD7F-D292-4C2F-B750-CE80BA7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404" y="3703804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7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295A7-A85D-4BE3-8C7D-E618808F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293" y="374456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BD2C5-3C7D-4345-B57A-AD32FFB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293" y="374456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3A8A3-E72D-457B-954E-886BBB08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80" y="372040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328A0-3762-43E3-8682-2700000C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80" y="372040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A8428-ABF0-4C8B-99E4-C356E06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3683267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A860D-0A16-44B7-8137-4FA78ED1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3683267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D41CE-2A99-4EFC-9FE3-84CA24FB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954" y="3688728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2" y="2401"/>
                  <a:pt x="6677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B043E-0EE6-4983-BCB7-B05758C6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954" y="3688728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6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2" y="2401"/>
                  <a:pt x="6677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2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6AD3A-D4EA-41C7-BE6A-C8EDE818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42" y="371563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1D979-B941-4A0B-8C4E-79D11E92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42" y="371563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12270-2F60-4586-AC95-DA86F3C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29" y="3651538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0F1D7-F3A9-4E61-AB0C-0A2BBE2A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29" y="3651538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A1AC8-A0C1-4806-A876-401529C8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617" y="3694536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80A34-50B7-41A4-B960-95073AA5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617" y="3694536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A5B9B-16F8-4D95-8F18-5E7CF69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505" y="3737253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60A73-41E7-477C-A925-B99D556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505" y="3737253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0C912-296B-4EE2-812E-B282666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92" y="368929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021C1-7460-456B-AF16-F2BE47C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92" y="368929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D4F96-9686-45D4-84EF-25FD723A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79" y="368145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CDE4C-E613-48E9-9D00-B51AA135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79" y="368145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40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330D8-AB11-4566-98DA-662EDB9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166" y="3702785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A4542-6741-4CE5-95DE-E1F85095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166" y="3702785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2" y="38912"/>
                </a:cubicBezTo>
                <a:cubicBezTo>
                  <a:pt x="43187" y="34637"/>
                  <a:pt x="45589" y="28839"/>
                  <a:pt x="45589" y="22794"/>
                </a:cubicBezTo>
                <a:cubicBezTo>
                  <a:pt x="45589" y="16749"/>
                  <a:pt x="43187" y="10951"/>
                  <a:pt x="38912" y="6676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7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06C86-684C-4F9F-8DDB-80CA3214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054" y="3717477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4A740-5AAE-4911-9205-4259A589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054" y="3717477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5845D-93E3-42EB-B3A9-4718D836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41" y="3726371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53105-44E9-41C9-B2DF-0D89DF79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41" y="3726371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6"/>
                  <a:pt x="38912" y="38912"/>
                </a:cubicBezTo>
                <a:cubicBezTo>
                  <a:pt x="43187" y="34637"/>
                  <a:pt x="45588" y="28839"/>
                  <a:pt x="45588" y="22793"/>
                </a:cubicBezTo>
                <a:cubicBezTo>
                  <a:pt x="45588" y="16748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8"/>
                  <a:pt x="0" y="22793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5BE3A-70A1-4607-9761-0946EDD6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829" y="3723339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AD236-0638-4C0D-948A-D852E81A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829" y="3723339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7" y="43186"/>
                  <a:pt x="38912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8"/>
                  <a:pt x="43187" y="10951"/>
                  <a:pt x="38912" y="6676"/>
                </a:cubicBezTo>
                <a:cubicBezTo>
                  <a:pt x="34637" y="2401"/>
                  <a:pt x="28840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8"/>
                  <a:pt x="0" y="22793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6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33F9F-13DD-4F9A-82CF-868B5051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16" y="3690647"/>
            <a:ext cx="45589" cy="45588"/>
          </a:xfrm>
          <a:custGeom xmlns:a="http://schemas.openxmlformats.org/drawingml/2006/main">
            <a:pathLst>
              <a:path w="45589" h="45588">
                <a:moveTo>
                  <a:pt x="22794" y="45588"/>
                </a:moveTo>
                <a:cubicBezTo>
                  <a:pt x="28840" y="45588"/>
                  <a:pt x="34638" y="43187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4661B-2B80-472C-9AAA-8D9BD40B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16" y="3690647"/>
            <a:ext cx="45589" cy="45588"/>
          </a:xfrm>
          <a:custGeom xmlns:a="http://schemas.openxmlformats.org/drawingml/2006/main">
            <a:pathLst>
              <a:path w="45589" h="45588" fill="none">
                <a:moveTo>
                  <a:pt x="22794" y="45588"/>
                </a:moveTo>
                <a:cubicBezTo>
                  <a:pt x="28840" y="45588"/>
                  <a:pt x="34638" y="43187"/>
                  <a:pt x="38913" y="38912"/>
                </a:cubicBezTo>
                <a:cubicBezTo>
                  <a:pt x="43187" y="34637"/>
                  <a:pt x="45589" y="28839"/>
                  <a:pt x="45589" y="22793"/>
                </a:cubicBezTo>
                <a:cubicBezTo>
                  <a:pt x="45589" y="16749"/>
                  <a:pt x="43187" y="10951"/>
                  <a:pt x="38913" y="6676"/>
                </a:cubicBezTo>
                <a:cubicBezTo>
                  <a:pt x="34638" y="2401"/>
                  <a:pt x="28840" y="0"/>
                  <a:pt x="22794" y="0"/>
                </a:cubicBezTo>
                <a:cubicBezTo>
                  <a:pt x="16749" y="0"/>
                  <a:pt x="10951" y="2401"/>
                  <a:pt x="6677" y="6676"/>
                </a:cubicBezTo>
                <a:cubicBezTo>
                  <a:pt x="2402" y="10951"/>
                  <a:pt x="0" y="16749"/>
                  <a:pt x="0" y="22793"/>
                </a:cubicBezTo>
                <a:cubicBezTo>
                  <a:pt x="0" y="28839"/>
                  <a:pt x="2402" y="34637"/>
                  <a:pt x="6677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6A267-7DE8-4124-AE5E-FBE2FC6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604" y="3664106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52DC4-D7E7-480B-B22D-0367D4DA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604" y="3664106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3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2440D-A038-4988-8338-551440BD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491" y="3685313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67B88-356B-4CDD-85D9-9FA3D5C4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491" y="3685313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39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14628-0EBE-4E60-8BEB-4098CA14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78" y="3668935"/>
            <a:ext cx="45589" cy="45589"/>
          </a:xfrm>
          <a:custGeom xmlns:a="http://schemas.openxmlformats.org/drawingml/2006/main">
            <a:pathLst>
              <a:path w="45589" h="45589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37F6C-FB46-40AD-A701-1A522754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78" y="3668935"/>
            <a:ext cx="45589" cy="45589"/>
          </a:xfrm>
          <a:custGeom xmlns:a="http://schemas.openxmlformats.org/drawingml/2006/main">
            <a:pathLst>
              <a:path w="45589" h="45589" fill="none">
                <a:moveTo>
                  <a:pt x="22794" y="45589"/>
                </a:moveTo>
                <a:cubicBezTo>
                  <a:pt x="28840" y="45589"/>
                  <a:pt x="34638" y="43187"/>
                  <a:pt x="38912" y="38912"/>
                </a:cubicBezTo>
                <a:cubicBezTo>
                  <a:pt x="43187" y="34638"/>
                  <a:pt x="45589" y="28840"/>
                  <a:pt x="45589" y="22794"/>
                </a:cubicBezTo>
                <a:cubicBezTo>
                  <a:pt x="45589" y="16749"/>
                  <a:pt x="43187" y="10951"/>
                  <a:pt x="38912" y="6677"/>
                </a:cubicBezTo>
                <a:cubicBezTo>
                  <a:pt x="34638" y="2402"/>
                  <a:pt x="28840" y="0"/>
                  <a:pt x="22794" y="0"/>
                </a:cubicBezTo>
                <a:cubicBezTo>
                  <a:pt x="16749" y="0"/>
                  <a:pt x="10951" y="2402"/>
                  <a:pt x="6676" y="6677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40"/>
                  <a:pt x="2402" y="34638"/>
                  <a:pt x="6676" y="38912"/>
                </a:cubicBezTo>
                <a:cubicBezTo>
                  <a:pt x="10951" y="43187"/>
                  <a:pt x="16749" y="45589"/>
                  <a:pt x="22794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B3C35-616F-4DE0-81DA-8B07EE11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266" y="3665193"/>
            <a:ext cx="45588" cy="45589"/>
          </a:xfrm>
          <a:custGeom xmlns:a="http://schemas.openxmlformats.org/drawingml/2006/main">
            <a:pathLst>
              <a:path w="45588" h="45589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DEAC8-C61C-4F88-BA53-47663D9B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266" y="3665193"/>
            <a:ext cx="45588" cy="45589"/>
          </a:xfrm>
          <a:custGeom xmlns:a="http://schemas.openxmlformats.org/drawingml/2006/main">
            <a:pathLst>
              <a:path w="45588" h="45589" fill="none">
                <a:moveTo>
                  <a:pt x="22793" y="45589"/>
                </a:moveTo>
                <a:cubicBezTo>
                  <a:pt x="28839" y="45589"/>
                  <a:pt x="34637" y="43187"/>
                  <a:pt x="38912" y="38912"/>
                </a:cubicBezTo>
                <a:cubicBezTo>
                  <a:pt x="43186" y="34638"/>
                  <a:pt x="45588" y="28840"/>
                  <a:pt x="45588" y="22794"/>
                </a:cubicBezTo>
                <a:cubicBezTo>
                  <a:pt x="45588" y="16749"/>
                  <a:pt x="43186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8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8"/>
                  <a:pt x="6676" y="38912"/>
                </a:cubicBezTo>
                <a:cubicBezTo>
                  <a:pt x="10951" y="43187"/>
                  <a:pt x="16748" y="45589"/>
                  <a:pt x="22793" y="455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10E87-862F-4E2F-9749-924582F0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154" y="3712665"/>
            <a:ext cx="45588" cy="45588"/>
          </a:xfrm>
          <a:custGeom xmlns:a="http://schemas.openxmlformats.org/drawingml/2006/main">
            <a:pathLst>
              <a:path w="45588" h="45588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48B21-EA05-4477-8D5D-856D866F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154" y="3712665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3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40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2"/>
                  <a:pt x="28839" y="0"/>
                  <a:pt x="22793" y="0"/>
                </a:cubicBezTo>
                <a:cubicBezTo>
                  <a:pt x="16749" y="0"/>
                  <a:pt x="10951" y="2402"/>
                  <a:pt x="6676" y="6676"/>
                </a:cubicBezTo>
                <a:cubicBezTo>
                  <a:pt x="2401" y="10951"/>
                  <a:pt x="0" y="16749"/>
                  <a:pt x="0" y="22794"/>
                </a:cubicBezTo>
                <a:cubicBezTo>
                  <a:pt x="0" y="28840"/>
                  <a:pt x="2401" y="34637"/>
                  <a:pt x="6676" y="38912"/>
                </a:cubicBezTo>
                <a:cubicBezTo>
                  <a:pt x="10951" y="43187"/>
                  <a:pt x="16749" y="45588"/>
                  <a:pt x="22793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87504-A84E-4A3F-AA2E-E186FF6F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41" y="3685719"/>
            <a:ext cx="45588" cy="45588"/>
          </a:xfrm>
          <a:custGeom xmlns:a="http://schemas.openxmlformats.org/drawingml/2006/main">
            <a:pathLst>
              <a:path w="45588" h="45588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80CFF-F795-47DB-8C78-FD5A410A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41" y="3685719"/>
            <a:ext cx="45588" cy="45588"/>
          </a:xfrm>
          <a:custGeom xmlns:a="http://schemas.openxmlformats.org/drawingml/2006/main">
            <a:pathLst>
              <a:path w="45588" h="45588" fill="none">
                <a:moveTo>
                  <a:pt x="22794" y="45588"/>
                </a:moveTo>
                <a:cubicBezTo>
                  <a:pt x="28839" y="45588"/>
                  <a:pt x="34637" y="43187"/>
                  <a:pt x="38912" y="38912"/>
                </a:cubicBezTo>
                <a:cubicBezTo>
                  <a:pt x="43187" y="34637"/>
                  <a:pt x="45588" y="28839"/>
                  <a:pt x="45588" y="22794"/>
                </a:cubicBezTo>
                <a:cubicBezTo>
                  <a:pt x="45588" y="16749"/>
                  <a:pt x="43187" y="10951"/>
                  <a:pt x="38912" y="6676"/>
                </a:cubicBezTo>
                <a:cubicBezTo>
                  <a:pt x="34637" y="2401"/>
                  <a:pt x="28839" y="0"/>
                  <a:pt x="22794" y="0"/>
                </a:cubicBezTo>
                <a:cubicBezTo>
                  <a:pt x="16749" y="0"/>
                  <a:pt x="10951" y="2401"/>
                  <a:pt x="6676" y="6676"/>
                </a:cubicBezTo>
                <a:cubicBezTo>
                  <a:pt x="2402" y="10951"/>
                  <a:pt x="0" y="16749"/>
                  <a:pt x="0" y="22794"/>
                </a:cubicBezTo>
                <a:cubicBezTo>
                  <a:pt x="0" y="28839"/>
                  <a:pt x="2402" y="34637"/>
                  <a:pt x="6676" y="38912"/>
                </a:cubicBezTo>
                <a:cubicBezTo>
                  <a:pt x="10951" y="43187"/>
                  <a:pt x="16749" y="45588"/>
                  <a:pt x="22794" y="45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000000"/>
            </a:solidFill>
            <a:round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2D049-353D-413B-BCA0-451ED8C1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28" y="3669549"/>
            <a:ext cx="22792" cy="45589"/>
          </a:xfrm>
          <a:custGeom xmlns:a="http://schemas.openxmlformats.org/drawingml/2006/main">
            <a:pathLst>
              <a:path w="22792" h="45589">
                <a:moveTo>
                  <a:pt x="22040" y="12"/>
                </a:moveTo>
                <a:lnTo>
                  <a:pt x="21289" y="50"/>
                </a:lnTo>
                <a:lnTo>
                  <a:pt x="20542" y="112"/>
                </a:lnTo>
                <a:lnTo>
                  <a:pt x="19798" y="198"/>
                </a:lnTo>
                <a:lnTo>
                  <a:pt x="19060" y="308"/>
                </a:lnTo>
                <a:lnTo>
                  <a:pt x="18327" y="442"/>
                </a:lnTo>
                <a:lnTo>
                  <a:pt x="17599" y="600"/>
                </a:lnTo>
                <a:lnTo>
                  <a:pt x="16879" y="781"/>
                </a:lnTo>
                <a:lnTo>
                  <a:pt x="16165" y="985"/>
                </a:lnTo>
                <a:lnTo>
                  <a:pt x="15459" y="1213"/>
                </a:lnTo>
                <a:lnTo>
                  <a:pt x="14761" y="1463"/>
                </a:lnTo>
                <a:lnTo>
                  <a:pt x="14071" y="1735"/>
                </a:lnTo>
                <a:lnTo>
                  <a:pt x="13391" y="2030"/>
                </a:lnTo>
                <a:lnTo>
                  <a:pt x="12721" y="2347"/>
                </a:lnTo>
                <a:lnTo>
                  <a:pt x="12061" y="2686"/>
                </a:lnTo>
                <a:lnTo>
                  <a:pt x="11412" y="3046"/>
                </a:lnTo>
                <a:lnTo>
                  <a:pt x="10774" y="3428"/>
                </a:lnTo>
                <a:lnTo>
                  <a:pt x="10148" y="3830"/>
                </a:lnTo>
                <a:lnTo>
                  <a:pt x="9535" y="4254"/>
                </a:lnTo>
                <a:lnTo>
                  <a:pt x="8935" y="4698"/>
                </a:lnTo>
                <a:lnTo>
                  <a:pt x="8349" y="5163"/>
                </a:lnTo>
                <a:lnTo>
                  <a:pt x="7776" y="5648"/>
                </a:lnTo>
                <a:lnTo>
                  <a:pt x="7219" y="6152"/>
                </a:lnTo>
                <a:lnTo>
                  <a:pt x="6677" y="6677"/>
                </a:lnTo>
                <a:lnTo>
                  <a:pt x="6152" y="7219"/>
                </a:lnTo>
                <a:lnTo>
                  <a:pt x="5648" y="7776"/>
                </a:lnTo>
                <a:lnTo>
                  <a:pt x="5163" y="8349"/>
                </a:lnTo>
                <a:lnTo>
                  <a:pt x="4698" y="8935"/>
                </a:lnTo>
                <a:lnTo>
                  <a:pt x="4254" y="9535"/>
                </a:lnTo>
                <a:lnTo>
                  <a:pt x="3830" y="10148"/>
                </a:lnTo>
                <a:lnTo>
                  <a:pt x="3428" y="10774"/>
                </a:lnTo>
                <a:lnTo>
                  <a:pt x="3046" y="11412"/>
                </a:lnTo>
                <a:lnTo>
                  <a:pt x="2686" y="12061"/>
                </a:lnTo>
                <a:lnTo>
                  <a:pt x="2347" y="12721"/>
                </a:lnTo>
                <a:lnTo>
                  <a:pt x="2030" y="13391"/>
                </a:lnTo>
                <a:lnTo>
                  <a:pt x="1735" y="14071"/>
                </a:lnTo>
                <a:lnTo>
                  <a:pt x="1463" y="14761"/>
                </a:lnTo>
                <a:lnTo>
                  <a:pt x="1213" y="15459"/>
                </a:lnTo>
                <a:lnTo>
                  <a:pt x="986" y="16165"/>
                </a:lnTo>
                <a:lnTo>
                  <a:pt x="781" y="16879"/>
                </a:lnTo>
                <a:lnTo>
                  <a:pt x="600" y="17599"/>
                </a:lnTo>
                <a:lnTo>
                  <a:pt x="442" y="18327"/>
                </a:lnTo>
                <a:lnTo>
                  <a:pt x="308" y="19060"/>
                </a:lnTo>
                <a:lnTo>
                  <a:pt x="198" y="19798"/>
                </a:lnTo>
                <a:lnTo>
                  <a:pt x="112" y="20541"/>
                </a:lnTo>
                <a:lnTo>
                  <a:pt x="50" y="21289"/>
                </a:lnTo>
                <a:lnTo>
                  <a:pt x="12" y="22040"/>
                </a:lnTo>
                <a:lnTo>
                  <a:pt x="0" y="22794"/>
                </a:lnTo>
                <a:lnTo>
                  <a:pt x="12" y="23549"/>
                </a:lnTo>
                <a:lnTo>
                  <a:pt x="50" y="24300"/>
                </a:lnTo>
                <a:lnTo>
                  <a:pt x="112" y="25047"/>
                </a:lnTo>
                <a:lnTo>
                  <a:pt x="198" y="25791"/>
                </a:lnTo>
                <a:lnTo>
                  <a:pt x="308" y="26529"/>
                </a:lnTo>
                <a:lnTo>
                  <a:pt x="442" y="27262"/>
                </a:lnTo>
                <a:lnTo>
                  <a:pt x="600" y="27989"/>
                </a:lnTo>
                <a:lnTo>
                  <a:pt x="781" y="28710"/>
                </a:lnTo>
                <a:lnTo>
                  <a:pt x="986" y="29424"/>
                </a:lnTo>
                <a:lnTo>
                  <a:pt x="1213" y="30130"/>
                </a:lnTo>
                <a:lnTo>
                  <a:pt x="1463" y="30828"/>
                </a:lnTo>
                <a:lnTo>
                  <a:pt x="1735" y="31518"/>
                </a:lnTo>
                <a:lnTo>
                  <a:pt x="2030" y="32198"/>
                </a:lnTo>
                <a:lnTo>
                  <a:pt x="2347" y="32868"/>
                </a:lnTo>
                <a:lnTo>
                  <a:pt x="2686" y="33528"/>
                </a:lnTo>
                <a:lnTo>
                  <a:pt x="3046" y="34178"/>
                </a:lnTo>
                <a:lnTo>
                  <a:pt x="3428" y="34815"/>
                </a:lnTo>
                <a:lnTo>
                  <a:pt x="3830" y="35441"/>
                </a:lnTo>
                <a:lnTo>
                  <a:pt x="4254" y="36054"/>
                </a:lnTo>
                <a:lnTo>
                  <a:pt x="4698" y="36654"/>
                </a:lnTo>
                <a:lnTo>
                  <a:pt x="5163" y="37241"/>
                </a:lnTo>
                <a:lnTo>
                  <a:pt x="5648" y="37813"/>
                </a:lnTo>
                <a:lnTo>
                  <a:pt x="6152" y="38371"/>
                </a:lnTo>
                <a:lnTo>
                  <a:pt x="6677" y="38913"/>
                </a:lnTo>
                <a:lnTo>
                  <a:pt x="7219" y="39437"/>
                </a:lnTo>
                <a:lnTo>
                  <a:pt x="7776" y="39942"/>
                </a:lnTo>
                <a:lnTo>
                  <a:pt x="8349" y="40427"/>
                </a:lnTo>
                <a:lnTo>
                  <a:pt x="8935" y="40891"/>
                </a:lnTo>
                <a:lnTo>
                  <a:pt x="9535" y="41335"/>
                </a:lnTo>
                <a:lnTo>
                  <a:pt x="10148" y="41759"/>
                </a:lnTo>
                <a:lnTo>
                  <a:pt x="10774" y="42162"/>
                </a:lnTo>
                <a:lnTo>
                  <a:pt x="11412" y="42543"/>
                </a:lnTo>
                <a:lnTo>
                  <a:pt x="12061" y="42903"/>
                </a:lnTo>
                <a:lnTo>
                  <a:pt x="12721" y="43242"/>
                </a:lnTo>
                <a:lnTo>
                  <a:pt x="13391" y="43559"/>
                </a:lnTo>
                <a:lnTo>
                  <a:pt x="14071" y="43853"/>
                </a:lnTo>
                <a:lnTo>
                  <a:pt x="14761" y="44126"/>
                </a:lnTo>
                <a:lnTo>
                  <a:pt x="15459" y="44376"/>
                </a:lnTo>
                <a:lnTo>
                  <a:pt x="16165" y="44603"/>
                </a:lnTo>
                <a:lnTo>
                  <a:pt x="16879" y="44808"/>
                </a:lnTo>
                <a:lnTo>
                  <a:pt x="17599" y="44989"/>
                </a:lnTo>
                <a:lnTo>
                  <a:pt x="18327" y="45147"/>
                </a:lnTo>
                <a:lnTo>
                  <a:pt x="19060" y="45281"/>
                </a:lnTo>
                <a:lnTo>
                  <a:pt x="19798" y="45391"/>
                </a:lnTo>
                <a:lnTo>
                  <a:pt x="20542" y="45477"/>
                </a:lnTo>
                <a:lnTo>
                  <a:pt x="21289" y="45539"/>
                </a:lnTo>
                <a:lnTo>
                  <a:pt x="22040" y="45576"/>
                </a:lnTo>
                <a:lnTo>
                  <a:pt x="22792" y="45589"/>
                </a:lnTo>
                <a:lnTo>
                  <a:pt x="22792" y="0"/>
                </a:lnTo>
                <a:lnTo>
                  <a:pt x="22040" y="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7BCF260-7CEB-41E5-B453-8C5FDF3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370" y="3664991"/>
            <a:ext cx="27350" cy="54705"/>
          </a:xfrm>
          <a:custGeom xmlns:a="http://schemas.openxmlformats.org/drawingml/2006/main">
            <a:pathLst>
              <a:path w="27350" h="54705">
                <a:moveTo>
                  <a:pt x="27350" y="54705"/>
                </a:moveTo>
                <a:lnTo>
                  <a:pt x="27277" y="54705"/>
                </a:lnTo>
                <a:lnTo>
                  <a:pt x="26523" y="54693"/>
                </a:lnTo>
                <a:lnTo>
                  <a:pt x="26372" y="54688"/>
                </a:lnTo>
                <a:lnTo>
                  <a:pt x="25621" y="54651"/>
                </a:lnTo>
                <a:lnTo>
                  <a:pt x="25471" y="54641"/>
                </a:lnTo>
                <a:lnTo>
                  <a:pt x="24724" y="54579"/>
                </a:lnTo>
                <a:lnTo>
                  <a:pt x="24575" y="54564"/>
                </a:lnTo>
                <a:lnTo>
                  <a:pt x="23831" y="54478"/>
                </a:lnTo>
                <a:lnTo>
                  <a:pt x="23683" y="54458"/>
                </a:lnTo>
                <a:lnTo>
                  <a:pt x="22945" y="54348"/>
                </a:lnTo>
                <a:lnTo>
                  <a:pt x="22798" y="54323"/>
                </a:lnTo>
                <a:lnTo>
                  <a:pt x="22064" y="54189"/>
                </a:lnTo>
                <a:lnTo>
                  <a:pt x="21918" y="54160"/>
                </a:lnTo>
                <a:lnTo>
                  <a:pt x="21191" y="54002"/>
                </a:lnTo>
                <a:lnTo>
                  <a:pt x="21046" y="53968"/>
                </a:lnTo>
                <a:lnTo>
                  <a:pt x="20325" y="53787"/>
                </a:lnTo>
                <a:lnTo>
                  <a:pt x="20182" y="53749"/>
                </a:lnTo>
                <a:lnTo>
                  <a:pt x="19468" y="53544"/>
                </a:lnTo>
                <a:lnTo>
                  <a:pt x="19326" y="53501"/>
                </a:lnTo>
                <a:lnTo>
                  <a:pt x="18620" y="53274"/>
                </a:lnTo>
                <a:lnTo>
                  <a:pt x="18480" y="53226"/>
                </a:lnTo>
                <a:lnTo>
                  <a:pt x="17782" y="52976"/>
                </a:lnTo>
                <a:lnTo>
                  <a:pt x="17643" y="52924"/>
                </a:lnTo>
                <a:lnTo>
                  <a:pt x="16954" y="52651"/>
                </a:lnTo>
                <a:lnTo>
                  <a:pt x="16817" y="52595"/>
                </a:lnTo>
                <a:lnTo>
                  <a:pt x="16137" y="52300"/>
                </a:lnTo>
                <a:lnTo>
                  <a:pt x="16002" y="52239"/>
                </a:lnTo>
                <a:lnTo>
                  <a:pt x="15331" y="51922"/>
                </a:lnTo>
                <a:lnTo>
                  <a:pt x="15198" y="51856"/>
                </a:lnTo>
                <a:lnTo>
                  <a:pt x="14538" y="51518"/>
                </a:lnTo>
                <a:lnTo>
                  <a:pt x="14407" y="51448"/>
                </a:lnTo>
                <a:lnTo>
                  <a:pt x="13758" y="51088"/>
                </a:lnTo>
                <a:lnTo>
                  <a:pt x="13629" y="51013"/>
                </a:lnTo>
                <a:lnTo>
                  <a:pt x="12992" y="50632"/>
                </a:lnTo>
                <a:lnTo>
                  <a:pt x="12865" y="50554"/>
                </a:lnTo>
                <a:lnTo>
                  <a:pt x="12240" y="50151"/>
                </a:lnTo>
                <a:lnTo>
                  <a:pt x="12116" y="50068"/>
                </a:lnTo>
                <a:lnTo>
                  <a:pt x="11502" y="49645"/>
                </a:lnTo>
                <a:lnTo>
                  <a:pt x="11381" y="49558"/>
                </a:lnTo>
                <a:lnTo>
                  <a:pt x="10781" y="49114"/>
                </a:lnTo>
                <a:lnTo>
                  <a:pt x="10662" y="49023"/>
                </a:lnTo>
                <a:lnTo>
                  <a:pt x="10076" y="48558"/>
                </a:lnTo>
                <a:lnTo>
                  <a:pt x="9960" y="48463"/>
                </a:lnTo>
                <a:lnTo>
                  <a:pt x="9388" y="47979"/>
                </a:lnTo>
                <a:lnTo>
                  <a:pt x="9275" y="47880"/>
                </a:lnTo>
                <a:lnTo>
                  <a:pt x="8717" y="47375"/>
                </a:lnTo>
                <a:lnTo>
                  <a:pt x="8607" y="47272"/>
                </a:lnTo>
                <a:lnTo>
                  <a:pt x="8065" y="46748"/>
                </a:lnTo>
                <a:lnTo>
                  <a:pt x="7959" y="46641"/>
                </a:lnTo>
                <a:lnTo>
                  <a:pt x="7434" y="46099"/>
                </a:lnTo>
                <a:lnTo>
                  <a:pt x="7331" y="45989"/>
                </a:lnTo>
                <a:lnTo>
                  <a:pt x="6827" y="45431"/>
                </a:lnTo>
                <a:lnTo>
                  <a:pt x="6728" y="45318"/>
                </a:lnTo>
                <a:lnTo>
                  <a:pt x="6243" y="44746"/>
                </a:lnTo>
                <a:lnTo>
                  <a:pt x="6148" y="44630"/>
                </a:lnTo>
                <a:lnTo>
                  <a:pt x="5683" y="44044"/>
                </a:lnTo>
                <a:lnTo>
                  <a:pt x="5592" y="43925"/>
                </a:lnTo>
                <a:lnTo>
                  <a:pt x="5148" y="43325"/>
                </a:lnTo>
                <a:lnTo>
                  <a:pt x="5061" y="43203"/>
                </a:lnTo>
                <a:lnTo>
                  <a:pt x="4638" y="42590"/>
                </a:lnTo>
                <a:lnTo>
                  <a:pt x="4555" y="42466"/>
                </a:lnTo>
                <a:lnTo>
                  <a:pt x="4152" y="41841"/>
                </a:lnTo>
                <a:lnTo>
                  <a:pt x="4074" y="41714"/>
                </a:lnTo>
                <a:lnTo>
                  <a:pt x="3692" y="41076"/>
                </a:lnTo>
                <a:lnTo>
                  <a:pt x="3618" y="40948"/>
                </a:lnTo>
                <a:lnTo>
                  <a:pt x="3258" y="40298"/>
                </a:lnTo>
                <a:lnTo>
                  <a:pt x="3188" y="40168"/>
                </a:lnTo>
                <a:lnTo>
                  <a:pt x="2849" y="39507"/>
                </a:lnTo>
                <a:lnTo>
                  <a:pt x="2784" y="39374"/>
                </a:lnTo>
                <a:lnTo>
                  <a:pt x="2467" y="38704"/>
                </a:lnTo>
                <a:lnTo>
                  <a:pt x="2406" y="38569"/>
                </a:lnTo>
                <a:lnTo>
                  <a:pt x="2111" y="37889"/>
                </a:lnTo>
                <a:lnTo>
                  <a:pt x="2054" y="37752"/>
                </a:lnTo>
                <a:lnTo>
                  <a:pt x="1782" y="37062"/>
                </a:lnTo>
                <a:lnTo>
                  <a:pt x="1729" y="36924"/>
                </a:lnTo>
                <a:lnTo>
                  <a:pt x="1479" y="36226"/>
                </a:lnTo>
                <a:lnTo>
                  <a:pt x="1432" y="36085"/>
                </a:lnTo>
                <a:lnTo>
                  <a:pt x="1204" y="35379"/>
                </a:lnTo>
                <a:lnTo>
                  <a:pt x="1161" y="35237"/>
                </a:lnTo>
                <a:lnTo>
                  <a:pt x="957" y="34523"/>
                </a:lnTo>
                <a:lnTo>
                  <a:pt x="918" y="34380"/>
                </a:lnTo>
                <a:lnTo>
                  <a:pt x="737" y="33659"/>
                </a:lnTo>
                <a:lnTo>
                  <a:pt x="703" y="33514"/>
                </a:lnTo>
                <a:lnTo>
                  <a:pt x="545" y="32787"/>
                </a:lnTo>
                <a:lnTo>
                  <a:pt x="516" y="32641"/>
                </a:lnTo>
                <a:lnTo>
                  <a:pt x="382" y="31908"/>
                </a:lnTo>
                <a:lnTo>
                  <a:pt x="357" y="31761"/>
                </a:lnTo>
                <a:lnTo>
                  <a:pt x="247" y="31022"/>
                </a:lnTo>
                <a:lnTo>
                  <a:pt x="227" y="30874"/>
                </a:lnTo>
                <a:lnTo>
                  <a:pt x="141" y="30131"/>
                </a:lnTo>
                <a:lnTo>
                  <a:pt x="126" y="29981"/>
                </a:lnTo>
                <a:lnTo>
                  <a:pt x="65" y="29234"/>
                </a:lnTo>
                <a:lnTo>
                  <a:pt x="55" y="29084"/>
                </a:lnTo>
                <a:lnTo>
                  <a:pt x="17" y="28333"/>
                </a:lnTo>
                <a:lnTo>
                  <a:pt x="12" y="28182"/>
                </a:lnTo>
                <a:lnTo>
                  <a:pt x="0" y="27428"/>
                </a:lnTo>
                <a:lnTo>
                  <a:pt x="0" y="27277"/>
                </a:lnTo>
                <a:lnTo>
                  <a:pt x="12" y="26523"/>
                </a:lnTo>
                <a:lnTo>
                  <a:pt x="17" y="26372"/>
                </a:lnTo>
                <a:lnTo>
                  <a:pt x="55" y="25621"/>
                </a:lnTo>
                <a:lnTo>
                  <a:pt x="65" y="25471"/>
                </a:lnTo>
                <a:lnTo>
                  <a:pt x="126" y="24724"/>
                </a:lnTo>
                <a:lnTo>
                  <a:pt x="141" y="24575"/>
                </a:lnTo>
                <a:lnTo>
                  <a:pt x="227" y="23831"/>
                </a:lnTo>
                <a:lnTo>
                  <a:pt x="247" y="23683"/>
                </a:lnTo>
                <a:lnTo>
                  <a:pt x="357" y="22945"/>
                </a:lnTo>
                <a:lnTo>
                  <a:pt x="382" y="22797"/>
                </a:lnTo>
                <a:lnTo>
                  <a:pt x="516" y="22064"/>
                </a:lnTo>
                <a:lnTo>
                  <a:pt x="545" y="21918"/>
                </a:lnTo>
                <a:lnTo>
                  <a:pt x="703" y="21191"/>
                </a:lnTo>
                <a:lnTo>
                  <a:pt x="737" y="21046"/>
                </a:lnTo>
                <a:lnTo>
                  <a:pt x="918" y="20325"/>
                </a:lnTo>
                <a:lnTo>
                  <a:pt x="957" y="20182"/>
                </a:lnTo>
                <a:lnTo>
                  <a:pt x="1161" y="19468"/>
                </a:lnTo>
                <a:lnTo>
                  <a:pt x="1204" y="19326"/>
                </a:lnTo>
                <a:lnTo>
                  <a:pt x="1432" y="18620"/>
                </a:lnTo>
                <a:lnTo>
                  <a:pt x="1479" y="18480"/>
                </a:lnTo>
                <a:lnTo>
                  <a:pt x="1729" y="17782"/>
                </a:lnTo>
                <a:lnTo>
                  <a:pt x="1782" y="17643"/>
                </a:lnTo>
                <a:lnTo>
                  <a:pt x="2054" y="16953"/>
                </a:lnTo>
                <a:lnTo>
                  <a:pt x="2111" y="16817"/>
                </a:lnTo>
                <a:lnTo>
                  <a:pt x="2406" y="16136"/>
                </a:lnTo>
                <a:lnTo>
                  <a:pt x="2467" y="16001"/>
                </a:lnTo>
                <a:lnTo>
                  <a:pt x="2784" y="15331"/>
                </a:lnTo>
                <a:lnTo>
                  <a:pt x="2849" y="15198"/>
                </a:lnTo>
                <a:lnTo>
                  <a:pt x="3188" y="14538"/>
                </a:lnTo>
                <a:lnTo>
                  <a:pt x="3258" y="14407"/>
                </a:lnTo>
                <a:lnTo>
                  <a:pt x="3618" y="13758"/>
                </a:lnTo>
                <a:lnTo>
                  <a:pt x="3692" y="13629"/>
                </a:lnTo>
                <a:lnTo>
                  <a:pt x="4074" y="12991"/>
                </a:lnTo>
                <a:lnTo>
                  <a:pt x="4152" y="12865"/>
                </a:lnTo>
                <a:lnTo>
                  <a:pt x="4555" y="12239"/>
                </a:lnTo>
                <a:lnTo>
                  <a:pt x="4638" y="12115"/>
                </a:lnTo>
                <a:lnTo>
                  <a:pt x="5061" y="11502"/>
                </a:lnTo>
                <a:lnTo>
                  <a:pt x="5148" y="11381"/>
                </a:lnTo>
                <a:lnTo>
                  <a:pt x="5592" y="10781"/>
                </a:lnTo>
                <a:lnTo>
                  <a:pt x="5683" y="10662"/>
                </a:lnTo>
                <a:lnTo>
                  <a:pt x="6148" y="10076"/>
                </a:lnTo>
                <a:lnTo>
                  <a:pt x="6243" y="9960"/>
                </a:lnTo>
                <a:lnTo>
                  <a:pt x="6728" y="9387"/>
                </a:lnTo>
                <a:lnTo>
                  <a:pt x="6827" y="9274"/>
                </a:lnTo>
                <a:lnTo>
                  <a:pt x="7332" y="8717"/>
                </a:lnTo>
                <a:lnTo>
                  <a:pt x="7435" y="8607"/>
                </a:lnTo>
                <a:lnTo>
                  <a:pt x="7959" y="8065"/>
                </a:lnTo>
                <a:lnTo>
                  <a:pt x="8065" y="7959"/>
                </a:lnTo>
                <a:lnTo>
                  <a:pt x="8607" y="7435"/>
                </a:lnTo>
                <a:lnTo>
                  <a:pt x="8717" y="7332"/>
                </a:lnTo>
                <a:lnTo>
                  <a:pt x="9274" y="6827"/>
                </a:lnTo>
                <a:lnTo>
                  <a:pt x="9387" y="6728"/>
                </a:lnTo>
                <a:lnTo>
                  <a:pt x="9960" y="6243"/>
                </a:lnTo>
                <a:lnTo>
                  <a:pt x="10076" y="6148"/>
                </a:lnTo>
                <a:lnTo>
                  <a:pt x="10662" y="5683"/>
                </a:lnTo>
                <a:lnTo>
                  <a:pt x="10781" y="5592"/>
                </a:lnTo>
                <a:lnTo>
                  <a:pt x="11381" y="5148"/>
                </a:lnTo>
                <a:lnTo>
                  <a:pt x="11502" y="5061"/>
                </a:lnTo>
                <a:lnTo>
                  <a:pt x="12115" y="4638"/>
                </a:lnTo>
                <a:lnTo>
                  <a:pt x="12239" y="4555"/>
                </a:lnTo>
                <a:lnTo>
                  <a:pt x="12865" y="4152"/>
                </a:lnTo>
                <a:lnTo>
                  <a:pt x="12991" y="4074"/>
                </a:lnTo>
                <a:lnTo>
                  <a:pt x="13629" y="3692"/>
                </a:lnTo>
                <a:lnTo>
                  <a:pt x="13758" y="3618"/>
                </a:lnTo>
                <a:lnTo>
                  <a:pt x="14407" y="3258"/>
                </a:lnTo>
                <a:lnTo>
                  <a:pt x="14538" y="3188"/>
                </a:lnTo>
                <a:lnTo>
                  <a:pt x="15198" y="2849"/>
                </a:lnTo>
                <a:lnTo>
                  <a:pt x="15331" y="2784"/>
                </a:lnTo>
                <a:lnTo>
                  <a:pt x="16001" y="2467"/>
                </a:lnTo>
                <a:lnTo>
                  <a:pt x="16136" y="2406"/>
                </a:lnTo>
                <a:lnTo>
                  <a:pt x="16817" y="2111"/>
                </a:lnTo>
                <a:lnTo>
                  <a:pt x="16953" y="2054"/>
                </a:lnTo>
                <a:lnTo>
                  <a:pt x="17643" y="1782"/>
                </a:lnTo>
                <a:lnTo>
                  <a:pt x="17782" y="1729"/>
                </a:lnTo>
                <a:lnTo>
                  <a:pt x="18480" y="1479"/>
                </a:lnTo>
                <a:lnTo>
                  <a:pt x="18620" y="1432"/>
                </a:lnTo>
                <a:lnTo>
                  <a:pt x="19326" y="1204"/>
                </a:lnTo>
                <a:lnTo>
                  <a:pt x="19468" y="1161"/>
                </a:lnTo>
                <a:lnTo>
                  <a:pt x="20182" y="957"/>
                </a:lnTo>
                <a:lnTo>
                  <a:pt x="20325" y="918"/>
                </a:lnTo>
                <a:lnTo>
                  <a:pt x="21046" y="737"/>
                </a:lnTo>
                <a:lnTo>
                  <a:pt x="21191" y="703"/>
                </a:lnTo>
                <a:lnTo>
                  <a:pt x="21918" y="545"/>
                </a:lnTo>
                <a:lnTo>
                  <a:pt x="22064" y="516"/>
                </a:lnTo>
                <a:lnTo>
                  <a:pt x="22797" y="382"/>
                </a:lnTo>
                <a:lnTo>
                  <a:pt x="22945" y="357"/>
                </a:lnTo>
                <a:lnTo>
                  <a:pt x="23683" y="247"/>
                </a:lnTo>
                <a:lnTo>
                  <a:pt x="23831" y="227"/>
                </a:lnTo>
                <a:lnTo>
                  <a:pt x="24575" y="141"/>
                </a:lnTo>
                <a:lnTo>
                  <a:pt x="24724" y="126"/>
                </a:lnTo>
                <a:lnTo>
                  <a:pt x="25471" y="65"/>
                </a:lnTo>
                <a:lnTo>
                  <a:pt x="25621" y="55"/>
                </a:lnTo>
                <a:lnTo>
                  <a:pt x="26372" y="17"/>
                </a:lnTo>
                <a:lnTo>
                  <a:pt x="26523" y="12"/>
                </a:lnTo>
                <a:lnTo>
                  <a:pt x="27277" y="0"/>
                </a:lnTo>
                <a:lnTo>
                  <a:pt x="27350" y="0"/>
                </a:lnTo>
                <a:lnTo>
                  <a:pt x="27350" y="9118"/>
                </a:lnTo>
                <a:lnTo>
                  <a:pt x="26749" y="9128"/>
                </a:lnTo>
                <a:lnTo>
                  <a:pt x="26148" y="9157"/>
                </a:lnTo>
                <a:lnTo>
                  <a:pt x="25550" y="9207"/>
                </a:lnTo>
                <a:lnTo>
                  <a:pt x="24956" y="9276"/>
                </a:lnTo>
                <a:lnTo>
                  <a:pt x="24365" y="9364"/>
                </a:lnTo>
                <a:lnTo>
                  <a:pt x="23779" y="9471"/>
                </a:lnTo>
                <a:lnTo>
                  <a:pt x="23197" y="9598"/>
                </a:lnTo>
                <a:lnTo>
                  <a:pt x="22621" y="9742"/>
                </a:lnTo>
                <a:lnTo>
                  <a:pt x="22050" y="9906"/>
                </a:lnTo>
                <a:lnTo>
                  <a:pt x="21485" y="10088"/>
                </a:lnTo>
                <a:lnTo>
                  <a:pt x="20926" y="10288"/>
                </a:lnTo>
                <a:lnTo>
                  <a:pt x="20375" y="10506"/>
                </a:lnTo>
                <a:lnTo>
                  <a:pt x="19830" y="10742"/>
                </a:lnTo>
                <a:lnTo>
                  <a:pt x="19294" y="10995"/>
                </a:lnTo>
                <a:lnTo>
                  <a:pt x="18766" y="11266"/>
                </a:lnTo>
                <a:lnTo>
                  <a:pt x="18247" y="11554"/>
                </a:lnTo>
                <a:lnTo>
                  <a:pt x="17737" y="11860"/>
                </a:lnTo>
                <a:lnTo>
                  <a:pt x="17236" y="12182"/>
                </a:lnTo>
                <a:lnTo>
                  <a:pt x="16746" y="12521"/>
                </a:lnTo>
                <a:lnTo>
                  <a:pt x="16266" y="12876"/>
                </a:lnTo>
                <a:lnTo>
                  <a:pt x="15797" y="13247"/>
                </a:lnTo>
                <a:lnTo>
                  <a:pt x="15339" y="13635"/>
                </a:lnTo>
                <a:lnTo>
                  <a:pt x="14893" y="14039"/>
                </a:lnTo>
                <a:lnTo>
                  <a:pt x="14459" y="14459"/>
                </a:lnTo>
                <a:lnTo>
                  <a:pt x="14039" y="14893"/>
                </a:lnTo>
                <a:lnTo>
                  <a:pt x="13635" y="15339"/>
                </a:lnTo>
                <a:lnTo>
                  <a:pt x="13247" y="15797"/>
                </a:lnTo>
                <a:lnTo>
                  <a:pt x="12876" y="16266"/>
                </a:lnTo>
                <a:lnTo>
                  <a:pt x="12521" y="16746"/>
                </a:lnTo>
                <a:lnTo>
                  <a:pt x="12182" y="17236"/>
                </a:lnTo>
                <a:lnTo>
                  <a:pt x="11860" y="17737"/>
                </a:lnTo>
                <a:lnTo>
                  <a:pt x="11554" y="18247"/>
                </a:lnTo>
                <a:lnTo>
                  <a:pt x="11266" y="18766"/>
                </a:lnTo>
                <a:lnTo>
                  <a:pt x="10995" y="19294"/>
                </a:lnTo>
                <a:lnTo>
                  <a:pt x="10742" y="19830"/>
                </a:lnTo>
                <a:lnTo>
                  <a:pt x="10506" y="20375"/>
                </a:lnTo>
                <a:lnTo>
                  <a:pt x="10288" y="20926"/>
                </a:lnTo>
                <a:lnTo>
                  <a:pt x="10088" y="21485"/>
                </a:lnTo>
                <a:lnTo>
                  <a:pt x="9906" y="22050"/>
                </a:lnTo>
                <a:lnTo>
                  <a:pt x="9742" y="22621"/>
                </a:lnTo>
                <a:lnTo>
                  <a:pt x="9598" y="23197"/>
                </a:lnTo>
                <a:lnTo>
                  <a:pt x="9471" y="23779"/>
                </a:lnTo>
                <a:lnTo>
                  <a:pt x="9364" y="24365"/>
                </a:lnTo>
                <a:lnTo>
                  <a:pt x="9276" y="24956"/>
                </a:lnTo>
                <a:lnTo>
                  <a:pt x="9207" y="25550"/>
                </a:lnTo>
                <a:lnTo>
                  <a:pt x="9157" y="26148"/>
                </a:lnTo>
                <a:lnTo>
                  <a:pt x="9128" y="26749"/>
                </a:lnTo>
                <a:lnTo>
                  <a:pt x="9118" y="27353"/>
                </a:lnTo>
                <a:lnTo>
                  <a:pt x="9128" y="27956"/>
                </a:lnTo>
                <a:lnTo>
                  <a:pt x="9157" y="28557"/>
                </a:lnTo>
                <a:lnTo>
                  <a:pt x="9207" y="29155"/>
                </a:lnTo>
                <a:lnTo>
                  <a:pt x="9276" y="29750"/>
                </a:lnTo>
                <a:lnTo>
                  <a:pt x="9364" y="30340"/>
                </a:lnTo>
                <a:lnTo>
                  <a:pt x="9471" y="30927"/>
                </a:lnTo>
                <a:lnTo>
                  <a:pt x="9598" y="31508"/>
                </a:lnTo>
                <a:lnTo>
                  <a:pt x="9742" y="32085"/>
                </a:lnTo>
                <a:lnTo>
                  <a:pt x="9906" y="32656"/>
                </a:lnTo>
                <a:lnTo>
                  <a:pt x="10088" y="33221"/>
                </a:lnTo>
                <a:lnTo>
                  <a:pt x="10288" y="33779"/>
                </a:lnTo>
                <a:lnTo>
                  <a:pt x="10506" y="34331"/>
                </a:lnTo>
                <a:lnTo>
                  <a:pt x="10742" y="34875"/>
                </a:lnTo>
                <a:lnTo>
                  <a:pt x="10995" y="35411"/>
                </a:lnTo>
                <a:lnTo>
                  <a:pt x="11266" y="35940"/>
                </a:lnTo>
                <a:lnTo>
                  <a:pt x="11554" y="36459"/>
                </a:lnTo>
                <a:lnTo>
                  <a:pt x="11860" y="36969"/>
                </a:lnTo>
                <a:lnTo>
                  <a:pt x="12182" y="37470"/>
                </a:lnTo>
                <a:lnTo>
                  <a:pt x="12521" y="37960"/>
                </a:lnTo>
                <a:lnTo>
                  <a:pt x="12876" y="38440"/>
                </a:lnTo>
                <a:lnTo>
                  <a:pt x="13248" y="38909"/>
                </a:lnTo>
                <a:lnTo>
                  <a:pt x="13636" y="39367"/>
                </a:lnTo>
                <a:lnTo>
                  <a:pt x="14039" y="39813"/>
                </a:lnTo>
                <a:lnTo>
                  <a:pt x="14459" y="40247"/>
                </a:lnTo>
                <a:lnTo>
                  <a:pt x="14893" y="40667"/>
                </a:lnTo>
                <a:lnTo>
                  <a:pt x="15339" y="41070"/>
                </a:lnTo>
                <a:lnTo>
                  <a:pt x="15797" y="41458"/>
                </a:lnTo>
                <a:lnTo>
                  <a:pt x="16266" y="41830"/>
                </a:lnTo>
                <a:lnTo>
                  <a:pt x="16745" y="42185"/>
                </a:lnTo>
                <a:lnTo>
                  <a:pt x="17236" y="42524"/>
                </a:lnTo>
                <a:lnTo>
                  <a:pt x="17736" y="42846"/>
                </a:lnTo>
                <a:lnTo>
                  <a:pt x="18247" y="43151"/>
                </a:lnTo>
                <a:lnTo>
                  <a:pt x="18766" y="43439"/>
                </a:lnTo>
                <a:lnTo>
                  <a:pt x="19294" y="43710"/>
                </a:lnTo>
                <a:lnTo>
                  <a:pt x="19830" y="43964"/>
                </a:lnTo>
                <a:lnTo>
                  <a:pt x="20374" y="44199"/>
                </a:lnTo>
                <a:lnTo>
                  <a:pt x="20926" y="44417"/>
                </a:lnTo>
                <a:lnTo>
                  <a:pt x="21484" y="44617"/>
                </a:lnTo>
                <a:lnTo>
                  <a:pt x="22049" y="44799"/>
                </a:lnTo>
                <a:lnTo>
                  <a:pt x="22620" y="44963"/>
                </a:lnTo>
                <a:lnTo>
                  <a:pt x="23197" y="45108"/>
                </a:lnTo>
                <a:lnTo>
                  <a:pt x="23779" y="45234"/>
                </a:lnTo>
                <a:lnTo>
                  <a:pt x="24365" y="45341"/>
                </a:lnTo>
                <a:lnTo>
                  <a:pt x="24956" y="45429"/>
                </a:lnTo>
                <a:lnTo>
                  <a:pt x="25550" y="45498"/>
                </a:lnTo>
                <a:lnTo>
                  <a:pt x="26148" y="45548"/>
                </a:lnTo>
                <a:lnTo>
                  <a:pt x="26749" y="45578"/>
                </a:lnTo>
                <a:lnTo>
                  <a:pt x="27350" y="45588"/>
                </a:lnTo>
                <a:lnTo>
                  <a:pt x="27350" y="54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E3AA3-0BA4-49B3-A4DC-CF9520C7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4028188"/>
            <a:ext cx="5238014" cy="10"/>
          </a:xfrm>
          <a:custGeom xmlns:a="http://schemas.openxmlformats.org/drawingml/2006/main">
            <a:pathLst>
              <a:path w="5238014" h="1" fill="none">
                <a:moveTo>
                  <a:pt x="0" y="0"/>
                </a:moveTo>
                <a:lnTo>
                  <a:pt x="5238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18" cap="flat">
            <a:solidFill>
              <a:srgbClr val="FF0000"/>
            </a:solidFill>
            <a:custDash>
              <a:ds d="370000" sp="160000"/>
            </a:custDash>
            <a:round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3BBE0-DE02-47B1-9F94-48B92E7E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08" y="2540188"/>
            <a:ext cx="5238014" cy="1925646"/>
          </a:xfrm>
          <a:custGeom xmlns:a="http://schemas.openxmlformats.org/drawingml/2006/main">
            <a:pathLst>
              <a:path w="5238014" h="1925646" fill="none">
                <a:moveTo>
                  <a:pt x="0" y="1925646"/>
                </a:moveTo>
                <a:lnTo>
                  <a:pt x="5238014" y="1925646"/>
                </a:lnTo>
                <a:lnTo>
                  <a:pt x="5238014" y="0"/>
                </a:lnTo>
                <a:lnTo>
                  <a:pt x="0" y="0"/>
                </a:lnTo>
                <a:lnTo>
                  <a:pt x="0" y="19256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7F7F7F"/>
            </a:solidFill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2FBC4-A4FA-47E6-ABF8-2125A0AF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23" y="4734589"/>
            <a:ext cx="108890" cy="139816"/>
          </a:xfrm>
          <a:custGeom xmlns:a="http://schemas.openxmlformats.org/drawingml/2006/main">
            <a:pathLst>
              <a:path w="108890" h="139816">
                <a:moveTo>
                  <a:pt x="108890" y="12778"/>
                </a:moveTo>
                <a:lnTo>
                  <a:pt x="108890" y="32037"/>
                </a:lnTo>
                <a:cubicBezTo>
                  <a:pt x="102593" y="26482"/>
                  <a:pt x="96112" y="22222"/>
                  <a:pt x="89074" y="19259"/>
                </a:cubicBezTo>
                <a:cubicBezTo>
                  <a:pt x="82038" y="16482"/>
                  <a:pt x="74815" y="15000"/>
                  <a:pt x="67037" y="15000"/>
                </a:cubicBezTo>
                <a:cubicBezTo>
                  <a:pt x="51482" y="15000"/>
                  <a:pt x="39630" y="19815"/>
                  <a:pt x="31482" y="29259"/>
                </a:cubicBezTo>
                <a:cubicBezTo>
                  <a:pt x="23333" y="38704"/>
                  <a:pt x="19259" y="52223"/>
                  <a:pt x="19259" y="70001"/>
                </a:cubicBezTo>
                <a:cubicBezTo>
                  <a:pt x="19259" y="87778"/>
                  <a:pt x="23333" y="101482"/>
                  <a:pt x="31482" y="110927"/>
                </a:cubicBezTo>
                <a:cubicBezTo>
                  <a:pt x="39630" y="120371"/>
                  <a:pt x="51482" y="125001"/>
                  <a:pt x="67037" y="125001"/>
                </a:cubicBezTo>
                <a:cubicBezTo>
                  <a:pt x="74815" y="125001"/>
                  <a:pt x="82038" y="123705"/>
                  <a:pt x="89074" y="120742"/>
                </a:cubicBezTo>
                <a:cubicBezTo>
                  <a:pt x="96112" y="117964"/>
                  <a:pt x="102593" y="113705"/>
                  <a:pt x="108890" y="107964"/>
                </a:cubicBezTo>
                <a:lnTo>
                  <a:pt x="108890" y="127038"/>
                </a:lnTo>
                <a:cubicBezTo>
                  <a:pt x="102408" y="131483"/>
                  <a:pt x="95556" y="134631"/>
                  <a:pt x="88519" y="136668"/>
                </a:cubicBezTo>
                <a:cubicBezTo>
                  <a:pt x="81482" y="138705"/>
                  <a:pt x="73889" y="139816"/>
                  <a:pt x="65926" y="139816"/>
                </a:cubicBezTo>
                <a:cubicBezTo>
                  <a:pt x="45556" y="139816"/>
                  <a:pt x="29444" y="133705"/>
                  <a:pt x="17592" y="121297"/>
                </a:cubicBezTo>
                <a:cubicBezTo>
                  <a:pt x="5741" y="108890"/>
                  <a:pt x="0" y="91853"/>
                  <a:pt x="0" y="70001"/>
                </a:cubicBezTo>
                <a:cubicBezTo>
                  <a:pt x="0" y="48334"/>
                  <a:pt x="5741" y="31297"/>
                  <a:pt x="17592" y="18704"/>
                </a:cubicBezTo>
                <a:cubicBezTo>
                  <a:pt x="29444" y="6296"/>
                  <a:pt x="45556" y="0"/>
                  <a:pt x="65926" y="0"/>
                </a:cubicBezTo>
                <a:cubicBezTo>
                  <a:pt x="74075" y="0"/>
                  <a:pt x="81667" y="1111"/>
                  <a:pt x="88704" y="3148"/>
                </a:cubicBezTo>
                <a:cubicBezTo>
                  <a:pt x="95741" y="5370"/>
                  <a:pt x="102593" y="8519"/>
                  <a:pt x="108890" y="127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4117C-B86F-4622-9156-2D6E7DD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65" y="4731256"/>
            <a:ext cx="84815" cy="140742"/>
          </a:xfrm>
          <a:custGeom xmlns:a="http://schemas.openxmlformats.org/drawingml/2006/main">
            <a:pathLst>
              <a:path w="84815" h="140742">
                <a:moveTo>
                  <a:pt x="84815" y="79630"/>
                </a:moveTo>
                <a:lnTo>
                  <a:pt x="84815" y="140742"/>
                </a:lnTo>
                <a:lnTo>
                  <a:pt x="68148" y="140742"/>
                </a:lnTo>
                <a:lnTo>
                  <a:pt x="68148" y="80186"/>
                </a:lnTo>
                <a:cubicBezTo>
                  <a:pt x="68148" y="70556"/>
                  <a:pt x="66111" y="63519"/>
                  <a:pt x="62408" y="58704"/>
                </a:cubicBezTo>
                <a:cubicBezTo>
                  <a:pt x="58704" y="53889"/>
                  <a:pt x="53148" y="51482"/>
                  <a:pt x="45741" y="51482"/>
                </a:cubicBezTo>
                <a:cubicBezTo>
                  <a:pt x="36667" y="51482"/>
                  <a:pt x="29630" y="54445"/>
                  <a:pt x="24445" y="60186"/>
                </a:cubicBezTo>
                <a:cubicBezTo>
                  <a:pt x="19259" y="65926"/>
                  <a:pt x="16667" y="73704"/>
                  <a:pt x="16667" y="83519"/>
                </a:cubicBezTo>
                <a:lnTo>
                  <a:pt x="16667" y="140742"/>
                </a:lnTo>
                <a:lnTo>
                  <a:pt x="0" y="140742"/>
                </a:lnTo>
                <a:lnTo>
                  <a:pt x="0" y="0"/>
                </a:lnTo>
                <a:lnTo>
                  <a:pt x="16667" y="0"/>
                </a:lnTo>
                <a:lnTo>
                  <a:pt x="16667" y="55186"/>
                </a:lnTo>
                <a:cubicBezTo>
                  <a:pt x="20556" y="49260"/>
                  <a:pt x="25185" y="44630"/>
                  <a:pt x="30741" y="41667"/>
                </a:cubicBezTo>
                <a:cubicBezTo>
                  <a:pt x="36111" y="38704"/>
                  <a:pt x="42407" y="37037"/>
                  <a:pt x="49445" y="37037"/>
                </a:cubicBezTo>
                <a:cubicBezTo>
                  <a:pt x="60926" y="37037"/>
                  <a:pt x="69815" y="40741"/>
                  <a:pt x="75741" y="47963"/>
                </a:cubicBezTo>
                <a:cubicBezTo>
                  <a:pt x="81667" y="55186"/>
                  <a:pt x="84815" y="65741"/>
                  <a:pt x="84815" y="796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114B8-E77F-4B30-BF14-9BE44A56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406" y="4768293"/>
            <a:ext cx="93889" cy="106112"/>
          </a:xfrm>
          <a:custGeom xmlns:a="http://schemas.openxmlformats.org/drawingml/2006/main">
            <a:pathLst>
              <a:path w="93889" h="106112">
                <a:moveTo>
                  <a:pt x="93889" y="48889"/>
                </a:moveTo>
                <a:lnTo>
                  <a:pt x="93889" y="57038"/>
                </a:lnTo>
                <a:lnTo>
                  <a:pt x="17407" y="57038"/>
                </a:lnTo>
                <a:cubicBezTo>
                  <a:pt x="18148" y="68519"/>
                  <a:pt x="21482" y="77408"/>
                  <a:pt x="27778" y="83334"/>
                </a:cubicBezTo>
                <a:cubicBezTo>
                  <a:pt x="33889" y="89260"/>
                  <a:pt x="42407" y="92223"/>
                  <a:pt x="53519" y="92223"/>
                </a:cubicBezTo>
                <a:cubicBezTo>
                  <a:pt x="59815" y="92223"/>
                  <a:pt x="66111" y="91482"/>
                  <a:pt x="72038" y="90001"/>
                </a:cubicBezTo>
                <a:cubicBezTo>
                  <a:pt x="77963" y="88519"/>
                  <a:pt x="84075" y="86112"/>
                  <a:pt x="90001" y="82778"/>
                </a:cubicBezTo>
                <a:lnTo>
                  <a:pt x="90001" y="98519"/>
                </a:lnTo>
                <a:cubicBezTo>
                  <a:pt x="84075" y="101112"/>
                  <a:pt x="77963" y="103149"/>
                  <a:pt x="71667" y="104260"/>
                </a:cubicBezTo>
                <a:cubicBezTo>
                  <a:pt x="65371" y="105371"/>
                  <a:pt x="58889" y="106112"/>
                  <a:pt x="52593" y="106112"/>
                </a:cubicBezTo>
                <a:cubicBezTo>
                  <a:pt x="36297" y="106112"/>
                  <a:pt x="23519" y="101482"/>
                  <a:pt x="14074" y="92223"/>
                </a:cubicBezTo>
                <a:cubicBezTo>
                  <a:pt x="4629" y="82964"/>
                  <a:pt x="0" y="70186"/>
                  <a:pt x="0" y="54075"/>
                </a:cubicBezTo>
                <a:cubicBezTo>
                  <a:pt x="0" y="37593"/>
                  <a:pt x="4444" y="24445"/>
                  <a:pt x="13333" y="14630"/>
                </a:cubicBezTo>
                <a:cubicBezTo>
                  <a:pt x="22222" y="5000"/>
                  <a:pt x="34445" y="0"/>
                  <a:pt x="49630" y="0"/>
                </a:cubicBezTo>
                <a:cubicBezTo>
                  <a:pt x="63334" y="0"/>
                  <a:pt x="74075" y="4444"/>
                  <a:pt x="82038" y="13148"/>
                </a:cubicBezTo>
                <a:cubicBezTo>
                  <a:pt x="89816" y="22037"/>
                  <a:pt x="93889" y="33889"/>
                  <a:pt x="93889" y="48889"/>
                </a:cubicBezTo>
                <a:close/>
                <a:moveTo>
                  <a:pt x="77223" y="44074"/>
                </a:moveTo>
                <a:cubicBezTo>
                  <a:pt x="77038" y="35000"/>
                  <a:pt x="74445" y="27778"/>
                  <a:pt x="69630" y="22222"/>
                </a:cubicBezTo>
                <a:cubicBezTo>
                  <a:pt x="64630" y="16852"/>
                  <a:pt x="57963" y="14074"/>
                  <a:pt x="49815" y="14074"/>
                </a:cubicBezTo>
                <a:cubicBezTo>
                  <a:pt x="40556" y="14074"/>
                  <a:pt x="33148" y="16852"/>
                  <a:pt x="27593" y="22037"/>
                </a:cubicBezTo>
                <a:cubicBezTo>
                  <a:pt x="22037" y="27222"/>
                  <a:pt x="18704" y="34630"/>
                  <a:pt x="17963" y="44074"/>
                </a:cubicBezTo>
                <a:lnTo>
                  <a:pt x="77223" y="44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8434B-696C-4EA5-A74A-4D947604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296" y="4768293"/>
            <a:ext cx="80186" cy="106112"/>
          </a:xfrm>
          <a:custGeom xmlns:a="http://schemas.openxmlformats.org/drawingml/2006/main">
            <a:pathLst>
              <a:path w="80186" h="106112">
                <a:moveTo>
                  <a:pt x="80186" y="6296"/>
                </a:moveTo>
                <a:lnTo>
                  <a:pt x="80186" y="21852"/>
                </a:lnTo>
                <a:cubicBezTo>
                  <a:pt x="75371" y="19259"/>
                  <a:pt x="70741" y="17408"/>
                  <a:pt x="65926" y="16111"/>
                </a:cubicBezTo>
                <a:cubicBezTo>
                  <a:pt x="61112" y="14815"/>
                  <a:pt x="56482" y="14074"/>
                  <a:pt x="51667" y="14074"/>
                </a:cubicBezTo>
                <a:cubicBezTo>
                  <a:pt x="40926" y="14074"/>
                  <a:pt x="32407" y="17593"/>
                  <a:pt x="26481" y="24445"/>
                </a:cubicBezTo>
                <a:cubicBezTo>
                  <a:pt x="20556" y="31297"/>
                  <a:pt x="17592" y="40926"/>
                  <a:pt x="17592" y="53149"/>
                </a:cubicBezTo>
                <a:cubicBezTo>
                  <a:pt x="17592" y="65556"/>
                  <a:pt x="20556" y="75186"/>
                  <a:pt x="26481" y="82038"/>
                </a:cubicBezTo>
                <a:cubicBezTo>
                  <a:pt x="32407" y="88890"/>
                  <a:pt x="40926" y="92223"/>
                  <a:pt x="51667" y="92223"/>
                </a:cubicBezTo>
                <a:cubicBezTo>
                  <a:pt x="56482" y="92223"/>
                  <a:pt x="61112" y="91667"/>
                  <a:pt x="65926" y="90371"/>
                </a:cubicBezTo>
                <a:cubicBezTo>
                  <a:pt x="70741" y="89075"/>
                  <a:pt x="75371" y="87038"/>
                  <a:pt x="80186" y="84445"/>
                </a:cubicBezTo>
                <a:lnTo>
                  <a:pt x="80186" y="99816"/>
                </a:lnTo>
                <a:cubicBezTo>
                  <a:pt x="75371" y="102038"/>
                  <a:pt x="70556" y="103705"/>
                  <a:pt x="65741" y="104631"/>
                </a:cubicBezTo>
                <a:cubicBezTo>
                  <a:pt x="60741" y="105556"/>
                  <a:pt x="55371" y="106112"/>
                  <a:pt x="49815" y="106112"/>
                </a:cubicBezTo>
                <a:cubicBezTo>
                  <a:pt x="34630" y="106112"/>
                  <a:pt x="22408" y="101482"/>
                  <a:pt x="13518" y="91853"/>
                </a:cubicBezTo>
                <a:cubicBezTo>
                  <a:pt x="4444" y="82408"/>
                  <a:pt x="0" y="69445"/>
                  <a:pt x="0" y="53149"/>
                </a:cubicBezTo>
                <a:cubicBezTo>
                  <a:pt x="0" y="36667"/>
                  <a:pt x="4444" y="23704"/>
                  <a:pt x="13518" y="14259"/>
                </a:cubicBezTo>
                <a:cubicBezTo>
                  <a:pt x="22593" y="4815"/>
                  <a:pt x="35000" y="0"/>
                  <a:pt x="50926" y="0"/>
                </a:cubicBezTo>
                <a:cubicBezTo>
                  <a:pt x="56111" y="0"/>
                  <a:pt x="61112" y="556"/>
                  <a:pt x="65926" y="1667"/>
                </a:cubicBezTo>
                <a:cubicBezTo>
                  <a:pt x="70741" y="2778"/>
                  <a:pt x="75556" y="4259"/>
                  <a:pt x="80186" y="62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66039-4BC8-4BC0-9561-9BB21BE0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816" y="4731256"/>
            <a:ext cx="89816" cy="140742"/>
          </a:xfrm>
          <a:custGeom xmlns:a="http://schemas.openxmlformats.org/drawingml/2006/main">
            <a:pathLst>
              <a:path w="89816" h="140742">
                <a:moveTo>
                  <a:pt x="0" y="0"/>
                </a:moveTo>
                <a:lnTo>
                  <a:pt x="16667" y="0"/>
                </a:lnTo>
                <a:lnTo>
                  <a:pt x="16667" y="83149"/>
                </a:lnTo>
                <a:lnTo>
                  <a:pt x="66297" y="39445"/>
                </a:lnTo>
                <a:lnTo>
                  <a:pt x="87593" y="39445"/>
                </a:lnTo>
                <a:lnTo>
                  <a:pt x="33889" y="86853"/>
                </a:lnTo>
                <a:lnTo>
                  <a:pt x="89816" y="140742"/>
                </a:lnTo>
                <a:lnTo>
                  <a:pt x="68148" y="140742"/>
                </a:lnTo>
                <a:lnTo>
                  <a:pt x="16667" y="91297"/>
                </a:lnTo>
                <a:lnTo>
                  <a:pt x="16667" y="140742"/>
                </a:lnTo>
                <a:lnTo>
                  <a:pt x="0" y="1407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335DE-E6F2-4726-A3C9-61CFD598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038" y="4768293"/>
            <a:ext cx="90556" cy="142038"/>
          </a:xfrm>
          <a:custGeom xmlns:a="http://schemas.openxmlformats.org/drawingml/2006/main">
            <a:pathLst>
              <a:path w="90556" h="142038">
                <a:moveTo>
                  <a:pt x="16667" y="88519"/>
                </a:moveTo>
                <a:lnTo>
                  <a:pt x="16667" y="142038"/>
                </a:lnTo>
                <a:lnTo>
                  <a:pt x="0" y="142038"/>
                </a:lnTo>
                <a:lnTo>
                  <a:pt x="0" y="2407"/>
                </a:lnTo>
                <a:lnTo>
                  <a:pt x="16667" y="2407"/>
                </a:lnTo>
                <a:lnTo>
                  <a:pt x="16667" y="17778"/>
                </a:lnTo>
                <a:cubicBezTo>
                  <a:pt x="20000" y="11852"/>
                  <a:pt x="24445" y="7407"/>
                  <a:pt x="29815" y="4444"/>
                </a:cubicBezTo>
                <a:cubicBezTo>
                  <a:pt x="35185" y="1481"/>
                  <a:pt x="41667" y="0"/>
                  <a:pt x="49074" y="0"/>
                </a:cubicBezTo>
                <a:cubicBezTo>
                  <a:pt x="61297" y="0"/>
                  <a:pt x="71297" y="5000"/>
                  <a:pt x="79075" y="14630"/>
                </a:cubicBezTo>
                <a:cubicBezTo>
                  <a:pt x="86667" y="24445"/>
                  <a:pt x="90556" y="37223"/>
                  <a:pt x="90556" y="53149"/>
                </a:cubicBezTo>
                <a:cubicBezTo>
                  <a:pt x="90556" y="69075"/>
                  <a:pt x="86667" y="82038"/>
                  <a:pt x="79075" y="91667"/>
                </a:cubicBezTo>
                <a:cubicBezTo>
                  <a:pt x="71297" y="101297"/>
                  <a:pt x="61297" y="106112"/>
                  <a:pt x="49074" y="106112"/>
                </a:cubicBezTo>
                <a:cubicBezTo>
                  <a:pt x="41667" y="106112"/>
                  <a:pt x="35185" y="104631"/>
                  <a:pt x="29815" y="101853"/>
                </a:cubicBezTo>
                <a:cubicBezTo>
                  <a:pt x="24445" y="99075"/>
                  <a:pt x="20000" y="94630"/>
                  <a:pt x="16667" y="88519"/>
                </a:cubicBezTo>
                <a:close/>
                <a:moveTo>
                  <a:pt x="73334" y="53149"/>
                </a:moveTo>
                <a:cubicBezTo>
                  <a:pt x="73334" y="40926"/>
                  <a:pt x="70742" y="31482"/>
                  <a:pt x="65741" y="24445"/>
                </a:cubicBezTo>
                <a:cubicBezTo>
                  <a:pt x="60556" y="17408"/>
                  <a:pt x="53704" y="13889"/>
                  <a:pt x="45001" y="13889"/>
                </a:cubicBezTo>
                <a:cubicBezTo>
                  <a:pt x="36111" y="13889"/>
                  <a:pt x="29260" y="17408"/>
                  <a:pt x="24259" y="24445"/>
                </a:cubicBezTo>
                <a:cubicBezTo>
                  <a:pt x="19074" y="31482"/>
                  <a:pt x="16667" y="40926"/>
                  <a:pt x="16667" y="53149"/>
                </a:cubicBezTo>
                <a:cubicBezTo>
                  <a:pt x="16667" y="65371"/>
                  <a:pt x="19074" y="75001"/>
                  <a:pt x="24259" y="82038"/>
                </a:cubicBezTo>
                <a:cubicBezTo>
                  <a:pt x="29260" y="89075"/>
                  <a:pt x="36111" y="92408"/>
                  <a:pt x="45001" y="92408"/>
                </a:cubicBezTo>
                <a:cubicBezTo>
                  <a:pt x="53704" y="92408"/>
                  <a:pt x="60556" y="89075"/>
                  <a:pt x="65741" y="82038"/>
                </a:cubicBezTo>
                <a:cubicBezTo>
                  <a:pt x="70742" y="75001"/>
                  <a:pt x="73334" y="65371"/>
                  <a:pt x="73334" y="531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F6D7B-07F7-4EB0-A977-A4DBA848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965" y="4768293"/>
            <a:ext cx="92964" cy="106112"/>
          </a:xfrm>
          <a:custGeom xmlns:a="http://schemas.openxmlformats.org/drawingml/2006/main">
            <a:pathLst>
              <a:path w="92964" h="106112">
                <a:moveTo>
                  <a:pt x="46482" y="14074"/>
                </a:moveTo>
                <a:cubicBezTo>
                  <a:pt x="37593" y="14074"/>
                  <a:pt x="30556" y="17593"/>
                  <a:pt x="25371" y="24630"/>
                </a:cubicBezTo>
                <a:cubicBezTo>
                  <a:pt x="20186" y="31667"/>
                  <a:pt x="17593" y="41111"/>
                  <a:pt x="17593" y="53149"/>
                </a:cubicBezTo>
                <a:cubicBezTo>
                  <a:pt x="17593" y="65371"/>
                  <a:pt x="20000" y="74815"/>
                  <a:pt x="25185" y="81853"/>
                </a:cubicBezTo>
                <a:cubicBezTo>
                  <a:pt x="30371" y="88890"/>
                  <a:pt x="37408" y="92223"/>
                  <a:pt x="46482" y="92223"/>
                </a:cubicBezTo>
                <a:cubicBezTo>
                  <a:pt x="55371" y="92223"/>
                  <a:pt x="62408" y="88890"/>
                  <a:pt x="67593" y="81853"/>
                </a:cubicBezTo>
                <a:cubicBezTo>
                  <a:pt x="72779" y="74815"/>
                  <a:pt x="75371" y="65371"/>
                  <a:pt x="75371" y="53149"/>
                </a:cubicBezTo>
                <a:cubicBezTo>
                  <a:pt x="75371" y="41297"/>
                  <a:pt x="72779" y="31667"/>
                  <a:pt x="67593" y="24630"/>
                </a:cubicBezTo>
                <a:cubicBezTo>
                  <a:pt x="62408" y="17593"/>
                  <a:pt x="55371" y="14074"/>
                  <a:pt x="46482" y="14074"/>
                </a:cubicBezTo>
                <a:close/>
                <a:moveTo>
                  <a:pt x="46482" y="0"/>
                </a:moveTo>
                <a:cubicBezTo>
                  <a:pt x="60926" y="0"/>
                  <a:pt x="72223" y="4815"/>
                  <a:pt x="80556" y="14074"/>
                </a:cubicBezTo>
                <a:cubicBezTo>
                  <a:pt x="88705" y="23519"/>
                  <a:pt x="92964" y="36482"/>
                  <a:pt x="92964" y="53149"/>
                </a:cubicBezTo>
                <a:cubicBezTo>
                  <a:pt x="92964" y="69815"/>
                  <a:pt x="88705" y="82778"/>
                  <a:pt x="80556" y="92038"/>
                </a:cubicBezTo>
                <a:cubicBezTo>
                  <a:pt x="72223" y="101482"/>
                  <a:pt x="60926" y="106112"/>
                  <a:pt x="46482" y="106112"/>
                </a:cubicBezTo>
                <a:cubicBezTo>
                  <a:pt x="31852" y="106112"/>
                  <a:pt x="20371" y="101482"/>
                  <a:pt x="12222" y="92038"/>
                </a:cubicBezTo>
                <a:cubicBezTo>
                  <a:pt x="4074" y="82778"/>
                  <a:pt x="0" y="69815"/>
                  <a:pt x="0" y="53149"/>
                </a:cubicBezTo>
                <a:cubicBezTo>
                  <a:pt x="0" y="36482"/>
                  <a:pt x="4074" y="23519"/>
                  <a:pt x="12222" y="14074"/>
                </a:cubicBezTo>
                <a:cubicBezTo>
                  <a:pt x="20371" y="4815"/>
                  <a:pt x="31852" y="0"/>
                  <a:pt x="464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7F8AE-D9AC-4ED9-A3FD-BF41C88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22" y="4731256"/>
            <a:ext cx="16667" cy="140742"/>
          </a:xfrm>
          <a:custGeom xmlns:a="http://schemas.openxmlformats.org/drawingml/2006/main">
            <a:pathLst>
              <a:path w="16667" h="140742">
                <a:moveTo>
                  <a:pt x="0" y="39445"/>
                </a:moveTo>
                <a:lnTo>
                  <a:pt x="16667" y="39445"/>
                </a:lnTo>
                <a:lnTo>
                  <a:pt x="16667" y="140742"/>
                </a:lnTo>
                <a:lnTo>
                  <a:pt x="0" y="140742"/>
                </a:lnTo>
                <a:lnTo>
                  <a:pt x="0" y="39445"/>
                </a:lnTo>
                <a:close/>
                <a:moveTo>
                  <a:pt x="0" y="0"/>
                </a:moveTo>
                <a:lnTo>
                  <a:pt x="16667" y="0"/>
                </a:lnTo>
                <a:lnTo>
                  <a:pt x="16667" y="21111"/>
                </a:lnTo>
                <a:lnTo>
                  <a:pt x="0" y="21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4D8E1-851B-4971-891F-4BC0044B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449" y="4768293"/>
            <a:ext cx="84815" cy="103705"/>
          </a:xfrm>
          <a:custGeom xmlns:a="http://schemas.openxmlformats.org/drawingml/2006/main">
            <a:pathLst>
              <a:path w="84815" h="103705">
                <a:moveTo>
                  <a:pt x="84815" y="42593"/>
                </a:moveTo>
                <a:lnTo>
                  <a:pt x="84815" y="103705"/>
                </a:lnTo>
                <a:lnTo>
                  <a:pt x="68148" y="103705"/>
                </a:lnTo>
                <a:lnTo>
                  <a:pt x="68148" y="43148"/>
                </a:lnTo>
                <a:cubicBezTo>
                  <a:pt x="68148" y="33519"/>
                  <a:pt x="66111" y="26482"/>
                  <a:pt x="62408" y="21667"/>
                </a:cubicBezTo>
                <a:cubicBezTo>
                  <a:pt x="58704" y="16852"/>
                  <a:pt x="53148" y="14445"/>
                  <a:pt x="45741" y="14445"/>
                </a:cubicBezTo>
                <a:cubicBezTo>
                  <a:pt x="36667" y="14445"/>
                  <a:pt x="29630" y="17408"/>
                  <a:pt x="24445" y="23148"/>
                </a:cubicBezTo>
                <a:cubicBezTo>
                  <a:pt x="19259" y="28889"/>
                  <a:pt x="16667" y="36667"/>
                  <a:pt x="16667" y="46482"/>
                </a:cubicBezTo>
                <a:lnTo>
                  <a:pt x="16667" y="103705"/>
                </a:lnTo>
                <a:lnTo>
                  <a:pt x="0" y="103705"/>
                </a:lnTo>
                <a:lnTo>
                  <a:pt x="0" y="2407"/>
                </a:lnTo>
                <a:lnTo>
                  <a:pt x="16667" y="2407"/>
                </a:lnTo>
                <a:lnTo>
                  <a:pt x="16667" y="18148"/>
                </a:lnTo>
                <a:cubicBezTo>
                  <a:pt x="20556" y="12222"/>
                  <a:pt x="25185" y="7593"/>
                  <a:pt x="30741" y="4630"/>
                </a:cubicBezTo>
                <a:cubicBezTo>
                  <a:pt x="36111" y="1667"/>
                  <a:pt x="42407" y="0"/>
                  <a:pt x="49445" y="0"/>
                </a:cubicBezTo>
                <a:cubicBezTo>
                  <a:pt x="60926" y="0"/>
                  <a:pt x="69815" y="3704"/>
                  <a:pt x="75741" y="10926"/>
                </a:cubicBezTo>
                <a:cubicBezTo>
                  <a:pt x="81667" y="18148"/>
                  <a:pt x="84815" y="28704"/>
                  <a:pt x="84815" y="42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2ED3B-56F0-4AAA-841F-8251AAC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005" y="4741997"/>
            <a:ext cx="63149" cy="130001"/>
          </a:xfrm>
          <a:custGeom xmlns:a="http://schemas.openxmlformats.org/drawingml/2006/main">
            <a:pathLst>
              <a:path w="63149" h="130001">
                <a:moveTo>
                  <a:pt x="28889" y="0"/>
                </a:moveTo>
                <a:lnTo>
                  <a:pt x="28889" y="28704"/>
                </a:lnTo>
                <a:lnTo>
                  <a:pt x="63149" y="28704"/>
                </a:lnTo>
                <a:lnTo>
                  <a:pt x="63149" y="41667"/>
                </a:lnTo>
                <a:lnTo>
                  <a:pt x="28889" y="41667"/>
                </a:lnTo>
                <a:lnTo>
                  <a:pt x="28889" y="96667"/>
                </a:lnTo>
                <a:cubicBezTo>
                  <a:pt x="28889" y="105001"/>
                  <a:pt x="30000" y="110371"/>
                  <a:pt x="32223" y="112594"/>
                </a:cubicBezTo>
                <a:cubicBezTo>
                  <a:pt x="34445" y="115001"/>
                  <a:pt x="39074" y="116112"/>
                  <a:pt x="46111" y="116112"/>
                </a:cubicBezTo>
                <a:lnTo>
                  <a:pt x="63149" y="116112"/>
                </a:lnTo>
                <a:lnTo>
                  <a:pt x="63149" y="130001"/>
                </a:lnTo>
                <a:lnTo>
                  <a:pt x="46111" y="130001"/>
                </a:lnTo>
                <a:cubicBezTo>
                  <a:pt x="33148" y="130001"/>
                  <a:pt x="24259" y="127594"/>
                  <a:pt x="19445" y="122779"/>
                </a:cubicBezTo>
                <a:cubicBezTo>
                  <a:pt x="14630" y="117964"/>
                  <a:pt x="12222" y="109260"/>
                  <a:pt x="12222" y="96667"/>
                </a:cubicBezTo>
                <a:lnTo>
                  <a:pt x="12222" y="41667"/>
                </a:lnTo>
                <a:lnTo>
                  <a:pt x="0" y="41667"/>
                </a:lnTo>
                <a:lnTo>
                  <a:pt x="0" y="28704"/>
                </a:lnTo>
                <a:lnTo>
                  <a:pt x="12222" y="28704"/>
                </a:lnTo>
                <a:lnTo>
                  <a:pt x="12222" y="0"/>
                </a:lnTo>
                <a:lnTo>
                  <a:pt x="288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A205B-3169-49DC-9E1E-36623509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710" y="4734589"/>
            <a:ext cx="95001" cy="139816"/>
          </a:xfrm>
          <a:custGeom xmlns:a="http://schemas.openxmlformats.org/drawingml/2006/main">
            <a:pathLst>
              <a:path w="95001" h="139816">
                <a:moveTo>
                  <a:pt x="86853" y="6852"/>
                </a:moveTo>
                <a:lnTo>
                  <a:pt x="86853" y="24630"/>
                </a:lnTo>
                <a:cubicBezTo>
                  <a:pt x="79816" y="21296"/>
                  <a:pt x="73334" y="18889"/>
                  <a:pt x="67223" y="17222"/>
                </a:cubicBezTo>
                <a:cubicBezTo>
                  <a:pt x="60926" y="15741"/>
                  <a:pt x="55001" y="14815"/>
                  <a:pt x="49445" y="14815"/>
                </a:cubicBezTo>
                <a:cubicBezTo>
                  <a:pt x="39445" y="14815"/>
                  <a:pt x="31667" y="16852"/>
                  <a:pt x="26297" y="20556"/>
                </a:cubicBezTo>
                <a:cubicBezTo>
                  <a:pt x="20926" y="24445"/>
                  <a:pt x="18334" y="30000"/>
                  <a:pt x="18334" y="37037"/>
                </a:cubicBezTo>
                <a:cubicBezTo>
                  <a:pt x="18334" y="42963"/>
                  <a:pt x="20000" y="47593"/>
                  <a:pt x="23704" y="50556"/>
                </a:cubicBezTo>
                <a:cubicBezTo>
                  <a:pt x="27223" y="53704"/>
                  <a:pt x="34074" y="56112"/>
                  <a:pt x="44074" y="57963"/>
                </a:cubicBezTo>
                <a:lnTo>
                  <a:pt x="55186" y="60186"/>
                </a:lnTo>
                <a:cubicBezTo>
                  <a:pt x="68704" y="62778"/>
                  <a:pt x="78705" y="67408"/>
                  <a:pt x="85186" y="73889"/>
                </a:cubicBezTo>
                <a:cubicBezTo>
                  <a:pt x="91668" y="80556"/>
                  <a:pt x="95001" y="89260"/>
                  <a:pt x="95001" y="100186"/>
                </a:cubicBezTo>
                <a:cubicBezTo>
                  <a:pt x="95001" y="113334"/>
                  <a:pt x="90556" y="123149"/>
                  <a:pt x="81852" y="129816"/>
                </a:cubicBezTo>
                <a:cubicBezTo>
                  <a:pt x="72964" y="136483"/>
                  <a:pt x="60186" y="139816"/>
                  <a:pt x="43333" y="139816"/>
                </a:cubicBezTo>
                <a:cubicBezTo>
                  <a:pt x="36852" y="139816"/>
                  <a:pt x="30000" y="139075"/>
                  <a:pt x="22778" y="137779"/>
                </a:cubicBezTo>
                <a:cubicBezTo>
                  <a:pt x="15556" y="136483"/>
                  <a:pt x="8148" y="134446"/>
                  <a:pt x="556" y="131483"/>
                </a:cubicBezTo>
                <a:lnTo>
                  <a:pt x="556" y="112594"/>
                </a:lnTo>
                <a:cubicBezTo>
                  <a:pt x="7963" y="116853"/>
                  <a:pt x="15185" y="120001"/>
                  <a:pt x="22222" y="122038"/>
                </a:cubicBezTo>
                <a:cubicBezTo>
                  <a:pt x="29260" y="124260"/>
                  <a:pt x="36297" y="125186"/>
                  <a:pt x="43333" y="125186"/>
                </a:cubicBezTo>
                <a:cubicBezTo>
                  <a:pt x="53704" y="125186"/>
                  <a:pt x="61667" y="123149"/>
                  <a:pt x="67408" y="119075"/>
                </a:cubicBezTo>
                <a:cubicBezTo>
                  <a:pt x="72964" y="115001"/>
                  <a:pt x="75927" y="109260"/>
                  <a:pt x="75927" y="101482"/>
                </a:cubicBezTo>
                <a:cubicBezTo>
                  <a:pt x="75927" y="94816"/>
                  <a:pt x="73889" y="89630"/>
                  <a:pt x="69815" y="85927"/>
                </a:cubicBezTo>
                <a:cubicBezTo>
                  <a:pt x="65741" y="82223"/>
                  <a:pt x="59074" y="79445"/>
                  <a:pt x="49815" y="77593"/>
                </a:cubicBezTo>
                <a:lnTo>
                  <a:pt x="38704" y="75371"/>
                </a:lnTo>
                <a:cubicBezTo>
                  <a:pt x="25000" y="72778"/>
                  <a:pt x="15185" y="68519"/>
                  <a:pt x="9074" y="62593"/>
                </a:cubicBezTo>
                <a:cubicBezTo>
                  <a:pt x="2963" y="56852"/>
                  <a:pt x="0" y="48889"/>
                  <a:pt x="0" y="38519"/>
                </a:cubicBezTo>
                <a:cubicBezTo>
                  <a:pt x="0" y="26667"/>
                  <a:pt x="4074" y="17222"/>
                  <a:pt x="12593" y="10370"/>
                </a:cubicBezTo>
                <a:cubicBezTo>
                  <a:pt x="20926" y="3519"/>
                  <a:pt x="32593" y="0"/>
                  <a:pt x="47408" y="0"/>
                </a:cubicBezTo>
                <a:cubicBezTo>
                  <a:pt x="53704" y="0"/>
                  <a:pt x="60000" y="556"/>
                  <a:pt x="66667" y="1667"/>
                </a:cubicBezTo>
                <a:cubicBezTo>
                  <a:pt x="73149" y="2778"/>
                  <a:pt x="79816" y="4630"/>
                  <a:pt x="86853" y="68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212B5-1B86-47AB-A05A-C5DC9342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081" y="4741997"/>
            <a:ext cx="63149" cy="130001"/>
          </a:xfrm>
          <a:custGeom xmlns:a="http://schemas.openxmlformats.org/drawingml/2006/main">
            <a:pathLst>
              <a:path w="63149" h="130001">
                <a:moveTo>
                  <a:pt x="28889" y="0"/>
                </a:moveTo>
                <a:lnTo>
                  <a:pt x="28889" y="28704"/>
                </a:lnTo>
                <a:lnTo>
                  <a:pt x="63149" y="28704"/>
                </a:lnTo>
                <a:lnTo>
                  <a:pt x="63149" y="41667"/>
                </a:lnTo>
                <a:lnTo>
                  <a:pt x="28889" y="41667"/>
                </a:lnTo>
                <a:lnTo>
                  <a:pt x="28889" y="96667"/>
                </a:lnTo>
                <a:cubicBezTo>
                  <a:pt x="28889" y="105001"/>
                  <a:pt x="30000" y="110371"/>
                  <a:pt x="32223" y="112594"/>
                </a:cubicBezTo>
                <a:cubicBezTo>
                  <a:pt x="34445" y="115001"/>
                  <a:pt x="39074" y="116112"/>
                  <a:pt x="46111" y="116112"/>
                </a:cubicBezTo>
                <a:lnTo>
                  <a:pt x="63149" y="116112"/>
                </a:lnTo>
                <a:lnTo>
                  <a:pt x="63149" y="130001"/>
                </a:lnTo>
                <a:lnTo>
                  <a:pt x="46111" y="130001"/>
                </a:lnTo>
                <a:cubicBezTo>
                  <a:pt x="33148" y="130001"/>
                  <a:pt x="24259" y="127594"/>
                  <a:pt x="19445" y="122779"/>
                </a:cubicBezTo>
                <a:cubicBezTo>
                  <a:pt x="14630" y="117964"/>
                  <a:pt x="12222" y="109260"/>
                  <a:pt x="12222" y="96667"/>
                </a:cubicBezTo>
                <a:lnTo>
                  <a:pt x="12222" y="41667"/>
                </a:lnTo>
                <a:lnTo>
                  <a:pt x="0" y="41667"/>
                </a:lnTo>
                <a:lnTo>
                  <a:pt x="0" y="28704"/>
                </a:lnTo>
                <a:lnTo>
                  <a:pt x="12222" y="28704"/>
                </a:lnTo>
                <a:lnTo>
                  <a:pt x="12222" y="0"/>
                </a:lnTo>
                <a:lnTo>
                  <a:pt x="288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D8204-63FB-4C29-971E-A8D3B93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859" y="4768293"/>
            <a:ext cx="93889" cy="106112"/>
          </a:xfrm>
          <a:custGeom xmlns:a="http://schemas.openxmlformats.org/drawingml/2006/main">
            <a:pathLst>
              <a:path w="93889" h="106112">
                <a:moveTo>
                  <a:pt x="93889" y="48889"/>
                </a:moveTo>
                <a:lnTo>
                  <a:pt x="93889" y="57038"/>
                </a:lnTo>
                <a:lnTo>
                  <a:pt x="17407" y="57038"/>
                </a:lnTo>
                <a:cubicBezTo>
                  <a:pt x="18148" y="68519"/>
                  <a:pt x="21482" y="77408"/>
                  <a:pt x="27778" y="83334"/>
                </a:cubicBezTo>
                <a:cubicBezTo>
                  <a:pt x="33889" y="89260"/>
                  <a:pt x="42407" y="92223"/>
                  <a:pt x="53519" y="92223"/>
                </a:cubicBezTo>
                <a:cubicBezTo>
                  <a:pt x="59815" y="92223"/>
                  <a:pt x="66112" y="91482"/>
                  <a:pt x="72038" y="90001"/>
                </a:cubicBezTo>
                <a:cubicBezTo>
                  <a:pt x="77964" y="88519"/>
                  <a:pt x="84075" y="86112"/>
                  <a:pt x="90001" y="82778"/>
                </a:cubicBezTo>
                <a:lnTo>
                  <a:pt x="90001" y="98519"/>
                </a:lnTo>
                <a:cubicBezTo>
                  <a:pt x="84075" y="101112"/>
                  <a:pt x="77964" y="103149"/>
                  <a:pt x="71667" y="104260"/>
                </a:cubicBezTo>
                <a:cubicBezTo>
                  <a:pt x="65371" y="105371"/>
                  <a:pt x="58889" y="106112"/>
                  <a:pt x="52593" y="106112"/>
                </a:cubicBezTo>
                <a:cubicBezTo>
                  <a:pt x="36297" y="106112"/>
                  <a:pt x="23519" y="101482"/>
                  <a:pt x="14074" y="92223"/>
                </a:cubicBezTo>
                <a:cubicBezTo>
                  <a:pt x="4629" y="82964"/>
                  <a:pt x="0" y="70186"/>
                  <a:pt x="0" y="54075"/>
                </a:cubicBezTo>
                <a:cubicBezTo>
                  <a:pt x="0" y="37593"/>
                  <a:pt x="4445" y="24445"/>
                  <a:pt x="13333" y="14630"/>
                </a:cubicBezTo>
                <a:cubicBezTo>
                  <a:pt x="22222" y="5000"/>
                  <a:pt x="34445" y="0"/>
                  <a:pt x="49630" y="0"/>
                </a:cubicBezTo>
                <a:cubicBezTo>
                  <a:pt x="63334" y="0"/>
                  <a:pt x="74075" y="4444"/>
                  <a:pt x="82038" y="13148"/>
                </a:cubicBezTo>
                <a:cubicBezTo>
                  <a:pt x="89816" y="22037"/>
                  <a:pt x="93889" y="33889"/>
                  <a:pt x="93889" y="48889"/>
                </a:cubicBezTo>
                <a:close/>
                <a:moveTo>
                  <a:pt x="77223" y="44074"/>
                </a:moveTo>
                <a:cubicBezTo>
                  <a:pt x="77038" y="35000"/>
                  <a:pt x="74445" y="27778"/>
                  <a:pt x="69630" y="22222"/>
                </a:cubicBezTo>
                <a:cubicBezTo>
                  <a:pt x="64630" y="16852"/>
                  <a:pt x="57963" y="14074"/>
                  <a:pt x="49815" y="14074"/>
                </a:cubicBezTo>
                <a:cubicBezTo>
                  <a:pt x="40556" y="14074"/>
                  <a:pt x="33148" y="16852"/>
                  <a:pt x="27593" y="22037"/>
                </a:cubicBezTo>
                <a:cubicBezTo>
                  <a:pt x="22037" y="27222"/>
                  <a:pt x="18704" y="34630"/>
                  <a:pt x="17963" y="44074"/>
                </a:cubicBezTo>
                <a:lnTo>
                  <a:pt x="77223" y="44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3DC00-6439-4F04-B577-277DF2EB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16" y="4768293"/>
            <a:ext cx="90556" cy="142038"/>
          </a:xfrm>
          <a:custGeom xmlns:a="http://schemas.openxmlformats.org/drawingml/2006/main">
            <a:pathLst>
              <a:path w="90556" h="142038">
                <a:moveTo>
                  <a:pt x="16667" y="88519"/>
                </a:moveTo>
                <a:lnTo>
                  <a:pt x="16667" y="142038"/>
                </a:lnTo>
                <a:lnTo>
                  <a:pt x="0" y="142038"/>
                </a:lnTo>
                <a:lnTo>
                  <a:pt x="0" y="2407"/>
                </a:lnTo>
                <a:lnTo>
                  <a:pt x="16667" y="2407"/>
                </a:lnTo>
                <a:lnTo>
                  <a:pt x="16667" y="17778"/>
                </a:lnTo>
                <a:cubicBezTo>
                  <a:pt x="20000" y="11852"/>
                  <a:pt x="24445" y="7407"/>
                  <a:pt x="29815" y="4444"/>
                </a:cubicBezTo>
                <a:cubicBezTo>
                  <a:pt x="35185" y="1481"/>
                  <a:pt x="41667" y="0"/>
                  <a:pt x="49074" y="0"/>
                </a:cubicBezTo>
                <a:cubicBezTo>
                  <a:pt x="61297" y="0"/>
                  <a:pt x="71297" y="5000"/>
                  <a:pt x="79075" y="14630"/>
                </a:cubicBezTo>
                <a:cubicBezTo>
                  <a:pt x="86667" y="24445"/>
                  <a:pt x="90556" y="37223"/>
                  <a:pt x="90556" y="53149"/>
                </a:cubicBezTo>
                <a:cubicBezTo>
                  <a:pt x="90556" y="69075"/>
                  <a:pt x="86667" y="82038"/>
                  <a:pt x="79075" y="91667"/>
                </a:cubicBezTo>
                <a:cubicBezTo>
                  <a:pt x="71297" y="101297"/>
                  <a:pt x="61297" y="106112"/>
                  <a:pt x="49074" y="106112"/>
                </a:cubicBezTo>
                <a:cubicBezTo>
                  <a:pt x="41667" y="106112"/>
                  <a:pt x="35185" y="104631"/>
                  <a:pt x="29815" y="101853"/>
                </a:cubicBezTo>
                <a:cubicBezTo>
                  <a:pt x="24445" y="99075"/>
                  <a:pt x="20000" y="94630"/>
                  <a:pt x="16667" y="88519"/>
                </a:cubicBezTo>
                <a:close/>
                <a:moveTo>
                  <a:pt x="73334" y="53149"/>
                </a:moveTo>
                <a:cubicBezTo>
                  <a:pt x="73334" y="40926"/>
                  <a:pt x="70742" y="31482"/>
                  <a:pt x="65741" y="24445"/>
                </a:cubicBezTo>
                <a:cubicBezTo>
                  <a:pt x="60556" y="17408"/>
                  <a:pt x="53704" y="13889"/>
                  <a:pt x="45001" y="13889"/>
                </a:cubicBezTo>
                <a:cubicBezTo>
                  <a:pt x="36111" y="13889"/>
                  <a:pt x="29260" y="17408"/>
                  <a:pt x="24259" y="24445"/>
                </a:cubicBezTo>
                <a:cubicBezTo>
                  <a:pt x="19074" y="31482"/>
                  <a:pt x="16667" y="40926"/>
                  <a:pt x="16667" y="53149"/>
                </a:cubicBezTo>
                <a:cubicBezTo>
                  <a:pt x="16667" y="65371"/>
                  <a:pt x="19074" y="75001"/>
                  <a:pt x="24259" y="82038"/>
                </a:cubicBezTo>
                <a:cubicBezTo>
                  <a:pt x="29260" y="89075"/>
                  <a:pt x="36111" y="92408"/>
                  <a:pt x="45001" y="92408"/>
                </a:cubicBezTo>
                <a:cubicBezTo>
                  <a:pt x="53704" y="92408"/>
                  <a:pt x="60556" y="89075"/>
                  <a:pt x="65741" y="82038"/>
                </a:cubicBezTo>
                <a:cubicBezTo>
                  <a:pt x="70742" y="75001"/>
                  <a:pt x="73334" y="65371"/>
                  <a:pt x="73334" y="531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E986B-7757-4F07-9C33-98C6B7D9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3" y="3991252"/>
            <a:ext cx="135001" cy="123520"/>
          </a:xfrm>
          <a:custGeom xmlns:a="http://schemas.openxmlformats.org/drawingml/2006/main">
            <a:pathLst>
              <a:path w="135001" h="123520">
                <a:moveTo>
                  <a:pt x="0" y="123520"/>
                </a:moveTo>
                <a:lnTo>
                  <a:pt x="0" y="96297"/>
                </a:lnTo>
                <a:lnTo>
                  <a:pt x="91853" y="61852"/>
                </a:lnTo>
                <a:lnTo>
                  <a:pt x="0" y="27223"/>
                </a:lnTo>
                <a:lnTo>
                  <a:pt x="0" y="0"/>
                </a:lnTo>
                <a:lnTo>
                  <a:pt x="135001" y="0"/>
                </a:lnTo>
                <a:lnTo>
                  <a:pt x="135001" y="17778"/>
                </a:lnTo>
                <a:lnTo>
                  <a:pt x="16482" y="17778"/>
                </a:lnTo>
                <a:lnTo>
                  <a:pt x="109075" y="52593"/>
                </a:lnTo>
                <a:lnTo>
                  <a:pt x="109075" y="70926"/>
                </a:lnTo>
                <a:lnTo>
                  <a:pt x="16482" y="105741"/>
                </a:lnTo>
                <a:lnTo>
                  <a:pt x="135001" y="105741"/>
                </a:lnTo>
                <a:lnTo>
                  <a:pt x="135001" y="123520"/>
                </a:lnTo>
                <a:lnTo>
                  <a:pt x="0" y="123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BE50A-81EE-4AE6-8D7B-E9C7BE32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3869029"/>
            <a:ext cx="106112" cy="93889"/>
          </a:xfrm>
          <a:custGeom xmlns:a="http://schemas.openxmlformats.org/drawingml/2006/main">
            <a:pathLst>
              <a:path w="106112" h="93889">
                <a:moveTo>
                  <a:pt x="48889" y="0"/>
                </a:moveTo>
                <a:lnTo>
                  <a:pt x="57038" y="0"/>
                </a:lnTo>
                <a:lnTo>
                  <a:pt x="57038" y="76482"/>
                </a:lnTo>
                <a:cubicBezTo>
                  <a:pt x="68519" y="75741"/>
                  <a:pt x="77408" y="72408"/>
                  <a:pt x="83334" y="66111"/>
                </a:cubicBezTo>
                <a:cubicBezTo>
                  <a:pt x="89260" y="60000"/>
                  <a:pt x="92223" y="51482"/>
                  <a:pt x="92223" y="40370"/>
                </a:cubicBezTo>
                <a:cubicBezTo>
                  <a:pt x="92223" y="34074"/>
                  <a:pt x="91482" y="27778"/>
                  <a:pt x="90001" y="21852"/>
                </a:cubicBezTo>
                <a:cubicBezTo>
                  <a:pt x="88519" y="15926"/>
                  <a:pt x="86112" y="9815"/>
                  <a:pt x="82778" y="3889"/>
                </a:cubicBezTo>
                <a:lnTo>
                  <a:pt x="98519" y="3889"/>
                </a:lnTo>
                <a:cubicBezTo>
                  <a:pt x="101112" y="9815"/>
                  <a:pt x="103149" y="15926"/>
                  <a:pt x="104260" y="22222"/>
                </a:cubicBezTo>
                <a:cubicBezTo>
                  <a:pt x="105371" y="28518"/>
                  <a:pt x="106112" y="35000"/>
                  <a:pt x="106112" y="41296"/>
                </a:cubicBezTo>
                <a:cubicBezTo>
                  <a:pt x="106112" y="57593"/>
                  <a:pt x="101482" y="70371"/>
                  <a:pt x="92223" y="79815"/>
                </a:cubicBezTo>
                <a:cubicBezTo>
                  <a:pt x="82964" y="89260"/>
                  <a:pt x="70186" y="93889"/>
                  <a:pt x="54075" y="93889"/>
                </a:cubicBezTo>
                <a:cubicBezTo>
                  <a:pt x="37593" y="93889"/>
                  <a:pt x="24445" y="89445"/>
                  <a:pt x="14630" y="80556"/>
                </a:cubicBezTo>
                <a:cubicBezTo>
                  <a:pt x="5000" y="71667"/>
                  <a:pt x="0" y="59445"/>
                  <a:pt x="0" y="44259"/>
                </a:cubicBezTo>
                <a:cubicBezTo>
                  <a:pt x="0" y="30556"/>
                  <a:pt x="4445" y="19815"/>
                  <a:pt x="13148" y="11852"/>
                </a:cubicBezTo>
                <a:cubicBezTo>
                  <a:pt x="22037" y="4074"/>
                  <a:pt x="33889" y="0"/>
                  <a:pt x="48889" y="0"/>
                </a:cubicBezTo>
                <a:close/>
                <a:moveTo>
                  <a:pt x="44074" y="16667"/>
                </a:moveTo>
                <a:cubicBezTo>
                  <a:pt x="35000" y="16852"/>
                  <a:pt x="27778" y="19444"/>
                  <a:pt x="22222" y="24259"/>
                </a:cubicBezTo>
                <a:cubicBezTo>
                  <a:pt x="16852" y="29259"/>
                  <a:pt x="14074" y="35926"/>
                  <a:pt x="14074" y="44074"/>
                </a:cubicBezTo>
                <a:cubicBezTo>
                  <a:pt x="14074" y="53333"/>
                  <a:pt x="16852" y="60741"/>
                  <a:pt x="22037" y="66297"/>
                </a:cubicBezTo>
                <a:cubicBezTo>
                  <a:pt x="27222" y="71852"/>
                  <a:pt x="34630" y="75186"/>
                  <a:pt x="44074" y="75927"/>
                </a:cubicBezTo>
                <a:lnTo>
                  <a:pt x="44074" y="16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8D776-A05F-4307-B6EC-871C22D6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3694583"/>
            <a:ext cx="103705" cy="147779"/>
          </a:xfrm>
          <a:custGeom xmlns:a="http://schemas.openxmlformats.org/drawingml/2006/main">
            <a:pathLst>
              <a:path w="103705" h="147779">
                <a:moveTo>
                  <a:pt x="21852" y="68334"/>
                </a:moveTo>
                <a:cubicBezTo>
                  <a:pt x="14445" y="64260"/>
                  <a:pt x="9074" y="59260"/>
                  <a:pt x="5370" y="53519"/>
                </a:cubicBezTo>
                <a:cubicBezTo>
                  <a:pt x="1852" y="47778"/>
                  <a:pt x="0" y="40926"/>
                  <a:pt x="0" y="32963"/>
                </a:cubicBezTo>
                <a:cubicBezTo>
                  <a:pt x="0" y="22593"/>
                  <a:pt x="3704" y="14445"/>
                  <a:pt x="11111" y="8704"/>
                </a:cubicBezTo>
                <a:cubicBezTo>
                  <a:pt x="18519" y="2963"/>
                  <a:pt x="29074" y="0"/>
                  <a:pt x="42593" y="0"/>
                </a:cubicBezTo>
                <a:lnTo>
                  <a:pt x="103705" y="0"/>
                </a:lnTo>
                <a:lnTo>
                  <a:pt x="103705" y="16667"/>
                </a:lnTo>
                <a:lnTo>
                  <a:pt x="43149" y="16667"/>
                </a:lnTo>
                <a:cubicBezTo>
                  <a:pt x="33519" y="16667"/>
                  <a:pt x="26297" y="18518"/>
                  <a:pt x="21482" y="21852"/>
                </a:cubicBezTo>
                <a:cubicBezTo>
                  <a:pt x="16852" y="25371"/>
                  <a:pt x="14445" y="30556"/>
                  <a:pt x="14445" y="37593"/>
                </a:cubicBezTo>
                <a:cubicBezTo>
                  <a:pt x="14445" y="46297"/>
                  <a:pt x="17408" y="53148"/>
                  <a:pt x="23148" y="58148"/>
                </a:cubicBezTo>
                <a:cubicBezTo>
                  <a:pt x="28889" y="63149"/>
                  <a:pt x="36667" y="65556"/>
                  <a:pt x="46482" y="65556"/>
                </a:cubicBezTo>
                <a:lnTo>
                  <a:pt x="103705" y="65556"/>
                </a:lnTo>
                <a:lnTo>
                  <a:pt x="103705" y="82223"/>
                </a:lnTo>
                <a:lnTo>
                  <a:pt x="43149" y="82223"/>
                </a:lnTo>
                <a:cubicBezTo>
                  <a:pt x="33519" y="82223"/>
                  <a:pt x="26297" y="84075"/>
                  <a:pt x="21482" y="87408"/>
                </a:cubicBezTo>
                <a:cubicBezTo>
                  <a:pt x="16852" y="90926"/>
                  <a:pt x="14445" y="96297"/>
                  <a:pt x="14445" y="103334"/>
                </a:cubicBezTo>
                <a:cubicBezTo>
                  <a:pt x="14445" y="111853"/>
                  <a:pt x="17408" y="118704"/>
                  <a:pt x="23148" y="123705"/>
                </a:cubicBezTo>
                <a:cubicBezTo>
                  <a:pt x="28889" y="128704"/>
                  <a:pt x="36667" y="131112"/>
                  <a:pt x="46482" y="131112"/>
                </a:cubicBezTo>
                <a:lnTo>
                  <a:pt x="103705" y="131112"/>
                </a:lnTo>
                <a:lnTo>
                  <a:pt x="103705" y="147779"/>
                </a:lnTo>
                <a:lnTo>
                  <a:pt x="2407" y="147779"/>
                </a:lnTo>
                <a:lnTo>
                  <a:pt x="2407" y="131112"/>
                </a:lnTo>
                <a:lnTo>
                  <a:pt x="18148" y="131112"/>
                </a:lnTo>
                <a:cubicBezTo>
                  <a:pt x="12037" y="127408"/>
                  <a:pt x="7407" y="122779"/>
                  <a:pt x="4445" y="117408"/>
                </a:cubicBezTo>
                <a:cubicBezTo>
                  <a:pt x="1482" y="112223"/>
                  <a:pt x="0" y="105927"/>
                  <a:pt x="0" y="98519"/>
                </a:cubicBezTo>
                <a:cubicBezTo>
                  <a:pt x="0" y="91112"/>
                  <a:pt x="1852" y="85001"/>
                  <a:pt x="5556" y="79815"/>
                </a:cubicBezTo>
                <a:cubicBezTo>
                  <a:pt x="9259" y="74630"/>
                  <a:pt x="14815" y="70926"/>
                  <a:pt x="21852" y="683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EE0CA-368F-4239-A7A7-DBBF72E5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3575692"/>
            <a:ext cx="106112" cy="92964"/>
          </a:xfrm>
          <a:custGeom xmlns:a="http://schemas.openxmlformats.org/drawingml/2006/main">
            <a:pathLst>
              <a:path w="106112" h="92964">
                <a:moveTo>
                  <a:pt x="14074" y="46482"/>
                </a:moveTo>
                <a:cubicBezTo>
                  <a:pt x="14074" y="55371"/>
                  <a:pt x="17593" y="62408"/>
                  <a:pt x="24630" y="67593"/>
                </a:cubicBezTo>
                <a:cubicBezTo>
                  <a:pt x="31667" y="72778"/>
                  <a:pt x="41111" y="75371"/>
                  <a:pt x="53149" y="75371"/>
                </a:cubicBezTo>
                <a:cubicBezTo>
                  <a:pt x="65371" y="75371"/>
                  <a:pt x="74815" y="72964"/>
                  <a:pt x="81853" y="67779"/>
                </a:cubicBezTo>
                <a:cubicBezTo>
                  <a:pt x="88890" y="62593"/>
                  <a:pt x="92223" y="55556"/>
                  <a:pt x="92223" y="46482"/>
                </a:cubicBezTo>
                <a:cubicBezTo>
                  <a:pt x="92223" y="37593"/>
                  <a:pt x="88890" y="30556"/>
                  <a:pt x="81853" y="25371"/>
                </a:cubicBezTo>
                <a:cubicBezTo>
                  <a:pt x="74815" y="20186"/>
                  <a:pt x="65371" y="17593"/>
                  <a:pt x="53149" y="17593"/>
                </a:cubicBezTo>
                <a:cubicBezTo>
                  <a:pt x="41297" y="17593"/>
                  <a:pt x="31667" y="20186"/>
                  <a:pt x="24630" y="25371"/>
                </a:cubicBezTo>
                <a:cubicBezTo>
                  <a:pt x="17593" y="30556"/>
                  <a:pt x="14074" y="37593"/>
                  <a:pt x="14074" y="46482"/>
                </a:cubicBezTo>
                <a:close/>
                <a:moveTo>
                  <a:pt x="0" y="46482"/>
                </a:moveTo>
                <a:cubicBezTo>
                  <a:pt x="0" y="32038"/>
                  <a:pt x="4815" y="20741"/>
                  <a:pt x="14074" y="12408"/>
                </a:cubicBezTo>
                <a:cubicBezTo>
                  <a:pt x="23519" y="4259"/>
                  <a:pt x="36482" y="0"/>
                  <a:pt x="53149" y="0"/>
                </a:cubicBezTo>
                <a:cubicBezTo>
                  <a:pt x="69815" y="0"/>
                  <a:pt x="82778" y="4259"/>
                  <a:pt x="92038" y="12408"/>
                </a:cubicBezTo>
                <a:cubicBezTo>
                  <a:pt x="101482" y="20741"/>
                  <a:pt x="106112" y="32038"/>
                  <a:pt x="106112" y="46482"/>
                </a:cubicBezTo>
                <a:cubicBezTo>
                  <a:pt x="106112" y="61112"/>
                  <a:pt x="101482" y="72593"/>
                  <a:pt x="92038" y="80742"/>
                </a:cubicBezTo>
                <a:cubicBezTo>
                  <a:pt x="82778" y="88890"/>
                  <a:pt x="69815" y="92964"/>
                  <a:pt x="53149" y="92964"/>
                </a:cubicBezTo>
                <a:cubicBezTo>
                  <a:pt x="36482" y="92964"/>
                  <a:pt x="23519" y="88890"/>
                  <a:pt x="14074" y="80742"/>
                </a:cubicBezTo>
                <a:cubicBezTo>
                  <a:pt x="4815" y="72593"/>
                  <a:pt x="0" y="61112"/>
                  <a:pt x="0" y="46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824F8-CD8D-46B6-B1E8-E34919E6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3489395"/>
            <a:ext cx="103705" cy="59260"/>
          </a:xfrm>
          <a:custGeom xmlns:a="http://schemas.openxmlformats.org/drawingml/2006/main">
            <a:pathLst>
              <a:path w="103705" h="59260">
                <a:moveTo>
                  <a:pt x="17963" y="0"/>
                </a:moveTo>
                <a:cubicBezTo>
                  <a:pt x="16852" y="1852"/>
                  <a:pt x="16111" y="3889"/>
                  <a:pt x="15556" y="6111"/>
                </a:cubicBezTo>
                <a:cubicBezTo>
                  <a:pt x="15185" y="8334"/>
                  <a:pt x="14815" y="10741"/>
                  <a:pt x="14815" y="13333"/>
                </a:cubicBezTo>
                <a:cubicBezTo>
                  <a:pt x="14815" y="22778"/>
                  <a:pt x="17963" y="30000"/>
                  <a:pt x="24074" y="35000"/>
                </a:cubicBezTo>
                <a:cubicBezTo>
                  <a:pt x="30185" y="40186"/>
                  <a:pt x="38889" y="42593"/>
                  <a:pt x="50371" y="42593"/>
                </a:cubicBezTo>
                <a:lnTo>
                  <a:pt x="103705" y="42593"/>
                </a:lnTo>
                <a:lnTo>
                  <a:pt x="103705" y="59260"/>
                </a:lnTo>
                <a:lnTo>
                  <a:pt x="2407" y="59260"/>
                </a:lnTo>
                <a:lnTo>
                  <a:pt x="2407" y="42593"/>
                </a:lnTo>
                <a:lnTo>
                  <a:pt x="18148" y="42593"/>
                </a:lnTo>
                <a:cubicBezTo>
                  <a:pt x="12037" y="39260"/>
                  <a:pt x="7407" y="34630"/>
                  <a:pt x="4445" y="29074"/>
                </a:cubicBezTo>
                <a:cubicBezTo>
                  <a:pt x="1482" y="23519"/>
                  <a:pt x="0" y="16667"/>
                  <a:pt x="0" y="8518"/>
                </a:cubicBezTo>
                <a:cubicBezTo>
                  <a:pt x="0" y="7408"/>
                  <a:pt x="185" y="6111"/>
                  <a:pt x="185" y="4630"/>
                </a:cubicBezTo>
                <a:cubicBezTo>
                  <a:pt x="370" y="3333"/>
                  <a:pt x="556" y="1852"/>
                  <a:pt x="926" y="0"/>
                </a:cubicBezTo>
                <a:lnTo>
                  <a:pt x="179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694BC-9887-4294-BF76-ED6DF0F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" y="3455321"/>
            <a:ext cx="140742" cy="16667"/>
          </a:xfrm>
          <a:custGeom xmlns:a="http://schemas.openxmlformats.org/drawingml/2006/main">
            <a:pathLst>
              <a:path w="140742" h="16667">
                <a:moveTo>
                  <a:pt x="39445" y="16667"/>
                </a:moveTo>
                <a:lnTo>
                  <a:pt x="39445" y="0"/>
                </a:lnTo>
                <a:lnTo>
                  <a:pt x="140742" y="0"/>
                </a:lnTo>
                <a:lnTo>
                  <a:pt x="140742" y="16667"/>
                </a:lnTo>
                <a:lnTo>
                  <a:pt x="39445" y="16667"/>
                </a:lnTo>
                <a:close/>
                <a:moveTo>
                  <a:pt x="0" y="16667"/>
                </a:moveTo>
                <a:lnTo>
                  <a:pt x="0" y="0"/>
                </a:lnTo>
                <a:lnTo>
                  <a:pt x="21111" y="0"/>
                </a:lnTo>
                <a:lnTo>
                  <a:pt x="21111" y="16667"/>
                </a:lnTo>
                <a:lnTo>
                  <a:pt x="0" y="16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250F4-5632-4912-B415-A6D46712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3350505"/>
            <a:ext cx="106112" cy="77408"/>
          </a:xfrm>
          <a:custGeom xmlns:a="http://schemas.openxmlformats.org/drawingml/2006/main">
            <a:pathLst>
              <a:path w="106112" h="77408">
                <a:moveTo>
                  <a:pt x="5370" y="5371"/>
                </a:moveTo>
                <a:lnTo>
                  <a:pt x="21111" y="5371"/>
                </a:lnTo>
                <a:cubicBezTo>
                  <a:pt x="18889" y="10186"/>
                  <a:pt x="17037" y="15000"/>
                  <a:pt x="15741" y="20000"/>
                </a:cubicBezTo>
                <a:cubicBezTo>
                  <a:pt x="14630" y="25185"/>
                  <a:pt x="13889" y="30371"/>
                  <a:pt x="13889" y="35741"/>
                </a:cubicBezTo>
                <a:cubicBezTo>
                  <a:pt x="13889" y="44075"/>
                  <a:pt x="15185" y="50371"/>
                  <a:pt x="17778" y="54445"/>
                </a:cubicBezTo>
                <a:cubicBezTo>
                  <a:pt x="20371" y="58519"/>
                  <a:pt x="24074" y="60556"/>
                  <a:pt x="29074" y="60556"/>
                </a:cubicBezTo>
                <a:cubicBezTo>
                  <a:pt x="32963" y="60556"/>
                  <a:pt x="35926" y="59075"/>
                  <a:pt x="38148" y="56112"/>
                </a:cubicBezTo>
                <a:cubicBezTo>
                  <a:pt x="40371" y="53149"/>
                  <a:pt x="42593" y="47223"/>
                  <a:pt x="44445" y="38334"/>
                </a:cubicBezTo>
                <a:lnTo>
                  <a:pt x="45741" y="32593"/>
                </a:lnTo>
                <a:cubicBezTo>
                  <a:pt x="48334" y="20741"/>
                  <a:pt x="52037" y="12408"/>
                  <a:pt x="56482" y="7408"/>
                </a:cubicBezTo>
                <a:cubicBezTo>
                  <a:pt x="61112" y="2593"/>
                  <a:pt x="67593" y="0"/>
                  <a:pt x="75741" y="0"/>
                </a:cubicBezTo>
                <a:cubicBezTo>
                  <a:pt x="85186" y="0"/>
                  <a:pt x="92593" y="3704"/>
                  <a:pt x="97964" y="11111"/>
                </a:cubicBezTo>
                <a:cubicBezTo>
                  <a:pt x="103519" y="18519"/>
                  <a:pt x="106112" y="28889"/>
                  <a:pt x="106112" y="41852"/>
                </a:cubicBezTo>
                <a:cubicBezTo>
                  <a:pt x="106112" y="47408"/>
                  <a:pt x="105556" y="52964"/>
                  <a:pt x="104631" y="58890"/>
                </a:cubicBezTo>
                <a:cubicBezTo>
                  <a:pt x="103705" y="64815"/>
                  <a:pt x="102223" y="70927"/>
                  <a:pt x="100001" y="77408"/>
                </a:cubicBezTo>
                <a:lnTo>
                  <a:pt x="82778" y="77408"/>
                </a:lnTo>
                <a:cubicBezTo>
                  <a:pt x="86112" y="71297"/>
                  <a:pt x="88519" y="65186"/>
                  <a:pt x="90001" y="59260"/>
                </a:cubicBezTo>
                <a:cubicBezTo>
                  <a:pt x="91667" y="53334"/>
                  <a:pt x="92408" y="47408"/>
                  <a:pt x="92408" y="41482"/>
                </a:cubicBezTo>
                <a:cubicBezTo>
                  <a:pt x="92408" y="33704"/>
                  <a:pt x="91112" y="27593"/>
                  <a:pt x="88519" y="23333"/>
                </a:cubicBezTo>
                <a:cubicBezTo>
                  <a:pt x="85927" y="19260"/>
                  <a:pt x="82038" y="17037"/>
                  <a:pt x="77038" y="17037"/>
                </a:cubicBezTo>
                <a:cubicBezTo>
                  <a:pt x="72593" y="17037"/>
                  <a:pt x="69075" y="18704"/>
                  <a:pt x="66667" y="21667"/>
                </a:cubicBezTo>
                <a:cubicBezTo>
                  <a:pt x="64260" y="24630"/>
                  <a:pt x="61852" y="31297"/>
                  <a:pt x="59630" y="41667"/>
                </a:cubicBezTo>
                <a:lnTo>
                  <a:pt x="58334" y="47408"/>
                </a:lnTo>
                <a:cubicBezTo>
                  <a:pt x="56112" y="57779"/>
                  <a:pt x="52778" y="65371"/>
                  <a:pt x="48334" y="69816"/>
                </a:cubicBezTo>
                <a:cubicBezTo>
                  <a:pt x="43889" y="74445"/>
                  <a:pt x="37778" y="76667"/>
                  <a:pt x="29815" y="76667"/>
                </a:cubicBezTo>
                <a:cubicBezTo>
                  <a:pt x="20371" y="76667"/>
                  <a:pt x="12963" y="73334"/>
                  <a:pt x="7778" y="66667"/>
                </a:cubicBezTo>
                <a:cubicBezTo>
                  <a:pt x="2593" y="60001"/>
                  <a:pt x="0" y="50371"/>
                  <a:pt x="0" y="37778"/>
                </a:cubicBezTo>
                <a:cubicBezTo>
                  <a:pt x="0" y="31667"/>
                  <a:pt x="556" y="25926"/>
                  <a:pt x="1482" y="20371"/>
                </a:cubicBezTo>
                <a:cubicBezTo>
                  <a:pt x="2407" y="15000"/>
                  <a:pt x="3704" y="10000"/>
                  <a:pt x="5370" y="53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33E0C-A795-4875-A072-A102F835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3244764"/>
            <a:ext cx="106112" cy="85556"/>
          </a:xfrm>
          <a:custGeom xmlns:a="http://schemas.openxmlformats.org/drawingml/2006/main">
            <a:pathLst>
              <a:path w="106112" h="85556">
                <a:moveTo>
                  <a:pt x="52778" y="33148"/>
                </a:moveTo>
                <a:cubicBezTo>
                  <a:pt x="52778" y="46667"/>
                  <a:pt x="54445" y="55926"/>
                  <a:pt x="57408" y="61112"/>
                </a:cubicBezTo>
                <a:cubicBezTo>
                  <a:pt x="60556" y="66297"/>
                  <a:pt x="65741" y="68889"/>
                  <a:pt x="73149" y="68889"/>
                </a:cubicBezTo>
                <a:cubicBezTo>
                  <a:pt x="79075" y="68889"/>
                  <a:pt x="83890" y="67037"/>
                  <a:pt x="87223" y="63149"/>
                </a:cubicBezTo>
                <a:cubicBezTo>
                  <a:pt x="90741" y="59260"/>
                  <a:pt x="92408" y="53889"/>
                  <a:pt x="92408" y="47223"/>
                </a:cubicBezTo>
                <a:cubicBezTo>
                  <a:pt x="92408" y="37963"/>
                  <a:pt x="89260" y="30556"/>
                  <a:pt x="82593" y="25000"/>
                </a:cubicBezTo>
                <a:cubicBezTo>
                  <a:pt x="76112" y="19444"/>
                  <a:pt x="67408" y="16667"/>
                  <a:pt x="56482" y="16667"/>
                </a:cubicBezTo>
                <a:lnTo>
                  <a:pt x="52778" y="16667"/>
                </a:lnTo>
                <a:lnTo>
                  <a:pt x="52778" y="33148"/>
                </a:lnTo>
                <a:close/>
                <a:moveTo>
                  <a:pt x="45926" y="0"/>
                </a:moveTo>
                <a:lnTo>
                  <a:pt x="103705" y="0"/>
                </a:lnTo>
                <a:lnTo>
                  <a:pt x="103705" y="16667"/>
                </a:lnTo>
                <a:lnTo>
                  <a:pt x="88334" y="16667"/>
                </a:lnTo>
                <a:cubicBezTo>
                  <a:pt x="94630" y="20556"/>
                  <a:pt x="99075" y="25371"/>
                  <a:pt x="101853" y="30926"/>
                </a:cubicBezTo>
                <a:cubicBezTo>
                  <a:pt x="104631" y="36482"/>
                  <a:pt x="106112" y="43519"/>
                  <a:pt x="106112" y="51667"/>
                </a:cubicBezTo>
                <a:cubicBezTo>
                  <a:pt x="106112" y="62038"/>
                  <a:pt x="103334" y="70371"/>
                  <a:pt x="97593" y="76482"/>
                </a:cubicBezTo>
                <a:cubicBezTo>
                  <a:pt x="91853" y="82593"/>
                  <a:pt x="84075" y="85556"/>
                  <a:pt x="74260" y="85556"/>
                </a:cubicBezTo>
                <a:cubicBezTo>
                  <a:pt x="62964" y="85556"/>
                  <a:pt x="54445" y="81852"/>
                  <a:pt x="48519" y="74075"/>
                </a:cubicBezTo>
                <a:cubicBezTo>
                  <a:pt x="42778" y="66482"/>
                  <a:pt x="39815" y="55185"/>
                  <a:pt x="39815" y="40000"/>
                </a:cubicBezTo>
                <a:lnTo>
                  <a:pt x="39815" y="16667"/>
                </a:lnTo>
                <a:lnTo>
                  <a:pt x="38148" y="16667"/>
                </a:lnTo>
                <a:cubicBezTo>
                  <a:pt x="30556" y="16667"/>
                  <a:pt x="24630" y="19259"/>
                  <a:pt x="20371" y="24259"/>
                </a:cubicBezTo>
                <a:cubicBezTo>
                  <a:pt x="16296" y="29259"/>
                  <a:pt x="14074" y="36297"/>
                  <a:pt x="14074" y="45371"/>
                </a:cubicBezTo>
                <a:cubicBezTo>
                  <a:pt x="14074" y="51297"/>
                  <a:pt x="14815" y="56852"/>
                  <a:pt x="16296" y="62408"/>
                </a:cubicBezTo>
                <a:cubicBezTo>
                  <a:pt x="17778" y="67963"/>
                  <a:pt x="19815" y="73149"/>
                  <a:pt x="22408" y="78149"/>
                </a:cubicBezTo>
                <a:lnTo>
                  <a:pt x="7037" y="78149"/>
                </a:lnTo>
                <a:cubicBezTo>
                  <a:pt x="4815" y="72223"/>
                  <a:pt x="2963" y="66297"/>
                  <a:pt x="1852" y="60556"/>
                </a:cubicBezTo>
                <a:cubicBezTo>
                  <a:pt x="741" y="54815"/>
                  <a:pt x="0" y="49260"/>
                  <a:pt x="0" y="43704"/>
                </a:cubicBezTo>
                <a:cubicBezTo>
                  <a:pt x="0" y="29074"/>
                  <a:pt x="3889" y="18148"/>
                  <a:pt x="11482" y="10926"/>
                </a:cubicBezTo>
                <a:cubicBezTo>
                  <a:pt x="19074" y="3704"/>
                  <a:pt x="30556" y="0"/>
                  <a:pt x="4592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DC5FF-9707-43A3-8320-6A261A99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3" y="3159763"/>
            <a:ext cx="130001" cy="63149"/>
          </a:xfrm>
          <a:custGeom xmlns:a="http://schemas.openxmlformats.org/drawingml/2006/main">
            <a:pathLst>
              <a:path w="130001" h="63149">
                <a:moveTo>
                  <a:pt x="0" y="34259"/>
                </a:moveTo>
                <a:lnTo>
                  <a:pt x="28704" y="34259"/>
                </a:lnTo>
                <a:lnTo>
                  <a:pt x="28704" y="0"/>
                </a:lnTo>
                <a:lnTo>
                  <a:pt x="41667" y="0"/>
                </a:lnTo>
                <a:lnTo>
                  <a:pt x="41667" y="34259"/>
                </a:lnTo>
                <a:lnTo>
                  <a:pt x="96668" y="34259"/>
                </a:lnTo>
                <a:cubicBezTo>
                  <a:pt x="105001" y="34259"/>
                  <a:pt x="110371" y="33148"/>
                  <a:pt x="112594" y="30926"/>
                </a:cubicBezTo>
                <a:cubicBezTo>
                  <a:pt x="115001" y="28704"/>
                  <a:pt x="116112" y="24074"/>
                  <a:pt x="116112" y="17037"/>
                </a:cubicBezTo>
                <a:lnTo>
                  <a:pt x="116112" y="0"/>
                </a:lnTo>
                <a:lnTo>
                  <a:pt x="130001" y="0"/>
                </a:lnTo>
                <a:lnTo>
                  <a:pt x="130001" y="17037"/>
                </a:lnTo>
                <a:cubicBezTo>
                  <a:pt x="130001" y="30000"/>
                  <a:pt x="127594" y="38889"/>
                  <a:pt x="122779" y="43704"/>
                </a:cubicBezTo>
                <a:cubicBezTo>
                  <a:pt x="117964" y="48519"/>
                  <a:pt x="109260" y="50926"/>
                  <a:pt x="96668" y="50926"/>
                </a:cubicBezTo>
                <a:lnTo>
                  <a:pt x="41667" y="50926"/>
                </a:lnTo>
                <a:lnTo>
                  <a:pt x="41667" y="63149"/>
                </a:lnTo>
                <a:lnTo>
                  <a:pt x="28704" y="63149"/>
                </a:lnTo>
                <a:lnTo>
                  <a:pt x="28704" y="50926"/>
                </a:lnTo>
                <a:lnTo>
                  <a:pt x="0" y="50926"/>
                </a:lnTo>
                <a:lnTo>
                  <a:pt x="0" y="342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B5EE0-6286-4292-89DB-C5412A7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" y="3121244"/>
            <a:ext cx="140742" cy="16667"/>
          </a:xfrm>
          <a:custGeom xmlns:a="http://schemas.openxmlformats.org/drawingml/2006/main">
            <a:pathLst>
              <a:path w="140742" h="16667">
                <a:moveTo>
                  <a:pt x="39445" y="16667"/>
                </a:moveTo>
                <a:lnTo>
                  <a:pt x="39445" y="0"/>
                </a:lnTo>
                <a:lnTo>
                  <a:pt x="140742" y="0"/>
                </a:lnTo>
                <a:lnTo>
                  <a:pt x="140742" y="16667"/>
                </a:lnTo>
                <a:lnTo>
                  <a:pt x="39445" y="16667"/>
                </a:lnTo>
                <a:close/>
                <a:moveTo>
                  <a:pt x="0" y="16667"/>
                </a:moveTo>
                <a:lnTo>
                  <a:pt x="0" y="0"/>
                </a:lnTo>
                <a:lnTo>
                  <a:pt x="21111" y="0"/>
                </a:lnTo>
                <a:lnTo>
                  <a:pt x="21111" y="16667"/>
                </a:lnTo>
                <a:lnTo>
                  <a:pt x="0" y="16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1A1D4-29A3-46D5-AFFD-FB54783E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3000688"/>
            <a:ext cx="106112" cy="92964"/>
          </a:xfrm>
          <a:custGeom xmlns:a="http://schemas.openxmlformats.org/drawingml/2006/main">
            <a:pathLst>
              <a:path w="106112" h="92964">
                <a:moveTo>
                  <a:pt x="14074" y="46482"/>
                </a:moveTo>
                <a:cubicBezTo>
                  <a:pt x="14074" y="55371"/>
                  <a:pt x="17593" y="62408"/>
                  <a:pt x="24630" y="67593"/>
                </a:cubicBezTo>
                <a:cubicBezTo>
                  <a:pt x="31667" y="72779"/>
                  <a:pt x="41111" y="75371"/>
                  <a:pt x="53149" y="75371"/>
                </a:cubicBezTo>
                <a:cubicBezTo>
                  <a:pt x="65371" y="75371"/>
                  <a:pt x="74815" y="72964"/>
                  <a:pt x="81853" y="67779"/>
                </a:cubicBezTo>
                <a:cubicBezTo>
                  <a:pt x="88890" y="62593"/>
                  <a:pt x="92223" y="55556"/>
                  <a:pt x="92223" y="46482"/>
                </a:cubicBezTo>
                <a:cubicBezTo>
                  <a:pt x="92223" y="37593"/>
                  <a:pt x="88890" y="30556"/>
                  <a:pt x="81853" y="25371"/>
                </a:cubicBezTo>
                <a:cubicBezTo>
                  <a:pt x="74815" y="20186"/>
                  <a:pt x="65371" y="17593"/>
                  <a:pt x="53149" y="17593"/>
                </a:cubicBezTo>
                <a:cubicBezTo>
                  <a:pt x="41297" y="17593"/>
                  <a:pt x="31667" y="20186"/>
                  <a:pt x="24630" y="25371"/>
                </a:cubicBezTo>
                <a:cubicBezTo>
                  <a:pt x="17593" y="30556"/>
                  <a:pt x="14074" y="37593"/>
                  <a:pt x="14074" y="46482"/>
                </a:cubicBezTo>
                <a:close/>
                <a:moveTo>
                  <a:pt x="0" y="46482"/>
                </a:moveTo>
                <a:cubicBezTo>
                  <a:pt x="0" y="32038"/>
                  <a:pt x="4815" y="20741"/>
                  <a:pt x="14074" y="12408"/>
                </a:cubicBezTo>
                <a:cubicBezTo>
                  <a:pt x="23519" y="4259"/>
                  <a:pt x="36482" y="0"/>
                  <a:pt x="53149" y="0"/>
                </a:cubicBezTo>
                <a:cubicBezTo>
                  <a:pt x="69815" y="0"/>
                  <a:pt x="82778" y="4259"/>
                  <a:pt x="92038" y="12408"/>
                </a:cubicBezTo>
                <a:cubicBezTo>
                  <a:pt x="101482" y="20741"/>
                  <a:pt x="106112" y="32038"/>
                  <a:pt x="106112" y="46482"/>
                </a:cubicBezTo>
                <a:cubicBezTo>
                  <a:pt x="106112" y="61112"/>
                  <a:pt x="101482" y="72594"/>
                  <a:pt x="92038" y="80742"/>
                </a:cubicBezTo>
                <a:cubicBezTo>
                  <a:pt x="82778" y="88890"/>
                  <a:pt x="69815" y="92964"/>
                  <a:pt x="53149" y="92964"/>
                </a:cubicBezTo>
                <a:cubicBezTo>
                  <a:pt x="36482" y="92964"/>
                  <a:pt x="23519" y="88890"/>
                  <a:pt x="14074" y="80742"/>
                </a:cubicBezTo>
                <a:cubicBezTo>
                  <a:pt x="4815" y="72594"/>
                  <a:pt x="0" y="61112"/>
                  <a:pt x="0" y="46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D6CDA-2067-4B69-B9BD-9A5A9A73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2888835"/>
            <a:ext cx="103705" cy="84816"/>
          </a:xfrm>
          <a:custGeom xmlns:a="http://schemas.openxmlformats.org/drawingml/2006/main">
            <a:pathLst>
              <a:path w="103705" h="84816">
                <a:moveTo>
                  <a:pt x="42593" y="0"/>
                </a:moveTo>
                <a:lnTo>
                  <a:pt x="103705" y="0"/>
                </a:lnTo>
                <a:lnTo>
                  <a:pt x="103705" y="16667"/>
                </a:lnTo>
                <a:lnTo>
                  <a:pt x="43149" y="16667"/>
                </a:lnTo>
                <a:cubicBezTo>
                  <a:pt x="33519" y="16667"/>
                  <a:pt x="26482" y="18704"/>
                  <a:pt x="21667" y="22408"/>
                </a:cubicBezTo>
                <a:cubicBezTo>
                  <a:pt x="16852" y="26111"/>
                  <a:pt x="14445" y="31667"/>
                  <a:pt x="14445" y="39074"/>
                </a:cubicBezTo>
                <a:cubicBezTo>
                  <a:pt x="14445" y="48149"/>
                  <a:pt x="17408" y="55186"/>
                  <a:pt x="23148" y="60371"/>
                </a:cubicBezTo>
                <a:cubicBezTo>
                  <a:pt x="28889" y="65556"/>
                  <a:pt x="36667" y="68149"/>
                  <a:pt x="46482" y="68149"/>
                </a:cubicBezTo>
                <a:lnTo>
                  <a:pt x="103705" y="68149"/>
                </a:lnTo>
                <a:lnTo>
                  <a:pt x="103705" y="84816"/>
                </a:lnTo>
                <a:lnTo>
                  <a:pt x="2407" y="84816"/>
                </a:lnTo>
                <a:lnTo>
                  <a:pt x="2407" y="68149"/>
                </a:lnTo>
                <a:lnTo>
                  <a:pt x="18148" y="68149"/>
                </a:lnTo>
                <a:cubicBezTo>
                  <a:pt x="12222" y="64260"/>
                  <a:pt x="7593" y="59630"/>
                  <a:pt x="4630" y="54075"/>
                </a:cubicBezTo>
                <a:cubicBezTo>
                  <a:pt x="1667" y="48705"/>
                  <a:pt x="0" y="42408"/>
                  <a:pt x="0" y="35371"/>
                </a:cubicBezTo>
                <a:cubicBezTo>
                  <a:pt x="0" y="23890"/>
                  <a:pt x="3704" y="15000"/>
                  <a:pt x="10926" y="9074"/>
                </a:cubicBezTo>
                <a:cubicBezTo>
                  <a:pt x="18148" y="3148"/>
                  <a:pt x="28704" y="0"/>
                  <a:pt x="4259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11435-7237-4716-88D0-524D184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" y="26133"/>
            <a:ext cx="6040098" cy="2501637"/>
          </a:xfrm>
          <a:custGeom xmlns:a="http://schemas.openxmlformats.org/drawingml/2006/main">
            <a:pathLst>
              <a:path w="6040098" h="2501637">
                <a:moveTo>
                  <a:pt x="6040098" y="2501637"/>
                </a:moveTo>
                <a:lnTo>
                  <a:pt x="6040098" y="0"/>
                </a:lnTo>
                <a:lnTo>
                  <a:pt x="0" y="0"/>
                </a:lnTo>
                <a:lnTo>
                  <a:pt x="0" y="2501637"/>
                </a:lnTo>
                <a:lnTo>
                  <a:pt x="6040098" y="25016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6692C3C-26F1-459F-A247-077DD18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" y="26133"/>
            <a:ext cx="6040098" cy="2501637"/>
          </a:xfrm>
          <a:custGeom xmlns:a="http://schemas.openxmlformats.org/drawingml/2006/main">
            <a:pathLst>
              <a:path w="6040098" h="2501637">
                <a:moveTo>
                  <a:pt x="6034956" y="2496493"/>
                </a:moveTo>
                <a:lnTo>
                  <a:pt x="6034956" y="0"/>
                </a:lnTo>
                <a:lnTo>
                  <a:pt x="6040098" y="0"/>
                </a:lnTo>
                <a:lnTo>
                  <a:pt x="6040098" y="2501637"/>
                </a:lnTo>
                <a:lnTo>
                  <a:pt x="0" y="2501637"/>
                </a:lnTo>
                <a:lnTo>
                  <a:pt x="0" y="2496493"/>
                </a:lnTo>
                <a:lnTo>
                  <a:pt x="6034956" y="24964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CCE2F-6F60-4729-BD3D-0DF94D0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83305"/>
            <a:ext cx="5252804" cy="2164146"/>
          </a:xfrm>
          <a:custGeom xmlns:a="http://schemas.openxmlformats.org/drawingml/2006/main">
            <a:pathLst>
              <a:path w="5252804" h="2164146">
                <a:moveTo>
                  <a:pt x="0" y="2164146"/>
                </a:moveTo>
                <a:lnTo>
                  <a:pt x="5252804" y="2164146"/>
                </a:lnTo>
                <a:lnTo>
                  <a:pt x="5252804" y="0"/>
                </a:lnTo>
                <a:lnTo>
                  <a:pt x="0" y="0"/>
                </a:lnTo>
                <a:lnTo>
                  <a:pt x="0" y="21641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662D6-F26A-4F55-A6FE-5C394F50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99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117B9-33EC-449B-8E94-443A23EE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99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E820B-7166-4EDD-9333-E1898AB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99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BD2C0-581B-4524-85D3-B4583588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14" y="2315795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4" y="95705"/>
                </a:moveTo>
                <a:lnTo>
                  <a:pt x="25926" y="95705"/>
                </a:lnTo>
                <a:lnTo>
                  <a:pt x="25926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78" y="0"/>
                </a:lnTo>
                <a:lnTo>
                  <a:pt x="40445" y="0"/>
                </a:lnTo>
                <a:lnTo>
                  <a:pt x="40445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4" y="108001"/>
                </a:lnTo>
                <a:lnTo>
                  <a:pt x="2074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664DF-B0B6-4FB3-971B-EF5110D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19" y="2313869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4" y="30075"/>
                  <a:pt x="14667" y="41186"/>
                  <a:pt x="14667" y="56001"/>
                </a:cubicBezTo>
                <a:cubicBezTo>
                  <a:pt x="14667" y="70816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6"/>
                  <a:pt x="60000" y="56001"/>
                </a:cubicBezTo>
                <a:cubicBezTo>
                  <a:pt x="60000" y="41186"/>
                  <a:pt x="58074" y="30075"/>
                  <a:pt x="54370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1"/>
                  <a:pt x="74667" y="37926"/>
                  <a:pt x="74667" y="56001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58FC1-8BDC-4392-B7CD-3EF1E23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46" y="2311203"/>
            <a:ext cx="71853" cy="112594"/>
          </a:xfrm>
          <a:custGeom xmlns:a="http://schemas.openxmlformats.org/drawingml/2006/main">
            <a:pathLst>
              <a:path w="71853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3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F15AA-38C7-4EF7-BC29-2CAA09FB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99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83101-BC8B-4F94-AC5A-48F741DC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99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B21E4-DEBC-4FA9-BABB-F725B1D2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99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3077D-5C27-4192-83D2-C939809C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199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A038C-6832-46F1-9A30-D6630B9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199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8645D-690B-4A24-99A3-E78A80E7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199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B7229-094E-4225-B01B-7D6CECF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578" y="2313869"/>
            <a:ext cx="71112" cy="111853"/>
          </a:xfrm>
          <a:custGeom xmlns:a="http://schemas.openxmlformats.org/drawingml/2006/main">
            <a:pathLst>
              <a:path w="71112" h="111853">
                <a:moveTo>
                  <a:pt x="48889" y="51704"/>
                </a:moveTo>
                <a:cubicBezTo>
                  <a:pt x="55852" y="53186"/>
                  <a:pt x="61334" y="56297"/>
                  <a:pt x="65186" y="61038"/>
                </a:cubicBezTo>
                <a:cubicBezTo>
                  <a:pt x="69038" y="65779"/>
                  <a:pt x="71112" y="71704"/>
                  <a:pt x="71112" y="78519"/>
                </a:cubicBezTo>
                <a:cubicBezTo>
                  <a:pt x="71112" y="89186"/>
                  <a:pt x="67408" y="97482"/>
                  <a:pt x="60149" y="103260"/>
                </a:cubicBezTo>
                <a:cubicBezTo>
                  <a:pt x="52741" y="109038"/>
                  <a:pt x="42371" y="111853"/>
                  <a:pt x="28889" y="111853"/>
                </a:cubicBezTo>
                <a:cubicBezTo>
                  <a:pt x="24296" y="111853"/>
                  <a:pt x="19555" y="111409"/>
                  <a:pt x="14815" y="110520"/>
                </a:cubicBezTo>
                <a:cubicBezTo>
                  <a:pt x="10074" y="109779"/>
                  <a:pt x="5037" y="108446"/>
                  <a:pt x="0" y="106668"/>
                </a:cubicBezTo>
                <a:lnTo>
                  <a:pt x="0" y="92594"/>
                </a:lnTo>
                <a:cubicBezTo>
                  <a:pt x="4000" y="94964"/>
                  <a:pt x="8444" y="96742"/>
                  <a:pt x="13333" y="97927"/>
                </a:cubicBezTo>
                <a:cubicBezTo>
                  <a:pt x="18074" y="99112"/>
                  <a:pt x="23111" y="99705"/>
                  <a:pt x="28445" y="99705"/>
                </a:cubicBezTo>
                <a:cubicBezTo>
                  <a:pt x="37630" y="99705"/>
                  <a:pt x="44593" y="97927"/>
                  <a:pt x="49334" y="94371"/>
                </a:cubicBezTo>
                <a:cubicBezTo>
                  <a:pt x="54074" y="90816"/>
                  <a:pt x="56593" y="85483"/>
                  <a:pt x="56593" y="78519"/>
                </a:cubicBezTo>
                <a:cubicBezTo>
                  <a:pt x="56593" y="72297"/>
                  <a:pt x="54371" y="67260"/>
                  <a:pt x="49926" y="63704"/>
                </a:cubicBezTo>
                <a:cubicBezTo>
                  <a:pt x="45482" y="60149"/>
                  <a:pt x="39260" y="58223"/>
                  <a:pt x="31259" y="58223"/>
                </a:cubicBezTo>
                <a:lnTo>
                  <a:pt x="18667" y="58223"/>
                </a:lnTo>
                <a:lnTo>
                  <a:pt x="18667" y="46223"/>
                </a:lnTo>
                <a:lnTo>
                  <a:pt x="31852" y="46223"/>
                </a:lnTo>
                <a:cubicBezTo>
                  <a:pt x="38963" y="46223"/>
                  <a:pt x="44445" y="44890"/>
                  <a:pt x="48297" y="41927"/>
                </a:cubicBezTo>
                <a:cubicBezTo>
                  <a:pt x="52149" y="39112"/>
                  <a:pt x="54074" y="34963"/>
                  <a:pt x="54074" y="29482"/>
                </a:cubicBezTo>
                <a:cubicBezTo>
                  <a:pt x="54074" y="24001"/>
                  <a:pt x="52000" y="19704"/>
                  <a:pt x="48148" y="16741"/>
                </a:cubicBezTo>
                <a:cubicBezTo>
                  <a:pt x="44148" y="13778"/>
                  <a:pt x="38519" y="12296"/>
                  <a:pt x="31259" y="12296"/>
                </a:cubicBezTo>
                <a:cubicBezTo>
                  <a:pt x="27259" y="12296"/>
                  <a:pt x="22963" y="12741"/>
                  <a:pt x="18371" y="13630"/>
                </a:cubicBezTo>
                <a:cubicBezTo>
                  <a:pt x="13778" y="14519"/>
                  <a:pt x="8740" y="15852"/>
                  <a:pt x="3259" y="17630"/>
                </a:cubicBezTo>
                <a:lnTo>
                  <a:pt x="3259" y="4593"/>
                </a:lnTo>
                <a:cubicBezTo>
                  <a:pt x="8740" y="3111"/>
                  <a:pt x="13926" y="1926"/>
                  <a:pt x="18815" y="1185"/>
                </a:cubicBezTo>
                <a:cubicBezTo>
                  <a:pt x="23556" y="445"/>
                  <a:pt x="28149" y="0"/>
                  <a:pt x="32593" y="0"/>
                </a:cubicBezTo>
                <a:cubicBezTo>
                  <a:pt x="43556" y="0"/>
                  <a:pt x="52296" y="2519"/>
                  <a:pt x="58815" y="7556"/>
                </a:cubicBezTo>
                <a:cubicBezTo>
                  <a:pt x="65334" y="12593"/>
                  <a:pt x="68593" y="19408"/>
                  <a:pt x="68593" y="28001"/>
                </a:cubicBezTo>
                <a:cubicBezTo>
                  <a:pt x="68593" y="33926"/>
                  <a:pt x="66815" y="38963"/>
                  <a:pt x="63408" y="43112"/>
                </a:cubicBezTo>
                <a:cubicBezTo>
                  <a:pt x="60000" y="47260"/>
                  <a:pt x="55112" y="50223"/>
                  <a:pt x="48889" y="51704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EED52-9DCE-4D3E-ACE9-28203486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319" y="2313869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7" y="22667"/>
                </a:cubicBezTo>
                <a:cubicBezTo>
                  <a:pt x="16444" y="30075"/>
                  <a:pt x="14667" y="41186"/>
                  <a:pt x="14667" y="56001"/>
                </a:cubicBezTo>
                <a:cubicBezTo>
                  <a:pt x="14667" y="70816"/>
                  <a:pt x="16444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6"/>
                  <a:pt x="60000" y="56001"/>
                </a:cubicBezTo>
                <a:cubicBezTo>
                  <a:pt x="60000" y="41186"/>
                  <a:pt x="58075" y="30075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1"/>
                  <a:pt x="74667" y="37926"/>
                  <a:pt x="74667" y="56001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7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4C5C4-8AB1-430D-B5FB-A1053430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246" y="2311203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7" y="31556"/>
                </a:lnTo>
                <a:lnTo>
                  <a:pt x="70075" y="31556"/>
                </a:lnTo>
                <a:lnTo>
                  <a:pt x="27111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FA679-B1D6-4C5D-9C6B-FB65932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00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47551-C49B-4C4F-A5B2-C4F0B76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00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54098-7184-41BF-89E9-D611899D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00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2F31B-DD3C-4791-A0D3-B64D20B4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599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CE7B4-2C8F-4475-B18E-4C7B40D3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599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50357-43FE-4B87-8991-F6B764D9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599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DF479-C9B7-45A8-8A66-EA1F42E5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127" y="2315795"/>
            <a:ext cx="69926" cy="109927"/>
          </a:xfrm>
          <a:custGeom xmlns:a="http://schemas.openxmlformats.org/drawingml/2006/main">
            <a:pathLst>
              <a:path w="69926" h="109927">
                <a:moveTo>
                  <a:pt x="4593" y="0"/>
                </a:moveTo>
                <a:lnTo>
                  <a:pt x="61927" y="0"/>
                </a:lnTo>
                <a:lnTo>
                  <a:pt x="61927" y="12296"/>
                </a:lnTo>
                <a:lnTo>
                  <a:pt x="17926" y="12296"/>
                </a:lnTo>
                <a:lnTo>
                  <a:pt x="17926" y="38815"/>
                </a:lnTo>
                <a:cubicBezTo>
                  <a:pt x="20000" y="38074"/>
                  <a:pt x="22222" y="37482"/>
                  <a:pt x="24296" y="37186"/>
                </a:cubicBezTo>
                <a:cubicBezTo>
                  <a:pt x="26370" y="36889"/>
                  <a:pt x="28593" y="36593"/>
                  <a:pt x="30667" y="36593"/>
                </a:cubicBezTo>
                <a:cubicBezTo>
                  <a:pt x="42667" y="36593"/>
                  <a:pt x="52149" y="40000"/>
                  <a:pt x="59260" y="46519"/>
                </a:cubicBezTo>
                <a:cubicBezTo>
                  <a:pt x="66371" y="53186"/>
                  <a:pt x="69926" y="62074"/>
                  <a:pt x="69926" y="73334"/>
                </a:cubicBezTo>
                <a:cubicBezTo>
                  <a:pt x="69926" y="85038"/>
                  <a:pt x="66223" y="94075"/>
                  <a:pt x="58963" y="100445"/>
                </a:cubicBezTo>
                <a:cubicBezTo>
                  <a:pt x="51704" y="106816"/>
                  <a:pt x="41482" y="109927"/>
                  <a:pt x="28445" y="109927"/>
                </a:cubicBezTo>
                <a:cubicBezTo>
                  <a:pt x="23852" y="109927"/>
                  <a:pt x="19259" y="109483"/>
                  <a:pt x="14518" y="108890"/>
                </a:cubicBezTo>
                <a:cubicBezTo>
                  <a:pt x="9778" y="108149"/>
                  <a:pt x="5037" y="107112"/>
                  <a:pt x="0" y="105482"/>
                </a:cubicBezTo>
                <a:lnTo>
                  <a:pt x="0" y="90816"/>
                </a:lnTo>
                <a:cubicBezTo>
                  <a:pt x="4296" y="93186"/>
                  <a:pt x="8740" y="94964"/>
                  <a:pt x="13481" y="96149"/>
                </a:cubicBezTo>
                <a:cubicBezTo>
                  <a:pt x="18074" y="97334"/>
                  <a:pt x="22963" y="97779"/>
                  <a:pt x="28148" y="97779"/>
                </a:cubicBezTo>
                <a:cubicBezTo>
                  <a:pt x="36444" y="97779"/>
                  <a:pt x="43111" y="95705"/>
                  <a:pt x="48000" y="91260"/>
                </a:cubicBezTo>
                <a:cubicBezTo>
                  <a:pt x="52741" y="86816"/>
                  <a:pt x="55260" y="80890"/>
                  <a:pt x="55260" y="73334"/>
                </a:cubicBezTo>
                <a:cubicBezTo>
                  <a:pt x="55260" y="65927"/>
                  <a:pt x="52741" y="60000"/>
                  <a:pt x="48000" y="55556"/>
                </a:cubicBezTo>
                <a:cubicBezTo>
                  <a:pt x="43111" y="51112"/>
                  <a:pt x="36444" y="48889"/>
                  <a:pt x="28148" y="48889"/>
                </a:cubicBezTo>
                <a:cubicBezTo>
                  <a:pt x="24296" y="48889"/>
                  <a:pt x="20296" y="49334"/>
                  <a:pt x="16444" y="50222"/>
                </a:cubicBezTo>
                <a:cubicBezTo>
                  <a:pt x="12593" y="51112"/>
                  <a:pt x="8593" y="52445"/>
                  <a:pt x="4593" y="54223"/>
                </a:cubicBezTo>
                <a:lnTo>
                  <a:pt x="4593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15997-5210-45B2-B75F-4BBDCF2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720" y="2313869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60"/>
                  <a:pt x="20297" y="22667"/>
                </a:cubicBezTo>
                <a:cubicBezTo>
                  <a:pt x="16445" y="30075"/>
                  <a:pt x="14667" y="41186"/>
                  <a:pt x="14667" y="56001"/>
                </a:cubicBezTo>
                <a:cubicBezTo>
                  <a:pt x="14667" y="70816"/>
                  <a:pt x="16445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90" y="100445"/>
                  <a:pt x="50519" y="96742"/>
                  <a:pt x="54371" y="89334"/>
                </a:cubicBezTo>
                <a:cubicBezTo>
                  <a:pt x="58075" y="81927"/>
                  <a:pt x="60000" y="70816"/>
                  <a:pt x="60000" y="56001"/>
                </a:cubicBezTo>
                <a:cubicBezTo>
                  <a:pt x="60000" y="41186"/>
                  <a:pt x="58075" y="30075"/>
                  <a:pt x="54371" y="22667"/>
                </a:cubicBezTo>
                <a:cubicBezTo>
                  <a:pt x="50519" y="15260"/>
                  <a:pt x="44890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1"/>
                  <a:pt x="74668" y="37926"/>
                  <a:pt x="74668" y="56001"/>
                </a:cubicBezTo>
                <a:cubicBezTo>
                  <a:pt x="74668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D6B23-7E8D-483C-9118-DA4DFAE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47" y="2311203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959F3-F749-446F-9EEB-398855A1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800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56E5C-1C4D-40EE-89A2-B307ED84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800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8CE40-DB84-4939-8BB2-C14A50A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800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99779-3105-4DAD-B6C6-0312DA48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000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F9389-0F15-466F-8592-FF0713B9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000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CA8FF-D9BC-4C94-A60A-02D7D6F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000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A571E-13F5-4E9C-BE48-EC196B2E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268" y="2315795"/>
            <a:ext cx="69482" cy="108001"/>
          </a:xfrm>
          <a:custGeom xmlns:a="http://schemas.openxmlformats.org/drawingml/2006/main">
            <a:pathLst>
              <a:path w="69482" h="108001">
                <a:moveTo>
                  <a:pt x="0" y="0"/>
                </a:moveTo>
                <a:lnTo>
                  <a:pt x="69482" y="0"/>
                </a:lnTo>
                <a:lnTo>
                  <a:pt x="69482" y="6222"/>
                </a:lnTo>
                <a:lnTo>
                  <a:pt x="30222" y="108001"/>
                </a:lnTo>
                <a:lnTo>
                  <a:pt x="14963" y="108001"/>
                </a:lnTo>
                <a:lnTo>
                  <a:pt x="51852" y="12296"/>
                </a:lnTo>
                <a:lnTo>
                  <a:pt x="0" y="1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98F3A-A531-42D4-B92E-6206AA9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120" y="2313869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6" y="22667"/>
                </a:cubicBezTo>
                <a:cubicBezTo>
                  <a:pt x="16444" y="30075"/>
                  <a:pt x="14667" y="41186"/>
                  <a:pt x="14667" y="56001"/>
                </a:cubicBezTo>
                <a:cubicBezTo>
                  <a:pt x="14667" y="70816"/>
                  <a:pt x="16444" y="81927"/>
                  <a:pt x="20296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0" y="89334"/>
                </a:cubicBezTo>
                <a:cubicBezTo>
                  <a:pt x="58074" y="81927"/>
                  <a:pt x="60000" y="70816"/>
                  <a:pt x="60000" y="56001"/>
                </a:cubicBezTo>
                <a:cubicBezTo>
                  <a:pt x="60000" y="41186"/>
                  <a:pt x="58074" y="30075"/>
                  <a:pt x="54370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3" y="0"/>
                  <a:pt x="58519" y="4889"/>
                  <a:pt x="65038" y="14370"/>
                </a:cubicBezTo>
                <a:cubicBezTo>
                  <a:pt x="71408" y="24001"/>
                  <a:pt x="74667" y="37926"/>
                  <a:pt x="74667" y="56001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3" y="111853"/>
                  <a:pt x="37185" y="111853"/>
                </a:cubicBezTo>
                <a:cubicBezTo>
                  <a:pt x="25037" y="111853"/>
                  <a:pt x="15852" y="107112"/>
                  <a:pt x="9481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78217-60D8-4CD0-AB03-5C57C9BF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047" y="2311203"/>
            <a:ext cx="71853" cy="112594"/>
          </a:xfrm>
          <a:custGeom xmlns:a="http://schemas.openxmlformats.org/drawingml/2006/main">
            <a:pathLst>
              <a:path w="71853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3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D4AD2-9B8F-4597-AEA7-7994B706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201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9D112-667B-4084-9083-C460A73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201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2DC21-662B-4D10-8E4A-B1EB1E6E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201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02EBE-7995-4A45-97C5-081669F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400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2609A-A828-4FA2-B6DF-CC0B301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400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EA030-2718-473E-A0EF-0A883EC1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400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08F6F-215D-47FA-A69C-7D75B183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853" y="2313869"/>
            <a:ext cx="74519" cy="111853"/>
          </a:xfrm>
          <a:custGeom xmlns:a="http://schemas.openxmlformats.org/drawingml/2006/main">
            <a:pathLst>
              <a:path w="74519" h="111853">
                <a:moveTo>
                  <a:pt x="6963" y="107705"/>
                </a:moveTo>
                <a:lnTo>
                  <a:pt x="6963" y="94371"/>
                </a:lnTo>
                <a:cubicBezTo>
                  <a:pt x="10519" y="96149"/>
                  <a:pt x="14223" y="97482"/>
                  <a:pt x="18074" y="98371"/>
                </a:cubicBezTo>
                <a:cubicBezTo>
                  <a:pt x="21778" y="99260"/>
                  <a:pt x="25482" y="99705"/>
                  <a:pt x="29185" y="99705"/>
                </a:cubicBezTo>
                <a:cubicBezTo>
                  <a:pt x="38667" y="99705"/>
                  <a:pt x="46075" y="96594"/>
                  <a:pt x="51112" y="90075"/>
                </a:cubicBezTo>
                <a:cubicBezTo>
                  <a:pt x="56149" y="83556"/>
                  <a:pt x="59112" y="73778"/>
                  <a:pt x="60000" y="60445"/>
                </a:cubicBezTo>
                <a:cubicBezTo>
                  <a:pt x="57038" y="64593"/>
                  <a:pt x="53482" y="67853"/>
                  <a:pt x="49334" y="70075"/>
                </a:cubicBezTo>
                <a:cubicBezTo>
                  <a:pt x="45038" y="72297"/>
                  <a:pt x="40297" y="73334"/>
                  <a:pt x="35112" y="73334"/>
                </a:cubicBezTo>
                <a:cubicBezTo>
                  <a:pt x="24148" y="73334"/>
                  <a:pt x="15556" y="70075"/>
                  <a:pt x="9333" y="63556"/>
                </a:cubicBezTo>
                <a:cubicBezTo>
                  <a:pt x="3111" y="57038"/>
                  <a:pt x="0" y="48149"/>
                  <a:pt x="0" y="36741"/>
                </a:cubicBezTo>
                <a:cubicBezTo>
                  <a:pt x="0" y="25778"/>
                  <a:pt x="3259" y="16889"/>
                  <a:pt x="9778" y="10074"/>
                </a:cubicBezTo>
                <a:cubicBezTo>
                  <a:pt x="16297" y="3408"/>
                  <a:pt x="25038" y="0"/>
                  <a:pt x="36000" y="0"/>
                </a:cubicBezTo>
                <a:cubicBezTo>
                  <a:pt x="48445" y="0"/>
                  <a:pt x="58075" y="4889"/>
                  <a:pt x="64593" y="14370"/>
                </a:cubicBezTo>
                <a:cubicBezTo>
                  <a:pt x="71112" y="24001"/>
                  <a:pt x="74519" y="37926"/>
                  <a:pt x="74519" y="56001"/>
                </a:cubicBezTo>
                <a:cubicBezTo>
                  <a:pt x="74519" y="73186"/>
                  <a:pt x="70371" y="86667"/>
                  <a:pt x="62371" y="96742"/>
                </a:cubicBezTo>
                <a:cubicBezTo>
                  <a:pt x="54223" y="106816"/>
                  <a:pt x="43408" y="111853"/>
                  <a:pt x="29778" y="111853"/>
                </a:cubicBezTo>
                <a:cubicBezTo>
                  <a:pt x="26075" y="111853"/>
                  <a:pt x="22371" y="111409"/>
                  <a:pt x="18667" y="110816"/>
                </a:cubicBezTo>
                <a:cubicBezTo>
                  <a:pt x="14815" y="110223"/>
                  <a:pt x="10963" y="109186"/>
                  <a:pt x="6963" y="107705"/>
                </a:cubicBezTo>
                <a:close/>
                <a:moveTo>
                  <a:pt x="36000" y="61927"/>
                </a:moveTo>
                <a:cubicBezTo>
                  <a:pt x="42519" y="61927"/>
                  <a:pt x="47704" y="59704"/>
                  <a:pt x="51556" y="55260"/>
                </a:cubicBezTo>
                <a:cubicBezTo>
                  <a:pt x="55408" y="50815"/>
                  <a:pt x="57334" y="44593"/>
                  <a:pt x="57334" y="36741"/>
                </a:cubicBezTo>
                <a:cubicBezTo>
                  <a:pt x="57334" y="29038"/>
                  <a:pt x="55408" y="22815"/>
                  <a:pt x="51556" y="18371"/>
                </a:cubicBezTo>
                <a:cubicBezTo>
                  <a:pt x="47704" y="13926"/>
                  <a:pt x="42519" y="11556"/>
                  <a:pt x="36000" y="11556"/>
                </a:cubicBezTo>
                <a:cubicBezTo>
                  <a:pt x="29482" y="11556"/>
                  <a:pt x="24297" y="13926"/>
                  <a:pt x="20445" y="18371"/>
                </a:cubicBezTo>
                <a:cubicBezTo>
                  <a:pt x="16593" y="22815"/>
                  <a:pt x="14667" y="29038"/>
                  <a:pt x="14667" y="36741"/>
                </a:cubicBezTo>
                <a:cubicBezTo>
                  <a:pt x="14667" y="44593"/>
                  <a:pt x="16593" y="50815"/>
                  <a:pt x="20445" y="55260"/>
                </a:cubicBezTo>
                <a:cubicBezTo>
                  <a:pt x="24297" y="59704"/>
                  <a:pt x="29482" y="61927"/>
                  <a:pt x="36000" y="61927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C917B-7DE6-4CCA-B2F9-2A3AD097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21" y="2313869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8" y="15260"/>
                  <a:pt x="20297" y="22667"/>
                </a:cubicBezTo>
                <a:cubicBezTo>
                  <a:pt x="16444" y="30075"/>
                  <a:pt x="14667" y="41186"/>
                  <a:pt x="14667" y="56001"/>
                </a:cubicBezTo>
                <a:cubicBezTo>
                  <a:pt x="14667" y="70816"/>
                  <a:pt x="16444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6"/>
                  <a:pt x="60000" y="56001"/>
                </a:cubicBezTo>
                <a:cubicBezTo>
                  <a:pt x="60000" y="41186"/>
                  <a:pt x="58075" y="30075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1"/>
                  <a:pt x="74667" y="37926"/>
                  <a:pt x="74667" y="56001"/>
                </a:cubicBezTo>
                <a:cubicBezTo>
                  <a:pt x="74667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7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33DD7-2A99-4381-B408-A5486ED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448" y="2311203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7" y="31556"/>
                </a:lnTo>
                <a:lnTo>
                  <a:pt x="70075" y="31556"/>
                </a:lnTo>
                <a:lnTo>
                  <a:pt x="27111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C08F2-1994-4EDB-823F-04BB9DA8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601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6980E-1AFD-4E70-AD82-49025BA9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601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134B9-A592-4B90-A3E9-463A305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601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8FC7C-5D32-4C03-89EC-5BBED75C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801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5C330-B8EA-4FFB-A66D-F479FDA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801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30C49-9500-4051-9CAB-9F0DE32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801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7AF87-4354-495C-8C51-646C9F92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197" y="2315795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4" y="95705"/>
                </a:moveTo>
                <a:lnTo>
                  <a:pt x="25926" y="95705"/>
                </a:lnTo>
                <a:lnTo>
                  <a:pt x="25926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78" y="0"/>
                </a:lnTo>
                <a:lnTo>
                  <a:pt x="40443" y="0"/>
                </a:lnTo>
                <a:lnTo>
                  <a:pt x="40443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4" y="108001"/>
                </a:lnTo>
                <a:lnTo>
                  <a:pt x="2074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3B57E-3913-44F8-ABF6-FE32F9B0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420" y="2315795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3" y="95705"/>
                </a:moveTo>
                <a:lnTo>
                  <a:pt x="25927" y="95705"/>
                </a:lnTo>
                <a:lnTo>
                  <a:pt x="25927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80" y="0"/>
                </a:lnTo>
                <a:lnTo>
                  <a:pt x="40443" y="0"/>
                </a:lnTo>
                <a:lnTo>
                  <a:pt x="40443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3" y="108001"/>
                </a:lnTo>
                <a:lnTo>
                  <a:pt x="2073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DF8ED-7698-4A47-A82F-FA8D978E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24" y="2313869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8" y="11556"/>
                  <a:pt x="24149" y="15260"/>
                  <a:pt x="20298" y="22667"/>
                </a:cubicBezTo>
                <a:cubicBezTo>
                  <a:pt x="16446" y="30075"/>
                  <a:pt x="14668" y="41186"/>
                  <a:pt x="14668" y="56001"/>
                </a:cubicBezTo>
                <a:cubicBezTo>
                  <a:pt x="14668" y="70816"/>
                  <a:pt x="16446" y="81927"/>
                  <a:pt x="20298" y="89334"/>
                </a:cubicBezTo>
                <a:cubicBezTo>
                  <a:pt x="24149" y="96742"/>
                  <a:pt x="29778" y="100445"/>
                  <a:pt x="37334" y="100445"/>
                </a:cubicBezTo>
                <a:cubicBezTo>
                  <a:pt x="44889" y="100445"/>
                  <a:pt x="50518" y="96742"/>
                  <a:pt x="54370" y="89334"/>
                </a:cubicBezTo>
                <a:cubicBezTo>
                  <a:pt x="58073" y="81927"/>
                  <a:pt x="59999" y="70816"/>
                  <a:pt x="59999" y="56001"/>
                </a:cubicBezTo>
                <a:cubicBezTo>
                  <a:pt x="59999" y="41186"/>
                  <a:pt x="58073" y="30075"/>
                  <a:pt x="54370" y="22667"/>
                </a:cubicBezTo>
                <a:cubicBezTo>
                  <a:pt x="50518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20" y="4889"/>
                  <a:pt x="65039" y="14370"/>
                </a:cubicBezTo>
                <a:cubicBezTo>
                  <a:pt x="71410" y="24001"/>
                  <a:pt x="74667" y="37926"/>
                  <a:pt x="74667" y="56001"/>
                </a:cubicBezTo>
                <a:cubicBezTo>
                  <a:pt x="74667" y="74223"/>
                  <a:pt x="71410" y="88149"/>
                  <a:pt x="65039" y="97631"/>
                </a:cubicBezTo>
                <a:cubicBezTo>
                  <a:pt x="58520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1" y="97631"/>
                </a:cubicBezTo>
                <a:cubicBezTo>
                  <a:pt x="3110" y="88149"/>
                  <a:pt x="0" y="74223"/>
                  <a:pt x="0" y="56001"/>
                </a:cubicBezTo>
                <a:cubicBezTo>
                  <a:pt x="0" y="37926"/>
                  <a:pt x="3110" y="24001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8AD91-898F-45EA-8714-E2F509E9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051" y="2311203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2" y="0"/>
                </a:lnTo>
                <a:lnTo>
                  <a:pt x="13332" y="66519"/>
                </a:lnTo>
                <a:lnTo>
                  <a:pt x="53038" y="31556"/>
                </a:lnTo>
                <a:lnTo>
                  <a:pt x="70074" y="31556"/>
                </a:lnTo>
                <a:lnTo>
                  <a:pt x="27111" y="69482"/>
                </a:lnTo>
                <a:lnTo>
                  <a:pt x="71852" y="112594"/>
                </a:lnTo>
                <a:lnTo>
                  <a:pt x="54517" y="112594"/>
                </a:lnTo>
                <a:lnTo>
                  <a:pt x="13332" y="73038"/>
                </a:lnTo>
                <a:lnTo>
                  <a:pt x="13332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A9B1B-D3C4-4C33-9BB1-1ED5FC5D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002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FE718-B1F8-43FE-AF1D-DA8ED5F0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002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91BA8-C653-4D33-B651-BC6BDEE5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002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67D15-2A4D-4C93-BDCB-B78AF43F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01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02414-C26C-41A0-8F16-B73C0C02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01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1B75F-D0CA-407C-A929-73EF6E49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01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CB287-DB68-4CE7-98C5-385B16E7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595" y="2315795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8" y="95705"/>
                </a:moveTo>
                <a:lnTo>
                  <a:pt x="25927" y="95705"/>
                </a:lnTo>
                <a:lnTo>
                  <a:pt x="25927" y="13333"/>
                </a:lnTo>
                <a:lnTo>
                  <a:pt x="0" y="18519"/>
                </a:lnTo>
                <a:lnTo>
                  <a:pt x="0" y="5185"/>
                </a:lnTo>
                <a:lnTo>
                  <a:pt x="25780" y="0"/>
                </a:lnTo>
                <a:lnTo>
                  <a:pt x="40448" y="0"/>
                </a:lnTo>
                <a:lnTo>
                  <a:pt x="40448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8" y="108001"/>
                </a:lnTo>
                <a:lnTo>
                  <a:pt x="2078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4278C-64AE-496A-A98C-59C3B125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783" y="2313869"/>
            <a:ext cx="71111" cy="111853"/>
          </a:xfrm>
          <a:custGeom xmlns:a="http://schemas.openxmlformats.org/drawingml/2006/main">
            <a:pathLst>
              <a:path w="71111" h="111853">
                <a:moveTo>
                  <a:pt x="48892" y="51704"/>
                </a:moveTo>
                <a:cubicBezTo>
                  <a:pt x="55853" y="53186"/>
                  <a:pt x="61335" y="56297"/>
                  <a:pt x="65186" y="61038"/>
                </a:cubicBezTo>
                <a:cubicBezTo>
                  <a:pt x="69038" y="65779"/>
                  <a:pt x="71111" y="71704"/>
                  <a:pt x="71111" y="78519"/>
                </a:cubicBezTo>
                <a:cubicBezTo>
                  <a:pt x="71111" y="89186"/>
                  <a:pt x="67407" y="97482"/>
                  <a:pt x="60151" y="103260"/>
                </a:cubicBezTo>
                <a:cubicBezTo>
                  <a:pt x="52743" y="109038"/>
                  <a:pt x="42373" y="111853"/>
                  <a:pt x="28889" y="111853"/>
                </a:cubicBezTo>
                <a:cubicBezTo>
                  <a:pt x="24296" y="111853"/>
                  <a:pt x="19556" y="111409"/>
                  <a:pt x="14815" y="110520"/>
                </a:cubicBezTo>
                <a:cubicBezTo>
                  <a:pt x="10075" y="109779"/>
                  <a:pt x="5040" y="108446"/>
                  <a:pt x="0" y="106668"/>
                </a:cubicBezTo>
                <a:lnTo>
                  <a:pt x="0" y="92594"/>
                </a:lnTo>
                <a:cubicBezTo>
                  <a:pt x="3999" y="94964"/>
                  <a:pt x="8444" y="96742"/>
                  <a:pt x="13332" y="97927"/>
                </a:cubicBezTo>
                <a:cubicBezTo>
                  <a:pt x="18072" y="99112"/>
                  <a:pt x="23112" y="99705"/>
                  <a:pt x="28447" y="99705"/>
                </a:cubicBezTo>
                <a:cubicBezTo>
                  <a:pt x="37628" y="99705"/>
                  <a:pt x="44594" y="97927"/>
                  <a:pt x="49334" y="94371"/>
                </a:cubicBezTo>
                <a:cubicBezTo>
                  <a:pt x="54075" y="90816"/>
                  <a:pt x="56595" y="85483"/>
                  <a:pt x="56595" y="78519"/>
                </a:cubicBezTo>
                <a:cubicBezTo>
                  <a:pt x="56595" y="72297"/>
                  <a:pt x="54370" y="67260"/>
                  <a:pt x="49929" y="63704"/>
                </a:cubicBezTo>
                <a:cubicBezTo>
                  <a:pt x="45483" y="60149"/>
                  <a:pt x="39259" y="58223"/>
                  <a:pt x="31262" y="58223"/>
                </a:cubicBezTo>
                <a:lnTo>
                  <a:pt x="18667" y="58223"/>
                </a:lnTo>
                <a:lnTo>
                  <a:pt x="18667" y="46223"/>
                </a:lnTo>
                <a:lnTo>
                  <a:pt x="31851" y="46223"/>
                </a:lnTo>
                <a:cubicBezTo>
                  <a:pt x="38964" y="46223"/>
                  <a:pt x="44446" y="44890"/>
                  <a:pt x="48298" y="41927"/>
                </a:cubicBezTo>
                <a:cubicBezTo>
                  <a:pt x="52149" y="39112"/>
                  <a:pt x="54075" y="34963"/>
                  <a:pt x="54075" y="29482"/>
                </a:cubicBezTo>
                <a:cubicBezTo>
                  <a:pt x="54075" y="24001"/>
                  <a:pt x="52002" y="19704"/>
                  <a:pt x="48150" y="16741"/>
                </a:cubicBezTo>
                <a:cubicBezTo>
                  <a:pt x="44147" y="13778"/>
                  <a:pt x="38518" y="12296"/>
                  <a:pt x="31262" y="12296"/>
                </a:cubicBezTo>
                <a:cubicBezTo>
                  <a:pt x="27258" y="12296"/>
                  <a:pt x="22965" y="12741"/>
                  <a:pt x="18372" y="13630"/>
                </a:cubicBezTo>
                <a:cubicBezTo>
                  <a:pt x="13779" y="14519"/>
                  <a:pt x="8739" y="15852"/>
                  <a:pt x="3262" y="17630"/>
                </a:cubicBezTo>
                <a:lnTo>
                  <a:pt x="3262" y="4593"/>
                </a:lnTo>
                <a:cubicBezTo>
                  <a:pt x="8739" y="3111"/>
                  <a:pt x="13926" y="1926"/>
                  <a:pt x="18814" y="1185"/>
                </a:cubicBezTo>
                <a:cubicBezTo>
                  <a:pt x="23555" y="445"/>
                  <a:pt x="28148" y="0"/>
                  <a:pt x="32593" y="0"/>
                </a:cubicBezTo>
                <a:cubicBezTo>
                  <a:pt x="43557" y="0"/>
                  <a:pt x="52296" y="2519"/>
                  <a:pt x="58815" y="7556"/>
                </a:cubicBezTo>
                <a:cubicBezTo>
                  <a:pt x="65334" y="12593"/>
                  <a:pt x="68595" y="19408"/>
                  <a:pt x="68595" y="28001"/>
                </a:cubicBezTo>
                <a:cubicBezTo>
                  <a:pt x="68595" y="33926"/>
                  <a:pt x="66817" y="38963"/>
                  <a:pt x="63408" y="43112"/>
                </a:cubicBezTo>
                <a:cubicBezTo>
                  <a:pt x="59999" y="47260"/>
                  <a:pt x="55111" y="50223"/>
                  <a:pt x="48892" y="51704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17904-10E2-43FF-B518-93265AA0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527" y="2313869"/>
            <a:ext cx="74667" cy="111853"/>
          </a:xfrm>
          <a:custGeom xmlns:a="http://schemas.openxmlformats.org/drawingml/2006/main">
            <a:pathLst>
              <a:path w="74667" h="111853">
                <a:moveTo>
                  <a:pt x="37334" y="11556"/>
                </a:moveTo>
                <a:cubicBezTo>
                  <a:pt x="29774" y="11556"/>
                  <a:pt x="24144" y="15260"/>
                  <a:pt x="20293" y="22667"/>
                </a:cubicBezTo>
                <a:cubicBezTo>
                  <a:pt x="16442" y="30075"/>
                  <a:pt x="14663" y="41186"/>
                  <a:pt x="14663" y="56001"/>
                </a:cubicBezTo>
                <a:cubicBezTo>
                  <a:pt x="14663" y="70816"/>
                  <a:pt x="16442" y="81927"/>
                  <a:pt x="20293" y="89334"/>
                </a:cubicBezTo>
                <a:cubicBezTo>
                  <a:pt x="24144" y="96742"/>
                  <a:pt x="29774" y="100445"/>
                  <a:pt x="37334" y="100445"/>
                </a:cubicBezTo>
                <a:cubicBezTo>
                  <a:pt x="44889" y="100445"/>
                  <a:pt x="50518" y="96742"/>
                  <a:pt x="54370" y="89334"/>
                </a:cubicBezTo>
                <a:cubicBezTo>
                  <a:pt x="58073" y="81927"/>
                  <a:pt x="59999" y="70816"/>
                  <a:pt x="59999" y="56001"/>
                </a:cubicBezTo>
                <a:cubicBezTo>
                  <a:pt x="59999" y="41186"/>
                  <a:pt x="58073" y="30075"/>
                  <a:pt x="54370" y="22667"/>
                </a:cubicBezTo>
                <a:cubicBezTo>
                  <a:pt x="50518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0" y="0"/>
                  <a:pt x="58516" y="4889"/>
                  <a:pt x="65034" y="14370"/>
                </a:cubicBezTo>
                <a:cubicBezTo>
                  <a:pt x="71405" y="24001"/>
                  <a:pt x="74667" y="37926"/>
                  <a:pt x="74667" y="56001"/>
                </a:cubicBezTo>
                <a:cubicBezTo>
                  <a:pt x="74667" y="74223"/>
                  <a:pt x="71405" y="88149"/>
                  <a:pt x="65034" y="97631"/>
                </a:cubicBezTo>
                <a:cubicBezTo>
                  <a:pt x="58516" y="107112"/>
                  <a:pt x="49330" y="111853"/>
                  <a:pt x="37182" y="111853"/>
                </a:cubicBezTo>
                <a:cubicBezTo>
                  <a:pt x="25033" y="111853"/>
                  <a:pt x="15852" y="107112"/>
                  <a:pt x="9481" y="97631"/>
                </a:cubicBezTo>
                <a:cubicBezTo>
                  <a:pt x="3110" y="88149"/>
                  <a:pt x="0" y="74223"/>
                  <a:pt x="0" y="56001"/>
                </a:cubicBezTo>
                <a:cubicBezTo>
                  <a:pt x="0" y="37926"/>
                  <a:pt x="3110" y="24001"/>
                  <a:pt x="9481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A789D-F2A9-4E98-91C4-E9C7F499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449" y="2311203"/>
            <a:ext cx="71857" cy="112594"/>
          </a:xfrm>
          <a:custGeom xmlns:a="http://schemas.openxmlformats.org/drawingml/2006/main">
            <a:pathLst>
              <a:path w="71857" h="112594">
                <a:moveTo>
                  <a:pt x="0" y="0"/>
                </a:moveTo>
                <a:lnTo>
                  <a:pt x="13337" y="0"/>
                </a:lnTo>
                <a:lnTo>
                  <a:pt x="13337" y="66519"/>
                </a:lnTo>
                <a:lnTo>
                  <a:pt x="53038" y="31556"/>
                </a:lnTo>
                <a:lnTo>
                  <a:pt x="70079" y="31556"/>
                </a:lnTo>
                <a:lnTo>
                  <a:pt x="27116" y="69482"/>
                </a:lnTo>
                <a:lnTo>
                  <a:pt x="71857" y="112594"/>
                </a:lnTo>
                <a:lnTo>
                  <a:pt x="54522" y="112594"/>
                </a:lnTo>
                <a:lnTo>
                  <a:pt x="13337" y="73038"/>
                </a:lnTo>
                <a:lnTo>
                  <a:pt x="13337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D2781-497D-43B9-8B45-F6BAD574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2" y="224745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7FA9C-14FD-4A79-BC04-C2AB117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2" y="2247451"/>
            <a:ext cx="10" cy="46297"/>
          </a:xfrm>
          <a:custGeom xmlns:a="http://schemas.openxmlformats.org/drawingml/2006/main">
            <a:pathLst>
              <a:path w="1" h="46297">
                <a:moveTo>
                  <a:pt x="0" y="0"/>
                </a:moveTo>
                <a:lnTo>
                  <a:pt x="0" y="462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70BE8-E80F-4545-A83E-D5449BF0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2" y="2247451"/>
            <a:ext cx="10" cy="46297"/>
          </a:xfrm>
          <a:custGeom xmlns:a="http://schemas.openxmlformats.org/drawingml/2006/main">
            <a:pathLst>
              <a:path w="1" h="46297" fill="none">
                <a:moveTo>
                  <a:pt x="0" y="0"/>
                </a:moveTo>
                <a:lnTo>
                  <a:pt x="0" y="46297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7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9EC79E8-8F28-4EB1-9080-75EE4F5D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7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D875626-8CB0-44DC-9EC8-34C8212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27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D276012-3B40-4C44-88B6-2403B8B0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028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2E69ED8-DF24-48B8-9B54-C1BBC5C3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227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AA789D1-3CCD-4482-96C9-262FAB1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28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6193F1C-D0F4-4B6C-A687-5AEC7ED3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628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AE7C553-1241-49D9-BF04-C7537BB3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828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686AED5-2639-4B8B-AA0B-C87F6F4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028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5F5979A-85E0-4500-8BEA-67CB6149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229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F0499AA-18E6-493E-8E54-E4BAFFB3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429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AC16EC6-51C9-4A35-982D-8E4EC765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629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4747476-7AE3-4EED-9D3E-22337DAE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829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0B51486-2CC9-424B-BC6C-0CA434D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030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2BC0974-2B1D-41E0-8C43-ECAE79C7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230" y="83305"/>
            <a:ext cx="5144" cy="2164146"/>
          </a:xfrm>
          <a:custGeom xmlns:a="http://schemas.openxmlformats.org/drawingml/2006/main">
            <a:pathLst>
              <a:path w="5144" h="2164146">
                <a:moveTo>
                  <a:pt x="5144" y="0"/>
                </a:moveTo>
                <a:lnTo>
                  <a:pt x="5144" y="0"/>
                </a:lnTo>
                <a:lnTo>
                  <a:pt x="5144" y="2164146"/>
                </a:lnTo>
                <a:lnTo>
                  <a:pt x="0" y="2164146"/>
                </a:lnTo>
                <a:lnTo>
                  <a:pt x="0" y="2164146"/>
                </a:lnTo>
                <a:lnTo>
                  <a:pt x="0" y="0"/>
                </a:lnTo>
                <a:lnTo>
                  <a:pt x="5144" y="0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A9DF2-736E-4828-B8E7-5228B570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214697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3202E-F2EE-4DFD-852C-A2BD941B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2146973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41F4D-2896-45EF-B0FD-5827BF9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2146973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1E019-E1FE-47DE-9C2F-82F13557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81" y="2093708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4" y="95705"/>
                </a:moveTo>
                <a:lnTo>
                  <a:pt x="25926" y="95705"/>
                </a:lnTo>
                <a:lnTo>
                  <a:pt x="25926" y="13333"/>
                </a:lnTo>
                <a:lnTo>
                  <a:pt x="0" y="18518"/>
                </a:lnTo>
                <a:lnTo>
                  <a:pt x="0" y="5185"/>
                </a:lnTo>
                <a:lnTo>
                  <a:pt x="25778" y="0"/>
                </a:lnTo>
                <a:lnTo>
                  <a:pt x="40445" y="0"/>
                </a:lnTo>
                <a:lnTo>
                  <a:pt x="40445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4" y="108001"/>
                </a:lnTo>
                <a:lnTo>
                  <a:pt x="2074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21862-7E40-4881-97DE-676F4E39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85" y="2091782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60"/>
                  <a:pt x="20297" y="22667"/>
                </a:cubicBezTo>
                <a:cubicBezTo>
                  <a:pt x="16445" y="30075"/>
                  <a:pt x="14667" y="41186"/>
                  <a:pt x="14667" y="56000"/>
                </a:cubicBezTo>
                <a:cubicBezTo>
                  <a:pt x="14667" y="70815"/>
                  <a:pt x="16445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6"/>
                  <a:pt x="58075" y="30075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8" y="37926"/>
                  <a:pt x="74668" y="56000"/>
                </a:cubicBezTo>
                <a:cubicBezTo>
                  <a:pt x="74668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A15C5-6A85-4608-AD0C-31C69B93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2" y="2089115"/>
            <a:ext cx="71852" cy="112593"/>
          </a:xfrm>
          <a:custGeom xmlns:a="http://schemas.openxmlformats.org/drawingml/2006/main">
            <a:pathLst>
              <a:path w="71852" h="112593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3"/>
                </a:lnTo>
                <a:lnTo>
                  <a:pt x="54519" y="112593"/>
                </a:lnTo>
                <a:lnTo>
                  <a:pt x="13333" y="73037"/>
                </a:lnTo>
                <a:lnTo>
                  <a:pt x="13333" y="112593"/>
                </a:lnTo>
                <a:lnTo>
                  <a:pt x="0" y="112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CB3AE-A2B4-4359-A75C-E4DFFDAD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99239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BD868-6C3A-45AC-8607-3E09BC42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992391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6F311-FFFA-4D29-9BC1-A0C1D7F0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992391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F2A10-06F8-4E9F-B850-6EFAC60A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83780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F97B8-E481-4CD5-80B8-DD4B8404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837809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26838-C5E7-4E28-8909-8DA53EEA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837809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06154-2D82-4B91-83B0-265EF5F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44" y="1782618"/>
            <a:ext cx="71112" cy="111853"/>
          </a:xfrm>
          <a:custGeom xmlns:a="http://schemas.openxmlformats.org/drawingml/2006/main">
            <a:pathLst>
              <a:path w="71112" h="111853">
                <a:moveTo>
                  <a:pt x="48889" y="51704"/>
                </a:moveTo>
                <a:cubicBezTo>
                  <a:pt x="55852" y="53186"/>
                  <a:pt x="61334" y="56297"/>
                  <a:pt x="65186" y="61038"/>
                </a:cubicBezTo>
                <a:cubicBezTo>
                  <a:pt x="69038" y="65778"/>
                  <a:pt x="71112" y="71704"/>
                  <a:pt x="71112" y="78519"/>
                </a:cubicBezTo>
                <a:cubicBezTo>
                  <a:pt x="71112" y="89186"/>
                  <a:pt x="67408" y="97482"/>
                  <a:pt x="60149" y="103260"/>
                </a:cubicBezTo>
                <a:cubicBezTo>
                  <a:pt x="52741" y="109038"/>
                  <a:pt x="42371" y="111853"/>
                  <a:pt x="28889" y="111853"/>
                </a:cubicBezTo>
                <a:cubicBezTo>
                  <a:pt x="24296" y="111853"/>
                  <a:pt x="19556" y="111409"/>
                  <a:pt x="14815" y="110520"/>
                </a:cubicBezTo>
                <a:cubicBezTo>
                  <a:pt x="10074" y="109779"/>
                  <a:pt x="5037" y="108446"/>
                  <a:pt x="0" y="106668"/>
                </a:cubicBezTo>
                <a:lnTo>
                  <a:pt x="0" y="92594"/>
                </a:lnTo>
                <a:cubicBezTo>
                  <a:pt x="4000" y="94964"/>
                  <a:pt x="8445" y="96742"/>
                  <a:pt x="13333" y="97927"/>
                </a:cubicBezTo>
                <a:cubicBezTo>
                  <a:pt x="18074" y="99112"/>
                  <a:pt x="23111" y="99705"/>
                  <a:pt x="28445" y="99705"/>
                </a:cubicBezTo>
                <a:cubicBezTo>
                  <a:pt x="37630" y="99705"/>
                  <a:pt x="44593" y="97927"/>
                  <a:pt x="49334" y="94371"/>
                </a:cubicBezTo>
                <a:cubicBezTo>
                  <a:pt x="54075" y="90816"/>
                  <a:pt x="56593" y="85483"/>
                  <a:pt x="56593" y="78519"/>
                </a:cubicBezTo>
                <a:cubicBezTo>
                  <a:pt x="56593" y="72297"/>
                  <a:pt x="54371" y="67260"/>
                  <a:pt x="49926" y="63704"/>
                </a:cubicBezTo>
                <a:cubicBezTo>
                  <a:pt x="45482" y="60149"/>
                  <a:pt x="39260" y="58223"/>
                  <a:pt x="31260" y="58223"/>
                </a:cubicBezTo>
                <a:lnTo>
                  <a:pt x="18667" y="58223"/>
                </a:lnTo>
                <a:lnTo>
                  <a:pt x="18667" y="46223"/>
                </a:lnTo>
                <a:lnTo>
                  <a:pt x="31852" y="46223"/>
                </a:lnTo>
                <a:cubicBezTo>
                  <a:pt x="38963" y="46223"/>
                  <a:pt x="44445" y="44890"/>
                  <a:pt x="48297" y="41927"/>
                </a:cubicBezTo>
                <a:cubicBezTo>
                  <a:pt x="52149" y="39112"/>
                  <a:pt x="54075" y="34963"/>
                  <a:pt x="54075" y="29482"/>
                </a:cubicBezTo>
                <a:cubicBezTo>
                  <a:pt x="54075" y="24001"/>
                  <a:pt x="52001" y="19704"/>
                  <a:pt x="48148" y="16741"/>
                </a:cubicBezTo>
                <a:cubicBezTo>
                  <a:pt x="44148" y="13778"/>
                  <a:pt x="38519" y="12296"/>
                  <a:pt x="31260" y="12296"/>
                </a:cubicBezTo>
                <a:cubicBezTo>
                  <a:pt x="27259" y="12296"/>
                  <a:pt x="22963" y="12741"/>
                  <a:pt x="18371" y="13630"/>
                </a:cubicBezTo>
                <a:cubicBezTo>
                  <a:pt x="13778" y="14519"/>
                  <a:pt x="8741" y="15852"/>
                  <a:pt x="3259" y="17630"/>
                </a:cubicBezTo>
                <a:lnTo>
                  <a:pt x="3259" y="4593"/>
                </a:lnTo>
                <a:cubicBezTo>
                  <a:pt x="8741" y="3111"/>
                  <a:pt x="13926" y="1926"/>
                  <a:pt x="18815" y="1185"/>
                </a:cubicBezTo>
                <a:cubicBezTo>
                  <a:pt x="23556" y="445"/>
                  <a:pt x="28148" y="0"/>
                  <a:pt x="32593" y="0"/>
                </a:cubicBezTo>
                <a:cubicBezTo>
                  <a:pt x="43556" y="0"/>
                  <a:pt x="52297" y="2519"/>
                  <a:pt x="58816" y="7556"/>
                </a:cubicBezTo>
                <a:cubicBezTo>
                  <a:pt x="65334" y="12593"/>
                  <a:pt x="68593" y="19408"/>
                  <a:pt x="68593" y="28000"/>
                </a:cubicBezTo>
                <a:cubicBezTo>
                  <a:pt x="68593" y="33926"/>
                  <a:pt x="66815" y="38963"/>
                  <a:pt x="63408" y="43111"/>
                </a:cubicBezTo>
                <a:cubicBezTo>
                  <a:pt x="60000" y="47260"/>
                  <a:pt x="55112" y="50223"/>
                  <a:pt x="48889" y="51704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ABFF3-C59C-4632-B95F-00738F0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85" y="1782618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60"/>
                  <a:pt x="20297" y="22667"/>
                </a:cubicBezTo>
                <a:cubicBezTo>
                  <a:pt x="16445" y="30075"/>
                  <a:pt x="14667" y="41186"/>
                  <a:pt x="14667" y="56001"/>
                </a:cubicBezTo>
                <a:cubicBezTo>
                  <a:pt x="14667" y="70815"/>
                  <a:pt x="16445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1"/>
                </a:cubicBezTo>
                <a:cubicBezTo>
                  <a:pt x="60000" y="41186"/>
                  <a:pt x="58075" y="30075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1"/>
                  <a:pt x="74668" y="37926"/>
                  <a:pt x="74668" y="56001"/>
                </a:cubicBezTo>
                <a:cubicBezTo>
                  <a:pt x="74668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1"/>
                </a:cubicBezTo>
                <a:cubicBezTo>
                  <a:pt x="0" y="37926"/>
                  <a:pt x="3111" y="24001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2C4D3-F187-4E3A-A75C-7CC2E5C0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2" y="1779952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0ABAD-AFEF-48A6-B6ED-FB90B830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68322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C497F-8015-430B-9B10-B3FCBC4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683227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1E110-FA96-419D-898E-C4C09EE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683227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8178F-30D4-4AA2-8C80-3C45941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52864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05F76-919C-4A3F-938D-870D8A6C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528645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A4DC3-BE0A-40A9-A91F-4D757787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528645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5A8A4-709D-46FA-8941-AA4D2E2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92" y="1475381"/>
            <a:ext cx="69926" cy="109927"/>
          </a:xfrm>
          <a:custGeom xmlns:a="http://schemas.openxmlformats.org/drawingml/2006/main">
            <a:pathLst>
              <a:path w="69926" h="109927">
                <a:moveTo>
                  <a:pt x="4593" y="0"/>
                </a:moveTo>
                <a:lnTo>
                  <a:pt x="61927" y="0"/>
                </a:lnTo>
                <a:lnTo>
                  <a:pt x="61927" y="12296"/>
                </a:lnTo>
                <a:lnTo>
                  <a:pt x="17926" y="12296"/>
                </a:lnTo>
                <a:lnTo>
                  <a:pt x="17926" y="38815"/>
                </a:lnTo>
                <a:cubicBezTo>
                  <a:pt x="20000" y="38074"/>
                  <a:pt x="22222" y="37482"/>
                  <a:pt x="24296" y="37186"/>
                </a:cubicBezTo>
                <a:cubicBezTo>
                  <a:pt x="26371" y="36889"/>
                  <a:pt x="28593" y="36593"/>
                  <a:pt x="30667" y="36593"/>
                </a:cubicBezTo>
                <a:cubicBezTo>
                  <a:pt x="42667" y="36593"/>
                  <a:pt x="52149" y="40000"/>
                  <a:pt x="59260" y="46519"/>
                </a:cubicBezTo>
                <a:cubicBezTo>
                  <a:pt x="66371" y="53186"/>
                  <a:pt x="69926" y="62075"/>
                  <a:pt x="69926" y="73334"/>
                </a:cubicBezTo>
                <a:cubicBezTo>
                  <a:pt x="69926" y="85038"/>
                  <a:pt x="66223" y="94075"/>
                  <a:pt x="58964" y="100445"/>
                </a:cubicBezTo>
                <a:cubicBezTo>
                  <a:pt x="51704" y="106816"/>
                  <a:pt x="41482" y="109927"/>
                  <a:pt x="28445" y="109927"/>
                </a:cubicBezTo>
                <a:cubicBezTo>
                  <a:pt x="23852" y="109927"/>
                  <a:pt x="19259" y="109483"/>
                  <a:pt x="14519" y="108890"/>
                </a:cubicBezTo>
                <a:cubicBezTo>
                  <a:pt x="9778" y="108149"/>
                  <a:pt x="5037" y="107112"/>
                  <a:pt x="0" y="105482"/>
                </a:cubicBezTo>
                <a:lnTo>
                  <a:pt x="0" y="90816"/>
                </a:lnTo>
                <a:cubicBezTo>
                  <a:pt x="4296" y="93186"/>
                  <a:pt x="8741" y="94964"/>
                  <a:pt x="13482" y="96149"/>
                </a:cubicBezTo>
                <a:cubicBezTo>
                  <a:pt x="18074" y="97334"/>
                  <a:pt x="22963" y="97779"/>
                  <a:pt x="28148" y="97779"/>
                </a:cubicBezTo>
                <a:cubicBezTo>
                  <a:pt x="36445" y="97779"/>
                  <a:pt x="43112" y="95705"/>
                  <a:pt x="48000" y="91260"/>
                </a:cubicBezTo>
                <a:cubicBezTo>
                  <a:pt x="52741" y="86816"/>
                  <a:pt x="55260" y="80890"/>
                  <a:pt x="55260" y="73334"/>
                </a:cubicBezTo>
                <a:cubicBezTo>
                  <a:pt x="55260" y="65927"/>
                  <a:pt x="52741" y="60000"/>
                  <a:pt x="48000" y="55556"/>
                </a:cubicBezTo>
                <a:cubicBezTo>
                  <a:pt x="43112" y="51112"/>
                  <a:pt x="36445" y="48889"/>
                  <a:pt x="28148" y="48889"/>
                </a:cubicBezTo>
                <a:cubicBezTo>
                  <a:pt x="24296" y="48889"/>
                  <a:pt x="20296" y="49334"/>
                  <a:pt x="16445" y="50223"/>
                </a:cubicBezTo>
                <a:cubicBezTo>
                  <a:pt x="12593" y="51112"/>
                  <a:pt x="8593" y="52445"/>
                  <a:pt x="4593" y="54223"/>
                </a:cubicBezTo>
                <a:lnTo>
                  <a:pt x="4593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4DA46-11F7-4952-81F4-1AE7FC06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85" y="1473455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5"/>
                </a:moveTo>
                <a:cubicBezTo>
                  <a:pt x="29778" y="11555"/>
                  <a:pt x="24148" y="15259"/>
                  <a:pt x="20297" y="22666"/>
                </a:cubicBezTo>
                <a:cubicBezTo>
                  <a:pt x="16445" y="30074"/>
                  <a:pt x="14667" y="41185"/>
                  <a:pt x="14667" y="56000"/>
                </a:cubicBezTo>
                <a:cubicBezTo>
                  <a:pt x="14667" y="70815"/>
                  <a:pt x="16445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5"/>
                  <a:pt x="58075" y="30074"/>
                  <a:pt x="54371" y="22666"/>
                </a:cubicBezTo>
                <a:cubicBezTo>
                  <a:pt x="50519" y="15259"/>
                  <a:pt x="44889" y="11555"/>
                  <a:pt x="37334" y="11555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8" y="37926"/>
                  <a:pt x="74668" y="56000"/>
                </a:cubicBezTo>
                <a:cubicBezTo>
                  <a:pt x="74668" y="74223"/>
                  <a:pt x="71408" y="88148"/>
                  <a:pt x="65038" y="97630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0"/>
                </a:cubicBezTo>
                <a:cubicBezTo>
                  <a:pt x="3111" y="88148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8CB33-5A8B-49E6-B772-9095392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2" y="1470788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9A8ED-C08D-4708-B5EF-4BDD37BE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37406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B0133-EBAA-4F53-A376-80D06BE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374063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90E9F-68E0-4BE3-BAB9-600E327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374063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5E59A-28C3-4F34-B543-8465073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21948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E781E-0A22-428C-84D7-B5319A1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219482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E25A6-6308-4E9F-BD86-342F8842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219482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E6D01-4D0E-4D11-AFF2-36CBAA6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32" y="1166217"/>
            <a:ext cx="69482" cy="108001"/>
          </a:xfrm>
          <a:custGeom xmlns:a="http://schemas.openxmlformats.org/drawingml/2006/main">
            <a:pathLst>
              <a:path w="69482" h="108001">
                <a:moveTo>
                  <a:pt x="0" y="0"/>
                </a:moveTo>
                <a:lnTo>
                  <a:pt x="69482" y="0"/>
                </a:lnTo>
                <a:lnTo>
                  <a:pt x="69482" y="6222"/>
                </a:lnTo>
                <a:lnTo>
                  <a:pt x="30222" y="108001"/>
                </a:lnTo>
                <a:lnTo>
                  <a:pt x="14963" y="108001"/>
                </a:lnTo>
                <a:lnTo>
                  <a:pt x="51852" y="12296"/>
                </a:lnTo>
                <a:lnTo>
                  <a:pt x="0" y="1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D4723-D030-4C40-830D-24CB51B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85" y="1164291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59"/>
                  <a:pt x="20297" y="22667"/>
                </a:cubicBezTo>
                <a:cubicBezTo>
                  <a:pt x="16445" y="30074"/>
                  <a:pt x="14667" y="41185"/>
                  <a:pt x="14667" y="56000"/>
                </a:cubicBezTo>
                <a:cubicBezTo>
                  <a:pt x="14667" y="70815"/>
                  <a:pt x="16445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5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8" y="37926"/>
                  <a:pt x="74668" y="56000"/>
                </a:cubicBezTo>
                <a:cubicBezTo>
                  <a:pt x="74668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389A0-B50E-47F0-9335-AF9C5F1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2" y="1161624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9D66E-E615-486E-AC59-CEF212C6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06490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8F72E-DBF4-4C8A-84E5-DC535042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064900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27B97-B116-48E1-B55F-040DB32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064900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0A9AC-E45D-435E-9694-6EF1CD55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910318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821CC-1BED-4819-8492-E90F2A7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910318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040BC-16B4-42CB-A0AC-0C5A56C8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910318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298AC-0826-4DDA-B852-1B6CB94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18" y="855128"/>
            <a:ext cx="74519" cy="111853"/>
          </a:xfrm>
          <a:custGeom xmlns:a="http://schemas.openxmlformats.org/drawingml/2006/main">
            <a:pathLst>
              <a:path w="74519" h="111853">
                <a:moveTo>
                  <a:pt x="6963" y="107704"/>
                </a:moveTo>
                <a:lnTo>
                  <a:pt x="6963" y="94371"/>
                </a:lnTo>
                <a:cubicBezTo>
                  <a:pt x="10519" y="96149"/>
                  <a:pt x="14222" y="97482"/>
                  <a:pt x="18074" y="98371"/>
                </a:cubicBezTo>
                <a:cubicBezTo>
                  <a:pt x="21778" y="99260"/>
                  <a:pt x="25482" y="99705"/>
                  <a:pt x="29185" y="99705"/>
                </a:cubicBezTo>
                <a:cubicBezTo>
                  <a:pt x="38667" y="99705"/>
                  <a:pt x="46074" y="96593"/>
                  <a:pt x="51111" y="90075"/>
                </a:cubicBezTo>
                <a:cubicBezTo>
                  <a:pt x="56148" y="83556"/>
                  <a:pt x="59112" y="73778"/>
                  <a:pt x="60001" y="60445"/>
                </a:cubicBezTo>
                <a:cubicBezTo>
                  <a:pt x="57038" y="64593"/>
                  <a:pt x="53482" y="67852"/>
                  <a:pt x="49334" y="70075"/>
                </a:cubicBezTo>
                <a:cubicBezTo>
                  <a:pt x="45037" y="72297"/>
                  <a:pt x="40297" y="73334"/>
                  <a:pt x="35111" y="73334"/>
                </a:cubicBezTo>
                <a:cubicBezTo>
                  <a:pt x="24148" y="73334"/>
                  <a:pt x="15556" y="70075"/>
                  <a:pt x="9333" y="63556"/>
                </a:cubicBezTo>
                <a:cubicBezTo>
                  <a:pt x="3111" y="57037"/>
                  <a:pt x="0" y="48148"/>
                  <a:pt x="0" y="36741"/>
                </a:cubicBezTo>
                <a:cubicBezTo>
                  <a:pt x="0" y="25778"/>
                  <a:pt x="3259" y="16889"/>
                  <a:pt x="9778" y="10074"/>
                </a:cubicBezTo>
                <a:cubicBezTo>
                  <a:pt x="16296" y="3407"/>
                  <a:pt x="25037" y="0"/>
                  <a:pt x="36000" y="0"/>
                </a:cubicBezTo>
                <a:cubicBezTo>
                  <a:pt x="48445" y="0"/>
                  <a:pt x="58075" y="4889"/>
                  <a:pt x="64593" y="14370"/>
                </a:cubicBezTo>
                <a:cubicBezTo>
                  <a:pt x="71112" y="24000"/>
                  <a:pt x="74519" y="37926"/>
                  <a:pt x="74519" y="56000"/>
                </a:cubicBezTo>
                <a:cubicBezTo>
                  <a:pt x="74519" y="73186"/>
                  <a:pt x="70371" y="86667"/>
                  <a:pt x="62371" y="96742"/>
                </a:cubicBezTo>
                <a:cubicBezTo>
                  <a:pt x="54223" y="106816"/>
                  <a:pt x="43408" y="111853"/>
                  <a:pt x="29778" y="111853"/>
                </a:cubicBezTo>
                <a:cubicBezTo>
                  <a:pt x="26074" y="111853"/>
                  <a:pt x="22371" y="111408"/>
                  <a:pt x="18667" y="110816"/>
                </a:cubicBezTo>
                <a:cubicBezTo>
                  <a:pt x="14815" y="110223"/>
                  <a:pt x="10963" y="109186"/>
                  <a:pt x="6963" y="107704"/>
                </a:cubicBezTo>
                <a:close/>
                <a:moveTo>
                  <a:pt x="36000" y="61927"/>
                </a:moveTo>
                <a:cubicBezTo>
                  <a:pt x="42519" y="61927"/>
                  <a:pt x="47704" y="59704"/>
                  <a:pt x="51556" y="55260"/>
                </a:cubicBezTo>
                <a:cubicBezTo>
                  <a:pt x="55408" y="50815"/>
                  <a:pt x="57334" y="44593"/>
                  <a:pt x="57334" y="36741"/>
                </a:cubicBezTo>
                <a:cubicBezTo>
                  <a:pt x="57334" y="29037"/>
                  <a:pt x="55408" y="22815"/>
                  <a:pt x="51556" y="18371"/>
                </a:cubicBezTo>
                <a:cubicBezTo>
                  <a:pt x="47704" y="13926"/>
                  <a:pt x="42519" y="11556"/>
                  <a:pt x="36000" y="11556"/>
                </a:cubicBezTo>
                <a:cubicBezTo>
                  <a:pt x="29482" y="11556"/>
                  <a:pt x="24297" y="13926"/>
                  <a:pt x="20445" y="18371"/>
                </a:cubicBezTo>
                <a:cubicBezTo>
                  <a:pt x="16593" y="22815"/>
                  <a:pt x="14667" y="29037"/>
                  <a:pt x="14667" y="36741"/>
                </a:cubicBezTo>
                <a:cubicBezTo>
                  <a:pt x="14667" y="44593"/>
                  <a:pt x="16593" y="50815"/>
                  <a:pt x="20445" y="55260"/>
                </a:cubicBezTo>
                <a:cubicBezTo>
                  <a:pt x="24297" y="59704"/>
                  <a:pt x="29482" y="61927"/>
                  <a:pt x="36000" y="61927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ABA2F-3487-47BF-8A31-43DD40E6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85" y="855128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59"/>
                  <a:pt x="20297" y="22667"/>
                </a:cubicBezTo>
                <a:cubicBezTo>
                  <a:pt x="16445" y="30074"/>
                  <a:pt x="14667" y="41185"/>
                  <a:pt x="14667" y="56000"/>
                </a:cubicBezTo>
                <a:cubicBezTo>
                  <a:pt x="14667" y="70815"/>
                  <a:pt x="16445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5"/>
                  <a:pt x="58075" y="30074"/>
                  <a:pt x="54371" y="22667"/>
                </a:cubicBezTo>
                <a:cubicBezTo>
                  <a:pt x="50519" y="15259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8" y="37926"/>
                  <a:pt x="74668" y="56000"/>
                </a:cubicBezTo>
                <a:cubicBezTo>
                  <a:pt x="74668" y="74223"/>
                  <a:pt x="71408" y="88149"/>
                  <a:pt x="65038" y="97630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0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396D7-FEBC-43E2-9C79-FB68149A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2" y="852461"/>
            <a:ext cx="71852" cy="112594"/>
          </a:xfrm>
          <a:custGeom xmlns:a="http://schemas.openxmlformats.org/drawingml/2006/main">
            <a:pathLst>
              <a:path w="71852" h="112594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4"/>
                </a:lnTo>
                <a:lnTo>
                  <a:pt x="54519" y="112594"/>
                </a:lnTo>
                <a:lnTo>
                  <a:pt x="13333" y="73038"/>
                </a:lnTo>
                <a:lnTo>
                  <a:pt x="13333" y="112594"/>
                </a:lnTo>
                <a:lnTo>
                  <a:pt x="0" y="112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988AF-BB77-4F4D-8851-4D2EC04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75573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766EC-86D6-4FBB-89D4-6D87C73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755736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FBC7E-C540-4E5C-80E4-DCF17C3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755736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3BA3D-6E40-45C1-89D5-A622431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60115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EEDA9-70D3-4C32-B334-8264FFB7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601155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FD634-1F91-4DE1-8573-B2405B1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601155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A8476-9546-42A8-97C6-699BD7D8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41" y="547890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4" y="95705"/>
                </a:moveTo>
                <a:lnTo>
                  <a:pt x="25926" y="95705"/>
                </a:lnTo>
                <a:lnTo>
                  <a:pt x="25926" y="13333"/>
                </a:lnTo>
                <a:lnTo>
                  <a:pt x="0" y="18518"/>
                </a:lnTo>
                <a:lnTo>
                  <a:pt x="0" y="5185"/>
                </a:lnTo>
                <a:lnTo>
                  <a:pt x="25778" y="0"/>
                </a:lnTo>
                <a:lnTo>
                  <a:pt x="40445" y="0"/>
                </a:lnTo>
                <a:lnTo>
                  <a:pt x="40445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4" y="108001"/>
                </a:lnTo>
                <a:lnTo>
                  <a:pt x="2074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6F391-7534-4186-998C-7DF97070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4" y="547890"/>
            <a:ext cx="64297" cy="108001"/>
          </a:xfrm>
          <a:custGeom xmlns:a="http://schemas.openxmlformats.org/drawingml/2006/main">
            <a:pathLst>
              <a:path w="64297" h="108001">
                <a:moveTo>
                  <a:pt x="2074" y="95705"/>
                </a:moveTo>
                <a:lnTo>
                  <a:pt x="25926" y="95705"/>
                </a:lnTo>
                <a:lnTo>
                  <a:pt x="25926" y="13333"/>
                </a:lnTo>
                <a:lnTo>
                  <a:pt x="0" y="18518"/>
                </a:lnTo>
                <a:lnTo>
                  <a:pt x="0" y="5185"/>
                </a:lnTo>
                <a:lnTo>
                  <a:pt x="25778" y="0"/>
                </a:lnTo>
                <a:lnTo>
                  <a:pt x="40445" y="0"/>
                </a:lnTo>
                <a:lnTo>
                  <a:pt x="40445" y="95705"/>
                </a:lnTo>
                <a:lnTo>
                  <a:pt x="64297" y="95705"/>
                </a:lnTo>
                <a:lnTo>
                  <a:pt x="64297" y="108001"/>
                </a:lnTo>
                <a:lnTo>
                  <a:pt x="2074" y="108001"/>
                </a:lnTo>
                <a:lnTo>
                  <a:pt x="2074" y="95705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32DB8-27A6-40C4-8013-DD55D280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68" y="545964"/>
            <a:ext cx="74668" cy="111853"/>
          </a:xfrm>
          <a:custGeom xmlns:a="http://schemas.openxmlformats.org/drawingml/2006/main">
            <a:pathLst>
              <a:path w="74668" h="111853">
                <a:moveTo>
                  <a:pt x="37334" y="11556"/>
                </a:moveTo>
                <a:cubicBezTo>
                  <a:pt x="29778" y="11556"/>
                  <a:pt x="24148" y="15260"/>
                  <a:pt x="20297" y="22667"/>
                </a:cubicBezTo>
                <a:cubicBezTo>
                  <a:pt x="16444" y="30074"/>
                  <a:pt x="14667" y="41186"/>
                  <a:pt x="14667" y="56000"/>
                </a:cubicBezTo>
                <a:cubicBezTo>
                  <a:pt x="14667" y="70815"/>
                  <a:pt x="16444" y="81927"/>
                  <a:pt x="20297" y="89334"/>
                </a:cubicBezTo>
                <a:cubicBezTo>
                  <a:pt x="24148" y="96742"/>
                  <a:pt x="29778" y="100445"/>
                  <a:pt x="37334" y="100445"/>
                </a:cubicBezTo>
                <a:cubicBezTo>
                  <a:pt x="44889" y="100445"/>
                  <a:pt x="50519" y="96742"/>
                  <a:pt x="54371" y="89334"/>
                </a:cubicBezTo>
                <a:cubicBezTo>
                  <a:pt x="58075" y="81927"/>
                  <a:pt x="60000" y="70815"/>
                  <a:pt x="60000" y="56000"/>
                </a:cubicBezTo>
                <a:cubicBezTo>
                  <a:pt x="60000" y="41186"/>
                  <a:pt x="58075" y="30074"/>
                  <a:pt x="54371" y="22667"/>
                </a:cubicBezTo>
                <a:cubicBezTo>
                  <a:pt x="50519" y="15260"/>
                  <a:pt x="44889" y="11556"/>
                  <a:pt x="37334" y="11556"/>
                </a:cubicBezTo>
                <a:close/>
                <a:moveTo>
                  <a:pt x="37334" y="0"/>
                </a:moveTo>
                <a:cubicBezTo>
                  <a:pt x="49334" y="0"/>
                  <a:pt x="58519" y="4889"/>
                  <a:pt x="65038" y="14370"/>
                </a:cubicBezTo>
                <a:cubicBezTo>
                  <a:pt x="71408" y="24000"/>
                  <a:pt x="74668" y="37926"/>
                  <a:pt x="74668" y="56000"/>
                </a:cubicBezTo>
                <a:cubicBezTo>
                  <a:pt x="74668" y="74223"/>
                  <a:pt x="71408" y="88149"/>
                  <a:pt x="65038" y="97631"/>
                </a:cubicBezTo>
                <a:cubicBezTo>
                  <a:pt x="58519" y="107112"/>
                  <a:pt x="49334" y="111853"/>
                  <a:pt x="37186" y="111853"/>
                </a:cubicBezTo>
                <a:cubicBezTo>
                  <a:pt x="25038" y="111853"/>
                  <a:pt x="15852" y="107112"/>
                  <a:pt x="9482" y="97631"/>
                </a:cubicBezTo>
                <a:cubicBezTo>
                  <a:pt x="3111" y="88149"/>
                  <a:pt x="0" y="74223"/>
                  <a:pt x="0" y="56000"/>
                </a:cubicBezTo>
                <a:cubicBezTo>
                  <a:pt x="0" y="37926"/>
                  <a:pt x="3111" y="24000"/>
                  <a:pt x="9482" y="14370"/>
                </a:cubicBezTo>
                <a:cubicBezTo>
                  <a:pt x="15852" y="4889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85656-4325-4AF2-881B-093341EE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5" y="543298"/>
            <a:ext cx="71852" cy="112593"/>
          </a:xfrm>
          <a:custGeom xmlns:a="http://schemas.openxmlformats.org/drawingml/2006/main">
            <a:pathLst>
              <a:path w="71852" h="112593">
                <a:moveTo>
                  <a:pt x="0" y="0"/>
                </a:moveTo>
                <a:lnTo>
                  <a:pt x="13333" y="0"/>
                </a:lnTo>
                <a:lnTo>
                  <a:pt x="13333" y="66519"/>
                </a:lnTo>
                <a:lnTo>
                  <a:pt x="53038" y="31556"/>
                </a:lnTo>
                <a:lnTo>
                  <a:pt x="70075" y="31556"/>
                </a:lnTo>
                <a:lnTo>
                  <a:pt x="27112" y="69482"/>
                </a:lnTo>
                <a:lnTo>
                  <a:pt x="71852" y="112593"/>
                </a:lnTo>
                <a:lnTo>
                  <a:pt x="54519" y="112593"/>
                </a:lnTo>
                <a:lnTo>
                  <a:pt x="13333" y="73037"/>
                </a:lnTo>
                <a:lnTo>
                  <a:pt x="13333" y="112593"/>
                </a:lnTo>
                <a:lnTo>
                  <a:pt x="0" y="112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4F3F6-6F7D-4944-8E4B-2B46BF9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44657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EDC2E-DB6B-42A6-9A95-CEF42BE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446573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1D042-A0AD-462C-AC91-BB1F107C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446573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139A7-DCF9-415F-A5D8-17DAEB9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29199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109A6-B50E-466B-8663-EEE4C1B3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291991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E3748-34E8-49AA-B96D-83C941E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291991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FACF0-7947-4D87-A71D-8F2502E5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41" y="238728"/>
            <a:ext cx="64297" cy="107997"/>
          </a:xfrm>
          <a:custGeom xmlns:a="http://schemas.openxmlformats.org/drawingml/2006/main">
            <a:pathLst>
              <a:path w="64297" h="107997">
                <a:moveTo>
                  <a:pt x="2074" y="95702"/>
                </a:moveTo>
                <a:lnTo>
                  <a:pt x="25926" y="95702"/>
                </a:lnTo>
                <a:lnTo>
                  <a:pt x="25926" y="13332"/>
                </a:lnTo>
                <a:lnTo>
                  <a:pt x="0" y="18515"/>
                </a:lnTo>
                <a:lnTo>
                  <a:pt x="0" y="5183"/>
                </a:lnTo>
                <a:lnTo>
                  <a:pt x="25778" y="0"/>
                </a:lnTo>
                <a:lnTo>
                  <a:pt x="40445" y="0"/>
                </a:lnTo>
                <a:lnTo>
                  <a:pt x="40445" y="95702"/>
                </a:lnTo>
                <a:lnTo>
                  <a:pt x="64297" y="95702"/>
                </a:lnTo>
                <a:lnTo>
                  <a:pt x="64297" y="107997"/>
                </a:lnTo>
                <a:lnTo>
                  <a:pt x="2074" y="107997"/>
                </a:lnTo>
                <a:lnTo>
                  <a:pt x="2074" y="95702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783E0-DFAE-43DB-BAC4-31B6F15B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6" y="236803"/>
            <a:ext cx="71112" cy="111849"/>
          </a:xfrm>
          <a:custGeom xmlns:a="http://schemas.openxmlformats.org/drawingml/2006/main">
            <a:pathLst>
              <a:path w="71112" h="111849">
                <a:moveTo>
                  <a:pt x="48889" y="51702"/>
                </a:moveTo>
                <a:cubicBezTo>
                  <a:pt x="55852" y="53186"/>
                  <a:pt x="61334" y="56295"/>
                  <a:pt x="65186" y="61036"/>
                </a:cubicBezTo>
                <a:cubicBezTo>
                  <a:pt x="69038" y="65776"/>
                  <a:pt x="71112" y="71700"/>
                  <a:pt x="71112" y="78518"/>
                </a:cubicBezTo>
                <a:cubicBezTo>
                  <a:pt x="71112" y="89183"/>
                  <a:pt x="67408" y="97480"/>
                  <a:pt x="60149" y="103257"/>
                </a:cubicBezTo>
                <a:cubicBezTo>
                  <a:pt x="52741" y="109034"/>
                  <a:pt x="42371" y="111849"/>
                  <a:pt x="28889" y="111849"/>
                </a:cubicBezTo>
                <a:cubicBezTo>
                  <a:pt x="24297" y="111849"/>
                  <a:pt x="19556" y="111406"/>
                  <a:pt x="14815" y="110517"/>
                </a:cubicBezTo>
                <a:cubicBezTo>
                  <a:pt x="10074" y="109776"/>
                  <a:pt x="5037" y="108444"/>
                  <a:pt x="0" y="106666"/>
                </a:cubicBezTo>
                <a:lnTo>
                  <a:pt x="0" y="92592"/>
                </a:lnTo>
                <a:cubicBezTo>
                  <a:pt x="4000" y="94960"/>
                  <a:pt x="8445" y="96738"/>
                  <a:pt x="13333" y="97927"/>
                </a:cubicBezTo>
                <a:cubicBezTo>
                  <a:pt x="18074" y="99111"/>
                  <a:pt x="23111" y="99700"/>
                  <a:pt x="28445" y="99700"/>
                </a:cubicBezTo>
                <a:cubicBezTo>
                  <a:pt x="37630" y="99700"/>
                  <a:pt x="44593" y="97927"/>
                  <a:pt x="49334" y="94370"/>
                </a:cubicBezTo>
                <a:cubicBezTo>
                  <a:pt x="54075" y="90814"/>
                  <a:pt x="56593" y="85479"/>
                  <a:pt x="56593" y="78518"/>
                </a:cubicBezTo>
                <a:cubicBezTo>
                  <a:pt x="56593" y="72295"/>
                  <a:pt x="54371" y="67259"/>
                  <a:pt x="49926" y="63703"/>
                </a:cubicBezTo>
                <a:cubicBezTo>
                  <a:pt x="45482" y="60146"/>
                  <a:pt x="39260" y="58221"/>
                  <a:pt x="31260" y="58221"/>
                </a:cubicBezTo>
                <a:lnTo>
                  <a:pt x="18667" y="58221"/>
                </a:lnTo>
                <a:lnTo>
                  <a:pt x="18667" y="46220"/>
                </a:lnTo>
                <a:lnTo>
                  <a:pt x="31852" y="46220"/>
                </a:lnTo>
                <a:cubicBezTo>
                  <a:pt x="38963" y="46220"/>
                  <a:pt x="44445" y="44889"/>
                  <a:pt x="48297" y="41922"/>
                </a:cubicBezTo>
                <a:cubicBezTo>
                  <a:pt x="52149" y="39107"/>
                  <a:pt x="54075" y="34961"/>
                  <a:pt x="54075" y="29479"/>
                </a:cubicBezTo>
                <a:cubicBezTo>
                  <a:pt x="54075" y="23997"/>
                  <a:pt x="52000" y="19703"/>
                  <a:pt x="48148" y="16737"/>
                </a:cubicBezTo>
                <a:cubicBezTo>
                  <a:pt x="44148" y="13774"/>
                  <a:pt x="38519" y="12296"/>
                  <a:pt x="31260" y="12296"/>
                </a:cubicBezTo>
                <a:cubicBezTo>
                  <a:pt x="27260" y="12296"/>
                  <a:pt x="22963" y="12738"/>
                  <a:pt x="18371" y="13627"/>
                </a:cubicBezTo>
                <a:cubicBezTo>
                  <a:pt x="13778" y="14516"/>
                  <a:pt x="8741" y="15852"/>
                  <a:pt x="3259" y="17626"/>
                </a:cubicBezTo>
                <a:lnTo>
                  <a:pt x="3259" y="4588"/>
                </a:lnTo>
                <a:cubicBezTo>
                  <a:pt x="8741" y="3110"/>
                  <a:pt x="13926" y="1926"/>
                  <a:pt x="18815" y="1184"/>
                </a:cubicBezTo>
                <a:cubicBezTo>
                  <a:pt x="23556" y="442"/>
                  <a:pt x="28148" y="0"/>
                  <a:pt x="32593" y="0"/>
                </a:cubicBezTo>
                <a:cubicBezTo>
                  <a:pt x="43556" y="0"/>
                  <a:pt x="52297" y="2515"/>
                  <a:pt x="58816" y="7555"/>
                </a:cubicBezTo>
                <a:cubicBezTo>
                  <a:pt x="65334" y="12590"/>
                  <a:pt x="68593" y="19404"/>
                  <a:pt x="68593" y="28000"/>
                </a:cubicBezTo>
                <a:cubicBezTo>
                  <a:pt x="68593" y="33925"/>
                  <a:pt x="66815" y="38960"/>
                  <a:pt x="63408" y="43110"/>
                </a:cubicBezTo>
                <a:cubicBezTo>
                  <a:pt x="60000" y="47257"/>
                  <a:pt x="55112" y="50219"/>
                  <a:pt x="48889" y="51702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772F0-DE74-40EB-B27A-9B9FC60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68" y="236803"/>
            <a:ext cx="74668" cy="111849"/>
          </a:xfrm>
          <a:custGeom xmlns:a="http://schemas.openxmlformats.org/drawingml/2006/main">
            <a:pathLst>
              <a:path w="74668" h="111849">
                <a:moveTo>
                  <a:pt x="37334" y="11554"/>
                </a:moveTo>
                <a:cubicBezTo>
                  <a:pt x="29778" y="11554"/>
                  <a:pt x="24148" y="15258"/>
                  <a:pt x="20297" y="22665"/>
                </a:cubicBezTo>
                <a:cubicBezTo>
                  <a:pt x="16444" y="30073"/>
                  <a:pt x="14667" y="41185"/>
                  <a:pt x="14667" y="56000"/>
                </a:cubicBezTo>
                <a:cubicBezTo>
                  <a:pt x="14667" y="70811"/>
                  <a:pt x="16444" y="81923"/>
                  <a:pt x="20297" y="89331"/>
                </a:cubicBezTo>
                <a:cubicBezTo>
                  <a:pt x="24148" y="96738"/>
                  <a:pt x="29778" y="100442"/>
                  <a:pt x="37334" y="100442"/>
                </a:cubicBezTo>
                <a:cubicBezTo>
                  <a:pt x="44889" y="100442"/>
                  <a:pt x="50519" y="96738"/>
                  <a:pt x="54371" y="89331"/>
                </a:cubicBezTo>
                <a:cubicBezTo>
                  <a:pt x="58075" y="81923"/>
                  <a:pt x="60000" y="70811"/>
                  <a:pt x="60000" y="56000"/>
                </a:cubicBezTo>
                <a:cubicBezTo>
                  <a:pt x="60000" y="41185"/>
                  <a:pt x="58075" y="30073"/>
                  <a:pt x="54371" y="22665"/>
                </a:cubicBezTo>
                <a:cubicBezTo>
                  <a:pt x="50519" y="15258"/>
                  <a:pt x="44889" y="11554"/>
                  <a:pt x="37334" y="11554"/>
                </a:cubicBezTo>
                <a:close/>
                <a:moveTo>
                  <a:pt x="37334" y="0"/>
                </a:moveTo>
                <a:cubicBezTo>
                  <a:pt x="49334" y="0"/>
                  <a:pt x="58519" y="4888"/>
                  <a:pt x="65038" y="14369"/>
                </a:cubicBezTo>
                <a:cubicBezTo>
                  <a:pt x="71408" y="23997"/>
                  <a:pt x="74668" y="37923"/>
                  <a:pt x="74668" y="56000"/>
                </a:cubicBezTo>
                <a:cubicBezTo>
                  <a:pt x="74668" y="74220"/>
                  <a:pt x="71408" y="88147"/>
                  <a:pt x="65038" y="97627"/>
                </a:cubicBezTo>
                <a:cubicBezTo>
                  <a:pt x="58519" y="107108"/>
                  <a:pt x="49334" y="111849"/>
                  <a:pt x="37186" y="111849"/>
                </a:cubicBezTo>
                <a:cubicBezTo>
                  <a:pt x="25038" y="111849"/>
                  <a:pt x="15852" y="107108"/>
                  <a:pt x="9482" y="97627"/>
                </a:cubicBezTo>
                <a:cubicBezTo>
                  <a:pt x="3111" y="88147"/>
                  <a:pt x="0" y="74220"/>
                  <a:pt x="0" y="56000"/>
                </a:cubicBezTo>
                <a:cubicBezTo>
                  <a:pt x="0" y="37923"/>
                  <a:pt x="3111" y="23997"/>
                  <a:pt x="9482" y="14369"/>
                </a:cubicBezTo>
                <a:cubicBezTo>
                  <a:pt x="15852" y="4888"/>
                  <a:pt x="25185" y="0"/>
                  <a:pt x="37334" y="0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73C3B-1AC6-4A4E-B782-B29C2460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5" y="234135"/>
            <a:ext cx="71852" cy="112590"/>
          </a:xfrm>
          <a:custGeom xmlns:a="http://schemas.openxmlformats.org/drawingml/2006/main">
            <a:pathLst>
              <a:path w="71852" h="112590">
                <a:moveTo>
                  <a:pt x="0" y="0"/>
                </a:moveTo>
                <a:lnTo>
                  <a:pt x="13333" y="0"/>
                </a:lnTo>
                <a:lnTo>
                  <a:pt x="13333" y="66518"/>
                </a:lnTo>
                <a:lnTo>
                  <a:pt x="53038" y="31552"/>
                </a:lnTo>
                <a:lnTo>
                  <a:pt x="70075" y="31552"/>
                </a:lnTo>
                <a:lnTo>
                  <a:pt x="27112" y="69480"/>
                </a:lnTo>
                <a:lnTo>
                  <a:pt x="71852" y="112590"/>
                </a:lnTo>
                <a:lnTo>
                  <a:pt x="54519" y="112590"/>
                </a:lnTo>
                <a:lnTo>
                  <a:pt x="13333" y="73036"/>
                </a:lnTo>
                <a:lnTo>
                  <a:pt x="13333" y="112590"/>
                </a:lnTo>
                <a:lnTo>
                  <a:pt x="0" y="112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433A8-1F55-426C-B576-169729C3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3740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432" cap="sq">
            <a:solidFill>
              <a:srgbClr val="333333"/>
            </a:solidFill>
            <a:round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AEA79-EE6B-4586-99BD-3D08947A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37409"/>
            <a:ext cx="46297" cy="10"/>
          </a:xfrm>
          <a:custGeom xmlns:a="http://schemas.openxmlformats.org/drawingml/2006/main">
            <a:pathLst>
              <a:path w="46297" h="1">
                <a:moveTo>
                  <a:pt x="4629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47428-55D5-460C-B6CB-4FE32494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22" y="137409"/>
            <a:ext cx="46297" cy="10"/>
          </a:xfrm>
          <a:custGeom xmlns:a="http://schemas.openxmlformats.org/drawingml/2006/main">
            <a:pathLst>
              <a:path w="46297" h="1" fill="none">
                <a:moveTo>
                  <a:pt x="462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333333"/>
            </a:solidFill>
            <a:round/>
          </a:ln>
        </p:spPr>
      </p:sp>
      <p:sp>
        <p:nvSpPr>
          <p:cNvPr id="75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C7A5B60-D004-4921-A0E6-3E633127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2221691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1585652-027F-4FBC-9C57-E564190E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2067110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F215B9A-2B13-455C-B8E4-88579C3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912528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0E350A4-F854-4587-AE9A-3E521867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757946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44C2AEA-B29C-4FB2-9FCA-50BFAEFF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603364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5C6A894-ECEE-4DE0-B58D-A304559A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448782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AE3C148-A4F4-4A0F-82DC-2282368F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294201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B7A6C62-6CDB-4508-AE19-F9743D5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1139619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422277E-A73A-4DD2-8756-0E997B22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985037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4E8DDEF-FE40-4C9D-AC4D-B22C4E82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830455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C288BAC-DC6C-4D2E-9D19-C698DE9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675873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7C19B21-926F-418F-9FD6-5DFE7857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521292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77E783E-7B35-4D7C-B180-5D590665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366710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AD48A9F-3BE1-49B2-B5FC-82CA1800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212128"/>
            <a:ext cx="5252804" cy="5144"/>
          </a:xfrm>
          <a:custGeom xmlns:a="http://schemas.openxmlformats.org/drawingml/2006/main">
            <a:pathLst>
              <a:path w="5252804" h="5144">
                <a:moveTo>
                  <a:pt x="5252804" y="5144"/>
                </a:moveTo>
                <a:lnTo>
                  <a:pt x="5252803" y="5144"/>
                </a:lnTo>
                <a:lnTo>
                  <a:pt x="0" y="5144"/>
                </a:lnTo>
                <a:lnTo>
                  <a:pt x="0" y="0"/>
                </a:lnTo>
                <a:lnTo>
                  <a:pt x="5252804" y="0"/>
                </a:lnTo>
                <a:lnTo>
                  <a:pt x="5252804" y="5144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E6088-A045-4A17-B13C-1948572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22319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3A16855-446B-4D0A-9A94-D9CB18A1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2231081"/>
            <a:ext cx="38432" cy="16370"/>
          </a:xfrm>
          <a:custGeom xmlns:a="http://schemas.openxmlformats.org/drawingml/2006/main">
            <a:pathLst>
              <a:path w="38432" h="16370">
                <a:moveTo>
                  <a:pt x="38432" y="16370"/>
                </a:moveTo>
                <a:lnTo>
                  <a:pt x="38432" y="16370"/>
                </a:lnTo>
                <a:lnTo>
                  <a:pt x="0" y="16370"/>
                </a:lnTo>
                <a:lnTo>
                  <a:pt x="0" y="0"/>
                </a:lnTo>
                <a:lnTo>
                  <a:pt x="37520" y="0"/>
                </a:lnTo>
                <a:lnTo>
                  <a:pt x="37580" y="2"/>
                </a:lnTo>
                <a:lnTo>
                  <a:pt x="37639" y="8"/>
                </a:lnTo>
                <a:lnTo>
                  <a:pt x="37698" y="18"/>
                </a:lnTo>
                <a:lnTo>
                  <a:pt x="37756" y="31"/>
                </a:lnTo>
                <a:lnTo>
                  <a:pt x="37813" y="48"/>
                </a:lnTo>
                <a:lnTo>
                  <a:pt x="37869" y="69"/>
                </a:lnTo>
                <a:lnTo>
                  <a:pt x="37923" y="94"/>
                </a:lnTo>
                <a:lnTo>
                  <a:pt x="37976" y="122"/>
                </a:lnTo>
                <a:lnTo>
                  <a:pt x="38026" y="154"/>
                </a:lnTo>
                <a:lnTo>
                  <a:pt x="38075" y="188"/>
                </a:lnTo>
                <a:lnTo>
                  <a:pt x="38121" y="226"/>
                </a:lnTo>
                <a:lnTo>
                  <a:pt x="38165" y="267"/>
                </a:lnTo>
                <a:lnTo>
                  <a:pt x="38205" y="311"/>
                </a:lnTo>
                <a:lnTo>
                  <a:pt x="38243" y="357"/>
                </a:lnTo>
                <a:lnTo>
                  <a:pt x="38278" y="405"/>
                </a:lnTo>
                <a:lnTo>
                  <a:pt x="38309" y="456"/>
                </a:lnTo>
                <a:lnTo>
                  <a:pt x="38338" y="509"/>
                </a:lnTo>
                <a:lnTo>
                  <a:pt x="38362" y="563"/>
                </a:lnTo>
                <a:lnTo>
                  <a:pt x="38383" y="619"/>
                </a:lnTo>
                <a:lnTo>
                  <a:pt x="38401" y="676"/>
                </a:lnTo>
                <a:lnTo>
                  <a:pt x="38414" y="734"/>
                </a:lnTo>
                <a:lnTo>
                  <a:pt x="38424" y="793"/>
                </a:lnTo>
                <a:lnTo>
                  <a:pt x="38430" y="852"/>
                </a:lnTo>
                <a:lnTo>
                  <a:pt x="38432" y="912"/>
                </a:lnTo>
                <a:lnTo>
                  <a:pt x="38432" y="16370"/>
                </a:lnTo>
                <a:close/>
                <a:moveTo>
                  <a:pt x="912" y="1824"/>
                </a:moveTo>
                <a:lnTo>
                  <a:pt x="912" y="15458"/>
                </a:lnTo>
                <a:lnTo>
                  <a:pt x="36608" y="15458"/>
                </a:lnTo>
                <a:lnTo>
                  <a:pt x="36608" y="1824"/>
                </a:lnTo>
                <a:lnTo>
                  <a:pt x="912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4D9C7-1E15-428D-8221-49BFF35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39" y="22165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9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EBF91-83DB-4EA7-B7EA-2F3C5F83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39" y="22165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B355B-AA6B-4AF3-AD98-45DAD390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59" y="22165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42B55-4A80-48CB-8DD6-522C473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59" y="22165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47E95-0642-4541-A100-E7B636B3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79" y="22165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67E9D-F4DC-4D85-B199-F6F6D292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79" y="22165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0F12B-3A33-4100-9ADB-F34E50D0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59" y="22010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C0E15-5BAC-4C02-8691-0D33A800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59" y="22010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D87AA-EA88-43E5-B3BE-E360F13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79" y="22010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B8BF5-6DD6-4DF2-A96A-787463B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79" y="22010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92553-0134-43A3-A4CD-B0FE706F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79" y="21856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A7D3B-CD70-49D7-9B85-00E21A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79" y="21856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03EC4-B465-4927-8B5C-993E96B3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99" y="21856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08FD2-00D7-4FF1-A28C-593D93E2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99" y="21856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DC8EC-E796-45BA-82F7-77249EAB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19" y="21856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0C296-B3C6-4F6C-9905-129E184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19" y="21856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799FC-2EAE-41E8-8FFD-99BAAD3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9" y="21856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276DA-D654-47C3-A162-3CB4A40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9" y="21856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56ABE-8F40-4E43-B5AA-5604B2B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856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E0BC2-AE6B-4916-AA42-5385100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856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462A2-06A9-499E-991B-D1D7AFAF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99" y="21701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E4614-389E-4607-90DE-399C126A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99" y="21701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0A0AF-FDCE-44FF-8005-F2A59169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19" y="21701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E146F-9195-4164-9E18-FFC69FE5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19" y="21701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056C4-65A1-4A8B-82E7-569F0A9B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19" y="21547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68A68-6DE7-4707-8F6E-DDCB7033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19" y="21547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98EED-760B-4D5D-ABD3-3BA253A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9" y="21547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DA97D-3423-473E-B476-6275174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9" y="21547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6B557-42F0-45EB-A748-BE0589D2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547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3AD6C-9792-493D-9CA1-1AA54C9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547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B569F-BA86-4573-AE63-81B047C4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9" y="21392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84B54-CBED-4917-849B-707A6E62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39" y="21392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80414-B7E5-45E8-81E1-E4736AB8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392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5F959-6C58-4618-8558-2881C14E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392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6DAC8-2F2F-47E4-B761-B63E2076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79" y="21392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241EE-B56A-4CA6-8F35-6A49477E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79" y="21392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DF7A0-C5FA-4C11-9845-DFEDD4E7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1392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DA971-BC68-4260-9130-09C93B2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1392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8B34F-623A-4B7A-820A-344B7135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237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43071-2466-48BA-8C6B-F849495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59" y="21237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24DE2-3A1E-4752-9F99-019B484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79" y="21237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9C33A-A147-44D8-95EC-E9734772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79" y="21237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91F63-B032-4783-A8AD-9FC48BB2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1237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BC49B-292A-4952-8D5F-39052A49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1237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DBA09-F342-49E8-89B9-7ACC4849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1237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2378B-169F-4F9E-AFB5-422E67A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1237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A1C33-0CB4-4626-86D1-D570452A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1237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E6D61-C146-4001-B670-575067EA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1237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542EF-B651-4C2B-AD99-D6B6180F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1237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F938B-FA89-46B8-9945-2EF2551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1237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89D81-6C94-4C2B-81A6-2265152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79" y="21083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52646-F7D4-4FB6-9A70-AC8DEFC7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79" y="21083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EC042-E283-48E7-B634-DF9FCA62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1083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F63C4-BE21-47E6-AC4B-690A430F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1083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F59DA-3DD7-499B-8BF0-FD2497D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1083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3717E-C9C5-4A15-88D7-39545D5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1083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BADC5-1073-401B-B180-75478C38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1083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F5D14-F8DD-4FBA-8448-714AF8E1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1083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64581-00A3-4608-B4CE-34CA65FC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1083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65BC2-ECB7-4CE5-B7CF-F0971AFD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1083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724B6-A321-4EA0-A56C-57161154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1083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302BB-5DC9-4929-B352-5C14BA5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1083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21956-DA6C-40BB-9286-655B279B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1083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E6078-2125-4E01-BCAF-50DB37E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1083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731C3-86FD-4BA3-9732-26B95A5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0928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B0B8E-1383-45F7-AF6F-6E159A7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9" y="20928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CBB3E-7C02-4E5F-8166-35857D3B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0928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20C97-9B95-44BF-8420-343BE26A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0928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113E4-E96A-46ED-BED3-8F032EDE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0928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3E15B-8064-4C14-9B25-3CE6D09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0928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7F439-7DC5-40AB-9C4A-5D7FCDDE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928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F91F7-780D-4245-AF82-5AE67032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928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C4852-A191-4530-B436-FBC691E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928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6660B-84F6-4F54-9AA6-888AF19E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928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AB3B4-81A5-4B28-870D-2BAD5A15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928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F9FCC-4588-4150-8A89-7D37A73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928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B1D66-D084-4829-AE00-DAE9FC37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0774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9E9B5-0596-4C3F-8AB4-C44D1826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9" y="20774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D8F60-CB0E-4796-BC34-ADCFC45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0774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696A9-2C96-4AFD-9240-263954F3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0774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BBBFA-6956-4FC0-AFE4-63AFF4FA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774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B0F83-81F0-48CC-AA67-679CF1D7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774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A138D-1D0D-4836-8366-66EE051F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774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E7E5A-F359-4F4C-B178-7624C6F4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774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C39BE-D7E7-4B1B-B437-F88D9F3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0619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A1B91-861B-448C-8C19-BE170B5F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38" y="20619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66B3A-C44E-4E20-A064-25D8166B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619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B1F15-4B17-4719-8B35-58F0CC5C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619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BC15C-9A2D-4E5E-ABF3-51F2B2D9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619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A7C10-15B2-4CFA-BF9F-20F6D56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619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A239D-D183-461D-AF4A-F6FB7B60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619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FBBE5-D794-4407-A02A-4AE3A24F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619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A774F-BE9C-40B7-A4ED-9C58E043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619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68365-B892-465B-AFA2-0A18377A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619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A6572-D73D-4A7B-A644-8E71A52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464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F1AD2-4DDC-4A88-9E24-9B9088FB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59" y="20464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F9B7F-AC2D-4B78-9A9F-4E249B11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464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E1B79-7307-43A0-AA1A-7A8DFDA8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464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2B474-C2F9-4233-B30A-9AFE59A5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464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260B0-ADE7-4A6B-8514-977C34F0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464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DC458-3344-4A91-8093-764E917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464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C6A8C-608C-47D6-9256-5C17EA2B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464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F1EFE-9DA5-4F5A-AE8B-CC19C3D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464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EC33A-7774-4FBD-BC87-06C7716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464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478DA-B470-4C7F-A3F3-E5E94465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464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257B2-BBEB-4F79-B414-9BCD09F7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464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DD9AA-3095-4606-9FA7-2EE9155E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310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D5CD9-483C-4D00-AB1D-79B46DB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9" y="20310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35D37-654B-4923-B13C-B424C2C4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310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E2648-82ED-4D55-B784-F3AC718A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310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445EB-EC1F-446F-8C04-D792E56D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310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964D7-DC5D-45C2-B324-31E9D2D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310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14740-B577-4938-8032-D8986F57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310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E1780-30C5-4200-BC08-D23F1F5E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310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55C5A-2945-4C2D-9F12-5BA86E77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310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A2962-2519-4BCC-806E-8B8314E2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310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BF61B-0D3D-472A-8889-A70339C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20310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D62E7-E5AC-4FC1-9639-6922C60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20310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6F45F-CF09-4C84-86C1-71A902A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155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FC268-1B05-4385-B566-17BF71CC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99" y="20155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8C6DF-785A-4DA1-ACAA-4CAE5481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155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FA745-CA08-4D7C-8350-4AADF410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155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CB6EE-1905-4D76-96D7-BD5B2481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155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A6AFF-6797-4883-BFB1-A414F2F3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155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11100-E8CA-47A8-975B-B84C67C1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155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392B9-FEB4-415F-A76C-FC50D586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155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1BF98-FBBD-4CEB-BF94-743D8AE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20155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C4CEE-5D79-41CF-B711-73E64CF0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20155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893EE-21DC-405E-A56C-A030122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20155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F3AB5-53D0-4B07-ABF4-7D90D0CF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20155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FC382-55F0-4120-86CD-F11A6183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001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D5776-2F98-4583-BBBE-45D1EADA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9" y="20001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3FC72-53B5-4666-885C-842E9EE9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001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2AF83-46FB-401A-A9E0-B78B189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20001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E4725-584C-41F3-A883-BDC25D83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001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5C9F1-33FE-403D-AD98-36578A73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20001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84185-65E8-4E7C-B91D-CA87E627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20001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98F10-6C1B-4285-AC2B-8DB96FD8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20001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D599A-AD4F-421A-9FF7-67D6575E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20001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40CE0-DEB5-4198-8B3A-0C89577B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20001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B85FB-563B-47A9-94BE-44E6F311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20001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B94FD-CF44-48FD-8014-0DF525F8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20001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96551-CB4A-4055-B2E5-2F0227A9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20001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F530B-2B70-48FB-92B0-315B3435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20001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2F73E-A097-442C-8B5B-45F53CD1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19846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2A226-1870-44B7-8332-8785979C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39" y="19846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53BF8-5FE2-494A-94EF-EDFFA5DE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19846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CF379-833C-46DE-8140-17BCA0FB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19846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D4E52-441A-4D00-9CB0-290CD85E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19846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9169D-56B8-4798-B8C5-E0DD38D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19846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73349-5161-49B8-A374-D5FFEE5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846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FF169-0C7A-4B10-A95C-982C73F0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846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43089-C276-4771-A74E-3C950EFC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846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D29A1-B2C5-44B5-8149-8B005D80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846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25A1C-112E-4C5C-8C66-D897493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19692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CBCB7-BF8E-4626-8D14-DA8B19E9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59" y="19692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B8A9E-AA84-4072-863E-D8313BC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19692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11F44-E98A-4145-A0E9-F7C3F312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19692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CA811-0C68-4229-AF87-FBC9C9E1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692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C0D52-FCF9-4F6C-9F90-5EEF567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692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0C4A5-3B39-4721-BC92-2E16B4E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692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E670E-2E77-4108-A81E-3B4FD442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692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02B06-FC11-4440-801D-A54688B4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692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43569-7E69-46FB-A5DE-303F76D7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692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73827-57F8-4536-8264-C6BA484D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692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36128-CB13-4C9F-9722-EFBCA9C3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692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32A3C-46FB-40D1-8B86-760B4E7A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19537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0D72A-3EB4-415D-AFCA-8868C3EB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79" y="19537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F988C-D914-4DC4-A2A3-F3D3743E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537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50695-7866-48B2-AF76-3737851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537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9BC19-1672-4DF7-9275-F1DCBC14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537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6C0CB-650D-42D5-877D-DFA9B1AD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537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9A369-7100-453E-BDF2-D3AF94B1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537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67836-0D1F-41C1-9226-2F0A7E73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537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9B3D2-3EDB-47C2-BD7A-B262F7F7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537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B52C6-571F-4A6B-857D-246052D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537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91020-0CE3-49F0-9724-85DC148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1473F-8873-4520-AE11-7743EE7A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9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F3922-D8F2-4F06-8A8E-1273C563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AA28F-7894-4C92-BA1A-22FBF2D8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A2D53-9785-49C4-A7D3-FA12669C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B2234-9424-4EEA-80DF-5F54E8DF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15135-5EFC-4B5F-A055-F45DCB6F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83F94-7918-4E11-B3A3-CE8388CF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F3A60-7FAA-46AE-94CB-FBAE311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40044-CDA4-4929-8708-CDF5D39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48BE9-142B-40B2-A1E4-D64E1879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7B400-D40F-4976-BE22-5F6F2C21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4FF87-FE4C-4D3C-8151-C2626B9A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3E108-EA8D-41E3-A44F-8F29460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9A50E-70B5-4E86-8AB7-F932BEBE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F91AF-18E0-429C-A224-F0FEF296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18B5B-ABCE-4D3E-BA88-4F43604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55A09-BB73-40AC-8E6C-F79DD21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762FC-5677-4855-9489-C4DB2B90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479D0-6206-41F4-88E1-ADF02AE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8CE06-90C3-43F2-8B83-45BE846F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9382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3CD22-5019-4C69-A625-32F13842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9382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E9737-ACBF-4BF2-BE58-8B118D56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9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24EAF-B76C-4593-9782-C56B1AA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19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4405A-A6BC-4FF7-BDBF-D4F70BD6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1B76D-6DE0-4AD8-BC8B-9015C083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7266F-A2B2-40B1-B628-D88E6AD4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47BAF-BCEA-45DA-ACA8-40270FC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EB427-B5DA-46C1-A69C-986D3BD7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72E8A-0B95-42AB-94F7-49CF42CA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2EE86-A295-40E3-B433-5085B686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D1741-253C-4B1A-8C97-84801C5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D82E8-F847-422F-9072-E7E8C920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A5259-B9AB-4285-B235-5DF6873C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71189-2A95-46E5-BC98-0ED7430A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8723A-C655-4D2F-A2B7-F93FB00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BAB7F-8C2D-4887-AE6C-70AB41C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9228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04E23-B31F-48EF-8A09-8251CAF3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9228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49B52-4F1A-4091-A7A5-70A24D82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073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E02F4-ACDB-44FE-8258-F315717C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39" y="19073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CF8C7-6E5C-42FE-A33F-D741E70D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073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2115A-932C-445E-9642-65E9CBCC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9073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42589-0EF5-4BD8-9DDF-8C870DCB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9073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73A31-5DEB-43E9-8032-8E0AF325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9073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AFBC3-F355-4458-9684-399C368A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9073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E5499-870F-4F9C-B9F2-48B59D3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9073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B6CC6-F885-415D-B2F8-A0DDA251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67E3D-3DC9-4D56-B36A-A68CE19B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35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917DB-286E-47E2-BDDF-F8B40116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4C58C-CC46-4150-A677-EC01C415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C22DA-425C-47D1-BACB-242A816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5CD61-4ADE-445D-82C0-02C4AA3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94BCD-E05D-4719-B66A-BDFDE69A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6F373-D287-499C-9767-5BD2A7A6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86E27-361B-47C7-9551-F4EB5DEA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8BD46-4397-43EA-A17A-BA0CB70B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37158-3BDE-4EC2-BEC4-D312E26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95088-5BB3-4F59-8EC3-E8540CD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EA0B4-128E-464C-971A-BCA32A8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05AEC-98DD-4800-B2B7-FB7DF7DB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8146C-1F7C-41D8-AEA2-B7059EFD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8201A-18AA-440C-9B94-AF6C047C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78CD9-C212-40C3-A31A-1CD0B7D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BF483-6B76-47EE-842D-A492A3E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B5BC8-BDE3-4C29-8F06-49960A6D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BAD10-7552-41C6-8188-FD4402F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2F90A-3FE5-42F8-ACE7-3CAC8C6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8919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2D12D-F974-4FF3-BF8D-6926E507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8919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D38B7-9C00-4837-A53B-3BB6D67C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41D0B-0F96-412A-8CED-A1B07631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9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F5017-8FB3-403C-9117-EC1EB2F3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9E9F1-486A-42AB-AFC0-D5DBA301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C9180-3003-4A69-8248-0E596E69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5766E-86A9-4FAC-83BD-CD094846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DC403-A204-4506-AD18-7B45D88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19CD2-B9D8-440B-854B-F2B6D61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5381A-206A-4040-A816-874F486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82092-3372-4107-A138-6D10B28E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03F5C-1711-4A39-8C78-35A3EA16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CAA1A-8A69-4459-90AF-EB56BB67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B6C20-4219-42E6-AC73-E000853C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C5A4E-F6C2-4939-ADE0-A1347B17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02216-563F-470C-A141-C7CEFD4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CAB02-AD0A-4C2B-9B00-873FD4C0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55922-F650-4CFB-B722-C62C6E6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7645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EE81E-167D-45C9-92A0-021BC614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7645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DF1B9-5C1D-441D-8BEB-6A07E787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DC258-4C41-4574-BAE5-269424FC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99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5591D-EC03-49D5-BBFC-590C588F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69435-23B0-4952-82B0-1589919C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F2225-D120-4230-A909-CB42EB2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6AB52-CDC3-4B5F-BD28-AFD36045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54F51-B620-4386-8356-3BAC8E3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992E8-2076-4ED3-9CAC-19CAA59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B4937-730E-4C5E-B7FC-A78E6B26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68F10-CB8A-4D28-9335-4709D9FF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15B17-65FD-400E-B48F-BBFA1880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40527-8E76-4251-9568-003395F1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74B51-8BE8-4995-A748-236EC415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CF8C9-2329-4C16-9402-034610F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2CA4B-172F-4007-8051-792FE25F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B0A37-8784-46CD-A937-167E708D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90179-548C-4C89-A9B2-C6D991B4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A971C-360A-4A27-8377-3D9C76C4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361BA-B742-4152-8FEA-63D6BA9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8609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F592A-F55E-407F-A727-8300B6E0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8609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2BFBD-CECE-4C2E-8BA6-183211A3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455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8D6CB-701A-42AC-B705-3BA5B29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0" y="18455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CB52E-5E1A-4232-B569-DF79450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455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759CF-B607-4B84-AD00-77D1183A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455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17BE0-913A-44CC-828D-3AFEA613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455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823DB-5C0B-4A4C-BB67-41EE8EAA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455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1B36E-A2B0-433A-B675-8B79E52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455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2EC9E-F99E-444B-8AC8-D791B2B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455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FC200-1552-4C56-8791-C4E372BD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455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84C5C-65CA-4EBD-970D-2D75D086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455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23978-8E3B-4E14-9364-F041019A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455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F0956-F9EC-49F8-B92F-6EBA20D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455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9697C-E82C-4872-9E29-07DA4242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455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67864-CB21-4A47-ABB5-9AFBCDF7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455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4D095-52B9-4A11-9174-6BA58CAC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300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B2280-5709-4D7A-9FE3-8FD261E4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40" y="18300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E5834-928B-42FB-AC50-B4786550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300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FF733-2380-4C2A-8FE9-2840C044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300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B39B0-DF06-4A41-90FB-FADD6196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300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43848-AE15-41B8-81A8-AC381B64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300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C6D86-B98B-46C0-A5D7-64045ACA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300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EEBED-5622-4607-B940-17BD5117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300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BB83B-2C83-4C74-9753-94D6DC3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300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69C6E-35C4-40AD-A9D4-5888C924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300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34931-B840-41D9-8DC2-FE8D438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300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62679-FFC2-45C5-8DB7-FB311BCF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300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78BF1-A409-4F46-9883-7D277DB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54970-D235-41EB-A993-2BA7723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59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1F776-DF79-4E25-B7E6-6AA21905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3D088-A7F6-4855-AEA0-86E59B65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CFAEC-0C39-44D2-9CA1-68073D5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D28AF-6038-42AF-AB7A-D5A0E71F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31ECA-9702-4CB8-8DF6-95D66A5B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076A1-AE5E-4B65-A1DE-DB826B8C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6BD83-3B43-4F66-B433-553D5C52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A5236-335D-4C6A-949B-8536533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15BC3-752B-458F-9315-BABF624C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09D9D-E957-4E15-97A2-144BDEF4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F525D-0354-46E4-966A-B8D0ACFF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F2C92-3F03-4AFF-8C68-83B45777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7E88F-B73F-4A54-935B-45D412B4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17C1F-850B-42C9-B1AC-4DA958DF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F8534-419A-4C3A-A257-489A4967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7727F-C08D-48FA-8691-2DD5DD2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6607E-224C-4AAD-BA20-E070615C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8146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66DEA-F88C-412F-93A5-62DBD252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8146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6FC02-55FA-448D-8FFD-C9B8373C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E8351-0A0F-454B-B2CF-B9691150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79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65460-DD95-4577-88CA-28C976F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34315-BE5F-4457-B8B1-55A68617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0181A-F1F5-47BA-BF47-292A585A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BB8CB-3A64-4649-AA43-B9BFDEEE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36721-3A39-4600-A27F-04FDD501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0D340-1556-4498-801A-DAC911E1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B45D9-854B-4976-BF6B-22BF62ED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00B61-F99D-424A-968A-3ACCED53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9A438-2199-4BCF-8E66-46B78EBB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F921D-FAE9-4376-8663-D28A9338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D8594-2D56-4403-9739-2EF8454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C23A1-EBB6-4E54-8187-1C2FCDA2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1BB8C-7667-4718-B2E9-9DC4E5B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991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0B4B7-F33D-4293-AC8E-78E1120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991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F1499-A4E0-4895-8E8C-514339A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9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F183A-F153-4304-9095-FE72F49F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99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E385E-AAB8-4206-8F9E-245AD26C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96CE5-E323-4D52-850D-5951FA45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21378-26D6-4641-9383-FACAE1F6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BDC73-60AD-47C3-A00D-8FC1CF32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A08D8-9C19-4782-8C50-678C34A5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F729B-A5D9-43DD-A065-716213E3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6A6E1-AAC0-4259-82E7-25F64A8C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920A0-D9FE-450A-9BFA-7150B9B6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28654-5D8D-4893-BE5C-13D05E3A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D93C5-A684-402D-A0B2-483DB738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D6BD9-B4B8-41B3-B2E5-C7BAC637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98C6A-5EA1-4359-9391-D57AD17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F0B83-72EF-4C28-AA3E-CB93FA33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BC03A-C546-4487-A345-C177616B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0E39C-3399-40B5-899E-67937B1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0781D-B07C-4414-BC61-9731B1F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0D91F-BAF8-4E4C-BA97-E1394298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6CDDE-8F76-4854-98DD-77B260E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59700-1F2F-45B0-B5E2-B6FB8656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7837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B9016-364D-4E18-B182-0D9D93D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78370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70ACE-BC71-4985-9FE2-B8E52E63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9C1E3-112E-4BC1-9EAC-FB50FE84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519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E9E67-005C-4EBC-BB3D-83D92B45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778A6-D5DB-4C8E-BE00-791602D6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6A2FE-3AAA-46B0-847D-27186ED5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31316-9833-48B4-843B-90D6A487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CAAFB-98BD-4C2F-9E04-AE5D4151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353D4-2B13-4A18-A82D-D343732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45A0F-16AF-4996-9A4D-4E46C58C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F2B97-31BD-4CB6-B136-B57D1F4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2CDD6-4B61-45DF-8038-FB2C19A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27DBD-A32B-4A5C-8360-6FB017DE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60D48-1CA1-4435-9820-967A903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E2270-2938-4EE0-929F-338F559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9B3C0-DF6D-4547-B0E6-61125DDF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76554-08E3-4DDE-8CC7-0F899E8B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7FD3B-7520-4D44-A99D-CA907A80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7682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FC326-99DB-4D47-8A93-16A7ADB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7682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E214A-240C-4C72-B0A2-BBD210B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3B6E3-A35C-4E65-8C44-AC968CA5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39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2AA38-2835-4951-AD90-55629F9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FFF34-54FA-4F85-BED1-F2ABBBB7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0F0E7-9D1F-4900-9100-080AB587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D5BAB-2382-463F-97DE-9E5455B0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2A654-7764-4A39-B0B6-073A0500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700F5-25E5-4C6C-9946-BBE0E1E2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8D036-AE8E-4F0E-86C5-0DEF015A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7AAC2-F69B-4534-97BC-316EFA3D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42523-27B5-4CD3-843E-93090D3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D8237-6527-4D71-9D97-6BD5930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399B9-FB58-4A2D-9759-45287BF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E089B-35FB-4838-A8DC-14FAD0B3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29F27-5EEF-4E65-AA83-F0CC3DB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7527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D7255-8AEA-4427-AEBD-8AF781F9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7527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C60B9-D082-4BA8-8B8A-A06C9D6C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373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4CF08-8042-42D1-9800-CD482DA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60" y="17373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B511B-35EA-43C5-8279-BD43D1DA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373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841F7-A4A6-48A9-9DB7-A1F7D45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373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5F4C6-8DAD-4D58-958B-AAE5FD7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373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F8E60-E242-48E0-895F-C17250C9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373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36E9E-9DA8-4DB0-849C-0A511485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218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826A8-4714-445B-A51E-F422FE3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80" y="17218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81F77-4952-4ED4-9536-B4FB4677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218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2968B-E6C6-4789-8FA1-9BC2D659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218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BBF6A-0052-4165-8CC2-56874A9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218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0C89D-CEE4-4CB3-86AD-53530DB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218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A4C0D-3CC2-4908-B455-11C24DDD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218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50F8E-3C8B-45C7-B172-AAF2834F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218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5A880-8C44-4217-A40D-C410A50A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218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3E5FA-4907-4A8E-9701-7BC9134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218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DBEDC-6874-4869-A148-19D5EC1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218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25BB8-17C9-4A04-912F-436F03C8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218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ED94F-4BE7-4008-A188-8300162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7218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858BC-B059-412E-A046-A25C6E46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7218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580C8-9860-4E62-B92B-15655090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96153-06E7-40B9-B1CF-2FE5BB4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0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FA714-ACD0-46FC-A660-463BAF7B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F16E5-E4E7-49AE-BA4A-197EBAAB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2A3DE-6BF7-4A9B-809F-596CA58F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BE964-1257-4335-93A9-060EA99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EDFBE-DCB9-4C8A-A2A6-4B9A1059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3A7F3-131C-4C72-8BA9-E6403B7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0CDD0-C1AB-4DAF-A4C6-752D687B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677F6-C5C8-4A9B-B827-2B281FDB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40540-113D-4F34-818D-542B081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330C6-4B70-479D-851A-420498FB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224C3-069F-4EC4-BF23-6235626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1B103-485C-417D-A582-D641060B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2355A-16EF-48B0-B22E-29BBAFA2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B0C99-5F7C-4543-AE39-9C1EE39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A606C-49BA-469B-980D-13959968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7064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C9DC3-D322-47E0-BE35-6E93B4ED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7064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BC2AE-456E-42C8-9739-3041AF56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6909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C5918-EB42-49BC-970C-675897D6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19" y="16909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F9B20-C729-4EB0-B4F9-D5054F30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6909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FB099-B1C8-4454-AEAB-3AE1753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6909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EAC8E-DB97-4D6D-A211-359014BC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6909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41BB6-1B04-4A75-BB72-FF69385F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6909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E6698-2CB3-4D50-AF29-20CBFA90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909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90016-922E-4F4B-9526-9AE3E09A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909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8DB58-4BE8-4438-B393-BAEFBA64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6754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C5E63-DCF3-4CB8-9F50-1937F464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39" y="16754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75174-D976-4E61-8F06-4000B1D6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6754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1F535-5F84-4197-83E6-32C55EC7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6754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83A24-17A9-49DB-BCB2-54BBABEC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6754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6F45B-1EF3-4CFC-A4E4-31CF619D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6754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63FD1-35EC-4F70-B9DF-79E46C7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754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B09C0-0F34-4DE8-98B3-C088614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754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C1530-7D3C-43E1-9D56-2B85032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754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43A41-A64F-4D93-89C0-D0E5CB0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754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10F0B-EC2C-4063-B0AD-46C5F5C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754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9FC89-537F-40C9-BFFB-23BC6FC0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754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D5280-3B00-4168-9204-BCD803F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754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699D9-AD78-42DE-9B95-49AC326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754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96BB6-55C5-4B7D-B7E2-7BA457A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6600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1FCCF-D57C-4648-BAC7-DDED448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159" y="16600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EF3EE-CC4A-484C-86F3-B30FBEFE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6600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0DA33-8E00-4F41-B2C9-41AA14A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6600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760E5-8784-4DAA-9F62-C273FA24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600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E2BEF-2AE4-49EA-BD22-5DBC061C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600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0C60E-1270-41AB-A991-EAB6CFA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600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5A14B-8F71-4D88-AE9C-71BADA0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600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4628A-DCB1-402D-9919-D86E1B54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600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D14CF-20B3-4F02-B08A-C402CE3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600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20293-B6FB-4B3F-A222-796AC4B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600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17FF3-4C0A-476B-91B7-114A4149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600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E9221-0DA4-4ECC-BF70-FB57FC0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6600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82463-A269-45DE-A9FD-3B5DE3E5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6600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59FBD-4027-479B-AAF4-FC757A58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8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8A66E-A0E1-4FC3-8E39-974D4732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80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8F55C-66BA-4F97-A946-8C0B347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580FD-D2B6-4330-9992-94ADA330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FCFDA-B319-4020-B364-1813236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E2358-676B-4D58-8EC7-6EFB289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05922-0E20-4324-B6BC-3A58C571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28968-677A-4E74-B4A8-904F1C40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4AFB2-AA54-4105-AAFC-2202A159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98D86-865E-4B55-9803-CBABEC95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7998C-F8F3-4AED-A5D9-5697D42D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FF3BC-54B9-4BB2-909E-BD383C59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E94B6-6AC8-4D99-BBA6-A8E2AAEC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73991-DE7E-49D3-984F-A1CB9D1D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67E76-7ED1-4CCD-94D9-5874EE62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64458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5788C-1515-46EC-A2F4-08F64B50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64458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F885B-07D3-4E07-A51C-0CB8CD44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291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D4807-08FD-4FE7-ADB8-A42BC246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16291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DDBF4-615A-4F7C-B88F-C146EE9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291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DCEDE-378F-4BB1-A220-1694E2C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291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F907E-8445-472D-98F8-AF59629B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291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2708C-E985-478F-9243-1226686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291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CEF4D-86EA-44BC-9E4F-8812C708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291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10C18-B187-429F-8048-E1D04E4B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291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0579C-7027-4CB9-B658-92611F90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6291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930E9-9825-4D5B-BE5B-F9AA7FCC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6291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0231A-5D4A-4978-8FB0-00280C87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291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60F6E-BB3C-4E53-B890-FC4DC61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291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0B7C0-FD6E-4052-91C4-A42B385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136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D8E77-03B7-4CA8-BE2D-6105AABC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0" y="16136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FA6B6-9AA3-43DA-AE6E-434C7B8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136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2F557-FC96-468F-A7CA-44106EB4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6136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0D094-F172-4469-BECC-30EA28D6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136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B0E0C-B196-4CE2-9F7A-CE1F8E73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6136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F6C2B-16E5-45EF-B9FC-9D07FF62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6136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35DFC-A11B-440B-98EE-329CFA4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6136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EEDE2-097A-45E5-B9B5-3D65A499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136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146B3-6E1B-4547-B730-2C4359F0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6136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9472C-7F4F-40DA-AADF-51A57D7C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35B9F-8A3A-432D-A5AA-02BF3854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4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56776-07A2-4885-AF01-F831E472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C2827-C20D-410E-9FBA-60585788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40652-0B99-47E1-A9CC-7D64A6CA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1C3A0-6FB5-42F6-B51D-75BC5762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600CC-41DA-476F-BDE2-5C870DBB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F5C00-3028-4BC8-A56A-EFC2918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B7E6F-B2A2-47FE-9615-6012286B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7C4D2-93DB-43D4-828C-F74B9922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9CCFE-B3EB-4298-B2F2-801AB4B5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D3F02-F55C-42E8-B021-DE45C5E0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B27F8-BB14-4DAD-B24A-1BF537E4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50A71-DD85-40C3-8F18-D6C7A20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E851B-5C90-43A3-B88E-B9C2BA92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DBAAB-67CA-4EE9-84FB-66708385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ECA73-327E-4AF3-956D-12300997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E21F8-AF91-4A76-8CBF-DAF2BAE7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457EF-9528-4699-A739-D5942BA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4DCF3-3C44-4DBB-B38F-AD3D7FE6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BABC8-32A8-4429-8DB1-F4CBDF1A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C9426-5BEF-4157-BA1E-B948CDFB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1E4BC-B0A9-4A1B-BAFF-5B8710F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D2043-7380-48B4-B371-F4FC669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11FD8-DA9D-437D-8FB4-CCD15F06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5982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C73C4-5B0A-43C7-9038-E4FB5ED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5982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2FC5D-1AF8-4042-ABC3-15942F0E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3C6D0-B484-417E-898C-866C54F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760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524A7-98CF-4A23-A538-CE054D42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2A3C5-1095-4942-8399-B6EF061C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14904-0551-4914-8D2D-E2DCC68B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244E6-2F6F-400E-80A1-9DFFFC7D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CA53A-FF5F-415C-BCC9-D2CFF39D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9836E-2355-44CC-AEC4-B8A11AE4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ADEBE-F8BB-47AF-8F18-930BC63E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DBDEF-0641-4736-8B78-35DD623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5885B-E9CF-40C1-9F9C-584B009D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7AC9E-112C-414C-9948-DF9F4F58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46215-0B4A-409E-9A4B-BAF3D82D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D2383-E370-4997-8727-5D6556ED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3AF8B-1DC1-4DE1-8A5A-C8A943B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827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30BCD-053C-482F-AF04-E9534ADF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827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04AAE-C83D-4028-BCD6-CC44594B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FC22E-9E87-493C-933F-B636CE2C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279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02463-FBB7-4E7F-9018-F7092FB3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8CFF7-EF92-4446-9934-5C3DD9D3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DFC56-9532-49D3-A390-EF54270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0B77A-1511-44D4-BD62-BE973E04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AC9CF-2F43-4162-8FFE-45B5B0F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F11B2-8615-4ECD-AAE5-C702A6D8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B638F-9B37-4C26-AAF1-0EB744EB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2BA2C-CD32-410D-8EE3-5E125A8C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47B4E5-0DFA-4E39-9BC0-4CCC50A2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502C5-1177-4B54-BDFA-22247A3B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09BD8-18F2-4E7E-B9D4-348901DA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5F54B-D024-4B40-8AAA-EB3111CC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B52A1-0650-47B9-9276-12B05141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C1E6A-5D55-4D68-9F72-AFE07E8F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E812D-11EE-4FAF-9714-B99BC190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0F77C-ED45-491D-B6E9-56DCB9C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AF510-A235-4C3F-9837-84AAA068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3C42D-0CC5-4226-941E-57F4D26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5BF00-BCEA-4F86-A9C6-CA61ACA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FDEF6-95A6-49A3-B956-C154CD01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60D98-B08B-48FA-BECA-7D8C8DDB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03D87-D3F2-4B76-80D0-9C367431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83B92-35FF-4B2F-9BE5-F9F68BF4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7206C-FD2A-4A43-BF1D-15EAE00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3B1BE-F1EA-4AA4-B855-392FEBD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56729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793FD-CEC6-443D-AF39-54B4D735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56729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B14AB-1F88-4E1C-85DE-D90063AE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518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968B1-416C-4B9B-94D2-0B8B90F4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799" y="15518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89B8E-95D0-4315-BA79-114B047A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518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F3777-3F32-439C-803F-CC4121AC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518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93CB0-F4BB-4E5A-891C-FD73782A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518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A3621-4A65-4B6B-B29D-8B3CCBA9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518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618BD-A85B-47AF-A668-5EADBF50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518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D96B9-EF31-41CC-AAA9-B6AC7A7E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518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E4291-B402-4943-9FB1-A731DED1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518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88A99-70F8-4F7A-BD66-28C5AD95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518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C2115-839B-4243-ADBA-BCD08B9E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518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321B6-FE29-4001-B0D0-8F0E47A3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518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EF146-9461-41C6-A9F2-4D55200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5B29E-9EEB-4033-8545-A22D860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32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0FEC1-D12A-44DE-9AF5-3ECDEF25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B87A4-03F3-4884-920F-D7615D4B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5AAB2-98C0-4DCC-A13B-85CE0A94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FC89C-367E-4FCE-A678-AA7212F2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EA857-4711-4788-8D8D-AE06E5CC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F0E44-C94B-4816-9A20-7F1FBE06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AD9CD-ACBE-4263-AB9A-C41DB774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3A0A3-D74F-4D02-A593-B9D56232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FB547-0946-44C7-B54B-E54564E7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4E7F5-E10E-4ACF-A0D9-AA18F7F1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2440F-D264-4E6E-8E00-C503453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CAF72-55E4-41FA-92CA-0053BDC1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9670F-E08C-4633-88D9-C74988F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65C4D-2EC0-4100-B58A-AC7CD316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16A43-697F-450A-A2F9-5315D066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0200D-53AC-45D4-8C7A-852527E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CE6AA-77C9-4FD4-91F2-1F4E421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B987C-3719-4C9E-A4AC-32A45D12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F9EB7-99DE-4073-835C-3E18C6DA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FC3B7-CCEC-48FA-BC6B-75D3977F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31C92-1B8E-43FC-8323-35AA052B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1362B-2650-4BF0-8B36-CA8B1C4F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28291-27EA-403F-93DA-7F9432C9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29710-A1D9-4E2E-81A7-7C8A2C67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2319C-AB09-4EB3-A3E8-97232801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B142A-F258-4DF3-BC37-3DD1E35F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63D39-F2B6-4789-A481-4555F14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6FA8D-56B5-4554-A4A2-826AC69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E7BA2-6D63-4735-A13A-CF0B126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53637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6DA59-816E-4C3C-89C0-307E593E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53637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19C86-04F0-497F-AD6C-2C55F0D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60602-4E93-4C7A-A051-5ECBA830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4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94BA3-70B3-4817-B177-AF5AD459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10E70-5E29-474A-B08F-3A18980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D199D-317F-4753-9025-E9C7A731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31D58-B639-4C26-8966-8D5379B5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CD597-465C-4C14-A052-7F6A9D72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816E8-1A46-4983-8C1A-542533C2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30C5B-1067-4ADE-8512-255A45B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38881-672D-4C9E-AD04-2D08B915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E0705-EF48-4BBE-968C-DFE89C8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7DDBE-2C89-497B-AE4D-F9908167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BAFE0-59A5-4A45-8FF4-A9E0D8DF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81958-1099-4081-97AA-B70A22B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4182F-8BEF-4C07-A720-26CF899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227CA-A779-4E3C-A3BF-337F4EB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A6B18-9762-4BA5-B113-C625688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20749-8A7E-4AF5-BF8C-4E94B205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675CD-B67C-47A2-9B3A-3775F780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396CC-2360-430F-B350-EE03012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E9CF8-46F3-4AE5-8CD4-6E54404E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60C61-5C02-421B-86B3-F2C6056E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203E1-BAB2-4692-8C8D-4CF505A9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9122D-4691-4B51-8517-88ABBC50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23EC4-265A-447E-BF1E-15B145DB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52091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2302F-88AF-4313-93EC-51CBAAD2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52091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B86E1-FEC7-474C-96EE-D3A147A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F575E-20AB-4588-AD75-2B0982FC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36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0B3EA-D377-41B2-8D40-6E06910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B2E1B-E4F2-4789-8534-757A9E52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F9F89-BE35-4D1C-B9F7-C22AECE0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B1AD8-78A3-4E0F-89C0-256CEEF5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47DDC-07B3-433A-9242-D6C5C511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C3E02-6B24-4570-A7CC-51E874E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C3492-ABFE-42A9-BECB-8DED5189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A129C-BC92-47FE-B15B-AFFFD4D0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3B2B4-AAB9-4761-9292-B9BC7D7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B7A87-236F-42FA-9737-BA7AD6F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53EB7-7C48-4A70-A369-F7A4826F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F1D81-9E72-4FAE-9AB5-D460DF27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FBA8B-4016-45FF-B43F-FD6E01E1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3CEC6-4FC4-4F66-BB0C-BE2C5E3B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D62B7-3961-4CF4-B973-117AA45A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5BCB6-D777-4F68-8836-1980063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B8EA7-0980-453D-9BE8-D3D8199D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545ED-F8F7-4025-B430-17737071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BB030-DF24-4B71-8208-FAFC1D6F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86FF1-DAEB-40FC-BF50-8BE40A9B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E01A5-5276-4199-B216-75124CED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4A6C6-E7DA-421A-95B5-F1DEB7E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8E7B2-B7A7-47D1-8650-13015697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9052A-B65B-4913-B93A-D0DA166E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2379B-1241-4967-B452-7025BD1F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C3B55-6740-4EA1-9E39-0C753CF2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9669A-0ED3-4604-B32C-BFCB4761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E5368-E8CE-4569-B83F-E54418C5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34784-4A42-4E75-AFFE-34BAC9F2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5054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0F326-618F-4B66-8550-6FF60E16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5054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23B3E-1EF3-409C-85B7-E4CFD58B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4F8C2-D4BA-4B52-8536-C760A1E4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80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B16A6-880F-48BE-9BCD-37B311B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2C269-D354-4ED6-997C-89ABDC4A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C181A-F0C7-4570-BC16-CB7C3803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1FA2F-BAA4-457D-9928-5C0EBA5B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36FD0-0FE7-43D7-AB37-EC3D2596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8670D-42DF-4324-B020-B87CE1E8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E9AFA-CD3B-4A4F-A8F4-73D76AF1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CA287-B00C-4608-8394-CBBAE6DE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B03EE-6767-4DBD-8773-28FD400F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B4BF0-761E-40C3-AF7B-F93643C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6CE4B-1705-447B-A58E-799B54B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7BFB4-F5D9-45BA-ADCB-8664CD7A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BB9FC-F319-4840-9289-20DC0CA8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5B151-1A20-43BC-947B-11E4EE39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BEECA-7BF9-4430-BF3F-F189096A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900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8A080-DCCB-4217-9185-026CABEC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900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1327B-E3C9-4D71-AF16-EE6BBA7F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41C3A-B752-45A2-84A4-07CA4744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0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BB2F5-6976-4890-9FDD-0E2C3EF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3E05A-B813-41EF-9290-CB58461C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67C98-01E4-425E-A8D1-77DF1F0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2B7C3-BDC9-43FC-9CCD-E4C1CD71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9C578-C0B6-4CDE-9E68-541C1D42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8F059-6BCD-4508-9E48-56872311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27C9D-049D-4DB6-9F35-F659C268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AAA1A-1865-4288-9CEA-934B331F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F186C-CAA8-43EF-AE02-92AFB77B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F79DC-4CA6-4019-9C71-DEFAFB5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0261E-EE6C-40BC-AAFC-AD04B8E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81B19-35C5-4441-B2E4-233F687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3EE75-C65D-422F-A134-A28D6847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A4C0C-9908-4207-9C19-569367D4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E6591-64AA-4209-83D7-FE7193E1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0B77A-489E-4217-8169-0AFCACE8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A4AFC-1B2D-495D-8824-C7B88AEC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576A5-AF03-4155-873A-DD19023F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A4D2A-2374-4B7D-80A4-9434E05B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55D51-6CE7-4AA5-B032-04CF20FA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631EE-3638-4163-BA8F-FE06CE6C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CBE8E-EF27-4CD4-B9E0-066A55A0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B69BD-96EB-4CFC-81B7-45787068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D49DE-18D2-4433-9102-616AF2C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5039A-0B3B-4A1C-BEBB-3A92A1C3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C79B4-0ACF-4651-906D-49BCCE9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B2904-DCFE-4181-95A3-8DA9093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411DB-B10A-42C0-A0BE-0F4B39B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D5128-D6C1-4AE1-9E0D-6973FB6E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88AA3-74CA-4D1F-BA8C-FDB5D22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82257-7401-48B1-B9CE-59670BD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1EC14-0F5F-4357-975A-6E9CDCF6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D12AB-B78E-41B4-80B8-7D5D8227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1D673-01B0-40EF-8BB0-D6A4A6F2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DBC79-EF30-42FB-A6A0-2861BC9A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CAC09-E483-4B0C-B307-CFC48EC6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D9538-5097-417A-91AB-44445B28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157F4-1DAF-4BE7-9AFB-612E8D33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44A4A-D335-4B24-8315-2A2E244C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1FFB0-55B8-4618-8546-AC01AFB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2E0B7-94CC-43F1-87D9-C694577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6DE33-FA4A-4650-8BFC-2016D9F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246A3-9942-430E-947D-22A322B2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98E57-02EC-4A0C-B10C-C5F0B221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17BD5-9317-4C1E-9803-BD591C7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0D620-8B6C-4E5E-8DD3-158D0DD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3E464-9247-4206-A20A-6A5CEE05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9A921-CA71-4DB3-8CB0-8BEA3AE2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34DCC-1EF2-4566-BB50-A488EE7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08F82-8E76-4469-BB5F-4778C90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113AE-1EAC-4E37-8C91-9A956540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759A9-E6F4-4AF4-B385-1F73722C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54EDD-CEE5-4072-A71B-842D3B5C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17060-1988-44CA-B68D-F0FE528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03461-9E0C-4B1A-AEA5-8D4E4FA6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CE291-34E8-43A2-8E96-AA84425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CE059-8C23-42FA-BC54-6821F34F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47454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FBF06-8B18-4503-87A2-2360F716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47454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E192E-2772-4BC6-83C2-FC050329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ABE3A-76F6-4D33-A2AB-9CFF8F1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919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BCEBD-9C41-498E-9BC2-99087D97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7FD89-79A7-4BBC-A208-B027BF7D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45A72-31B7-4172-AE40-32EA7D17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4D8C8-AD55-4AC8-978D-403EBE1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18DFF-28AF-46A0-9153-202125A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B8A42-9666-43D1-821C-B1BA26DA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0CED3-FF81-4DEC-B4AF-37E46CE9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4E815-EA94-4357-8B37-D75D934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6B076-BD2D-4B69-AAC2-A36A6D2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59FBD-7B8C-4EA4-BECD-92416A3B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B5BA8-25F7-4581-93A7-EC594B6E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2ECF7-4C5F-41F6-BA44-1E65509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C9B9C-5293-4A49-9F75-1060BB1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D112D-983E-4219-B6C4-B197869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D89DE-2A62-4737-8FE4-91459828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3E6AC-A9A5-4F48-970E-37B1F4D5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DC12D-8553-4F44-B77C-C4CA3DE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96060-C1E6-45CF-9C9B-FDF8B89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6AB0B-8E37-4BA5-ADA7-AF133E47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361A1-FA8C-4FC8-90BF-F67F03E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AF2EB-BE9F-4828-9BEB-A781BEE1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323B3-F3A6-474E-A179-351EC54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B36DB-C6B2-4821-8FD2-0657E512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2B82B-A861-4958-B43B-A44C3266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479A0-A4A5-4490-AE84-59838B95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45908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3389C-77EC-4ACE-90B2-6DB88974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45908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786F6-9209-4AF6-8336-CC263AAD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6DE3F-C0C5-4241-8FF4-BDBE4D46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39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19E2B-EA52-4419-873B-367B7BA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6F6D5-BA0C-47E6-B144-0950D86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03F62-F709-41FD-A251-E8DF4C9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5E597-51F5-4027-A062-B9FA18C3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D391C-BDFB-4CA1-A1B4-3B0C032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A9855-B9BD-4102-B790-1C4A8840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CEE20-EBDA-4129-9657-6F7402E3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50D33-C41A-4D02-B057-56FAB98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9EA17-DCFC-4A38-A9C9-BF03D78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F5820-D7FD-4D51-83FF-C5E9015A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4EA30-8752-427B-834B-B1AB9F8E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60A92-2FBC-4F8E-9998-841A7CC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8D6F8-B83E-4478-8525-89FFCC89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397B9-4CFB-49AA-8A8D-754DE1B1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C6A7B-67B4-406B-8421-3A4413E7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5F836-082B-4825-B831-072C528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C325D-2BFB-476E-A7B7-D05F81E8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F8956-7DA6-496C-91D8-03140C47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6A5E2-BDC4-4281-BF29-620A1EED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E3C52-17AF-41BF-92AA-EA9C1D98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0520E-0220-4735-BC81-472DB16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F3D2A-46C8-4101-936D-9B02F97D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6B215-CDAF-4726-8DCF-2DCE8A6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CB0A2-46DD-4DE8-96F9-322716FF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E66D6-A57A-4354-B7E4-12240298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1823E-FC46-4E12-A72D-8535372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0BED1-EE85-4E96-AA70-1851BC4E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44362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50AB7-46DC-497A-ACA4-C69128C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44362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CB359-EA20-448A-9572-1AF0CC22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87C9F-3909-4966-BF33-1CF5375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6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3B76A-06CC-41A0-A6E0-1D98B3D4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3C1BD-9C01-47B8-A60B-4AE2928D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46227-B913-40A1-94D1-5411B1B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6B7C5-5295-4E80-9595-B3340938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1B676-50C5-4BFB-8810-6DC9422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BCD2E-1B3B-4CE9-B795-7E1D3B36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ADA57-964A-4FD2-AF17-FDCF7DFB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FFAEB-EA8E-4267-AE62-9A3DCAF7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019F0-EC39-4FE7-A11A-B553EF3E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2CFB9-B39E-454C-A011-35832C0D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2F956-D398-4396-9B63-F1B43F3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35E53-AD2B-4E2C-8286-60E28AED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A8CD8-5D80-4DBD-A945-829A11FD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61006-2176-4AF2-BC28-6085877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4238C-93AA-4C63-914B-E485A8CC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2816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5121E-EA17-42B4-936C-A236A07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42816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FF3BB-CE93-41DB-BFD4-1D74D30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1270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9EE7B-2DE2-4F46-8BB8-7408A3C0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80" y="141270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377A2-06AA-444D-9ABD-0496D3EB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1270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B639E-BC74-40A7-B0F2-A1D1DD9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41270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27E8A-1852-4137-B03E-A7C15F2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1270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B2BB5-D877-4D62-9EC9-D8C82B3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41270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C89A3-F1FB-446F-8E63-6B445E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1270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91775-86A3-4717-8F13-4023C286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41270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BE05D-DFDE-4DF2-B26F-7988ECA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1270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34670-E772-44EF-9E87-762EF3A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41270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6D74A-9A69-46EA-9FC3-01C29159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1270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B61E7-EB90-42E9-93A3-605A9478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41270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632B0-7198-4D6B-A872-471842D0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1270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95BFE-388D-4A06-A429-87B305C4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41270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5CB0B-091F-42FB-9391-A2A7F6F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9E7B5-3DF5-497F-A230-2AFF402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1944D-2270-41B1-B85D-6118A8A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012CE-5369-4BF1-9DFE-AE3D585D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2B9D5-623F-4340-AB00-BBA1DB85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A05BE-3EF1-4C7F-858E-B08C6FB5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64653-32E1-4966-8B21-FCFD918A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5B110-5CAB-41D6-88A5-DD274FBC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7BE64-70CA-48B9-9B07-A453818A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C368D8-DC6F-4D35-8B16-F67F665C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C6D53-194D-4C32-8481-09F503EE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33765-573B-4EE8-9681-3461C75F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81D93-69CE-4FE9-86BC-808B8D8B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C3BE3-0A5E-4776-9EFC-CEC0843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73286-9207-4377-BFE4-AE298B7E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6A94D-7707-46BB-8517-D7447233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4ECC6-5662-4661-BA6A-EE3014B0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972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C1BA2-F9E2-40F9-8BBC-4D43CD5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972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0DD7F-3AAF-4FB6-B235-C569EA9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16142-688F-4975-B3D7-F5BE016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2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8CFCA-4D37-49B6-8C70-61D7A487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E3959-9237-46CE-AAE0-4A20302B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50425-C889-475A-B2CE-AFE0BB0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CCF78-579E-4C6E-8802-4231D051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1C504-94D9-4687-A2DA-D35FF08E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4CFBB-CA81-4B23-B946-B6092D4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DB186-834B-4DFF-ABBC-C5A8E4B3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851CB-8B84-4A76-8FBB-FBFEC1FE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7B26E-F912-47AC-A476-36064735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A5F50-96F6-4A0E-9323-B3655DD0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56F4B-76B3-46E6-983D-6541E5DD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320BA-8E56-498E-A1BA-9ADF3B5D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1A798-25C1-41E9-AB8E-96951FA0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BBD33-6345-459C-BC80-048149F5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EFAEB-F4C8-4F0F-81F5-EAC4799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9C64C-9A76-4045-83C4-E207A64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BD869-23E7-4470-B43C-52DBC002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49E6EB-5F62-4071-A4CC-4E2DB317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69B6B-ED4F-4AD1-9747-BDD2899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8E58E-0EB9-4BA7-8F96-F2D5C6F8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34130-551B-40FB-9C11-10F9A7AC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B4262-415E-4F7E-9F36-6EB08CB8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E2F9A-74AB-4E11-97CF-3DCECCC3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1DC90-3FEA-43D5-828D-EDDD1403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FA84D-54C2-4BDE-B00F-052288A7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96E0D-11F8-4FF6-98E3-E0ED98CC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58059-3615-4961-AD9E-9C70CB4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2C47B-7D90-4EA4-8EFD-0BEA1AE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7D625-9DE7-4E61-BF31-CB6CB3BC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445A4-0AAF-4E11-8F52-9331A58B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0A2A2-D9DC-4C43-AD5A-24D2E1A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817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DEA61-86DA-4BF9-A53D-65425DD2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817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CA07A-8774-4CF5-9E76-40A23092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86194-2B2B-44BE-A5B7-C2BD6D06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4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A0C77-CE75-4E57-93AF-BB33DD48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6EBDC-3715-4E02-B44A-3B6E594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486D6-C98A-4142-A158-8965E9C8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9EBC4-22B5-4FB6-A4CE-195B5973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CCF40-83DA-4C53-872C-387E2957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5118D-8884-4E0D-A9CD-12BAE976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2C605-AD74-4722-9764-AA8B3E4F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D831B-99D6-4E0F-8B69-96F71E72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251F4-1D77-4B6B-8457-DDFF7EEF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D438B-7E02-430E-A843-DF7CF91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94F36-6FF4-421D-9F90-BD2C5FF1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D2B16-66AD-40CE-96CC-A1530340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9036C-A074-4322-8D36-32463858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C455B-AEB0-46B2-A07B-C6B38660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E460F-F0B7-4249-9F22-B1191DE5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93C59-089C-477C-B589-1CC41760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6041C-D938-42C3-8426-D40F8DE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064F9-FE05-4310-A432-8FBA6DBD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46690-6489-438F-ACF7-C424844F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10244-6913-4D43-B20A-C3D60457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A1427-2AC8-4600-A98C-BADD6607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42FB0-778B-46AA-A7C9-338984AE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6F0F4-5C10-4D58-9F20-DAEEBCC0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B1B8D-1DDE-4C68-BEA4-C8171681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38466-F0F3-4F45-8182-76DA7DA3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AE61A-F33E-4AC7-8022-0974D7F4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C3496-2AA2-4CB5-95AB-5AF151FC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53317-ED6B-4C98-8BFB-E97E6BE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61552-FE85-4D56-AD31-8E58F6F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FD57E-A716-42C4-8F48-2BDE7804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E7725-EE08-4597-9C45-414828E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AF3B4-411E-46C7-9218-E070F015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791E3-1846-4429-9716-6E09058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CCBB7-A12C-412C-BCBC-C5CBEC2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375B1-01FA-48C9-8BC0-9EE429E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2D3A2-8645-406C-9C46-2469D857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14605-135C-44C6-85AD-05F766BE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64E71-12E1-441D-A3C7-E88E5C04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D2E9A-6716-463A-9294-EEEC1E2E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5EE1C-6A86-4F3F-BA20-0EC50CC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222CF-036A-41A0-8D38-D9596A6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BD97C-E7A4-4730-B475-6F1B7128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635FD-3FC6-40A8-BBA2-71C1697A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F6A55-EAC7-46BA-BEAC-3F525B7E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CFEA5-42BA-4840-A41B-3A532452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D106B-D51A-4D74-B714-D0FD4655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35B8D-29C9-462E-9569-21F12388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27B1C-79FD-4B9C-95E9-93313503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BDAC1-9C31-4C7C-98D7-3B5E76D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7E021-1E99-4062-906A-26B3CC03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C382F-0D7E-49A0-A26B-FB29EFF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10E48-76CA-4475-98B8-F8CCE98A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7E5B9-5836-4374-A329-57BA2751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381C4-9D7F-4EC8-93CC-84BC108A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9FF45-08DC-4D01-B618-03409DEA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06F98-A668-45F9-8C2D-F4E7CDD2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673E9-2793-45BA-9C96-7FCB6C27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54F2F-8D46-4435-9F8D-8EC85B9E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4B6DF-8D70-4701-B92F-D2F1FBE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BCF51-1ED4-4972-BCFC-07AE59E4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AA366-369B-4054-BD7B-D939FCFD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75D88-5D7E-4B60-91F8-733FF42F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46688-D618-437F-AEE0-523ED1A4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AF460-B355-4020-9466-B2958DAD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3615E-D588-4C1E-B6F2-DAB6FCEB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36633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D2D88-27D5-4821-8844-E4D9B20D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36633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306DE-A1E2-4285-8CA4-8AAA3142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0A34F-6218-4329-B2AC-EA41D21E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6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C2AA0-73B2-4977-925A-EE3F0565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31534-0E02-4A5D-B2E8-CF1D23D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5B52B-C1C0-411F-B819-71BFED6D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124D7-D5A2-4483-AA1C-7EC438FF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10C00-A253-4F72-9A4F-957E98D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B966A-59DF-4EC4-AFF0-0142CC5F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4D449-1C04-42F5-8DF8-27968C2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08D09-C79C-4C97-9074-C9E2E7B9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4B67F-3CD1-4BB1-B9D5-0CC88F6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8D2AB-2AD1-41DB-91DA-9C284B39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27A46-624C-4BB4-BC41-6EF2D4CD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BAADA-AF6B-493F-B0AC-747F427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B788F-DC17-4A2A-BD31-C45104F9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F6D14-D85F-43C0-9BE9-57D21242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347A3-4410-4114-B8A4-18B6FBBC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FE1C6-0DF2-4878-8E5B-1D9EED16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74106-535D-40ED-9205-7AAD57C6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5087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409C9-38E9-42C4-A2CD-03AB1FBE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5087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29D69-6221-4E22-B1E8-C27CE6A4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65737-5570-4AC1-94DF-AAFEDA3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08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AE0BC-B819-4E5A-954F-D65F359A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98C5D-29B0-4AF2-B8D3-17854EC8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D948C-5D4B-4AC3-801D-491A3306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DCEAF-7365-4201-99EB-1E9E8E0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4699A-C82C-4CBD-B084-E7CBFEDE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8A0F4-C34C-47D1-8270-2887239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810C5-CF18-4575-AFA6-2D503A9B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66105-A82D-47AA-87AB-D0311A0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672D1-4B13-4BC1-ACFA-FB2DDAE2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DD71D-4BED-49E6-A689-B4707C26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FEAC4-5336-4193-A86E-40C8BA4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4E1ED-F472-49BF-86DE-4D252E28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A11D9-D757-468C-BC1D-76BEDCB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9D74C-C3F2-4D8F-A9AB-19443C3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235F4-4B5E-4436-93F5-576DA309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B8983-3746-4C27-B4F6-3A98F47A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E336A-8E74-4145-A0B5-8D96224A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2D668-4917-4AA3-9C87-2F850903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8600A-FE48-4C52-80E4-9565B435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9D9D2-8346-47B8-8B76-AE74BE58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C0ED4-B163-4BB2-A6A3-81368ABD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1DDBF-D30A-425D-B1A7-EB014AF1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F3A8C-9D12-4F3F-864E-A480BBF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2FA8D-D21E-4617-890D-59660E0A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1A197-D81B-4B50-B2AA-78345782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5E798-65D7-4478-AFC8-E640B4EA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CACF8-3331-435D-8EF2-90401FF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007AF-FE57-4FD2-AFE2-C7410A2E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7A641-3671-4CE9-A9BD-13E28455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AD797-5362-4857-A79B-AC56382C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EED9B-9D2B-448B-9A48-7FB37F99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E0CD6-2FBB-40F9-BEA6-3FE13109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CA7F7-DB92-4F8D-93EA-8EBE94EE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C7ACE-D5B9-46FD-AFA6-747983A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1C503-D42D-4376-8B53-10C682D1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01A02-E10E-4784-A607-0BC71009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7C1C7-9292-4459-BB2F-25AF60BC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CA33A-0A08-4532-A427-0AA0A1FB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A27A1-F312-41F2-AF46-A2575A4F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96FA4-83DC-4E61-9075-E941806C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DEE48-78EC-4A88-8ED5-EEF58361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11ECD-F3C3-470E-AD61-42FD6DF6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92A19-2006-4EEA-8E22-2FE6672D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87A00-BE87-4801-AC9A-42863230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83CE8-783E-4EC5-BAEB-1D054DBE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D4DBD-8B7A-40F1-ACA2-8A6D853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0430C-EF42-46AC-B59C-12DA4D68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D049D-E440-495C-A281-33153092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7642D-C62A-4D6F-8227-917CFD30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32544-736D-44B2-B96A-D1C33747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E0EEF-EEFA-4EE1-B109-EE1DCC4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BB7D2-67DD-4788-87ED-3105143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CBEE9-9430-44F1-BCD3-9B4AB176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2540B-D21B-40BC-81EF-A99417B1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0E20A-8910-43B4-87F2-37B35D6B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212BC-44FD-41B3-BFB4-84300693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FDE37-9193-4DE2-B69B-A702113A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F8F13-BD42-4149-8187-76184B7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9CD80-5A53-49BE-8404-E023AF89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8357D-DE42-4C99-B363-D5970CC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BB715-CF0A-4311-9D6F-B2444E5D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6BA92-6084-49B0-99A7-BAC5662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6338B-1031-459C-AFDB-CE802626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58BF1-D107-4C0C-8127-47840A46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4A3E8-02E7-4192-A614-2FB6DAE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E15FA-85D7-4B79-9244-99B6CC36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8368A-65CD-4C7B-8C67-27CE1D7D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F642B-881F-4B6B-A0C6-0C1DF0AE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92F5B-4A4B-435F-810E-65FEA77C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16FA6-AFCC-402F-AC81-1EAF3BE9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7E9E0-A0CD-4774-AF19-04A904D8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BD26D-C705-4451-82D9-E02F3800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2F6C3-704F-49EB-9DAF-A055AA99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C3F99-FF63-4808-9FD0-4ED6928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E5AC3-93D0-4B3F-BE2F-5648E95B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C5F90-963F-4276-BFBE-080C63AF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6CF68-4688-44BA-A2A9-317F021A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26C09-A9A6-4744-8564-C5C4B18E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3FE68-08F1-47EA-8D76-F4FFA95F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B70A1-0443-4AFD-A92B-EDB2C83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BDC0C-F90D-4053-B917-84C4FC2F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594CF-D564-4A0E-9FF9-59DFCE4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26419-7F2B-4C34-875F-12BAFCCE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1E51B-8820-415E-ACEA-87CCC3F3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3EAB3-E670-4762-97D5-5F7EDCD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8D98D-3B62-49A1-8F3B-D35B5A2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D93A7-7989-4714-9A74-3C5C8063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1D6FE-E531-4595-9B5B-C0D12D27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33708-0B02-4D88-8F54-8027AF1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9C0D8-8C14-4B79-ABD7-92B39AAA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C4B96-814C-405A-9D9A-364062EA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A1B1D-A576-4D70-B285-58C10287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AFE9D-57A2-4124-8A4F-C91023EE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034D8-8A5F-4436-A881-F6B37C7C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D6382-9251-49F5-BC4A-67D534DE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2DC03-53B4-4CE5-A829-961EF7E4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9F746-1B66-411F-8666-90F58A34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EE300-896A-4394-89AA-74FFF548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4F5D4-87A2-41F1-83C0-89DA90E0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D1069-CA43-49E1-9A49-3485254C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3354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9AA43-0C88-4921-BA0A-5C653181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13354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CC7F71E-DC31-4115-92B4-3A64EED5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1334506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6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7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E06C7-985C-4AF1-A5C2-08D90D4D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04E61-AE7C-4D6E-933A-72B031A0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BC5F2-BDBA-4BCA-8791-19EB47EC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9643E-86B7-4738-9827-9AC1EA1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B6ADD-3C50-42C2-8FF8-EFA6062F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9E879-E7EF-4843-A076-489CD65E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38D4C-0D6F-49C9-A010-C6C81E8C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BA35C-C964-4A79-A239-DBD0C96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F6A66-B271-4D49-879D-3463AA83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BD71B-CFBE-40C4-ABBF-AC30A5C4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5C23B-1889-423F-A924-9A41850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10854-4DFE-4AF9-8B9E-4C2E75BC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CBC96-C624-4C86-A241-9CCBF269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8D70E-5251-4720-B3A2-8BA2F8F9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016B5-048D-4F0A-9344-223DC2E7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C8A14-BDE6-4B5A-870B-EE367DD3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1735D-AC6F-4580-960D-ADAE8A87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64BED-78E5-4B1F-8132-2F59C2DF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EB87E-95AE-4E15-8F63-F99F73A7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BC8CA-C784-499D-98FE-62E87012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1C4CA-F6EC-4291-A943-B86D0C3B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52FEF-ED75-46FD-8D0E-D73FC7D3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CDDFF-A662-48E3-B4F4-E2C15F7E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29176-37A2-46A8-92A9-F88C329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5769C-24C9-467D-8070-157A55FD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6CA77-3071-4E12-8BFA-8A8CA07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B2362-DA20-4532-BB40-5BDF94CD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A18A9-8833-473B-974B-AB8C06E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77A9C-8AEE-4492-A64F-3FFBACAD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423F5-8D25-4FB5-BB48-1EE89F2A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4C565-97F1-46E7-AC95-308DC31F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C3A90-DCD5-4EC0-92EA-15028AF4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AAE56-DEBC-42F2-BA93-AD5CBB93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294DA-CF31-4FEA-9639-EB59BDC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8F8C9-A486-40D8-B583-9C66F14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59EE2-FD6C-490F-B0E3-7DBCD8F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E0514-1C8F-43A7-9780-207167A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F2F86-C27F-4232-B128-6443EE28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70DF6-233E-42C9-89AD-7D774D7C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E4A32-7272-4A26-8705-05786EB8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AC138-75D1-4DA0-A281-51C74D7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AE20F-2B2F-4BFC-8983-B766F130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B8679-E21B-4BE6-85D5-AB3B476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75518-D12C-4E43-BD5F-9DC8BE2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92635-87EE-4C5B-9CDD-C6E5664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8BCC4-FBC8-48A8-BBC7-00DFD2A4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6E555-0B1E-4B86-8BCA-E39BCBCC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A91D3-47F6-486E-8142-E6EF783B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2331B-B023-4AFB-AF9B-CE281972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2173B-2401-40E5-98FD-975F9DF9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B4522-1618-400C-8851-AE8ABBAD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A1A58-8859-45D7-8CF7-52D38502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B5861-CDC8-4C81-813D-E9FC4844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DAEE2-B863-401B-B672-D264D4B2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99F38-25E2-464C-824C-DF327061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CC7F6-97FF-420C-84FF-6AD6C3A9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428E1-8F95-4898-8554-97AA866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00FE4-4A3A-4317-A6D2-9245F0B1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348BF-0200-429E-9DBF-61FADA5E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71C64-04BE-4716-88FF-5E3CF8B0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04DE5-7134-4B3E-8991-5841C430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A4B7F-30D4-4EAA-B0D5-13641512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BC46F-6BFB-4D3A-94A0-8F85211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A6C5C-90AB-4F5F-B81F-7854BFDD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3107D-BB8B-484E-AB24-719B523C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DFB0A-FB3B-421F-A058-81DC3E14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66D8F-15B4-4996-93DC-F709A94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7BA51-B41C-40BB-A47D-6663015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D5DDB-62EF-41EC-950E-05AAD1EE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F85EB-3046-4F77-AF59-F4FBAA90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25606-5EDC-478E-A1D7-4D4092B2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46F73-98F3-4E12-BBD8-D95940F3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30E0B-ECF8-46ED-811E-541C553D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D9112-5098-4EFD-B93F-210C5ABA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009EC-454C-4638-952F-A918BBC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53108-2068-460F-8B2F-3E93CFA8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62709-8B13-45BE-879B-6AB87787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7D955-5651-4409-B37B-371FC55E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4473D-6E27-4108-9D2A-254324F8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55DD7-AD5E-48D8-8924-19E471B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DAF9C-F77C-451E-8D40-342BB08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60879-56B5-4508-9B2C-5285B3DC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9CDF9-AC82-4DFA-A5F0-E6580046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6657C-36CE-42F7-BF03-F171B902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E7938-24AF-4C8D-A3CC-188DFFFF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4E48C-0D89-425A-962D-F122409A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D0323-0253-42D9-92C8-02F45FA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C9F7A-5521-4406-8245-01D9054A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9E182-55D2-45F9-9D5A-FC95E92E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BFE44-F489-48E0-86D7-1651E0E2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5B389-7E93-4D5F-8583-317A4AE7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9EDEE-4F69-4139-ABB2-73193F86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D59BD-2CBE-4479-A17B-A602BB7F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3199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D9B55-8D86-410E-BF9F-A2AB79FA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3199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4022C-2785-4D05-B353-AF59A5B4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7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A5A1A-C3BB-456E-9ED3-5933C31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2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7661D-8F9F-4BC2-B51C-A8B5B1DA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83889-1ECC-44E3-825E-7AE5A2D8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B977C-917B-41E4-AD63-2236811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C33CD-0C1D-4808-ACE5-E12DC0C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D1153-C86A-4E31-91D5-6699260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6CE2C-BB8B-4D30-A4DF-B5D5607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83A4A-032B-4FB8-A76E-8287D1D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A3967-4E37-4F6E-BF59-337C72C6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BF962-C779-41CC-A2E3-58689382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DED9A-B3AF-40EF-AFFD-AD592119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26E1D-5873-4EA7-839F-B24F0D3C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68D01-45E8-48B6-96A1-4A7D2BE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1C608-4E2F-4A85-9209-5CE2681E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4F0B4-03D2-4CB4-B615-9E26B667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21922-25A3-4D0B-A9E6-CE2E1522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4D359-D00F-47E0-AB4A-FB0D206B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D169A-2D8B-4735-98C8-7BFAD45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6F741-7BAF-4E04-8785-3C1C0952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1CC70-A480-4106-A57B-A79AE68E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9A866-6D88-4BFC-B10E-F807B36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B5E56-35D7-446D-BB23-9E97B2A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396CA-1C87-4782-977E-AA1F9F4A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EECA6-7A48-4EC8-8DBB-745C472F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86627-6977-4A9E-BFFF-BE2E2DD1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7E3C3-2914-4C0E-B044-5C309CC8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8C24D-3490-4FBC-BBA8-07C38653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D0D4C-F837-49AD-AFFA-54801CDD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CAF8F-26BA-406F-AF10-041E8DE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F0FFC-8E18-4CF0-A619-90207EA7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46D39-150B-46B6-BA43-F9E23F4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8D74D-296C-4917-9749-528E1380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045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D8781-1C40-4EC1-BAC2-7D7A0331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3045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F1C4D-DB63-4614-8CF5-59EC1AD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47AFA-BD9D-467A-9D77-9EFEF9DD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4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B59E2-CBA1-4931-BB7E-549F401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7A676-152F-4D7E-BF7B-D2EA3D12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1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E0126-9170-4FE7-9B20-AAC03430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B71D1-18C4-4D2F-8E57-13D9491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7B1CF-9F72-4137-A539-0AAFAC2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16F4F-30E4-4AFD-97B1-8B3BAAC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3C394-6E87-4B8E-B779-91AC47AF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68BBB-F687-4A6A-939F-A478495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06F16-8498-4C2F-9F4A-41C3AB6F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6526A-7728-40C6-AFD0-67FB9AED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63661-5A90-447C-8B56-5AD86F7F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DDE00-3118-484D-991C-D007C1C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0BF09-E63A-4364-99F6-2BC49086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E9897-1321-4DD9-8CBD-375F8582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E7DF2-97D1-4C8D-83CD-4D0E7229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DF346-5236-47C1-BFAD-E30B9AA3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4C39F-B4D8-48DF-A85C-4A4E4FF5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D49BD-B924-4EB2-86E1-EECF058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C7DDD-4300-4141-9877-D17DF13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FB98E-0764-4510-A78B-3B5AB83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0BFF2-305E-4A3C-8894-0B7AD17F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8904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B8AF3-E1C1-4AD5-96A1-5AD30BDB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8904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11C47-D5C6-4551-8273-8659E6E1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1BEAC-2D58-4CE2-83B9-79D13E28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16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06334-74F2-40FF-AEB0-B98B5A20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D9F48-C651-4F76-9972-06A74770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0FA2D-49E4-4D2B-9F0B-82268833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32855-C96D-4DA3-8794-DEA1C25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9F9A8-B3A0-4158-9D78-C3C46C60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68DA5-B5F3-46F6-87BB-9C2F4FAC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569AC-EF02-4D58-A24F-276771AE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BFA81-46C9-490A-B3F8-317DAD6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1FF94-49B2-4A1C-8532-5BC99C02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7D64C-76B7-483A-8BA7-0033C1E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2C890-AFA2-4D52-ACA9-4B0B9D11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D61AB-CE0F-43FD-9700-3323F434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5DC8E-6083-4655-9E19-B9FD87EB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98E1F-3FD1-452E-BEF0-1582A8F0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0A129-2094-404D-9D37-6F17EF49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3203E-B06B-475B-A97C-51160BE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BD105-5436-4714-BFF2-DED13CF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A76DE-154D-45F3-BAB5-2596313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BDCEC-3BAC-4713-B6A8-47BDF31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62A19-7A92-43DF-B158-1308B1FB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7AA32-6D63-4AED-9C93-BFE0059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9064F-D53D-4CA6-949F-843474B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F0AE2-4943-479A-84EF-B37359B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6DC88-D6A4-405E-87F7-5F73947C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4B6A4-3965-4B0D-AD01-EAAC5A20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740D6-8331-415B-A398-D0F127DE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0EEB9-76FF-4AB0-B1F8-DB373696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54195-700F-4044-AF6E-A9F18924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3251B-684E-4F37-857E-96EE42BB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9056A-B029-4BA1-B884-0771BB01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D4302-F165-4A94-8B34-ED665BD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AC67E-4FAA-4677-A8EA-BDDFC2A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0F514-E403-4207-8437-85D6C91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735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A53EA-B3E5-4D41-90F0-63F7BF08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735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77E04-582E-40E8-97FB-D0BA91BF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38354-10C0-46D8-A011-B04C73D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8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47084-1291-475E-9B39-36F7155F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5F69D-D1FD-4946-BFA0-54C2C99F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8D4C9-DE98-4BEA-922E-284875BC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62F20-1D68-4125-B356-5933749B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D38C0-D3EE-4DC4-A444-88F3C14C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B726F-80BD-4C77-B839-CDEF5121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AC1B5-89A8-4B72-876C-C3D0ED4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ED225-F383-4EC9-AEFA-FC4401C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75A71-55D6-4A0F-B13E-39AD13D1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6593F-B35B-4D95-820A-B38A9839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E1C37-96E8-4896-9BAC-98B52A2B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66D63-497E-4480-B8AE-31A81F01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07D5B-22FB-4C81-9EC8-51CF64D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D1FF5-9178-4C1E-B694-117659F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16358-0914-44BB-9EC3-DCAF606D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74AF0-FC49-428E-AE15-D6966916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B350E-EFB0-4AAC-A3DD-EBF636E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FD841-D91B-4CB8-9765-5BB596C0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7A007-EDB6-426B-82F6-AF6FD163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78143-74B9-470D-938E-F0CE7AC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55640-432A-4DDA-A12F-8C07566C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A1866-099F-4C2A-9EEA-D15606E2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57569-A47C-4C22-9CDF-B5C16603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A91FB-6FC8-4391-BC90-58A0F02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D4E57-94A6-48FA-BF1C-FDDB2C79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EA1AF-657F-4415-A8B0-7872D66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327BB-8347-44AC-BC0B-1B2A4E4B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3DF05-D39C-4011-8208-6E61190E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14509-2570-40F7-B0A5-DBF71361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651D6-4AD0-48E4-BFB6-A3A5BCBC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3BE78-ABA5-4979-84CC-FBCE184A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9F901-419F-4260-A0FF-D8E75046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209C3-146E-42CB-8054-3B0621E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2581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2A463-2197-41D7-9B80-2055750E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2581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39758-82A7-4997-AD6C-17FC7EBD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8C4F4-0E82-4692-A9A4-655CA3E6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0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268B5-B309-489A-B638-0637AF66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91302-AE84-4BFD-869C-232BD4A6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592E4-30D3-44A0-A945-C85E6D79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E7880-75A0-4021-8A84-587820BC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7D6A2-735F-4466-83B8-D61F49DF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3EF5A-16F5-45E8-954D-3AEB8A0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EA922-DC90-4A54-A088-52C32170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AEE18-2CBE-4538-9CDE-F164B5C4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C7814-9B36-47EE-AE52-10206BD9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5162D-1165-4068-BBA5-E5D8253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6951F-BE4B-47DB-83E1-6652C4E4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CF267-62D5-4EFE-A8BD-1F8F05B1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D3755-830A-4D99-A6D9-98C939E8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A256D-A39A-4095-9FC9-CB0254C9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0F13C-4634-4EE4-91CD-A15F987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435E8-3DB2-4D9F-9B2F-AA6F09A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935D3-8315-41E8-A4F7-12CAF867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BDF42-0E6A-4C31-BE69-E1BA56B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C8A99-0D1B-43E7-AA17-E079EF08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76E53-63E8-4B25-B69E-FDB7F3C4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8680F-473F-4746-9B0E-CA3042D8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0C738-6EDC-46AE-9F25-29577E64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8A696-E0A8-4DC9-B2DB-E21914CC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57636-004A-4551-9BFF-41F4F6E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9A716-58C5-4E22-8057-669D5AFF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2426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11F89-8A3A-4A26-904B-2B000402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2426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41D9D-E900-4A8E-9527-D50BDDB7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59078-B590-4BEC-9530-FA893DE7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21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CBC49-9C98-46E3-B57F-7A6CC57A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F1166-5406-41B0-8490-71C4980F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1DD75-8939-46B0-92D5-C765FAB0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2B2E2-3E5D-49E9-A605-901E6AF6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2A020-DFC2-4987-B21A-C2E3B852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63B38-744A-4A60-873B-D51FE112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9FAF0-0321-4EB2-81BC-8B2E33BD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E4DBD-30F4-4D9C-8C36-4B503D29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90B5F-014D-4D0B-89C2-4401EA4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1E60F-D4B0-40C9-B3EF-38496A09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F6D1C-4712-4876-BB37-5A92E056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E6B85-9828-4FD4-A19C-BFA4AE0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D0472-DDFB-45EE-B211-43F03AA0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D9972-9B2A-4BDB-97EF-988F01BF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78D9D-9ADD-41CA-A3C1-F7BF7DF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75B1A-D185-4FF6-AB8D-9971223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433B9-8BE7-45CB-B22A-960BEE82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FEC36-52A6-44F0-A583-47B727F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6988E-92AB-482D-A826-9BBB4514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9C882-E64E-41A2-A223-C54885F5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3ACB4-6878-4418-84A8-5DB2524D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2721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77E4B-2F5A-4CD6-BD75-E2EF8266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22721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77E42-D173-4AF4-8B51-255E4C47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0782B-614C-4A9C-9124-EF7E6277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4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BA6C7-1246-4444-B107-B59D9EFE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D10AC-A3EE-4277-A75F-43BA8C1C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C44D5-4762-447C-BF8D-B62B136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3E1F3-A209-4DF2-A7FA-92B80D5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C44B7-6118-41A7-8D98-E733BEF4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61A17-E97D-4E7B-814A-63C9193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9BA12-BD71-48B9-9CB9-4374DBF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2D00F-E6E7-4A56-8202-0E33A57F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CD69B-6C83-4A8D-98AE-2569E59B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4CBF8-2C9E-468E-A556-57934CB5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97ED4-8831-49A7-B9FE-6D53C8F9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7F78F-88D3-4FE4-98D7-6E06A83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18253-7FCB-4168-A69D-FAAA3B8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52B41-F7DA-419F-BCAF-361F7532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E3E89-EF99-4DDA-A716-A14F273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554B4-A41B-4FD7-BF7A-3CF80A0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EED9C-A69C-470E-BC9E-8B41846C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9D172-29BB-4C8A-9846-15F09BD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A50A0-0FCE-4932-90B3-085968E6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5FD68-0975-41A3-A914-C3919D92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BEAAB-F9C0-4CDC-B838-FA1B7A7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4E12E-1A85-4D4B-A5A0-AE9BF8E4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CF626-9DCF-44BC-935D-B5553B8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CE322-EA40-49E8-A046-93FD239A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CCB62-00DF-4660-B888-3FF7E430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F8CAF-B81A-4658-88B8-3C2FBE79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C3E80-94EE-4FC7-820B-41968CB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1E2BE-68D2-47D7-80ED-45551A32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676A3-0814-43D4-BE6D-45B66AD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B3461-2F0A-4EDA-BA00-ECFA7C1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26142-2778-40FA-BE87-791FD917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72464-13EC-4595-B302-8EC4857C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D7472-E385-465C-BDAD-9F68308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2117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F572D-D33B-44C9-A5BC-66D2E368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2117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3C542-0DA0-4800-AFE3-9BDAF76C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6E7A6-5D80-4877-96C8-F4539A7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6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1AA72-12EC-4DB9-94C4-B15B364B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BC091-CB57-494B-8719-7D547BFD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EED79-55C7-43F8-9FFB-EA8B293E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A0AE7-1F08-44D6-AD7B-B52B33C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BA1AA-2ACD-4C32-875E-D297DFF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14C72-887D-4E04-9591-551570BA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50BF9-B933-4A50-96B0-C9DC2A4E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BDF5F-D02A-404C-BB4C-220C9A54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2CCFB-EF55-4576-AF45-B8CBB536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FF378-A6A3-447D-BA79-695ECF2C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2FD05-280D-4EC2-88FD-2D7D3DE1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E4D3A-14B4-4A4C-96AB-710FEC9A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A384E-5B8F-4D17-9FE8-17A60A0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36066-B9C7-4E6F-95C3-B9AFCE71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6FE35-D37A-45EA-A72D-41543F69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6824D-00D6-41D5-A306-CB889ABD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4DDFE-4F44-4766-BA94-17F87917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E9518-2A41-4723-8834-D1AB71DC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98577-DF41-49D2-A95B-446A3902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73AE8-235B-463A-818E-1FF37C23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C9369-E68A-4621-B5CA-F76D5DAC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CC9FA-6503-4929-8579-4522EC32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53E84-1383-461F-8F73-7A652CF9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FB578-1ECE-4836-9A39-1185368B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EC79E-295F-4D21-9E2C-B2946F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60A88-E8ED-4777-A7F2-3F43FBB7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DBA8D-09D3-4ABF-9F19-F7FACB4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27A6B-D313-49EF-A8F5-9E0B72A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C0545-E1DF-4109-84E3-C476C7A6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07C09-1AF1-4A61-B1C9-A2888DE4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9D487-C688-49EF-914B-F70F78FA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BBADB-B34E-4C3C-8311-FE943C1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AB398-DE1C-41D2-814A-12541CFB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2AB7F-BFEC-4FBD-9FE6-E69351D9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BD788-20EA-4EFA-A636-DAC7C8FD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16C9D-011E-491A-A0CB-10AD3EA6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372EB-5E18-4632-8EC8-121743A0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A8BE4-0421-4601-8CC3-4EA0FE0B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E7493-88FD-410D-963C-B7C3B451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B4130-2910-42FC-B8A2-A505EBEB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05D7B-DABB-4BF2-B0AA-06C8F12B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F6BE9-FE3B-48C5-9668-8CE7719B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3D8F5-58BF-48C1-9E8F-B4489B0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ED2C2-F589-481D-A5E0-84C27E0A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51480-E108-453E-9F0A-F9A4EAF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19629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AEA5C-1294-44E4-B59D-C0824EA1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19629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09B0D-697D-4A8D-B461-BB876CCF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0AAB2-2B94-4FAD-945E-FE864E0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28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7134B-6784-4303-8505-59508B5C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FD737-ECC6-4543-82D5-3C7909C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96F2A-124C-466C-9E1A-C2A283C7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91A2F-73F3-42F3-A2A8-DD4A355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C2059-5F81-4935-BC4A-A99F414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EB7BB-D434-42B2-82CF-2ACF77CD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33526-44AD-46CC-B8AD-FE6E07C9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6CEAC-D305-4BB2-A94D-0E3E1EF1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0A210-90B9-4E59-885A-2BA9FF01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8FB44-1B4F-4E50-BFD4-589C833D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146B0-6C9C-4D67-A79B-F507CB8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9AFAE-EC26-4089-90AC-DE1EBDB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3CA86-E994-44A0-A04A-B141D71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B77D8-DDD2-4234-9CA1-8C736867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FD249-3E23-47CA-BE4D-9C5B0AF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F72EA-F957-4B37-9423-9B219F28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57780-6E23-4A11-A395-A7AF513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03B66-4C07-4C24-B823-18F04D87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FACF4-0C1B-430C-B672-9F23994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44A0F-C396-4720-95C9-41D3C9AD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E831D-EC74-4AE8-A34D-F8500F9D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921E7-1CE2-4EF9-97FA-B91885A7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968AA-264F-40D9-AF17-4704CD4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74FD2-F9D8-4758-B732-3F358741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757CD-CA55-4663-8540-229FB10A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80FFF-6F5D-4B5E-BCD4-782F6EF4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746B1-AD0C-4667-8FE1-36B5DC09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4F1E3-5DEE-4079-B583-981AF6EF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009D3-B74D-4696-B96E-9CEFDEE5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A5CAF-92C8-4FA5-A334-009007E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B1B3D-541B-4196-AA3B-B0800A0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7C84A-DE4B-493A-B55A-DBC8094B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D9A1F-04F5-4AA0-B38C-A19D78DB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11C5A-C107-4E8B-BA7D-944005D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92652-00E8-4615-95E2-A55C8C0A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6F99A-313B-467F-9A8A-0206139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AAFFC-D337-4596-A905-9118B16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FFA04-EAC3-45B0-9B86-E2F8362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49191-F672-4675-8CA1-3DE30890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6AA27-15AD-47AF-9C1B-FFA497E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23906-BFBF-428F-92BE-B826070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8083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A158E-306E-4682-A69F-47FAD285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8083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36D6D-80F4-40D0-A7C5-9188BA5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75CD0-7DE0-4330-B349-0BDD1DE2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0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F195E-0A78-4258-AA30-4263AAAE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CA763-C81A-4DA0-8A94-771B9369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0CD2B-30DF-47E1-86FE-C368302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3E3D0-B7F5-4E52-BC71-694A5EDF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E90F2-8BD3-4644-B12E-2E3F6E77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DAD08-1A94-4D72-B61A-20101D0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CD718-58CC-4616-9956-B4FC1305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155C0-F2E3-4137-BD17-5F1C1C46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5BCAB-00EC-401D-BCF0-26A8A88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87FE5-72CC-47EE-9288-1FE16568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2BD1D-E093-4F80-8AC2-08560528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0996E-DCC7-4FD3-A473-79DF73D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FE707-220C-4097-BA5A-99CD9E31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F88ED-DCC0-4C9E-8265-1342C8F1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5D5D9-DEF7-419C-88DF-02781CCA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9A3FA-ACEE-4744-869B-29A5201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E19E5-0947-4D0A-B670-CBEB4B04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F020E-3B39-4486-B816-95CF322A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02C85-1957-44AF-9731-E45FCB46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E9A3C-AF8F-4DAB-94B6-01412B79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F05DB-F591-46AB-A747-A0F2238D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73CC8-9363-44D2-9B10-64F384E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78CD6-4EF9-4402-8C02-8749F32A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4E0E7-825D-48E0-A37E-3E8C3788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5EE94-B9DF-4DCB-9CBB-34E64EE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B5609-4EDC-45E0-B543-6499353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11A4F-6D17-4C5E-9F07-94409FF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9A5B9-78E6-4676-94EC-3F7F1644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83ADD-8E0D-41BB-BCF2-9C2BDEC8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AEBDA-2EFF-4229-AD52-5542C6F0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DF9D5-BAD2-46AB-9E4E-DDF7D43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5A47A-1EC6-4D26-A91C-577A8605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67129-56E5-42B2-98B7-F6086CC9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6537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79223-EFBA-420E-A393-4D6403C8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6537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60C94-8DDA-44CE-B702-F69BE06C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FFD26-3632-4360-BFF2-C490385D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2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12C09-F456-4D3A-B5A8-911B5C2E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F4FDB-E2AF-45DF-85AE-2485E9B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E0839-ACBB-40D1-BF0A-615E35FF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4B08B-21AC-4DFB-A4D7-EEB4A0FC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65B80-2853-49AB-BA24-A407860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2F473-3D55-4575-83E8-18BEA1C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A7975-305E-42DD-BD20-68E49049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78B20-828D-47E0-A8EF-CDEE59D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FEF92-0960-4507-8214-7355CABA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0B83D-7206-457B-BBE5-D31D1AF4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1F60B-09D1-4EBC-BEFC-15BDB2A3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7EB83-82E9-4535-8D99-85324806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0766D-2939-4EF0-921E-EBDC9F72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2C441-185D-461A-8F7D-CAD20155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54A7C-9B5E-427A-AFD5-C337BC63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0C59D-063F-4079-86F8-3588B9EA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39388-A221-4E22-BB40-A86EF6F7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ACBD5-B184-42C6-9C3D-7564ADB4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C299B-A353-4780-931D-1FB1D49F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BEE50-4BB3-4DBB-A991-DA862052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45F60-12E6-43E4-94FF-0FEC4716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74058-CA6C-4CED-991E-CE9F88E1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2DCAD-FFDA-4B3C-A137-DFEC121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7C8FC-FE31-4D89-BE72-F0AE9BD1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1CCF8-EDF4-4BB3-A271-C7CD5638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4AC60-2D46-44CC-A3C9-ACE66125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7AF3E-4C8E-4044-837A-2BF56EB0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DF046-EA03-45F3-A718-23546EC1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E32EF-5291-4DE9-884C-A7E830BB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A18D0-DC7D-434A-AFBE-CBCAF70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90FC9-9E7A-4C7C-9942-5B7CB362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E92D0-D650-4717-B6F2-AE17D01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9D889-14AC-4369-B319-D15D024E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9C48A-A18A-4C12-A3E0-404897E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69B74-DF25-4644-8027-EE544C14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45529-03B1-4E3F-8551-58251C6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5C33D-3CE0-4B75-871E-8DB11E11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EFED3-0BA9-49E3-ADF8-BC44A55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1D77C-D441-4DD1-8D86-420AFC3B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85197-FC82-4C35-87FE-BB1F192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D1838-0A5C-40F3-99FF-2CF7D415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B5F80-D9EF-426B-AD4D-18B7A2F0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8C21B-6D66-411D-9D17-0EB0B6E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44660-776B-42A7-8EDC-E5BAE24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86827B-6527-4423-9606-4820FA4D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59619-2C40-4F5E-99B0-0FCB6A46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09D93-A878-490B-9DC1-7DD7E562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5CA37-2A4B-4AEF-B357-488E39C8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B74DF-0BBF-494C-9187-7FD21BD1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48F4B-E245-4355-8935-D950EE91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C8063-CBAB-4272-B2FB-5F497A09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F18C5-E968-49EE-86AF-CD90A3A5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1400C-E9E8-4884-AA43-FCF9ACE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69DDE-0E56-491F-ABFF-3BBDD38B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222AE-5F70-46F6-93DF-0C188596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379C3-A04D-4C02-B05E-F5AF192C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62DE3-30DC-470B-8A4B-A00FE6B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9F447-81A0-4D14-BC1C-4EC83C22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6108A-42B6-4EA6-82CA-0160DB5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A0D41-03DA-4F07-8362-FD15372D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87459-340A-4820-AE80-A45CE245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FF6B7-0CA6-4571-98E8-8BE57140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FB505-7FFB-4C07-8C3E-43BC6D9F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4D06C-DF6F-4FC3-9AA1-50069BBD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E0338-ABCA-4053-8876-5984A46B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0F737-9F92-476D-8EED-444C0E54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C4718-DE0C-4B31-97B5-570C4FDE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3C5F4-6C15-4232-B2E9-0E647B6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4D269-8C3F-456F-AEDC-A152399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4B610-31AF-4060-ACC6-A75CBF7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BFD70-325F-4B34-A074-D4DC8DC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4BDEB-5291-4179-AB6E-476DFD1B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52D64-33A3-4BC6-BC46-E195DF98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A59C4-B4AE-4F82-85DF-750F41F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A439C-861E-414B-B6C3-4F5E0026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F8F42-5FF4-4CD7-9F24-32FA6030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6342E-674C-4CD4-85CE-9D21EF9A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870A6-5BB1-4071-9D96-E5855E3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A6A06-A9B2-4BE9-8464-7EC77818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B9010-F190-4B02-AB56-EC63E2E0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49B2F-81EE-4EA4-9B39-3E465E9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78DD9-DAB9-4B3C-B7B7-6D6C570C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65CCD-B4BE-4EB5-B5DD-C612C5CF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C3E59-9894-4B1E-B7F8-6CF2FD8E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884B5-5800-4F1F-A80A-F3A406E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CE934-8127-4589-B21F-0E90272E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03BFA-A4D2-4A42-B7EA-32F9530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484D8-5972-4312-838F-3EBC8CB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11B87-BFE0-42A0-A28C-45F6D364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4F43B-D775-4191-A018-0CF006B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A68B2-2F07-4449-AF7F-F2EA4EA6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CF64E-210D-4901-A8B2-50EB9ECC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4A1B7-BE4A-42AC-BFCB-24DE470F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FE1C7-E7C4-454F-80BF-8DB195D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D6EF0-47C0-438D-BE18-0F4FCA96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1149920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2C2D8-5C4D-45AD-AD1C-3FB47BC1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1149920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FD152-45DC-4BB8-9953-D1577EBC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780AF-9C92-4D5C-B0AF-8D785658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074CB-689B-4520-922B-5647097B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DA3A7-9882-416E-BF3B-4F8BE95E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54F95-7AA4-416B-89DB-00E4A5E6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7C0A2-C904-47C7-ACCE-F984452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7A3A9-3C4E-44FD-BB78-6C0AB55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E5D0A-4728-492E-A000-FAC8734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2EAD4-3409-461C-95BA-573B4266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BF945-4288-4018-BCE0-BCE77B15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CC4D7-4193-438C-A17E-106C7ED7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7C239-420C-40DF-8EF3-7870FDB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02896-0F1D-4333-A4C0-86A2EE0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31FDE-19A5-4DDE-AA91-F72EBD8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8767C-3541-48BF-88E1-76B32EFE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01E2D-5061-4053-9A81-73EF66F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19546-C9F3-43A2-929D-BEA9A84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991A4-BC33-4E52-AB2C-04309A9B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1499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EA99C-7555-4C88-8E1A-03E20F81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11499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68A7B7C-EF10-48FE-AD73-F033329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1149009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E822C-B3F1-4FE1-8061-C38267B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42D60-D769-460B-ABB8-0A737FC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7D68F-215F-4367-A1CF-C8ECEF72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CEFDB-B5DD-4D61-BB97-3B17AAF0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DE195-5854-4FF4-9FE3-59B35B4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F4268-9FEE-4660-B78C-265A3104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15707-A0A8-42BE-9194-20B0A98D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3C3DF-130F-4386-8352-0A20EC7A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735CB-7204-4980-9856-DF1738E1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26E03-57D1-4D57-B7A3-B66114E6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EE083-B600-4F82-8620-822E3C03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60EBB-18E1-4224-97C8-0E71809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6640E-BFC7-43CC-B8AA-E5A96A70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22E78-04BD-4F18-9CB1-05BC6CF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54CA4-94CB-4587-9827-B576253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A5A1E-0844-440D-BB25-CD3B0A1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562F0-0CB7-4C51-A883-5A61EE2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3DFE9-2966-4FBE-8ED4-EE806A27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6D424-DCAE-42BB-BEA8-39672DF3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B3C56-0D63-4F90-B2A5-FF106F32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FBB7F-FADE-41E9-A6E0-94A140B8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D4E3B-36B8-401B-AFCB-0FC51E41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A1F5B-9419-472E-9095-AA8381EC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930D9-22AD-4F46-87D2-302DD0E1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00212-7481-4E2C-82A4-B750A46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7A500-6C23-4A9E-BCF3-ABA59994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8E1BA-4A14-4F26-96F6-01093FE0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F803C-4CF5-45BB-9C93-EFECF05B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39B48-268F-4899-A8AF-07AF244A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AE82C-85BC-4F45-9788-85D3235F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48643-6D48-4580-83EC-89E4F4F1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798C0-4141-4566-9F04-4F323C8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B3D53-E31A-412F-8981-C31476AF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8EB30-4A58-442D-868D-1524161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830FA-CDF5-4F60-BF1B-A8109766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3446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8072C-6B2A-42DE-A38B-78107680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3446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EEB21-A918-46C9-BCEA-FE4681F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C898E-8A3C-4086-AF74-8137B719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36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14078-1282-46B2-B42A-93311EC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E400F-81E3-4457-8D3D-7D1CD479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A6FA0-E05E-4C10-95CA-913DDAAD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68906-6452-4464-BBB5-33376497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CCF24-F416-4D6D-A6C8-A463271A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50431-553E-49AE-AB20-2886C61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663F8-2831-4D2F-B294-7F119B0C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F42BD-A815-452E-9EC1-FBEFD8AF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BE917-311F-4238-98A3-01C31021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39AC4-31A2-42EA-B047-1F58C32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EAA64-7171-440D-83FB-9C623CA1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5E87D-148C-4BA4-BAB7-70A7A31D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E69C7-FEE9-4C42-A25A-40CF57B7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492B5-0C19-468A-A866-8535F62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380C7-BEA4-4BAA-9C5F-D5BE7C7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969B7-DBB5-4DEB-BA9D-C7CC693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002C4-6AE3-4D1E-8ACF-A0703AA7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20655-911C-47AB-AAB6-58B2F16F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70955-0BF2-4DE9-9541-0DF5F195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6E6A7-FD71-4512-AF1E-6DBF0AF8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4B45D-4579-4620-9644-5F2B3D33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2DF7F-E82C-483F-9AB1-840BEF4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8ED12-DFE6-4E0D-BEFD-F74A2DF5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CDB0C-D95F-41BC-B64B-6866A939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FCF6D-114F-4F7A-8216-05AB86F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14BE6-C29B-431F-AAD5-9411813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D9875-71A6-4AF9-A39E-583B07A0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BF655-4FDA-4673-ADAB-D232DBA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D80F8-C281-4032-A826-5F998FC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BA972-4D8A-48A6-9F6C-9DD7BCC0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1A925-9F27-4D93-9C9B-C19B9200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93B85-33FD-4303-9223-E351DCD2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DF2B1-6BAA-474A-91B9-1C74054B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0528F-8126-4245-8037-4F29D85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079C3-D7E8-4FB7-99E5-7A83A65C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F84E5-EDD9-490B-A76F-3BEB00A9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36919-6D62-4013-B35A-64FA531D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E0980-D979-477D-BA7D-2E9C827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FEA9C-E61B-4E21-9A8F-11ECB5E1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7DFF3-6D9E-4DB2-B2ED-A3775D53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C3736-3806-4F51-8B87-8F07846B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9647A-65F2-4DC5-B27B-DC5A6B9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B9089-2155-4ECD-8B2E-5BEB071A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382B4-8CD1-4990-9A4F-AFAEA3C1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AB2E7-CC90-4014-87D0-3E673B89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11900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3469E-41BD-4F67-9FD0-D89DBA41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11900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CB723-6291-43B6-AA2D-64ACADC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2C042-94D7-43FC-AF10-5CD55011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A1351-0427-4186-A336-59C3E49A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0EF1C-0EE0-434D-A8DC-BEBFED6D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CAE11-D612-4279-BBD0-1541E21B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E81D3-1EF2-4E8F-9D98-F578F746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8B90B-70E9-4B83-A0CF-A67ECE67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99188-7A02-49DA-8B58-D55B1D7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35481-42E1-42BB-AD16-75308579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3B9D6-C6E8-4372-BB5D-5F9B4912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D8043-65DA-4092-9569-0F76F030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C2344-86E7-499A-96DD-7EB238CE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915CE-E6BA-4FBE-B8AE-8B52D7B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E8DE5-88FC-4943-9545-290BD8EF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390E9-1CC5-4A0F-9AE6-84C280F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5DA69-3DDC-40CB-BA28-EEC31EC5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03402-D417-4B29-88EA-AC4559B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9411D-D1E4-4D01-B8BF-0659068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766A1-24F3-412B-9CA4-8CE179FF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ADEE6-BB58-4335-BBFE-A11006B3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8E9CA-8534-4B22-ACB3-40AFDB84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8110D-5D88-4466-A992-DDB88C7E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B6861-A1B2-4549-8702-97CFF62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B64DC-1CFD-49C3-8B26-5588CC3C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F20E9-8EE7-477A-BA75-A4BEB3E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8E52E-5194-4CEF-B4A0-EAA446EB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D5778-2056-4CCF-8E16-6C2D444D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33627-CA09-4CFC-A2E0-E50C881A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F1A25-9AC8-4A09-918A-650A122C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A4EFA-6803-4CF8-99AD-3F24BACE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A0986-8B4E-4F68-85F0-A93387CD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06062-A29C-4B0F-A695-DE1EA4C9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7F609-A872-46B5-9A7A-EE0624E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10354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19D8E-5855-4713-964D-40086273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10354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93EB6-BB8F-4759-9C80-B29CB763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FDB00-B9C0-47B8-8922-E5C1920F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00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71E6D-1B8D-47FE-843C-0DB0CFD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84F36-A683-48FA-940C-B3A844B4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1DACD-65D8-481F-AF0A-B02C5DE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F4706-A638-4E60-82D5-F3EC433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DD0C9-143B-4601-A107-9A20E57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FAD30-3248-464C-8F2C-B89CBCC3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C9CCB-D4A1-4EAD-88DE-0298E015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9BA03-D3B5-43EA-AEC2-397A2EB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6395E-0984-4047-886F-4199A52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A4779-FC8D-46FD-A627-46B31A3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7360E-F91A-4C92-9D0D-CBFF30DD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6E3E4-0AD6-4A09-BD4A-B28A51A6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7D9B1-0C9B-4AF6-9992-9C415C0D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9E244-FDD2-4BEE-98E7-DC01CC4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8EE41-3DCA-45D1-819D-53664755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DBF94-1718-4C71-A1DB-AFBDA6DC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857E9-5304-44C2-A466-5295BA93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2B07F-5F15-4673-B769-1FB669E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77F7A-9C6D-441F-A4C6-49738BF3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C47C2-5A66-429E-BD76-FDC01407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3F384-A3ED-4F96-B26B-AB70C316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89D5A-620A-4AC6-81C4-8E533797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3254E-ECFD-4B8A-83C4-24F4C89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880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FF725-E2DA-4901-B992-215FBA2A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880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86781-16E6-4113-8173-DC2BD22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B21C9-6394-4C03-886A-1644B88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920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DCFCB-15F6-4612-8350-3E5577E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920F0-5F53-46E1-9854-469B00AE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97636-51A5-4B71-9FB9-98D2EDC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AC63D-2F08-4E25-A240-716EDF9B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729BB-1CEA-46DD-A8A6-5F2FF253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E8538-F62D-4CF2-8020-762F9034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5EEAD-5355-4597-A9A4-B7B953F9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8BFEB-FD2A-4D77-8D81-B5FC805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BCB42-6081-4D27-B67B-8C66D618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A6C4E-A813-4FEF-8945-635B9417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0EA10-7090-49F2-9916-4C12AAB1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7585B-482C-4301-9E71-DF0E55A5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E479B-3960-414D-B1C2-92BEC925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C7FFC-B671-4C7C-AB18-6C01C7C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D39A5-1710-4C94-8F2D-C719A812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D1509-F527-415B-9F5D-F25F4097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C9F23-F6F9-4993-99AA-D2E8C33C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55B51-A761-414D-A36E-0CCAD76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D4514-422D-4B1D-ACA1-048FA5F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014FB-AA9B-463A-A321-0BEE2EB6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4FBBA-787D-4293-BF41-021C9798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95236-BFA1-4B44-9B97-369263FE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C99BE-1013-46BC-829C-3BF976ED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B3439-EFDD-47A1-AD7C-709F302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C7DF1-3A51-4FD9-9CC6-AE4BA9DE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C401E-E4BA-4E93-9DF9-A14F67F4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86D73-5A75-471A-BA5B-19F9DE3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4E67D-11EA-42FF-A655-AE0DCCE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764BD-7C1B-4B2C-8730-7BC13357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176D7-1327-4277-97F3-FEC01043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4FCA2-2BA1-407A-A94A-0928C686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F45A3-2966-4A0F-9948-52998002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D8D15-47A5-4B59-8085-4B9D8AC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50722-21B9-4CBA-BF8F-9BED1D12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B4612-47B0-4128-8CC4-58212FE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620EC-C2BD-46CC-8883-1BB2639B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8F7A2-1492-4548-8E01-1566DFFA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3D07D-8CF7-4AB2-99F4-E14D9D8C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1D5EF-4DD2-4CDB-88DE-9AAEBF3B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9C3E0-EBDE-415F-A452-D2FCD027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146FA-7531-4283-B91B-AE3C0AE9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26E53-2D1A-4C55-AE1C-899DE009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5277D-89FC-4971-B7F2-6FA1E625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23961-715E-4BA5-BD0A-48A79F6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9B6D4-2B7B-4999-B299-1765827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C7C25-21C5-4EA1-AA5C-6550AFC8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468C4-C254-442C-8951-AC1DD72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DEAE0-AAED-4BD0-8632-A06DB83C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B19F4-F2F1-4E6B-AC40-7837D696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9045E-08E7-47C2-BE78-5EEC59CE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0E627-DF2A-4730-934F-DAC210F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1072630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F3304-BD91-4D93-ACEB-B9888287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1072630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1F56F-D7B6-429A-88CF-497A4073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F2DC1-BA7B-489C-A7DD-DEDB6CA2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FD92A-9845-4D31-9B48-5D00250E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107263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ABB3F-0B4F-492C-8AD4-90362728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107263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CED0C-F266-479E-9A21-3AEA3A28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E4AB5-521B-4139-A4EE-34C78A90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40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3CA5F-2210-40AE-A35B-8D7F6142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8EFAA-53B4-4D9C-9176-776D12B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FABFF-AD95-4309-B65E-EC28901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E41A3-72C1-4593-9AE8-A045F815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B208F-143F-4B3A-8980-19F2D72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6AE08-A5B5-4DDF-9E92-2B87CA1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7D19F-DF05-4E2B-8BF9-A6936BB7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C5600-E808-44D6-869F-6FDA0E12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73724-8A86-497F-9B33-5A622DA7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7AA5E-E150-4924-BD81-52FB1CB9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28C8C-5D4F-4A18-8AB8-B3F0E48A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0B0E4-1725-4E04-906B-C861959F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ADB03-C43E-4C51-B930-20B3CFDE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63764-8E13-43C6-A609-9231691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2054F-7938-485E-A84F-AD4C21F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33B5A-3BDE-4AC8-B4A4-32357AC1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8AFD4-03F7-4DB4-A71C-D4F1933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97E79-18DB-41B6-9EBD-E7BEABCC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7165A-BE68-48D9-9D1E-505D538C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F46BC-C864-4E8D-9B01-821DF2B3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9015A-0E6D-46F6-93E0-093CDCF4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66A10-D10F-407C-9257-ACE25AB3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07396-ABC0-4DC3-9B45-B0AF0ABF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BF92D-A7C9-4C1A-A677-876D674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CD147-870F-4C5A-9ED4-C8E3371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A5B93-99E1-44D5-8DDC-3121DA61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0F359-BE58-404C-95E8-21372673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7510C-A6B0-4A35-8A64-34538763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17535-C85F-4EBF-AE41-5021124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2F9BE-29FA-4FBA-A760-E074DC37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7CC4B-DCB0-4575-8315-12C83D7E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0571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B6AC8-E643-47F0-9878-8777364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10571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C16CD-D786-4C67-B439-507DE5E5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37099-6F25-4DB6-A4CA-8EE01EEA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60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00B39-BB63-4B82-A8DF-E16A191A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DE3F7-3535-4315-B922-3253E3E9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6000C-D65D-43CA-A199-62CAE102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E4562-BC04-45E0-BBB1-F01E9BD0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93213-AD6C-40F0-8302-F5AA5373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A68EF-D24C-4EDB-ACCB-BAAC59BA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F38EC-DDAB-4536-9F86-263AF392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B4B224-F7B8-474F-850A-D7E4B469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76451-15FB-42CD-B2F6-6477CDFA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9513E-0E6D-4212-95CF-52AE7713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FE95B-9FD4-44BA-8E72-64F5EFF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92E2E-F2B2-446F-B5C6-9C29E24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575A2-E474-484A-AAB3-0435238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DFF30-71D7-4D39-A055-E99FB10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445D1-2B3D-4A64-B85A-D17DBDED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6685D-7A06-4A18-AC42-FFBF57E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FFA03-1D5D-4865-ADB5-00A8F540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ECE61-F792-47E7-9CC7-A8AB908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3525F-F497-4141-A2E1-5401CDC0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417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0CBB7-DCD9-417E-BB41-C4EEC74B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417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08EC5-BF7F-4071-93CE-675F95E4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BF962-EDFB-4B6F-B1AB-E00C04E2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8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72D1E-85E8-4602-9D14-B35ACFC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EDF6F-17C2-428C-BDA1-0C45F59A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07434-9BCA-4EE0-B0B9-37738AA9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894A4-B4B5-4663-B715-9A677A3C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017D2-EE69-4FC6-91E7-F2D86BC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073D3-E3A9-4B95-91A1-6CCBCA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BB84C-E9BA-4CF6-9937-B1E4005A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0A029-0CE6-40C1-8C76-1061647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10026-B388-46DC-BDB7-93E0D0CD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E9D47-E87C-4CF1-9D65-673B9A7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80FF3-C0DF-4E8A-9DBC-4107EBC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DF0AE-5F53-4323-A9D5-FADCA166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62269-A3F4-4433-952E-EDD2168E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E8A2E-4B11-4FB1-AB7B-98B3D64F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B84A3-58D5-46DA-B966-386E2E96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5C754-84C4-46C5-9BCE-0D06192D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23EDC-9020-4440-B76C-2AE8836D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8E7E9-DB4B-4DB8-8C11-BD5DD582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29EAB-637B-48FD-9DF9-5C58949C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C714C-E69D-4253-84AD-E00798C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C3C09-2118-4CCF-A64D-60B86FB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61DA7-29FB-4E73-8EBA-5633A79C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E49C7-79D9-4561-9FBF-D66BCCC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B66A4-E128-439B-B253-B26D9C3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4EA51-C32A-4808-B6B8-EA8E1EF1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CFE1D-6544-43EA-A701-3D7543D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AE3E1-8A7D-4B7E-A728-83689ED0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E20F5-428E-4030-9D53-800930A2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5518C-EA0E-4841-B555-4A3E894F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D7127-E596-419E-93D5-17445506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A3C9A-CD08-447A-92DD-C4243E54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39970-A107-46B5-853F-A23D4567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FE0DC-EAF1-417E-978E-853B1926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D5531-3387-49AA-90B2-D4D103C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0870F-DE1C-4E8F-A697-4CAB96F5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E4343-95FB-4AE0-8920-ADABF1F3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17E34-090C-42DD-827E-79E5A33A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B11C5-50A6-4949-9B29-D239B01B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616FB-C467-4B9B-BBD9-56D374D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29609-E957-43B6-81F1-3CA16664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DB695-5BF2-422D-8541-8405E91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9ADED-3A55-4B6B-AD1E-62FD84B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AFBA8-5731-4519-96F8-4D7FDE0D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37ADB-844E-469D-BC95-969C7887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3CDA6-72B6-41A6-9C2F-1ADB959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60047-8A93-4B1B-87C9-E986BB17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50930-B522-4D7D-8015-0B1E4FA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EBC6D-F808-4BF3-ABD1-CB6E243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77C99-7701-42BC-BB6D-9A664AA8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23726-B507-4A29-B7BE-1E091079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66979-3759-4389-AC3D-221F454E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232F4-36DA-4E32-B822-E662C18A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07516-B086-4621-ACFF-BE23563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81BA1-9EE2-481D-8B29-316B15BE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1231C-08B7-4453-B5B0-F8661936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0262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C8EC4-38D4-49B4-B6BC-5F72E4D8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0262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47BAE-9520-4961-AFD3-B02F4CDE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6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36BEB-7324-45A3-A2A6-5E0F8FA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00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9A412-AF50-4BEC-B849-7E47B6F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C3E3E-2D0A-49D7-95B6-AC1598A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D4677-E3EE-435D-A04C-AAD07AC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ACDEB-5E63-4237-AB32-A506B02D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5F0EB-0115-4C05-BF30-41F0E27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33A4F-ECFF-4DB8-AE21-406AFB9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B1A43-22A1-46D4-B07D-A7A3A70F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B656E-3FB7-47AB-AC4A-FD5A3DB1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29B99-ABAB-4194-B625-E265AD1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BF49A-1B18-471B-9145-06725128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477C2-32AE-4574-A576-D5A7B750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9E5F4-E8BE-4525-AE96-DBA9A1EC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D61FF-24BB-4E14-86CD-EC4E072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BA055-1A29-41CD-BEA4-B22B7FE4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DF46E-9DFA-439D-AE68-57787C31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B67D1-6585-4E80-999B-728A5059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EAB35-D113-4218-A44B-3BF333E1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143BB-2C8E-4268-908E-7CB8ECF7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79495-7AAC-4A2A-B553-0A1E7FB1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353DA-C7C8-48C0-A0A3-A068165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62D4A-F463-4F74-805C-E81928EE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CFB14-1986-4BE7-AC33-CD5FCDEF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16B84-DE7C-41FD-AABD-E7AA64D5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C1808-CC08-4383-85E1-5A05206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6D252-DA51-4998-8FE3-350280F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36664-7877-409D-8B9A-ADE3B217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D5642-D52C-43BA-9628-C388AC2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19E83-B4E4-4969-BE53-2E9660FE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93268-961C-4AA7-BB36-112E000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C9CC6-0E74-4E7B-8DAE-AA3BCF39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8B623-8B9E-4EE1-B944-AB61AC0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1079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FC830-4EDE-4F01-8127-7D7BF7BD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101079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F4A51-E5D9-44A4-B493-137267A9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B1774-1484-4540-A28B-62F31C8C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70208-63CD-44E9-8FD4-C3CCB089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9FEE0-EF3F-49F8-A54F-9A302A72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B01A9-2765-4D30-AF6B-9E67BEEB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44952-F65E-49BD-B51E-E1F63F7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4F25B-4348-4AEF-AE04-E96DBD57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C6258-0257-48A1-ACD0-D65FB33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3C1B0-A62A-4F62-ACBA-AF951A33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6C265-9038-4C16-AD34-75C0CAF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9A624-AFD9-4654-B5BA-CBC7876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D0D1F-F27E-4AFE-BDA3-7D35058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6AEC0-5573-4FEA-B3BC-26F1BF8F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18904-BC25-450B-A894-11AA5D9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0B3C9-3146-41A7-B5C3-CC01F439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85403-558E-40A7-83C9-21718FA4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E28EA-01B7-4C0D-A26F-CD1D4E9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DE513-4D8D-4A03-97A8-FECA0D14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BCC8B-D362-49AA-B086-70A96E7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6815E-966B-4EEC-A31F-4BAB6626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0E5EF-DB9F-4180-AD1A-0A8688F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488EC-CD14-49D6-B998-AE6F71FA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C602F-ED94-450D-B3E5-21EC87EF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DF709-878A-458E-800A-C99FF432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AB8BA-9209-4E1D-9E55-2F8317EE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051A6-A6A1-4C43-9BF6-E99B1EF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5E534-3451-4609-B93D-56129E5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8B0DD-A622-4A72-ADEC-77EC078C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EBE18-D5DB-40E1-B2F3-E9A9104A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AC30C-8E9E-4A0A-80FC-979B8409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FB1DE-CC62-452B-AF37-D78C56AE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E011E-4FE2-4DC5-BD90-789E6001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E518F-A574-4E00-B4CE-4B1B6240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CF7F8-DD5D-4A67-8F1D-C49E5095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390C6-3F44-4BCB-A13C-86C53E7F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3DD28-2197-40A2-B613-BBCDAC3E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829EF-2008-49DF-836D-B76E1B52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340FB-D78C-42D5-BF19-511D89D4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9DDA5-F871-459D-BA44-4191E1CF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99CB7-BDD0-4806-A12C-BD87CFD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11DBA-4F3A-469A-8841-E7EDDA23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8E8C0-632E-45F2-8A25-FF41F50B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9DF3E-0026-44D8-B4DD-D5BB93B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0DD0D-B6CC-4CEE-B185-A16432A1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7B665-E15B-4A40-9992-90D33F12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B94BC-9136-4DB4-8476-597C06A9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0C081-2284-41ED-8FD5-43C63A8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87C17-D3EF-4442-AEF2-22E79B1C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23739-14E1-4F33-B617-92908C8D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1B2E4-F0C8-46F7-91A3-44637759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E98DB-1835-45D2-A361-7210E8DF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9E1F7-B402-4F57-8296-49FF6E9B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20694-2074-4C4A-8FDF-AFFFCCF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18F14-3B5A-4E35-B345-9ADB31E1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6B410-905F-4B5F-AA68-87D6E94D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75F19-8FB2-453E-A459-64C94B6C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43A00-6785-47A7-8F48-5C7CBC82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315F9-F5F4-476B-AE3C-F9F2D049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304E5-3F3E-4904-ABA1-449D4853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9B2AF-69C0-49C3-BB01-C500EE9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BFD46-E49C-412A-908E-B942256D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79827-3D9B-49E5-8C7E-6E839EB3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93B1E-54C5-4B54-9D3F-BA2C4EA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75C02-96FE-429B-9756-491E6C5A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C3721-37F6-4239-99E7-CA74F40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465EA-8D7E-4CC4-A3FB-20A479B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C8E03-23F1-4387-9584-41E9011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EE50C-41C3-40CB-89AF-3ADD00D6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A0C90-445D-40E6-8123-9B33640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A96E0-BE6B-4F3A-B5BE-83FF9140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959B3-B5CB-4CA4-B64D-BB9A940D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D87BC-A352-4301-B073-851EB77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42272-A880-4E0F-9790-A9E82A1E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9C460-C6A7-41C5-A2BA-15C0E2E8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8BF2D-E762-4FE7-9F14-8B8D3F9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35C3E-5BDF-409C-BD33-8E800942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55340-FB68-4CA9-97CE-7821F1F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1BBDA-8CD8-489E-8CBC-7B4DF2D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CA6C4-57BA-41B6-A834-331374BF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D0B82-A1DD-4F8A-8440-73FBD0DC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891C1-1477-40FB-BD15-DA54692E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27058-919F-4325-AF1A-EAFA4A3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5D69B-3CA9-4B7F-B445-078FF9A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995338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B31E3-88EA-493A-A2E5-2407467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995338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B28A6-7E44-455C-8296-04B5D702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2D363-C039-46E8-ADC6-E3512FE4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51674-8F82-453D-A9DC-8FC9985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BEB9B-4F64-4E62-9CEE-24DF9FB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3A341-6F90-40A6-9CCC-B9FA7A16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FCF59-E262-48BD-A07C-DC816EC2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998CE-BC3F-4007-B57E-646A63AF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21361-1F03-4071-B0C1-EAC33C1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8BE6A-6B85-499A-B8F6-6303730E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75BDA-5963-435A-8928-561885FD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96F64-2293-4668-B049-5DEA3FA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A2C92-919D-444C-8454-291CBDDB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9DAAD-7E1C-427D-B96B-80188ACC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0E90D-3031-420B-832B-224E0633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05898-C841-4BE5-AFA6-1423AC7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DDF7A-ED92-4219-95CA-7CE1B2F6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B6C94-5D41-4EEF-B793-A6905A11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A4EE2-F19B-4BE6-81BF-8AF3B4C6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DF83E-BEEA-4E7F-97FC-6E1D30E7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858F0-CE5E-4951-A01B-72B8B968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566D0-777C-4247-94F0-2204D7CA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52B16-683F-4D2C-9BF7-BA817CA8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7528F-4AAE-4CBB-A259-3EFA18A1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5EADD-F3E6-4B9A-B6AE-3271D568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94A57-CA7C-455C-9198-096C918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16131-0B93-4E43-9BE3-3C4B9794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2BC54-D627-46F3-926D-27B9239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AB993-6006-4FD4-B805-415B1377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FD101-CA5A-4AEE-B613-E0558B65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F9C55-C053-4C8C-8018-FC2532A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5D1D1-E375-440C-B7BB-BE6DE80A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95A53-9B37-4240-80D2-9F5033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4FE9C-4C8D-47D4-8B6F-97CB1C06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DB776-4499-48CB-A43D-72BBDA6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9953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2A855-77B0-4CB1-B5AB-98D06FA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9953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411649E-3FC2-487B-AD06-95A1888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994426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0EB22-1A0F-4561-BFBD-AB58D157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B1872-CB42-4816-9582-1EDEC49B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04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B7750-0775-44D5-B0E4-BB962D77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54055-455E-47FF-B39A-0149BAA8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E7B33-B944-4CB5-9020-158D39EC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66417-E4EC-424D-8B74-087A9558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88FCD-C89C-458A-A12D-6F07A92A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7E313-E9FA-4AA2-905C-0D3419E6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E75FF-26CB-482E-B5EE-C6CCD02C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72717-E91C-41FA-97E1-D666D757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B5E0B-EE79-4817-8AD5-4107AE3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AF555-032E-49EE-826E-677C4BB4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C02FB-E948-4E92-8CCF-9781AD76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91D8B-9DB3-4AEF-97C2-C6AFCC62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AF6EA-5F30-4A59-8CA8-C3CBC9A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7050E-3084-47D6-9F8A-FFCF55EC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6C3B6-3D21-474B-8456-E5FE3CD1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26D8D-1078-49B2-804F-5FF8B6E7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17DCA-AD3F-4A9A-8B20-0452046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4A3C8-1964-4E1A-9419-B1C36A31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CA25A-2DBD-492E-9866-9FC0CA1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AC693-BA40-4ED0-BE0B-AF4C8A28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0423D-7A07-465B-A13C-305DD26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47EE9-56CB-4624-AFF6-72CBE415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8321A-8925-427D-84E8-77338449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3A072-CDC1-4ACD-8280-5622D274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3AF8F-DE6C-4D47-A7AF-EF6AA22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798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072FF-891A-4047-891E-E2DF057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798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1F6EC-8F37-4F77-9A5E-4B57E5CF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6658A-E922-481E-82F4-F1E19A8A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60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BB6E0-CD8B-4CC5-9D7A-74C6D54A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08721-C7A7-4D58-AD89-287C76F8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0AA6C-88E1-4BA4-B956-2901A13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9831A-962E-4C57-B141-3B29F77B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9A91D-2926-4CFB-83CD-5327232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5AA16-DAB2-4201-96FA-1F77741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CB604-1E48-4F37-A5FB-CAD01FF6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E8CE4-6302-4E20-ADE8-1081FE3E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BB3B1-F4E5-4BEE-9234-7AEDBD9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1DF4A-91E7-48B1-AA0A-3293438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11D65-F4DD-4114-BEAB-C81B0A08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662C3-588C-4E69-9F2A-D4EBC31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29BFB-4ABC-4EC7-9F76-E52068F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84F30-CCBA-47AE-980D-5E6FC156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A6F67-8837-470B-AF6A-087E28F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D6B50-1C39-4C6B-9800-CBAC040A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8EC7E-1FBA-4C01-92B3-7C6022B6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644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E4FDF-6075-46CE-B6B5-7EA37E37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644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AE62E-B9AA-4257-A9F9-EFED9357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DC7AA-93F4-40EC-9FBA-D36430F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80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ABB2F-5663-4863-AA3A-82D4D5D9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E4E4F-3BCE-4F97-A8F8-93B7E0C6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1CD73-6246-47B7-93A3-2EFFBAA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4BDE2-DB19-4DF3-AE9A-6B9DE0A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74CB9-D07D-4611-8D47-AA6A14A3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520D5-304E-4730-801E-C13B9F2E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8D178-06D2-4A24-99D9-8E020DE7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0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0632B-6133-44E8-846E-1187CF26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B560A-9845-4C88-8194-A282A11C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3B6A3-B7E4-4949-84FA-C834E919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F3A20-9472-4824-9048-21899F7D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5E646-11C6-4398-B93C-81AF1E4C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D0CA1-4FB5-4A17-AF97-0DFEE0B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0FCB9-567A-4D93-A3B3-0B3A0C6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C0FEA-6D7F-4FE3-927F-0C617944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A1971-C6E4-4DED-8828-B62315D8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06390-A342-4A1C-A6F9-1E39DE8F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61C12-5198-490E-960D-6FE10728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192BE-082D-40BA-83AC-97764747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E2054-1961-4ACD-B6F2-54694D0E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AFFFC-1630-4B15-8BFB-914E0BE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43412-8FB6-4844-A77D-527D01B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67AE9-36D7-43B6-BFE9-AD834D3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944C0-381A-4CA1-807B-240D5783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EE1B1-FC4E-42B6-AB9B-4BD8780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6DA37-03B5-451A-9719-94FE3BFD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EAAE7-E2FB-40F6-80C4-40A477DF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6FF61-EE26-4586-8704-6723982F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B175A-C4F9-4420-9756-BD5BD777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3F09E-FEFF-42AB-AC31-AE8D6A82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9E571-2A37-4ECA-B8D5-BC4CAE48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38433-B777-438A-8B81-3D543CA1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5D283-1901-42B1-B908-5E37292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85502-8E96-4332-8E83-73C544CF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D515E-375A-4EB2-A229-76E1A97E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E72E1-9A44-464C-87DB-E9F8EC8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DF764-B42D-4374-8104-11896EE8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4EEFE-9537-4260-BAA4-1CFD6613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C0D6D-A181-4EDB-9C8A-F19AE148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E6331-2E64-47BB-94C5-320E32EC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E49DB-EA20-46F0-9FCD-27027DDD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555C4-B819-4337-932A-F7982351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2D1BE-6F8A-4D5D-B8C9-6A6AF697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13113D-4518-4888-8025-7592F41B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8EAC9-3816-4300-A58E-82AB2526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36E45-4DF0-4112-B561-0BB3FFB3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80467-A676-4649-9BB6-CE6FAD9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32465-8BD7-4724-8CD0-C2B22918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EC1F4-8307-4111-B222-B7C78BA9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452C8-373F-46EF-BD07-615B3C90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CD1DA-F01C-4252-8682-66DA75EA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FE701-0537-4670-AE2D-2499A746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80A5A-B55B-4238-807E-99C30AAC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11FA3-65D7-4F0D-BA9C-1697D62D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2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2DF23-773E-42D8-A18F-54A0460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23EDC-1E3B-463A-9B2A-3799B6C0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527F7-8138-4A85-87E5-99B2849A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10A2A-528B-4DE2-B700-2EFCFA3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E1DAE-3A04-4ACA-99E5-43F1086A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587F9-12C6-43CF-B359-747CFC4B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D2A43-A05B-4724-BB1F-9947B1F6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6231B-A196-445B-9F18-B6BEECF1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85842-AE66-4A18-BC6B-8F0E212C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39252-AE5F-476A-B52E-4F324D63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057BD-A7B2-4E39-92BF-48325D4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721F4-D18D-4453-A8C5-F63D48FE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D0BA6-9DE0-40FA-930B-D8B22BE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948964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8E518-A1DD-470E-AA9C-F9DF7197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948964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A21F8-CA0F-458B-8823-B35B17B6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DE3B7-BA9C-4078-8F55-F23E5E04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9A27C-3AF7-4C33-B40D-9825EA3A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7F536-61E3-41AF-A0EF-64CCE17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188D9-364D-49D1-A64D-5B0B9E9A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CF8E8-E03F-4F5B-855C-CF7A18D1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B81C3-9560-4285-AB49-2FFE3A2B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3C367-5B40-4539-989E-C3B0C315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5D912-8EA5-417D-B538-ED3FBEF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9CF53-88EB-447D-9872-05DDC0ED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956E2-CA8C-4BA0-B57C-3EB4698E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0D16E-5E2B-4FB6-A4AD-4F90B632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35573-8E95-4808-B537-71440E06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20486-C694-4821-A0C1-46035DD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EF7F8-ABBA-46F6-911C-FE71ED52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CEC46-D3B2-4F60-8882-64C7773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94896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47989-854B-4E2A-9A4F-FE522027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94896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A7E2A60-01AB-4FCB-AD19-B48434B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948052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6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7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D6BFF-15BD-4BC6-83AA-CAB11869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2142B-4792-4C55-97E3-BCB3067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0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C2120-7C30-4960-8C47-50AA186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AE018-C0A0-496A-B8B5-1F751B01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C0415-7FF9-4173-86F0-CF1CAECE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027E8-D1BD-42AF-9649-A66A30E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C2AF9-6D42-476B-BB0D-899FC2A2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84A4A-A460-4009-8222-33EAE38E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C7043-A3E1-49F4-B8C3-90033B33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6C4DB-777C-4BFE-A87C-9D1D4EB3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7D34A-0A1A-4779-87F3-C59D71D2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71D9C-9FEB-4AF0-8C44-666E54E1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D1E27-6FE1-4B57-9CD0-6CB4123C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1E386-BACF-46F3-A0CB-90578452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DEFD6-9757-4AA5-A06F-7AF5B0D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ED011-F5B9-48B1-A90C-CB5E96F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5D4B2-F9B4-420B-8919-C554D226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921D7-7D8C-4700-9574-69EFF82F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F52C6-6D21-426C-BD2E-BC9B551C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71627-A25F-4737-9428-56955D6B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6DF8C-CD4D-4C33-BEE4-4BB49BD8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67140-F995-4A7E-8616-1B6F0E2D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21910-FB04-4595-8551-A560CCF3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C5950-F737-496C-86A4-14D1FBD6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6B2E4-53C8-4403-833D-CF2FD926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233A4-3CED-4E31-A40F-50D14D0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B86BF-89B9-479C-A51E-0C956DB3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3350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8B37E-D744-44AA-B155-1A7A2C13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3350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910C6-C67E-4300-A2A2-98646967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F5248-5E8F-4162-8A9E-EB9E6266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2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70FB7-16E5-49F6-BC82-E3F4CF18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2385B-3345-46AA-91EE-602762A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AE7BB-811C-43C0-916B-DD65846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30C15-190A-4D43-90DD-6481E36B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3A238-6B01-4A00-9975-18C0BF4D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9A981-00B7-4526-B4DB-64D7527E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322E6-C9FD-4962-A7EF-155E847B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D2C63-7268-489E-8248-3667CCB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EDE04-EC23-43D1-A921-3B780E4B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EB84F-49BA-4614-BC08-141019D7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7A861-85A8-432F-A20C-F7B29A0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56064-A869-4378-9D3A-22AD7815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42F11-3E01-404D-9300-A7824DB2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0ECC7-4AB6-443F-933D-8AC2BC6A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001EB-86D2-4272-8B9A-E7944B84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0F916-DFB1-4423-A666-C3A190B3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C6CEE-7BEF-4F26-93B0-85AD8BA5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7F640-E8D3-4D21-A3CF-88BFE6BC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461F9-D94D-4D38-9DC5-732AB891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939C8-FFAE-47BB-B372-F73CBAC1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C39D8-CA81-49F0-B76B-B21C5BCD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5EC2F-13B8-40BB-8D6A-291D3A93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F3DC4-C876-4B8E-A2B9-D18865FB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38E80-DBEE-4378-ABBF-C75116FD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F6B48-5B54-4D16-A94A-0D1C1F4D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44D82-9B68-4C3E-8328-58CE5960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7F448-86A7-457F-B39D-041C433D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A0F70-40A7-40D8-ADB9-5FD1378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E5964F-5216-491B-9800-03978F7B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24EB9-C2BC-4578-A600-30F4B32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89562-2732-4011-9EEA-237527F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70880-573A-4FDF-B7A5-D0953FAC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8E537-C3DD-4339-88B2-04322666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25E76-F527-4180-913A-4335784A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50C5B-49CD-48B1-9B6F-9DA582D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B7890-FD9C-4E87-99A7-0E3A65AC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D0A2F-5FF9-449E-985C-F4F8CB3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91804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50AF4-4D95-41B7-AC6F-44001401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91804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D12C8-3EF8-4549-B408-4F7BF6C4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7618B-753E-4A9D-ABB6-A5A47B7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4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FCD54-BCC2-4109-8741-60202857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F570C-CA1D-4B8A-B70A-1D672CF4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47423-3E78-44E7-886C-7013CEA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91D9A-6C6C-40B6-94E6-3B78605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194D0-B673-4E42-AEC7-3C4BE50E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77BFD-B5B6-4588-A141-E7647509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D9416-B180-4686-89E2-7B7B564C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8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680BB-103C-455F-B804-58C025A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AF510-8DF4-49F2-8FA2-32D2D56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3632B-A32B-491B-8836-3AB2F6DC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AFC16-0E8D-49EF-A00B-29E42B44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D91A3-090E-4509-A41C-65C0D302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09473-5F3E-4DF7-AC64-93D7ABD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B26F1-54E1-472A-949D-723A4088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A4416-A513-4F33-9C06-D7ED3D75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B9301-49D8-4709-B386-AD76DF53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B0C25-BD2E-4F7B-BBA6-80877D0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52A47-7031-41DB-9D9C-C580D75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B0757-BB89-4451-9B43-DD5ACEDB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9BF18-434A-4A0D-BF21-BE75AFFD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B6688-5FDB-45A7-9761-F862BCCC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41398-4A4C-4E80-9748-5416F1B3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C17E6-0EC7-46D1-8E61-DCAEA82A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2122C-5203-475F-91C6-6C57B235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8CB82-4342-47DC-B214-8348FC9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BC3C6-09DC-4AB4-9B7F-ADE3DA4A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18971-D7FD-403F-8271-5CB717A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A9D97-53CE-410E-812B-61BDADC8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AEA91-8A56-4200-AFEC-67617095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94DAF-9221-4BFD-98A7-1D10BCF4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1EBED-CD80-4542-BF9B-414DBAD8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F5378-5C49-4ED3-B9B8-85FB85D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173F4-051E-4DAA-BC49-774F3D7E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C967D-5E6E-4581-98B7-A45EF6BF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D98E8-C043-415E-A174-7CB07349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90258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8371C-8BAC-4CFA-8371-C519DD9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90258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BC8E5-FC9D-4A16-AA3D-EAD666C9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83639-5F27-4208-8544-FFA0551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EDC7B-38B4-4860-AD48-45A47AE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DE675-2896-4E38-A38C-BC769350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A40CC-D97B-4B95-B346-803F8B18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A43F2-CCC6-47D5-A55F-64753F5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CA5D8-C322-4BFE-A8D8-45FE05D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05E9C-7DDB-47B3-8371-9A899432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3A798-E80F-492C-BCFB-C2CABF48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E6111-2D9A-4A72-8E9F-8507543C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5B837-99AE-4462-AA8C-7920FD9C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92534-F571-4BF3-B9D4-0A1A1A4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29FED-B0C9-4BB1-8D1A-0623ED7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F3A9F-EE5B-4635-9694-1166A276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53104-3A32-42B8-A47D-22BAF55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4ED16-D05A-4697-A991-605D1DE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E134D-CDCC-4E28-8227-B5E68A6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38957-F645-4CEE-9B22-57B86CC2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B008F-1ECB-4EE6-8496-23CEC3FA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64756-A617-4873-9CA3-93B37189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1F8B8-1BFE-4143-9D84-72913F2C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B4FE5-E0CC-406C-9612-0CAD258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B2D27-3636-42AB-B02F-E2395BD5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C8622-6BD3-40D6-9E9A-53702D9B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DA4D4-00B2-4415-9840-82DE0354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738AD-8B66-48B4-91F0-7D690AC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C976D-BF8D-4ECD-B2B8-61CE0169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96C38-37B1-411C-BF2A-1FCA3325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77862-C494-451A-BA02-A4C166FF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7975C-4A25-4A55-99FB-5AA27180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EDDD6-31A1-48B9-9E33-34B9F060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31D75-2C22-4224-8A25-08F5A4B1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31956-4BB9-41B7-9941-F72FC872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0DC37-EFE1-493C-9560-4A8D111D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920D4-74C9-44E2-9663-2FC18E54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C9BF0-E8FA-40C8-A3EC-5008550D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D12F8-77FD-483A-9392-47E92E8B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832D8-30E2-4F91-AFA3-F3282D6C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48C44-47E5-406B-BC9E-D2C9BA84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88713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E8DC0-EBAC-4BE3-BB7F-0070FD9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88713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8D1EB-7E37-4E3D-8AEB-F515C66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30581-67F0-4AF9-BA78-8DFC4492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68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79FD5-949D-45D8-8838-49A80AB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0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2958A-338E-43DA-8AB7-395DE1B1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C64C2-4D4A-4DEE-9966-912FFF49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ECC3B-3A76-4D44-92E3-B2D74B7E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07A06-A620-4415-A7A9-DF54AF23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E5487-FBC8-42A6-B043-3970808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C8C72-0F6C-43DA-B44A-4E8DBE2C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ED867-F47B-4B5E-A9EB-0A0CBC8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8A4F4-A4DA-4EE1-8B92-25D2563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E521A-B785-49B6-B67D-AE13114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5F862-8C24-4BD1-9A3E-B788FC3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E7080-41BE-4E3D-AB7B-0461BE2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A3656-1EFE-4245-8D5C-8531419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4DCEF-C3C1-47E9-A3B5-BDECEC8F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BBF48-198C-410C-B42E-9A7CF7D2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8C1D9-A101-4FD9-96E1-3EB7BE57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37623-84B4-4871-8B5D-DA114E9C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7167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D12D0-0A4E-4492-BF3E-E3F01913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7167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60415-30E6-4258-965C-EC911C63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4B1F8-FB39-4F29-8C87-25360D3C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0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71828-3227-40AA-8D9C-5ADEB9E9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5D303-0AF5-4A0D-9C87-D0F139F2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94A1A-8746-46ED-B6CA-8655574D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FEFA2-8C29-4A6F-A029-E46D8F4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24188-445D-4C31-9EBD-66C596FF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B104C-0DFA-45B6-8B5C-5995EF61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3D7F5-B324-40BE-B45B-53E530E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5D823-2CA8-465E-B9FF-BBADCA0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499FD-5680-4BA5-8964-F1DD0E17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68CAE-46D4-49BB-BA9B-60D8F0D2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7D8FF-44B2-4DEB-8ADD-932D7CF4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07625-8569-4A44-9763-83321461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79936-686F-44AF-A386-2B5CEC6A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5136D-7FB0-4D62-99D6-7DCBE6BF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3330D-A586-4A6E-A8FE-4E14C54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E66E2-7CF6-49BC-8E22-BDFA480E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972A1-B492-4BE7-A383-DA01E48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B4BEA-80DA-4BF1-9605-B2F9CA6F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3C801-2413-477D-942B-320D812E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BD140-D3B6-479A-90C5-7D84B40A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627F4-F5D7-42A3-99BF-3A85C2BA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58243-6CFC-48BF-96C5-BB23132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D9A25-3E1E-481B-82E8-AA207918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119D8-0ECE-4F1E-979D-6D9E15B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DB7EA-D9EE-4E2A-B91D-FCF78831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57793-F516-48F8-8F6F-9181410E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E4913-6579-4543-9FCA-710965F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9F4DC-6F09-49B3-BA56-8B37E4B1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F7F59-F91F-43DF-BA17-2761FD6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0A732-100B-42EA-91D6-7DF7E963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A4BCC-8C0B-4E59-BD76-BA4FDB84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85621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8B25D-7EF0-421A-A569-2A6AFCF6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85621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C9545-EAE2-4092-B744-B4C348E9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856214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8B1D8-2FB0-4A2A-8175-2E22D299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856214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CB502-BA75-4CA2-9B09-6190BDB2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BC8BF-1857-474C-9D49-0CDFC27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20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B43A4-C174-4837-BF62-82D94AA8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76740-5205-4F14-A391-782B4A2E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470D7-953E-4F27-8E42-9D14DFAC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021EB-B9D7-4FCF-A588-7A5A7B4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6C22C-A18E-4257-8D10-EBE0DDC8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788CF-7C4E-4638-AC2F-9F0391B0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B7350-58D9-4EB1-AE28-EE3766C1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82E66-DABC-4EB1-99DF-A0A3B827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8A22E-F610-427C-9658-3F75104C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6FDC5-23D2-42F3-A192-B3F89985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43066-7DB4-4A5F-AA0B-52F642F0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D59C1-B195-40CF-8196-5385165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38E7B-26BA-4D13-870F-B6808BD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4D207-7CB2-4F22-8569-821ECD8C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42FFC-E76C-467A-BA94-38CCA4F1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F935B-75EB-4587-8BF7-D4F3489D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101C7-818C-43B3-A8FB-17A10DDC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9187D-8E0C-45B6-95F4-CE27A256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96943-9F5F-4DA1-9E17-4B992703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7F89C-5099-4F22-A95A-EC1203F2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D62D6-D98C-4369-925F-025DB7AA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E0D64-695E-4A2A-A5FF-236DB47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B01DB-EFA6-41DF-B2E4-BEAABA3A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0BC06-49FE-430C-A617-7CD9285A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BEAFA-C795-4A00-B8DB-2E9F051C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4389B-7FE6-4C1F-A458-2FB49CC4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83C10-7DB0-4F1D-9B81-7E7C171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EFD7E-536C-44D1-9181-7DDB0E63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AA64D-DB8F-42FB-A30F-7309594B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73224-73D6-4DDA-ACC9-F342962C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C02F3-9179-4E1E-BBFB-90F19B05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0A4D0-1600-4BF3-8C74-8CEA7C04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2C7D4-03DA-45CE-96C4-FF69385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D14E5-C40C-4C9C-869D-7D164BBF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0DBF1-A235-44C0-A5F7-863A63A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76F81-21B5-4BC1-9248-B7991EE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1A37F-C9AE-4A0A-8787-DCC8CEC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FBC51-F369-4C86-BBF2-F8C8D01D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2EF7B-B3FB-433A-ABBF-15D7A6C1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84075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2EFB5-EC08-498B-BB99-4DBADD8B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84075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70B8C-0C2F-4E7D-916C-97873E9E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7869C-647D-46AD-8F62-071996FB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4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E878F-A79B-4400-B4A7-69816C13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D5431-C5EB-4153-BE3F-AA2F6532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D7958-05CF-4B40-B5AD-0000A7F0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262BF-6396-490A-A0BC-FAB863F5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CE731-5A04-476D-8DC4-F88E348A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361B6-8A43-436C-84E0-A2EFB5F5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B32C1-44A9-4835-8D5D-BE43BFEA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3B959-2AE2-4681-89C0-C1D2AAB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CD7E2-AA6D-4FD6-8DF1-DA0E8A7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BAF74-DFCB-4B7E-BF44-AB6899BF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5462A-C3CD-4AEA-B7DC-00FA397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E82A8-BD7E-4ED0-AF12-26C496AA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5BA65-2862-4FC9-B422-F415F274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51071-A920-4DE9-A4CA-3680BDEE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B1DC5-B915-4BEB-B331-4DC5E64C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C33B1-1688-4D58-AC2B-C143C26E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7DA71-AC3C-4427-A89E-A6CDA0EF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57617-DD61-4963-B1ED-47C671D9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9FB69-F0B1-4B2D-827B-B76E8A1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54A77-7413-4954-B524-E787F705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E7905-B407-437F-B24D-DDAA8755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8B526-0F6F-419B-A4B3-F48002DB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2300C-3CE9-406F-83AC-6F61C7F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40219-8CDF-446D-AABF-70FC1009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78A8F-AF14-4288-893C-43B8D66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9AF7A-FC80-4F9F-8BFF-5CB1D60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AABEA-6AC9-4F7D-9843-BA2D955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2529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2EEFEB-666D-4D6D-AA5B-918EC9FA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2529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F46B6-EDE8-4826-AC70-0447B01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9A0A5-1F4E-4A8D-9618-D3A63221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A5F0D-9E9E-4772-BAFE-9F227B3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AF2D4-67BB-40D0-9AEB-C4A5E095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0229D-DF80-436D-9AAF-B1C2E242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97DFA-1909-4188-A800-D5BE9364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E33F6-3E2B-482B-83DA-2CFAF7C9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5C8F7-B519-4CFB-84FF-2DA1AA9C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C54B2-D307-4D13-8201-9ADCE09F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8F1D4-8146-4838-BEA7-C5735260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BF907-6DB3-48EB-A822-AE793F9F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532D8-0528-406C-BBD7-7C964AFB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67006-D01C-45BB-ACB9-162D8D27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E6C95-50B1-4557-9F1C-F824F80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6E13E-5B7F-463F-B145-6E400BA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623FD-57E0-47E4-A78B-D1DC5D1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EDEDA-F1A3-4826-8679-88AF1BD4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1F400-5B21-4D70-B8E1-1668EAF8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1A0EF-67B9-4F83-B372-B15CA5E0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AADB2-F4D3-4A44-A043-6560365D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177CB-034B-42C9-B585-F8152E3E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B2918-0E9A-4D10-8B88-9C754FC2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0F0BA-FE29-4BCB-90B8-A69C8851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9E43F-290B-4853-8038-A836163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2C4E0-605A-4A14-89D2-1107A823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D6E5B-0E53-45FF-AE4D-EC6CDD93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DE06C-FAA2-4F47-932E-B8F3903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C2D19-56B7-468F-9CF0-F3E0E39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77D0B-24CD-4E82-A319-DBB0964F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F4768-0747-4112-9B1F-0613A3C2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D0201-4BBE-4B67-BC97-62416F8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58765-83CD-4731-BF11-4BF03768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B3D2C-C4D6-4094-8414-4134DCC0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27C6F-2E59-4A40-9F24-AC336965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C27B2-61C1-4CF8-AB0B-95D0051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8CD7E-DE45-418E-B1A5-F5A75E9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28692-434A-44B9-8930-A85059AA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C1E87-6FBF-4FD5-BF7D-49F84CA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1ED41-371A-4A5F-822F-D7E5BB03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FAF08-68A2-42E9-82F9-35FD4E1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A76A2-01F9-41B9-A229-3616B9B9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28490-7ACA-4B1D-B1FF-637D50A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DAFF0-80CD-4A07-AC8A-E679296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56966-C72F-4A5C-B5DC-74E20F8E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3C904-2DF5-41CA-87B2-9D432B9E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6A772-44D4-4EC4-9130-898AF21F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ED1C5-5225-4C24-B10D-2EF7174D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520FF-77A2-47DF-B7CD-8D6697F3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4F95D-EDC4-4E92-A897-ABA10586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26C9E-13DA-4130-A120-87D74A8C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40C66-F095-4F7F-A98A-35766FA6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7773D-55F4-42CA-B12A-AB272E56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50066-009D-4730-9ADD-D5052476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809840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C6D1C-C495-4700-A4A2-3492992E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809840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A92FF-B968-411E-A981-4005E75A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DA633-41CE-4DED-949B-556CD34D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E745C-357B-4826-841E-EB7535A5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873D9-AB5B-4F89-B397-283363B5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E2F1C-DFBA-4707-99AB-064828D7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0C642-AE96-4A9B-A285-22183508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CA113-E615-42B3-8046-8F96E38C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292A4-CDE6-47F1-B82B-135F08A3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A37F1-6442-4880-9310-C0082631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21A71-EACF-4407-9FDB-FA30A300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67437-E098-4206-8AA0-CCDDE8C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2A101-8E42-45BF-BFA7-190B294C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CB934-4B2B-432C-8102-2222248C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80984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A2DE8-E28E-4DBD-B1CD-DC315FE9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80984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89346-F3CB-430F-8C56-A6883D9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BEF62-4885-4C5C-BA0C-57E6516B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281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A661C-2B77-4AEC-BD10-23A68B7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9D087-F6B4-4DC1-AF22-9CD85D1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146F6-1A7F-4710-B702-D06D03B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C10D6A-F4CA-4B4F-8CD2-473EF278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35B1E-AFDD-4F08-A9CC-2574F18F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4DC03-28ED-462B-8CF0-6AB2F97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B8DA3-B804-4C4A-9D9D-9D382B71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998E5-D64E-4733-A1C9-D9F948C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67B9D-334A-4123-8C94-09323C60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7455B-8740-4C19-93E5-B2768948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5D404-B295-4507-87C9-350B17A5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0D3A7-2C65-4C17-B2B4-9ACE3802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7863E-D165-4EE0-BA72-ADF050EA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9438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07549-AA50-49CB-9F75-60CEDAA5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9438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8A92F-7175-42D7-971B-0F4A9508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05D40-931F-42B3-B528-13ABD23D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0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B8170-696B-45BA-B6B5-3938905F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4347A-B44D-4091-9619-9458544A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7A066-BA60-4288-AF16-D6DA8545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2ADB0-C39A-429B-9264-CC95BD07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DA1C4-3951-480F-9534-0E567116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E7967-9404-489A-A95F-AC530C5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8E676-09A0-46C2-AB3E-C3E11B2C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4DE16-EF9A-46EB-A6D0-F59F11F6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6A8FF-97E7-4F3F-A72B-86D773FE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DABE0-1D6D-402C-A8F4-4C21A18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05DDE-12D9-4A8F-A0D1-F04A9FA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4A2BC-8866-43EF-814E-80F96EAF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567FE-AB47-451A-A15B-5BC6E0E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EFD95-00F3-492A-BC7D-C43353F6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AC791-349A-47D6-ADF0-D97038B1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F864E-8822-493E-BD81-CD326E63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74E35-1584-4D55-8693-D4F99EF6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1EAA9-351B-4BF0-9BD4-263B07D3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BAD2D-3358-43FD-9188-A86406E3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9A361-DAAE-4FA9-A777-4CF3BB5C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35FBF-68A8-4027-8B55-5E3BF50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499E5-4A72-4741-B997-70F9A38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BD429-6EB7-437F-B359-6BB4FFBC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DA797-0A7D-4673-B8E8-14E67FB7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F704A-8BD0-481D-AE97-C5508CF2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28400-1946-4A4C-A037-91226171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2C00D-CFEB-4A05-B8A8-DC9DC5B9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41630-24B2-4288-8E21-80DB62DA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DC6EB-9DC4-4318-A911-976E171D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E1250-46D3-4858-B219-BE72D65B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FAF21-728C-45DA-9975-E1B701FE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9D854-75D3-4030-A1F8-AAAFD0D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50D80-AA20-42B4-A819-DE0CEE7E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13819-633E-4BDC-ACFB-AEB3040D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FA190-D227-46A8-8909-10E7C697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212F1-7172-4D19-B2BE-470CE323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03082-E9F1-4FF2-A576-6147A0CA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90A0F-2416-4E2A-92EB-9F8BFE6B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C5D04-BC57-4C46-B306-684C20A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0147C-6C71-463B-9B4F-0DC6BC82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A4FD0-2373-4847-A416-3418A743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BEBBA-784E-4784-A90D-8EADB6E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DB69F-C0FC-4A69-AE74-6102325C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8A1C6-FEA0-45D3-8DED-D5B57903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B64D7-B747-4AE0-A4F9-AD589384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1D11C-B375-4D26-8273-EC1BD2D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332A0-389D-4091-AEA2-BBEB5DCA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F6C8F-3302-41C6-A45C-BBD0B2F0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2877A-76EC-41ED-B1E2-0BBE695C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78923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BE436-51AA-4C0F-A3DD-C23AA47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78923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19E8B-4A3B-4041-A262-FF89DD88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EA5EE-C704-47AE-8F11-BFA0783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1D226-4530-4E69-B3FA-D760A6C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0AC2A-77B6-40BD-98A8-62DDF287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AF712-FA86-4DFA-A943-E2D4CC1E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8656C-52C9-45D1-A429-DF99261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11350-BCE3-45D8-808D-BD11A9EA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CB05D-C1C2-4A35-8200-E4F6FCD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34EE5-4603-4C69-B723-88F7EDCC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FCD07-991E-48F0-A462-EFDD5837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B406C-38A7-4300-9B32-A3571A4C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F9313-FAF3-43FB-A73C-7EFB43E4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47DF9-1324-4A89-A26A-72472046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77892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D5E16-095D-41AC-AE7F-31DAC95B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77892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E09AE-D38C-475D-9C7D-B77E63B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6E0A6-4197-4A10-B084-78B3B83D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2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4D5B7-D5C5-4924-A9EE-85519771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E71ED-4BFF-4979-9AC2-FD05DE5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D9554-E501-404C-BF1D-C6501DBC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30203-41F3-4CD9-8E9E-15B5BB8A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D8BB6-0D50-48DC-9A43-6E0D898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64DAB-DBD5-4919-8083-A63D85F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CB266-4255-4E0D-9732-B0082EA5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B9332-A159-4FED-A18D-09D64F6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9184C-C85D-4C5C-8F90-30D802A7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7042F-85AF-4072-A911-79F3586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A418A-E4C6-4316-A34F-B2A25889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48335-F2F7-4B20-9795-9CC634D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5B79C-AE2C-4F8F-87B8-8D24458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2F2C2-784E-4698-8009-B32B1BD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08BB8-CA7D-40EF-8B6F-24E50884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6E067-8303-440A-9CE1-11491C3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D4266-8F3B-4E9D-9E81-D7521A87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14AF4-0463-4C0C-AB18-52E30EE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96EF7-AB89-4699-AE7E-E83F2759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085E0-EB63-42BB-8426-6F2A6776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C576C-8309-407F-BE1F-7D9C1324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90DE8-C14F-4F93-81BD-A5264789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F0D9D-4E52-444B-90B6-11C8AB04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4F74A-33AA-4778-9F80-720AEB2B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F4F9C-9FE6-4338-8DA6-1857322A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7CBEA-04C0-4B68-8BFF-B6B456D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C3551-AE5C-4EB9-8589-E3750818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DBBAA-2C49-41F4-8A0B-014376A5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2A45D-16B7-44C8-876B-06216998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5EDB3-0E0A-4C24-991C-4FDCF234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AD9C2-BA86-4CAE-B5C2-8A8E045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FB8C5-A557-4B6B-B2DB-22D9DDA6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E353D-0C90-495F-BA4B-215D3312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2A1F5-8434-49AA-93C3-70E5939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7DC95-B936-4AA5-8969-B01DB840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999CB-2B32-438F-9DDE-BD46ED3E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9A453-3639-4781-8977-917BD128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B382F-F470-43A3-838E-38D0B04E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358FE-3EA0-4899-A90B-4370B17D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F5D2A-1AA1-4324-AA31-9E15AD43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8C939-F01E-421D-9C35-151A6510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6346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7BA0A-3D83-411C-A8DA-C62F69A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6346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A8CAF-474D-47DD-B955-B81D80A1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3887E-BCE3-4091-BA20-55EA1CB3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84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B04CC-DDB5-4184-B488-242F86C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BE1FB-70CD-4A45-865D-95EA903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4D611-8227-4E91-AE96-B0AAC41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C6037-41E3-4D93-8823-94965AF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80799-2F60-4C41-89ED-08FCC0E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B83CF-9166-4AEA-A392-5872207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FA114-82B3-4436-B48B-32D7563E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1AD91-F06A-4C63-82BE-C27E894E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C89A9-109D-487A-AD39-88DF161D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28433-3802-4BED-80F2-31924993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8BC68-4E98-4085-854F-22E9812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59D13-29BF-4FBC-B3C5-649C13A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F2187-D42B-4EC7-BDC5-3EB79817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50AE0-BE02-45FE-8857-19EB8871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F0493-5A1A-4616-BB4F-BFE022C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D7A53-5BE5-480A-8BF2-04AB19E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24A90-7BB8-4F1D-9E8D-170FAC18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EFBED-F4F0-49B7-BFEB-5DE3C60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9F3E9-C9C4-4397-8638-465AE76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AC772-EC56-46A1-817D-71C129C2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8C9B9-E160-4B2C-A4B7-A714699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E99A6-526C-43E9-9ACF-E4347F6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503B5-56A0-449A-9299-322DBFD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29490-F4F3-4CB7-A825-8D313D6A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260DF-AE24-4101-8564-0F3A210B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06168-9CC7-41E2-9CE1-94E50CAF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17201-DA8F-4BF7-9136-7375483A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4800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EF6DA-F057-4530-9383-D7327CF4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4800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A12A4-1866-49A4-9A7D-B437B850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4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90D0E-DAB5-43FE-BBC6-9F8547B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0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92C20-0C25-4DEA-83F4-29648A71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D5268-AD1B-446D-897B-2300FCF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942A1-A8F3-4FDA-AF77-80106198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380AE-49E5-4F03-B98E-1CD7823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41757-48E4-47E7-AB69-E4772459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2AD44-82C7-4269-9CFE-18182248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51AE5-65BD-4CBE-A98E-399C945F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4926E-C0F2-4792-B223-284DE977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56566-551E-4A9F-880A-613CC65E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C59FA-C390-4C5C-89DA-D0429745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5E41E-A8AE-4BE8-9F14-6C572583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45FDD-900F-4ADB-B704-9559EEB9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2B3A5-8C7D-473A-B6A6-6818DCA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F3125-FEE2-4DB0-B8A4-FA61728F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242A1-4FC9-4FB4-82A7-159E8467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3750A-2A9A-441F-A6EA-79D9DA39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DCA10-058F-415E-ABB7-0BAD124A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71008-0357-49E1-9FEF-8E626FE8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58D5B-B0C2-4883-B787-67DCB0D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6C07E-6463-4859-835C-A7B8630E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36865-F438-4A83-A451-E8BD1A9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3A652-4F73-4153-8FE8-345489E0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4B2F7-6471-4908-AB5E-D072DCEF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7B051-32AC-49EC-AB91-D1B16A46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CC977-C415-4A45-83AD-2017881A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47F4B-3CF8-4D78-B4E9-7D55B3A0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A20D4-8902-4126-8964-75E0BB30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3EFF5-4CE6-4104-B030-94B454C0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6A6CF-0FB0-4396-B3AB-0F262CD8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FE9DE-73E9-495F-897E-3BF69AF0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6631A-DEA1-43B4-90D0-51E2A66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BBE62-6C78-497A-AF58-A96B2E7A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8AF30-64C2-46A9-95BB-EA9B2AC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D39E1-F09A-478F-904F-BDE28806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17BDA-3534-445A-B08F-A69BEE31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1A663-76A6-4D59-B9A6-3E8D4582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ABAA2-2243-4E41-AA78-5637D97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8D074-8DDD-45F8-B710-DBB05F6D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972DE-7D40-4514-B62E-875AB5B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5FCA4-A792-4244-B21C-D51365E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53431-464D-4A92-A3E1-6F713EA8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AA0C4-8B28-4A9B-BFC9-6BA0E74C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E8185-A317-4DF8-A2BE-8DDF19F1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7DF11-2366-4C9D-BC92-508A97FC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37FC5-9CB1-4ECE-BD99-3E9C6916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175B9-AB84-4946-9BBE-8433F35A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890C7-9418-49D4-992C-E9F551E0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32549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15DAB-8768-485C-B716-02F7080B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32549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D100F-49A2-4F7A-9DB6-352CCFF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71695-6B08-4B21-8DFE-D205968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B40B6-6DBE-4513-A9EB-FEF88FAB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8B2C5-3739-414B-8160-300C346B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BED23-EAE1-44E9-A48A-CDC6DC4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7FE09-611B-46F6-8FF4-63C7FFD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41C14-0B3F-4379-8EA3-73350249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35684-C126-48EB-AA4C-C0DEEDF2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8C0FF-38E1-446D-A7EC-D8C109F1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AF540-65EB-4C0E-8430-B4943AB2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42F37-359E-4CD6-8AF3-DD5B6895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880C8-3167-4598-89E1-13E542B8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D76C5-B43D-4258-B2A5-43EB040A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EFF57-01B0-4679-B282-C71E2E2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CE610-1198-4986-9779-DE5154D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E06B2-FAE2-4888-8C3F-A4309BC9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C2B83-4880-4AAC-8453-3EB6C149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2CB22-6A03-4598-8F3A-D7136A1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D7080-955D-4B03-924C-47205EB0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249A6-3A1F-479E-8C3D-30FE68D1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C77CB-F27B-416A-95C4-ADB18B9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4B530-2E14-4091-8498-2FBC50DD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0AA04-ADF4-45BD-ACA1-8EC9C3C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29CA4-9047-4301-AFAB-7FB82309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C3C66-CF16-4DA7-BCC0-B77B9FD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A5E36-3F64-48B9-8BBD-5A03EF25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2CA42-628C-4B28-9A60-5D1AC88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E8D5B-2AA0-4EE3-AD29-5A4137BB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DBD35-71FA-4E5E-BE51-F2461740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37882-F14C-444A-8B98-3F60E4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F1872-06AD-49AD-ACF2-DEAD550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977E2-BC0C-48C2-B119-514E949D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DF93C-2651-4458-8BB4-3C3AEF4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E7107-3391-4FB6-9DDE-A0C3213C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73254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60A95-6F10-4B31-8D52-7AF2AB88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73254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8F88001-41C6-4AAE-BE80-C8E261A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731638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5D265-EC10-410C-AA17-3E9108E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0D471-0002-4035-A878-09BA877C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CBAF3-E1A4-4A47-A762-4180B5A0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85124-C475-4EA4-8086-FD298497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C293D-CCB6-4AC8-A423-6C26F8B1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79CFC-E4E3-4632-B18D-CD1E5896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BF997-01CF-4358-925D-457AE0D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0A0FA-D791-4784-9E5D-FBAC71DC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3229C-D7EE-4F94-84A1-1998920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08473-7A8B-4AA5-A324-F6E54701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56BD2-805C-48CE-ACB9-786DC19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1B4EA-B65C-45BB-9CDB-1751B098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BF759-9EB7-47BD-B998-6366D01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22829-90F4-4C7E-8E35-02AAF6F2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1281D-1344-494A-9ECE-166CFF26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AE5A0-C5D6-45A0-B648-5D72083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9B4A2-F98B-4AAE-8C4A-2999091D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7E680-3762-4E85-97C0-4C1F69AC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CF476-106B-4268-9E4D-E25B4902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43103-8E3B-4BAE-90E6-B2138700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68CEB-2D0D-4E34-A792-498EC19B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6F8B9-817C-4E67-A7D0-4A92F3B9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901C7-8768-4557-BDB2-FCABA790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FD682-7117-44B8-8F15-C26CD928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BB7AB-39FB-4B9E-AAE5-43718AB2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1709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43633-7A46-4409-966E-7FEA2D5D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1709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6ADF6-4768-4BA3-AFEE-109043E1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17090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CC043-5376-4193-A342-E6EFB201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17090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332B2-066D-4D21-A825-646FE82E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8EE70-AADC-469E-BC05-DE17AB14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40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71B67-ECB2-46E9-9BF5-A5FF375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508DF-D99A-4BAA-A1F6-CC003312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B1BBB-3605-404D-8910-18DDD5ED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C5DB8-008A-4B7C-8C9D-D20B7447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43E8F-84A0-4ECE-8B6D-A4A0CB53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E2CA5-4338-4F75-8985-DF5B835C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D5FC4-F528-4414-976D-A07096A7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B7384-2E94-490E-8410-44577764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54E53-8652-4161-B954-0D48FBFF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B84A5-009D-4407-81B6-2D0C372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8351E-6D24-4C7A-AC6D-00CA583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644CC-908A-496C-A33A-B4C33BAD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9E5A8-CEE7-4372-9049-822651D8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8B30A-58F1-4764-8CE1-735DABF8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B68D2-5736-4E7F-B622-D5BAA39B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B620A-5852-4940-AAA6-901228D9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9739E-E26F-44BF-B59B-FA8EDFC7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7AEDE-FF0D-4383-9204-629BD8A3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DC21C-FCA6-46EC-B4AC-0695AC46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7F933-3349-49E7-9EC9-0A51356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2A4ED-F93A-404A-A9D0-0485FCC3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9017F-DFE2-4251-B962-2BA48D04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EC14B-0ECB-418E-9C14-FC54FF87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38020-2900-449C-9894-200BF200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748B5-B990-4E05-B31C-31FC67F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3340A-A145-4FA0-9AEA-68AA2C0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22E1A-001B-4EB5-B21C-2301474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74BC4-9E72-4F6F-95A6-870F2436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4101B-E838-4B9B-B7B4-24F69D1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70D65-B0A9-4348-9CC6-F48CC6F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87E7B-1DBE-4D0E-BD1E-799B8912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5518B-25F8-41B2-B537-93E4C25B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BDF09-F524-41D3-B676-776E98E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975AC-1062-45D3-9CCF-FEDEE65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2E5A8-9814-4D33-8DF4-6870968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3EEB2-8ACF-4DBB-82E3-17298503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5E695-1847-466D-AF38-245151F2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DB5E9-AAB2-46C4-9A21-AE193231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D894D-F64C-4077-8535-97D68D2F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10D9D-E3EC-4663-8371-8B304726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E7A9A-1EF7-4CF3-9BB2-1900551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6F2DA-4E17-4753-A75A-B71923DD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2A1BC-6FF8-4FDD-8F5E-9D165F7E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01633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416E8-9BAE-4D87-86C7-D10CB643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701633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1718C-9973-4B0C-9E51-A0F2E779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E7015-0FFE-4AB5-92FD-6FBB6D9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B6BBA-2FD4-4A8E-9B71-838DD1E2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253CD-7522-4332-AA0D-1768286A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241AF-AEDF-4086-AF51-03DF3902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C736E-AA24-4874-8231-394EA2F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3492C-1695-477D-A061-35F29525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FB49D-DE59-4A04-A2CC-776861C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6EE81-EA7A-426E-BFCF-C85634D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2F774-2019-4720-82C2-B209599A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7A65D-ECAC-4898-8770-3E11DA7C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7D0C9-1AFC-48FC-BE08-3ECFE939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391E2F-371E-4B1C-84E9-7733855A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DEB19-5BCD-4674-B712-A78D328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56247-B985-418A-9B84-4583C22F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5CF9D-DF48-4545-90E8-2541757D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D2140-D19D-425B-83A9-B1E44BEF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57E9E-FC79-4804-8881-42369610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5395F-BA19-46CD-9420-75F746C6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2B316-485B-4BF9-A400-C6A62422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F8A64-5946-44C0-A13A-D1862396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82E9D-64A5-49EC-9567-402471D7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71D04-D3E9-42B9-BD1B-6BD9F18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70163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E1023-5F3B-4291-AE0A-95754096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70163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9E261-8A3A-4789-874D-1F560BF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8AE73-965B-4694-BD98-6790B9ED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92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1DAD0-3717-4B76-A8C4-5E0AC0FA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9841F-A076-47E3-B8F8-006419B4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64E29-95B4-47B6-8342-33BF4B2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5B310-17BA-4690-B9B6-22EC232B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9A1DF-DCB4-4A11-A9FD-6CBAB137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7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D4A82-A22B-45BC-B5A2-CD40D145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BAA8F-1738-4D19-B8A3-0FEEE59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B80FF-BCBA-4DA3-9974-90CD8E8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9FE76-8889-4F29-8248-797B129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31DD9-B8FE-4E3A-9E72-37EF82DB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099C4-4669-4932-BC3A-DE29664E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52BD7-0B43-4B53-BEBC-0984372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3BC27-B776-49C1-8107-038A3618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ED6AC-0C59-4338-995A-53F9569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D71B2-F231-40C6-B199-93876EE5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8BF6C-ECBF-4555-B577-06EB986D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D435A-68FD-453A-AF6E-F8A6CAC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7739E-4AB9-4828-A412-35FCC57C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9D184-57C9-4C1C-9E89-B54B0CA6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0CEF1-9C1A-4B29-9EAB-4859E81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5A6B2-A74B-4B31-9FEC-40638F7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F4166-8C60-464D-8613-3761F2E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72B4D-0114-4C42-A75C-42F9283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1272D-7E4C-4B28-8F0B-C1FEC1BD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3DE01-2ABF-46AF-B28E-95A1FF3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44877-7482-4FC6-8D6A-931A092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AB7B8-1BA6-4331-A932-F7B9A75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89CE2-6A8B-4375-BD48-B66A1470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E84E3-BD3B-46D4-9CE5-057CCCED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68617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4282E-D15C-4098-8E9E-7D06FB67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68617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4E3B8-49AF-4BD1-9D1C-48A7973B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CBF66-3800-45CB-A972-350925A5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4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AA403-62AD-4456-A6C3-DE5DC787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78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2F4FE-8948-4515-9F63-B6900F9F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963FA-5C66-4F96-BE89-F9D67C4A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37893-3CAF-4547-B551-C0E16B38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C26D3-5C10-4486-873A-8B66B0BE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6BD17-CF70-4392-910D-98284508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D9B30-7545-4364-87C5-01328426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D31D0-284B-45D7-A1EF-1F383352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23EE8-98AA-42B0-B35A-9A815452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71815-74C7-40F2-A8FF-C97B637A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EFBCA-ED3C-47BC-BBCA-B33343DD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C41D4-4E7D-425B-B145-BF3188C2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1FD27-58CC-45D1-95EA-3E2BFED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06B5D-02F5-46A2-9B53-6BFB745A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138F0-2601-4944-B0A3-0942700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5839D-6449-4934-9A47-41BB797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BB316-B125-4A5A-8035-746720A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2E4F3-A0E2-4ED8-8667-F592CAB3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478DE-B32A-4FBC-8762-2F83089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69CDA-54E2-4D7A-9E9A-4DDC1CD1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055E6-2666-46C8-9475-244389B1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B419B-F07F-4C41-A73B-CF5A2245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C4EBA-8672-4AF9-B9B1-17A6712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5B154-6873-4541-A512-AD8D0B05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73678-1156-444D-BEAF-5E1277B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BCC78-B581-4145-AA9D-22242EA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AC7C1-D6E6-4F1F-A3EA-87992BD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BDE2D-FD53-4135-822A-53218B1A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41957-AC1B-4A81-A6C4-0348E136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1021A-A1E7-46B4-BC41-1E03E2A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14EF7-AE6A-45EA-BDE5-3E10C654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AAE82-1251-4339-8829-58988FD2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22D69-E0FB-494F-9375-57683A2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AF373-84A6-4198-B9EF-7F71CD3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4B5C4-59EB-49B7-82F8-EC25D2A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67071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D1651-FF66-425C-A9FD-4B06439A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67071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E8BCE-32FC-4858-BE95-1E7E0662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60C05-2D46-4FE1-A0BE-A6551DB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6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AF462-EFEE-4F1A-BE13-DE486351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7FB95-2E0C-4224-9E5A-6AB21DC4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2F158-485B-47FF-A6B4-E6B8648F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40B84-5C63-46C9-91B9-0CD72D50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A866D-8D42-4DF9-98C8-7D37735E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85DE5-8EFB-41BB-AA41-B7BC4223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4FF24-0E6F-43EC-8E13-D2C9E772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AEBBF-3685-4EB2-98CF-5F78475B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61C8C-03F6-4B4C-99D1-9D9FE29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18AC5-33A4-4D16-884E-9DFF7636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344CE-7614-42F2-AF9B-5C5F8FCC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ED563-D2E6-4E04-8DCD-6EEB6BD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D033A-7A3E-43BA-A333-7D65710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EDBCB-104C-48F7-8DDD-67B43D17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0BCBF-ABF4-4EB7-87B0-296FB0CF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09346-A8A6-4A31-98CD-1CDC76F8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1DF1A-8222-4ABA-B091-E5CAE2A3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4DE28-90A8-4C2B-A5F2-E39E80E0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CAB65-CA90-40D0-B9B3-368AF789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C1020-76E3-4166-9CAB-43606FE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229F2-E9EB-4DD4-AF28-A106029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02405-9042-4F54-9F82-27275AC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6EEEA-3EFA-443E-B7CB-D533B71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F3754-00D4-49EC-8DE8-0A33E989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6871C-2D47-4975-AC20-6F25A2A8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CB697-0F60-4BED-B3AE-CBA56B39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7DF12-777E-4F0C-885A-3B833204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21413-B222-4FD8-B527-60F8FC7D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8E418-8D91-4290-97AA-C598F430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09B03-8A56-439E-88E7-058B2BED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246CA-9E86-448D-8D89-C2AD6A81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7C014-7CDA-4978-A80C-3BD80E77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B79FA-6CC9-496E-988D-DA573DB2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973F2-FCFE-415C-9BE6-4ACEBBC5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AF89E-7409-40C0-AE9C-BB417799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A8A9A-68D4-4687-A680-A4C5C386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2E9EF-C670-4B3C-BAE0-D8A2F6C0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655258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49A3C-16F2-44C1-AF07-314E31D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655258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7B4D2-2555-41D4-A1BD-10134C00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99934-0C27-4F28-B8C5-22CA3FFA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7106F-3557-4DAE-A70A-20F15E6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D4EB0-4B0C-4F16-8723-DCDFCB4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877DE-2175-4BD8-B6F0-40999F80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286E3-BB90-4EFD-89A7-17AE17BA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1E26B-7370-4EB8-85DD-550BF89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F7B11-D3BA-4A44-8BA2-22930BA9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3176B-A93E-42BA-9C6A-20517251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A4D4A-18B1-4F7A-8D17-5612A079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E4CBE-63F0-4985-A958-DBF2C49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A2C25-CB89-4C42-B935-1FB16A60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C207C-1B5C-4B70-8E75-E9A06ED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BE7E8-71E7-463C-BE20-C8A525EC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42F02-72F2-49CD-8CD8-62A3DF95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4B1E6-306F-42DE-BB9C-9883425C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65525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452C1-3ED3-45A8-B839-4E10164D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65525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C7DE20C-CB7E-495C-BC4A-05B0E34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654346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31FBE-2D08-439D-B512-8A7EEC51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6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AC2D8-16CC-434E-A080-076FB4D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8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DB173-3B49-4AD0-A380-6734B5F3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2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EB067-B54E-476C-A591-A728039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FA230-751D-4350-9615-3E17A7B5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B5EB1-E123-4DCD-9CDF-78E253A4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58090-9A95-403D-B446-3F174A9F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F4D39-4E4D-43F9-8B52-4D8E855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35846-D58D-435C-97F2-EE5D3A3B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6A9AE-50D4-4E3E-88A9-BF79BC38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2FFE1-0776-4696-94CE-4C241264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7B818-ABB6-4593-BE4F-95D3909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427B4-FFAC-4939-AAA5-EDAA26BA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076D2-2FB2-4C10-A391-EE0D1963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21363-0992-4302-BCE1-81EFAA24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0F273-5C22-480D-B9E5-4638318A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27D72-D101-4947-8213-373A986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646BF-C156-4B42-A458-64B49931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3F7B0-5999-47D4-B18B-1414750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DF0E4-6CAD-445D-89EA-C2C66748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B653C-3A3D-4531-9847-3CBA4EAC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89752-6B8E-4977-A2AF-1FE08FBE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BE459-9932-4BCB-AD42-21498F2C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EE1DA-2CF9-4180-AC09-2B77BD16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562DB-AEB9-4DD8-9D07-567D715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7D74B-D70B-4434-9B5B-384D3A99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86C76-5A33-4D8B-83D6-3D34F63B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B7B4C-554B-4C87-9B76-F5DB8CB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E23EA-2FF9-415D-B6D2-3664452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639800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E0C74-7893-4D56-80B1-A21520B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639800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87615-2636-4396-A6DC-307A83DF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35B1C-9465-4CC6-A491-CE35326F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FF8FC-B2E2-467F-A530-1C0F7789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A17EA-8D01-44A4-A7BF-BE50A0B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349F9-0B07-4BA1-8C06-24DC9F1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4F698-EBE4-4592-82C6-5D1DACC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B9056-393B-4503-9B9E-8E7440BB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54BB8-CAD1-4568-BA4E-9E59E73C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C37B0-5CED-423C-9FDA-0C2BEE99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820F8-108D-42AF-96FF-2A62B4E8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43542-3DD2-40F5-87A4-A308CB6D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20A3F-2D01-49B2-A6EB-3ABD9419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AC795-1F60-4213-9747-B386CB8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5AB9D-DCFD-432A-928D-A98A39A2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81C76-33AE-43CE-9B81-33774086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4E4FA-FD41-42FB-A31D-1555BF86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0FF09-4A21-4C6E-AA74-E09577A5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50EB1-559A-46CB-B403-C3606CDA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63980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F2BFC-2E28-41D9-BD8C-629ACFD1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63980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A795A43-1892-46C0-AFEF-602918DF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638888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78FBE-53BB-4187-9B84-F5B071CA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82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79422-4B71-48AF-8D96-DB55BD8F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13967-1AD7-4331-888D-1D45AAD8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74D7A-4FA3-4E17-BF1F-AC9CE81B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1B9C6-C36A-4D5E-AEBA-485ED66B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7D144-DAA8-465E-A9A5-033A4E7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4CC2D-17C9-40ED-A312-9111DD7B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79C47-8577-4577-B3FB-57ACDD63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3627C-94DC-48D9-8286-EAD09308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625F9-B408-4615-8302-0D0887FA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23883-88E2-48FD-A632-9EA2BFB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4F606-E190-4E68-B383-FC6BA860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C01B3-22EA-4E0D-A42E-FCBA9A04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3EEF9-DFA8-4A05-BAB2-5188A45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9784E-A278-4F27-B9DF-E2C3F2A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C02A2-B7D3-42CB-9501-9E321087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599E5-05A2-49F4-BDF9-98403F37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EDD5E-7A73-4A5D-9999-E98F2350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DCB52-1423-4E9B-B945-98D90AFB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CBD43-A0F0-4945-A3DE-60EF43CA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A7C28-A2C3-4B39-9C0A-B1043468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1E9F0-BD6B-4DCD-8B65-66B3FBB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EAE31-70D6-44D1-B16D-AC2AF8B3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4F1B9-D98E-440C-93C4-6B7B5C4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C3B65-FB1F-4CC3-B558-DB81F317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2AC57-0D99-4CE6-ACBD-045464DA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BA247-595E-49A3-9099-92E7A5F2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925FB-1D19-474D-BC59-82C3AD2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9B283-3DC2-43A7-8F43-90AE4E6D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51FAC-90E7-4A2A-A2F1-229322D0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1C4C5-D5E2-483C-8536-62600338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769F1-46FC-42F0-AB4F-D1D237C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CB7D7-2D49-4625-94A0-8A5532C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77E38-D8CB-4136-A19A-39A81D8B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A5181-D8DE-49FE-BD1F-F83CF28F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624342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39879-49F6-4453-99AF-B6E7C938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624342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1BACC-82EC-4E43-A653-08CF8D2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094DE-8DA1-4CDC-B3BD-14125DB8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5AB25-91E7-4E34-8C87-FBDC744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DD033-F880-4BF7-B325-03058753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C6388-6C9F-4C4C-BFB2-2D130954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EFBE7-2E5D-4E63-97C4-9604FC40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ECCDA-151B-4403-947C-0610C9B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4A8A7-6596-488B-85A6-D49963AE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D9553-F0BE-4511-83E6-5A20476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23865-4B9D-48F2-B871-6AF6786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883D6-935D-4D62-A782-7738ED40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DC357-148D-4C05-ABE8-945CA09C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C3F4C-6447-42A8-9ABF-A3171CA2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325E0-C951-4BE9-B8E0-0C5E8BFE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6AB8B-9C78-4332-916C-C9BDBAD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B0E81-667E-4700-A83D-967FD082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D1084-72A2-4C26-9FE2-F2AB24E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A55BD-0A31-4ECE-92CA-EDF8F85F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8C55E-2BE4-473D-8ADA-58626742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00387-ECA8-469B-9852-FE7100C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B44C7-56CB-4FCF-A24F-EDB70FD7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F30A5-0CA7-4B23-A359-AE45C87C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62434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3A3EB-7AE0-48D3-854D-269F8735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62434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C6DCE5B-348C-4554-9762-B0F167A1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623430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FC271-79AC-4CE3-9F0C-63D2806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0C40B-8EBE-4FAA-B352-FE4E70C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2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8268F-DE5A-4F06-AEB8-587F590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7F195-6AC1-49AE-9D01-78EC38CF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C3DF5-0204-4424-A4FF-185CBD5A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DE42A-8EA5-43B3-8F80-D3415C99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98C9E-D666-4E01-826B-0C37EB24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CF659-591F-4A72-83FC-891F9A78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4577C-143D-416F-A377-6B7B6C15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9F0CB-DD38-4669-9A46-C7851E41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2E174-DA63-4534-BBF6-9F810E5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50A32-AA27-4582-94BD-35C67FA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03A47-CD6B-4FC2-80C3-708FBE70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133DC-7340-41CC-99BE-F81BCA1A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D36DF-655A-4D64-AE98-AFE1CDA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A1183-4993-4765-A0C6-7C535D7A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C656D-03D6-4ABE-96EC-D3EBBC44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A710A-50C4-4A79-91E9-7DBFB878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15A28-F4DB-44F8-838F-9A080860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709F8-C394-4F1B-AB67-FF81D285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CD9E6-65CC-44B8-B2AE-DD57A37A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EC2E5-8C53-4158-9F61-BC8E2A7B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6F71A-4C5C-4F67-8997-FF7055F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9D612-5FA2-4D36-9FE8-3AF7C2D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7DB5D-9CF3-4CEF-ADB8-52306218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41AAD-ADD3-4D5C-91F3-507C2F44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64275-D7F8-4F60-8B91-7960C9F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6764E-CA55-450E-BA96-E1B9AA25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F9D15-441B-4C19-B3FC-96D58A7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60888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AC7B1-A543-4BCB-B841-4EA468C2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60888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1764F-FF29-4A59-B24C-99D0C6D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FBFFF-FFEF-4C34-A548-3D8E69CF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4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60CD2-E4B0-4D39-BA9A-00EEEDC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665BC-C15B-4B91-902B-72EEA5A4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C9B4F-232A-4379-9559-7A205DF0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9B518-9E8B-4510-BA57-BA129C60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DD326-0C99-4CF1-A6A5-3C6DD24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38BF7-34C5-4F96-AE1D-9282658D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7FA0F-B665-4424-B28F-D47EFF63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B9AFC-376B-4DAE-A5AA-66F507A1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3DD7A-B2ED-444D-9710-F6193B61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AD93B-3754-42BC-A9E9-52A09BB2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D7090-575C-47ED-AD51-68279F5A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5E7A3-E26D-45FF-9297-A38ACD1D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BD72E-737E-4145-9F01-BB7EB37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808C0-2ED3-4018-9F76-66695230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39C62-A3D7-4C31-82C9-A5FFEAE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FB8F7-3356-48D3-8791-D02BC574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3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ABCDC-2A8D-4E2F-ABD5-F6FAB35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ED2D8-6BCE-49DC-95A3-3C35C78B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42E3B-BABE-4DB5-839E-417AF588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3D33E-A857-4894-9BCA-DA4BC7CA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E109F-A229-4FC3-B2B2-B95B39DD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A1761-4DD4-4375-87E1-82EBA3FB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E1E14-C4BC-45B0-991A-4206F74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7F3BA-CB72-483F-98F9-3691E177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9439E-2BF1-4854-BB74-E978C9DF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17210-F575-4DC0-A6A4-9FDB85B6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6B86E-8DBA-4817-8B5A-425B5AD4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1D5ED-A4BF-482D-9EDF-3A3C620A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F976E-1D5E-477E-B8A1-14784B6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93426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32D53-A61D-4B04-B6AF-882B8F70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93426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D6003-3FF5-4A65-85FF-0EAA7F5C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531A2-B860-48B2-9B22-CEBC0F83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D4B54-584C-4F71-8F21-B380C6C1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890EC-92B2-4235-9B9F-0E1C80C7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ED19D-D516-41CD-9AB0-D4E37A2E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2DC86-698F-4402-B10F-EBACB4D5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B8759-7D06-4DBE-95FC-61E78AB0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9CDA1-C4F9-45A4-9935-B3248D7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7D6CE-F34C-4A7F-A1FA-CF719A72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95F18-2975-4BBE-8ED1-40F40AB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49607-655C-4CD5-AEF8-9CD3C264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9149E-DEEB-4A77-8374-AC08D4CA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1AE31-5991-433D-BCD6-33C56F4F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84453-CD94-4F49-9FF0-E85172E4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2EC2E-141E-4962-AE65-D7CE106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89064-BF35-4FC6-8BFC-9F1281A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3D2D8-1399-4608-BBBE-9B788138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5525B-F9C0-482B-BFF6-642A0A45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35AD3-CC74-4E67-8395-8A800AD1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1726E-157A-457B-896B-C1DFDC75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7C0D1-EA03-418D-9576-BD102D2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10752-077C-4D78-BF6A-2415196C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55A66-8675-481F-86CD-7008A7C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CD77B-9D8F-4E3B-BC23-9ECDFC6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59342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67C5F-2698-4527-91A9-3166923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59342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44B268A-0F28-408F-938E-04072B4F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592514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6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7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3C3CA-D7AC-4E78-A86F-8EA6A1E1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94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36057-B0B2-44DD-A407-1CCDC08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6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16E6C-D906-4816-BFB3-89A04A5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A7EDA-D4BF-4D9B-99AB-9DA82767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AC07D-EA73-4ED3-BE06-CE11C8E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89598-4EA6-4649-8113-5061C78E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80AB3-9FE2-4607-88AB-C01D141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8A291-FF9A-4DAC-9354-325513D0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03DF2-5BC8-4228-A8E1-EDC0DEC1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81B41-009C-4B74-BC58-AEF7ADE9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F00CD-74FD-481F-ABD3-1AEAFEED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81F73-ADBA-44FD-BFA5-F3FEB19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2A2A4-DE78-471B-B59A-13A4E380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A0BDC-7736-4C21-825A-F65D4AC7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D739A-53BE-45AD-8904-B4551CC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C2417-8C4C-48B6-A7D0-55BBB3C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0075A-F145-4962-B34A-249F2848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FAACB-FAB6-4FAB-A7B5-5591DEC5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757B0-D186-4FB3-85A0-FA08A7E3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8BDE3-9A64-4040-9083-9D74B7ED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B50D1-5AD5-4318-BE49-0612841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E58EC-0490-4B52-B6CA-5312995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9F03A-6E79-454C-BBEE-BAAB1B7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9FCCC-DD02-48B6-AE98-2B4EA91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3C1A9-DCDE-4883-9392-D1A38B2E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D3B3C-4DCB-4D77-93F7-D0C0C6AC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DE0B0-FF9E-49FA-B921-3442ED5B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DF31F-CE2E-4E88-8795-B58A9BF2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1E762-BB58-43F6-BD18-975A629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C4552-8B69-429B-A88F-F5AAF24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6BDA6-54DE-47E2-A9C3-5ED2C7E9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7332E-E4E5-4DFF-B609-3E66461F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9F71F-70B7-488E-9DBD-96347AA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FEA17-6396-4807-96A4-6C01F22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F3C22-C8C1-4DF5-A035-D72E7EF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D2352-6711-4A0C-9946-47219BEE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4A459-34DF-4E96-A13C-73FB63F3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41D2A-CE7C-42C6-8D88-EA297562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57796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848BC-3AFB-4E5D-AB8A-303E3725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57796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7C8DDB8-3A22-48C0-8473-40DB0EF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577055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1CFD2-76D1-46DD-9F09-44E3CB5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3A137-90A1-4E9E-8C2E-05F0DC88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8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ADC4C-C572-433D-A738-0E313CE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6D79B-E622-404C-A924-2A2FA6C6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65D7B-6E3F-4457-8A86-A1A77715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6814A-C5AE-4252-B72F-72EC9FF3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6B7B5-357F-4D6E-ADE4-9D015EDB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CAC5C-C6F7-4545-A1F9-9DE5938B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98C38-813A-4B31-BC62-BD7A6B1E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953C6-A696-4933-9418-06E2B7CC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C863D-B058-48DD-846D-D5A634C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BC04B-D7A5-49D0-AADF-38CAA1D7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3AC6C-E806-4E32-BC95-7FFE8CE1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5D4FC-4A1D-4C35-8FD5-CB2D6DB9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8713F-607A-4000-BEBD-5FB738F4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2E482-A843-4BEB-BF84-23330AD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05CF5-3412-485B-B7AD-A199BA6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45E6A-6E65-47C3-833F-2968C4D4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D1A41-FBB0-4214-AB95-E0085344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D05C4-DEE1-4A37-8B94-855D80BC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3773B-C49D-46A2-AE32-DC3737C7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C341A-4CCA-4F1F-9CD0-4FBB80DF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6C674-3502-43DD-B45B-821BC5C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F21A6-BA32-4155-98AE-ED5D6F8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77681-C4C1-4B8C-8AB2-5475D738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6250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FA804-03F6-40DC-B9C7-876EC55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6250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7441C-5870-40E7-9DFB-E7028186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928E7-11CA-4E99-B3A1-ADB5512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601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4903F-995E-4B0E-BAB6-5AC58435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4AC84-F773-493C-831A-6A53C97D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700C3-A1F7-4114-B6FB-C8FF267B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1FB31-06E5-4A42-B379-23B82089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34BDD-322A-4650-8DDD-D5CC27B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17E75-6160-46B1-82C3-7EE49AD8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5BD1C-5437-4301-AD4E-09E9AC0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DEF15-43F4-41DB-ADF5-E046EE7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D3002-4332-42A0-9AB0-8A47E5A7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7572A-4B5D-4F4F-A000-39DBF56A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33A6D-9648-49C2-AB27-2EBA7E0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420FF-2E4E-4A49-8A83-975F473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318A7-7DC1-4F80-97C2-02CBD08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4705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6FEDA-B1F7-4609-A7C4-EACB808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4705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A70E2-2D45-4814-8FC9-7E0F8AA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47051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D8139-46C3-4782-855C-E0B6D27F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47051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0C98A-DE9D-45B3-8EE4-8AD6220A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9F750-87E1-4D5F-A5ED-22357C69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2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448F7-C8BE-4FA2-A22B-4B11C02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172CE-048D-42AF-BA24-619D1B8A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9053F-FEAE-4970-8906-442C3548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43125-34C8-47A8-A019-E7AA8B5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94945-B923-42AC-8ECF-DFA53A2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AD44A-220A-406B-B5A8-14027506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B3C86-CF41-4D0A-BC9C-632598CC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FB50D-CEEE-4E5E-807B-C9F71CA2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1F6D9-279A-490A-9C74-0D8CF73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26ECC-294E-4FB4-A74A-E75C5D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34BDA-CCB1-43A2-9A89-5A2C331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C164D-7FA2-4DD8-BF4E-D06CD35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335B6-4CF3-4B86-82A3-D710EA40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96CF0-258D-4A1C-9BF8-FFBBF7C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3FB77-4BE2-4DE3-8696-A80D1B5A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9A7A1-E442-4D18-84A4-DB3DF6C8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10ECB-D39F-4EAB-94D7-E4D16FE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671F8-0AFA-4E1B-9758-6170A02C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E3D9F-9254-4ED5-86FC-BB27E3DF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42BC4-9C45-48B0-8825-D0729B2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E765F-5FF5-4121-8EE3-AF3A9A49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31593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395B5-2D67-4859-9466-67E7A56A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31593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6F9A7-C1BF-48EF-8D45-5CD99E38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1068D-F990-41CF-BCC4-29B2907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EC718-722A-439B-9B04-80DAE207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23985-671A-4233-B098-33856A1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E312D-2947-409B-95AD-8F413BF4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66E25-5F61-4332-929C-EB04C3F9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CB206-E1FB-48FB-83A5-C0122CCC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70548-9A44-4412-8857-E3A087AE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65274-886D-40EA-84BF-7C90AD22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0165D-88BA-4D15-9755-818FB5F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5E6AE-4039-4590-8223-2B2C92FC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39B7F-7A7E-446A-8FFD-642AC845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B8993-E4F8-49ED-B185-9B57F59C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8E688-4844-4DCF-897C-680F8352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FBC1A-3D6C-4AEA-BB91-B819D25D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87BB1-F59A-4FEA-874B-47084387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B132A-C2AB-4836-B1B0-056410ED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920BF-5192-42B6-ABD9-4046BFF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530F7-D734-447C-81F0-004B4F89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458C8-A079-45A6-8226-2792748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690F7-2551-4414-8531-4A69EEDD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53159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70043-6BBE-4BE4-85AC-C65BD50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53159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EFAB1-4523-4E9C-8ED5-D91D5AE9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3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D4B00-72FB-4611-9ED4-5E3757D0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64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D7743-5661-4845-8D22-AE959A23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75F89-8C51-4987-B73B-DED68AF2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CD7E8-BC4A-4B98-991C-ECF2BCB9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89682-FBE4-441C-8D65-987D674C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3077A-BCBF-4D22-885B-430D5DA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3253E-EA72-4DE5-B258-894B9C2A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4A29A-4BE9-4998-959C-76E4CA18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E9B0A-43E7-4A15-81A5-801FBF5F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42C38-AAA3-40D7-9AF7-2C4D163E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B9E65-62B6-4C32-A579-639A1CD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97A85-3903-4351-8CC5-C4753AFC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A2D1E-F300-4B06-8797-491DD5A3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1AE09-0C45-442E-97A4-323AD93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5BDF8-BFC8-40D9-8C9E-C4AB3FA6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19842-F5B6-47E1-942D-9B82125B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7659C-AD94-4296-8C11-172E8744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3DCF7-4877-41D5-958D-102C3151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3B9A4-1E51-4484-8292-382DB5C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B8435-7208-4423-933E-207E0C6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16134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89705-2996-421A-B9D3-1283E36C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16134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28706-519F-4BCA-B0AC-6D2EC76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DC26B-11D2-4757-842F-123B6DE9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9FF0C-AC55-453F-A7F1-47673C2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8E2C1-81F1-4E80-A45E-46AAE203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CDDB6-F94C-4C1C-B614-08F0D73D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B842E-07AB-437F-BFF6-FE1ACC8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5F9F6-3C55-475E-AD6C-191045A0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4BA3C-4709-4F0B-A7B7-5A03ECD2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0C091-9E32-40A2-BCDC-2D4107F0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4A0ED-6CDE-4704-A4C4-DE0A42AA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34B22-8FF6-4C04-8D15-8263F15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F2031-ABB7-430B-8678-1CC9B26C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F7345-ADFA-45DA-9AF9-1E645095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51613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8AC92-6630-4A09-A325-4F7C5AF3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51613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1CD47-3FAE-461C-A1E5-B7F1D1A0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8F6D3-D590-4248-BD1D-206F0FA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162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CDBAE-30F0-407C-877C-2F0AE50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EF7AF-816D-4566-A144-A1D5039F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4E9DE-4AA4-4B37-812C-3F9DF1BA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A135F-7B64-450F-9A01-A984E63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E210B-640A-4D60-A418-26D90FCE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E7570-67FE-437A-8493-575D193F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C666C-D832-4A29-8027-B817B055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1DBB9-1886-4D48-A730-8A7BBDE2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365BF-9E21-4929-8495-9EEE9208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AB060-8852-4168-A8DC-7F58DC0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0281A-6FE2-4223-9D1E-AE72EDBA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D892A-5375-4C48-9263-E2802CA7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42CDE-C38A-48A1-A2BB-768B4FD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3FAC2-8139-4F1B-A5C1-DF68A3C0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46F7F-1514-43E8-A816-F382B51F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00676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E8196-0624-40A5-9824-86FBD68B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500676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70661-D8FE-451F-8908-E1CE0241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8C450-F2EF-4036-A3D1-83623704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E118C-6EA0-4AA6-AFB6-F7076B0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50067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7A08A-1C15-473B-B626-71090045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50067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B34B6-210F-42A5-B682-D86A4B7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C0BE9-DECA-413E-81C6-94CB4F99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81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EADDF-A235-40CC-A57F-2EFE48F6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FB75E-3829-43E1-A331-80D4A85D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DB4C3-5073-45C8-B3FA-1BF4B0E5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27169-5758-42C5-9041-43C6433F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F37F9-5D0C-4B8D-AC3C-995EB8FC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8445C-8141-4289-87CA-13DA224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E2924-6D92-4EBF-A444-DC6D7FD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DA1B6-6841-4726-A47E-98F03E9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7D3E3-5466-4EE3-950A-FFB73AE9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E95D2-466D-46DD-AFED-24F1D6A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F36D8-BE00-415B-8E55-2F386DBC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84D97-B56C-45C7-8E24-BFD0DB40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FD1BD-96C3-46B5-8406-C79C1FEE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85218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607CC-A2C0-4C94-B985-A03E4A7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85218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D8261-CA10-4238-A67C-873FDDA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7E57D-255B-4159-A68B-F4292CC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46775-72F6-4655-859A-D2F18355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A8AA6-505B-47AC-8C0E-F4A057AE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052FB-9500-44A9-A7BB-23D48D76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11A46-A20C-4407-9D97-4C407C30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4B0A2-734B-4E44-9EF6-323E4FD9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A748B-777F-43B7-9588-07578BC2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03A9A-67EC-4863-9EA6-7EBB92BB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1DF0D-962D-4C47-BBF4-8E56F273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4C517-CFBD-47D1-A725-1A814F63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48521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35312-B284-414C-8A4D-CD8F3ABC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48521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F1110-AEF5-41FB-93C9-1BE5E0ED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1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BEC68-E2F1-4121-8E1A-EC3FA704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201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6B1CF-6891-4AB5-9D80-B6FD3F2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02740-3BC8-426A-87FE-4CE2F97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F2036-E143-4BBF-A541-3E3C25C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67085-4D70-47D8-ADD0-38B99511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27256-100F-49C2-8F68-402454DD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F7DA2-904F-492F-9F25-412F1CC8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D368D-3410-4073-A575-5E63FAD7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DEF5B-8B5A-4125-A6B8-9C2C316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8AA60-CC98-40E1-A363-3A5887B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6D4BB-3537-4543-B469-E9D986AE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E456E-9A3E-4368-A0AF-E976335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E0613-4C3F-4731-8BFC-5ED61CBC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96F34-D6A6-4EA5-A234-E21C419B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6976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1F2F4-A0D4-447D-A06E-7A768E9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6976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E2047-032F-44D0-A260-DD88F9F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7C5EB-D22A-4AE1-8E7D-90604631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21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50F01-1DC2-434B-AD4C-AB368984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B7FE1-6E3E-4E9E-9604-D00359A9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B3901-DAA3-417C-83B0-06FBD633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707A1-3D8F-4CC4-8D9D-FCBCDAB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9F0C8-6F39-49DA-95A5-1557C22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190EB-9545-49C8-8B34-F4BDA03C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67ADB-1555-4DB1-B278-4DA9F4D3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7C475-FFAD-4ADB-9FC3-246D322A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90FF1-DF53-4B96-A0B0-4C2AA4CB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62D3B-6FD3-40EA-BA99-BCB471F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717C5-EEAF-49EB-B594-C30D623B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54302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57A1A-441D-4B69-8585-9C8BDE99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54302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3599F-016C-47F4-9B90-D57CC43B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B584B-4B70-4737-A1D9-74F37EA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92A73-2054-4B0E-8509-2E66EC7E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51D25-CCFB-4F57-9991-8633F900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6E544-1FC7-4909-B413-26156403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908CA-BC0A-458D-9E1B-3B6A35C7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B740B-92A2-4076-946A-651490E6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58314-6F3D-4E42-9F10-E9AA4FBD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D00F7-925C-485D-BB68-584BC13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1E067-F591-45E8-8DAC-BF8A9A9D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CC81D-1B9F-4BBA-8FAF-90C7ED27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9332D-E3BC-4E94-B1DC-43286489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D7742-316E-4AAE-A690-36154FFA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C908A-408D-45D7-84AA-8AF7D4BA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6BC80-BE3D-41EE-8EB1-87C95FA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E815A-CEC5-41FE-9682-6455A25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53FF8-3A40-4D62-902F-8ED72A55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17AC3-2EEE-4BDA-967D-148A402E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0D5FE-1B26-4BF6-A45A-18DB53FB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627FB-79A8-411E-9994-C90085AD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0DF37-2E2D-447B-A253-B7B83A5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ECA25-D97B-4C97-9638-ECA031FC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E956E-884A-42FB-8CE7-4A2CA6B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29B61-BB4E-44DA-865E-A701E25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5ADFF-D3F5-48F8-95F1-5DBC6562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8AF53-EA1F-474E-B502-CD161F2A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45430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10CFC-319A-4075-9B32-63258328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45430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4748DB7-31B8-441E-AD27-2FE250F2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453390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D400C-6964-4E72-9316-3229FE1F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D9886-D893-4C25-9D14-D1B016F0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41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CC07F-1BF4-4F80-B20E-084755B8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6A74F-B523-4B6A-9D71-2C4924A7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155F5-F7AC-477F-ACC5-46BA54F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F329F-AEC3-4CC9-BC75-20A2110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AEC17-A231-401D-B4E4-C6E93007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66E39-8B8D-4D9F-9DB4-D9293F28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01CED-3037-47E0-AF24-AB215E27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ADE2B-F132-4D9B-BF01-D7F63F75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A1525-D5BC-4486-ACE1-DC10184A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38843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61550-FCFF-4AE8-8BC7-DE083115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38843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E6413-1E20-48FD-89F7-12CB0BA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344AB-7EAB-4E4B-9F31-7B933317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0AEF5-9CE8-4F7E-B6A1-FBA75139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88D2D-6758-481D-A1DF-8528A2E6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04896-B454-40DC-9733-860ED503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3884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30E2E-C6D6-4567-BC7A-D990A9C5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3884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9C9FF-7C68-4570-9D2E-5B4BFE3A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5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403E0-A2AC-47CD-8E08-49CD493F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6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123A4-00CF-4FA9-84A5-720C229F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D5366-2735-4E1D-A710-31B06FA5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5A38E-35DB-4319-B535-74C28FB6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E349A-79A1-4433-A265-C4861628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C24D1-7A28-414A-9B23-7B00BA6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CDA4F-30AC-4EAF-873A-D55A2AF8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2F9DE-DFC0-49E7-B7B6-992DD7F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23385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060F6-AAF3-4164-A41F-8854F854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23385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B37C3-F75D-4132-B654-4226CD25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61FFF-276B-40EC-8825-A1DBD9C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E93E6-985F-4CC6-80E7-F67EA5EC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3BB42-1488-4095-829D-1AC7BB83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6AC06-25B4-42F2-A4AD-9130ADA3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C9FB8-966E-4164-9DC2-22C91C5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FE545-B357-499F-B0A0-73CA358F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35544-1212-4013-9757-0B409F0D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7B2CC-BDAF-41EF-B2D9-20AE97F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A3FF3-0800-4CE1-AA7A-6DF42A2D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D7C4F-E19A-42BE-8457-C93A275E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0C20D-F909-4BA1-8228-76BA1BE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8FE27-A4F7-4A5F-A99D-752F784E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42338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20522-82EF-4E78-9EA9-10223DE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42338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AC62A-3139-4BD8-99F7-69610DE1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B549B-CB38-404A-8DE9-6732798C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28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E0A59-5F87-4BB5-A46B-8D59F91E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41DDE-74B9-4CE7-A82C-DFDDD9F4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AA695-3FD8-47AB-99DD-426334CE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5CFEE-3930-4ACC-9A07-7E8E1067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82E6C-1772-4D7F-836D-D44535C1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07927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7A607-F918-4275-A6CF-D22AA6A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407927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B64F3-CB18-474C-87A6-2294090F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CC289-21F3-4BE1-95F6-233045E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D21A3-D14E-4A51-A312-364523DE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05918-ECF3-41E9-A418-183D0FDD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D6C7F-A094-4578-BEDF-1A70C2E9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69A06-CA9A-4A57-ABE6-B9A6CB5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F5534-4215-4722-B9CB-EC83D2AA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39076-45F0-4E0F-B5DC-5D6EC732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7D0C9-6418-4675-A57E-65D9EEA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60B37-22C3-4D48-A256-578E976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0ADB7-ED1D-49F1-9879-DCAF4336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A25D5-9B76-417A-AFD6-0B14EE44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0D13D-A7F2-4AAB-AE15-266CD5E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E6D85-3C91-4FA6-8540-62205BC3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FF980-0152-4655-B424-FB322456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2139C-3C31-4462-B817-FEA0A661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6911B-06A6-4E48-B4E2-C3791EF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40792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DC1A8-01A9-49B5-86FC-C5F0AE5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40792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8AE32-E926-428F-A275-9E6E9A4A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3924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7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7155B-73AA-44AA-9DDD-D2AF49A1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02" y="3924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8E245-A68C-4750-83CA-5D868712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3924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E440C-617A-45EC-ADF4-18B5EC1C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3924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FCDD0-F1D7-494E-AA27-43445BE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392469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65558-1175-4609-8795-42E292C7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392469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55DAF-D6ED-4F05-BDF3-55CF9901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924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B27B0-FF4C-472D-8CDE-41AC00A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924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BDFCC-E7D4-4372-824B-6769127B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924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582A4-9212-4442-80B4-C5A96CB9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924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6CC7B-A083-48E9-A653-90F55016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924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91260-25B7-4DD4-93AA-1D792B7C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924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E4BE4-C1AD-4044-BD1F-1045DE5B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924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1F968-6063-42A6-AA6A-72DD670D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924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D1AB5-8519-4FBD-A7BB-EECEC589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39246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DCE66-2D68-4CB3-82E7-F1B92B65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39246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65711-0560-411F-8EAD-519D7C6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1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D67C2-3CB5-401F-808F-634960B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22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CCB8B-7E6C-4826-82EA-559AEB43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377010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B3157-AF16-427B-A74E-4C12899C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377010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1921B-C6D5-4B23-B93A-378E57AB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06E1D-43D5-4F75-B755-EE3CB347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D1B36-5CEA-4D84-A917-1AE902F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A1BBE-6E76-46AE-A0C9-E727E82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8877C-46BD-4B5D-AFB9-57B3BA59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CA1A7-8C01-4743-B87D-D807A09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C6E2D-F289-4BC9-82B4-9D359D7E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B2166-7C4F-45E7-B77F-C328E6B4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89C50-DA30-41A6-AA88-6DF795B9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13CA4-9397-4A93-B70D-411D9761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86C85-C84E-4FE2-9A18-E3D95A9A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EBFCD-D0A0-4A78-AACE-D17D346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39E13-765E-41B7-9589-8D00E2B1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853CC-6AA5-49C1-8914-CB7DCED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4EEAD-BFFC-4361-9753-B10C81EB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463A1-2A7A-4A4E-BBBC-D57F3B75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D31BA-5122-4277-860F-A1C2429A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37701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1753F-BB07-4C46-9F67-7535790F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37701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7CB84-8BEA-47D8-AC4A-E18DB27D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361553"/>
            <a:ext cx="37521" cy="15458"/>
          </a:xfrm>
          <a:custGeom xmlns:a="http://schemas.openxmlformats.org/drawingml/2006/main">
            <a:pathLst>
              <a:path w="37521" h="15458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54333-BF31-48CD-95AB-0E1570B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841" y="361553"/>
            <a:ext cx="37521" cy="15458"/>
          </a:xfrm>
          <a:custGeom xmlns:a="http://schemas.openxmlformats.org/drawingml/2006/main">
            <a:pathLst>
              <a:path w="37521" h="15458" fill="none">
                <a:moveTo>
                  <a:pt x="0" y="15458"/>
                </a:moveTo>
                <a:lnTo>
                  <a:pt x="37521" y="15458"/>
                </a:lnTo>
                <a:lnTo>
                  <a:pt x="37521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02917-869B-43A4-BDD6-B814C4CD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615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4DE2F-566D-47AE-AE5E-6E48AA1F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615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742F8-5465-4C12-BD62-E73DCCD6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615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4FEE6-B562-4BB1-BD07-2BB14E05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615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AB15F-6E81-455C-B27D-5B627854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615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9F5A7-5D98-4551-BD72-46A510AD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615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8E165-9020-4D9A-8105-19D696A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615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940A8-06EA-42A1-9D4A-B45C8B8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615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BE431-5BEA-45BA-AE97-AC82F4F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615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B486B-ED10-4AE7-A1E8-4B6525A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615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20185-C42F-46AD-B0BD-B8D4072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6155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10D2E-816A-43AE-834C-B29FFF1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6155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21902-9C9B-4D25-9FE4-61B35B4A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4609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2217C-2DF2-48EF-80E9-3E1FDE24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61" y="34609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037C8-072A-4165-A516-A2D6DE36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4609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0BC37-16BA-4B70-AC79-B105C990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4609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ED786-3C8F-40E1-A6A1-906EF591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4609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106F5-E16C-4CF1-ADBB-B1B6C94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4609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E533E-59CE-4E8F-92B2-D1F13DC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4609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EF595-25E1-4C7E-B0B0-0A677AE0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4609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1ECDC-72AC-4E3A-ABEE-460C967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4609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3F551-AB93-49AE-B6C1-DBB1E34F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4609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938F8-7A2D-489B-A621-7764806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4609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7B08D-3AAC-443D-BC2A-AC4BC0F3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4609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05684-0DCF-4D3F-8F00-DAB9C6D2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34609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12DDE-0EEF-4D88-BC11-4B012DBB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34609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1BD64-8DA9-4C88-AB9D-49EFE19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3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83E0F-AEB9-4790-8013-0C1E221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881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302A9-85F0-4E1A-869B-FB0869D4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A2539-772E-44BB-A500-9B65305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389AD-3077-4A96-ACE0-48BC001D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298DC-C323-4852-91CD-999EC400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C44D0-895A-4787-AFC3-6D83817F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134E4-2598-4585-AFA4-07773A5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FC7B8-2BFB-4653-A749-1494943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6D95E-99DD-4DE9-A5C6-B5D151C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F8A5B-E2DF-42E6-BABC-E5C6DED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698EB-4238-4B5B-9C9A-991DE93E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8F98C-DC31-489A-A1DC-4A09A32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83718-2086-416E-A94B-393218A3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6E2CF-CF98-47A1-B8ED-211B31ED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19CA7-4AA3-476F-8BBE-D5D7E0C3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EDAA3-8FAD-4D20-97A1-EA2705F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F2D3A-3DD1-4114-B33C-60506E5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38BD0-773C-45C4-8F5B-12C5194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33063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0CBD2-8AEB-4E91-988A-CE73267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33063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870C3-B4A2-424A-AF3B-FF8A5B10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4E09C-3DF2-4332-B841-BC6A46D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402" y="31517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00CDB-3DB0-4BB1-8030-4190222D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5F146-8C61-4A11-9545-C30E4E6A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31517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5AF89-D094-4623-B349-747B1F48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14C53-E7AD-4CBE-9632-8E52E4C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31517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28784-A5BD-4B2C-ACF9-796664B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BE480-177F-4072-9EFA-8E7797AD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31517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9BB10-34AF-4A37-B0F3-051CDEDF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3A0B3-737C-4BE5-A252-08F58D98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31517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A69A5-0355-4E40-A78D-E22BCFF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5CD1A-79D5-48B0-A24B-1230DDE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31517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11930-74D7-466A-9146-7C622BDE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01C05-9355-452F-B0CA-209DB8F9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31517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B3455-D569-4EB6-8140-AB071B3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31517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DBDA805-7AD1-40B8-A575-B128900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314267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4B538-C32F-4543-AAC2-7C83B5EC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2997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31A36-77B1-45D1-9C42-833F2ADA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22" y="2997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D5745-8AA9-426F-8636-3C19E37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2997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E8ADB-26DC-4246-8490-29FF54E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2997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97D17-FAF1-4445-8AB8-606B656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2997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AA926-D9BD-459E-8220-C90C0298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2997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D4EE9-6606-44F6-B59D-E9872D1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997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E8CDB-F9C7-4B46-BE0E-46E73C39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997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6ADF3-62DD-424B-A16A-7E84D39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997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2742F-6EBA-4CF0-9F09-417F761B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997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9CE16-1FE4-4142-B33D-5A477B17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9972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AD918-1B55-46D4-AE91-8785F4CF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9972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67FE9-55E9-44AF-86C5-0D239225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2E3B2-A580-415A-844F-7C76ECD3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44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EAB67-A307-4236-875A-C10B5D5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CD043-FE27-41DE-A05F-39749486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4494A-A884-46D3-B96C-1CD3CB3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AC60D-554F-49CF-837F-BB3210F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96135-859E-41C6-B497-5C5BA8BB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49B20-CEF0-4CA0-B182-60DA0395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13C36-152D-47FA-BDBC-7A48F93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669A5-6F5B-4AAC-A344-2B29B120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02F79-941F-4A37-BE1A-EE3D440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9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5A384-15F3-4460-A392-E7F1CEEA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F9654-1C1E-439C-9999-0F285832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DE0BC-7563-415A-AD85-A48CB4F1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E889E-A575-410B-B386-398B888C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D6BD4-CD3D-4CCD-9094-D473F1EA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800B7-B9E7-46F4-BACD-297AD409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4F98E-D418-499D-BFEE-D87FE039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2BC61-8C1D-4DD3-BB2E-B65055C0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53DCB-F0A4-46C9-B435-172A1FC4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429D3-C843-4A17-8335-3E2FC5B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8426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19DCA-5B03-4061-A441-32E1E476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8426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81F9C-187B-4EAB-A89B-8DD2876B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27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25109-6661-4D4D-AF04-822AD7D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96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174DF-24E1-4EA0-9602-7D7F9FA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09564-68A9-4888-9BC7-A2851A4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4F4E3-EF3E-4273-9D94-9AB22E3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2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BBBDC-1F30-4088-AB9B-1B24A285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6FE0E-3857-4979-98EC-5DE8166E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9C196-6AE1-4B2F-8BC6-C8EC65B3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AF7AC-4C59-4E66-81DB-DFABD5A1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791F4-0BED-4152-9E8E-A87096E3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2E4D5-93F6-437E-8842-50AEF09F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FB38E-B453-41D3-B9CA-463ED291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3FF45-964F-42A6-8BAC-70F343AF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067DC-E2F6-4D4A-83C8-7E4142B3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B2B1A-DC8E-4A89-976A-3B3C2D96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5AE4F-FA4C-47C6-9F5D-8EE8B28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78D90-D0CE-46C6-85AE-9DBE2585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96AD2-650F-477B-A137-953E06F0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CF833-02E2-4FA0-88E9-BC41A1DD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429CA-F501-4BDE-9464-B30B73D8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004E7-88E3-40E2-B97B-C87D93ED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A469A-0E13-4A4E-B8BD-D04EF6C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CAE7B-16AC-4AF9-B097-5A0F62A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2CD6D-4C74-421E-BE8A-0177B1F4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68804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91808-5A1A-4007-8756-73F26A1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268804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C8F7754-89EA-4830-BED5-6DF5E2B7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267892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D777F-DFBE-439D-BAAC-38D61BB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4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0AB83-3003-41A9-9728-0D90279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8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A6767-0C6F-4992-A5D3-1B7237C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07233-5A5C-430A-A195-86356081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258E9-A875-4BC5-8687-6F9859EA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1BA24-3BF8-4E56-818E-51F075A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7A826-6033-478F-BBAD-E31DED97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3CA44-EC4B-44CF-AE73-AE8EAA5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694A1-BE18-428C-A7C8-D7123271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090DD-F3C0-4EA8-A6EC-83C12F9D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3A18B-2C38-43F5-90E7-641C7B1F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819F1-8413-4E71-947A-34832502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5AEDE-855C-4167-8D8E-728D83E7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69297-89DA-4428-848D-93822702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1F191-6F67-449B-8810-A5B1AC3D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A5659-5E1E-4E91-B5DD-5053146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A099F-482E-4F71-B8A0-8A74CCFF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B2369-F3B2-40D5-82D0-2F205C0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838B7-3282-4DA3-9107-18E851F9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B5E13-3C83-4B37-ACD4-A5F9608B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0077E-94DD-4B1D-AE61-69E9A5B2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67B8C-A9C8-43E5-B1AE-D1BFE6D2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5334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069AD-0C3C-4C68-AA57-39ADCD95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25334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B741926-81A9-442D-BE9B-A5AB19AB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252434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C50A6-4149-49F2-91E1-AC90A362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378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2512B-6D50-4439-ACF6-EA04E66E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1" y="2378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87423-299E-4E41-860E-E7EAB5C3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378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2D12D-C1CB-479E-BD30-AD2DB99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378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EB2D3-06EA-429E-8D3E-5DD48184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378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3D7B4-4418-476B-9215-92BF6CE6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378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A8042-7822-4B39-A69F-9EF6A87A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378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2FC90-9F3A-4D89-B112-813DB406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378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B2EED-4BB7-4073-BF42-450B72ED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378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5CAB3-33F6-4373-95BC-AE0365D5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378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DE482-3AD3-43C4-96D4-BADD52A3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378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3F53A-8057-4A85-90AC-21EF94E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378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94B62-CAC2-454E-9A48-03D5E518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37887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23813-A40B-4DEC-98A9-A51AC06E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37887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F494C-29C9-4C98-AE79-504F2C2F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224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E2B50-6D53-44BC-B0C5-B5286B37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21" y="2224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6E2E2-B33D-47DE-9CC9-747A61CC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224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43140-023A-474D-A983-C640068E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224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47C4B-C829-475D-8780-A2D0BAA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22429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A7BAB-4BE7-464B-9357-2A570C73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22429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B4946-47C0-4BD8-9D18-BF1297F7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163B4-1BF0-4555-B2A0-0F797E5A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4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966DE-9F63-491D-9740-0473B9E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8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C8336-93C3-4F55-8DDA-8FB53FA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9F6B5-4361-4187-B291-DDE6C9C8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0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6AC14-4677-464A-BF05-B99AFC1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BB057-6753-4787-907A-AE75CD3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37636-A02D-496E-B1B0-CBCD7CA8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BC365-B0F3-4F04-831F-B4424AE4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08DCA-C0D0-4721-B2B3-8A4AC61E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B58E1-5FA8-4FE7-A196-0BDAAAC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BB103-7BEF-490E-A29B-50C9C96B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DDBDA-0565-4C80-8F50-CBB2A09C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E927C-0053-4BE1-8EF9-D8AD58F6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F2F2E-252B-49BA-8A3E-1F145337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38C92-E9ED-45DD-87D3-52B3476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206971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41296-DCF2-4E35-A9D2-AD76CCC4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206971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9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4CEA376-A4A2-429C-BFB6-2254D596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206059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14A70-4A6C-422C-A84D-D8F72343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7B43D-B41D-4B06-9029-357B355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62" y="1915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9675F-B4A3-4CE9-8DFD-DC94DE7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B2FC2-4F85-4D35-B814-5B0B4DA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915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80991-5E5B-43E2-A63D-571786D8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43C53-8AF6-4749-9FC6-2640BB5E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915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13236-70EC-49D1-AEA5-B1F43746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6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7AAC1-883B-40DC-BC59-1AC05A00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915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84040-87D9-41CF-B42F-154A8F32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BE604-34BA-4BE1-996E-C44CBAF9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915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55ABF-632D-43EF-BB3A-F5E6ADF5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FD7CA-02E7-4D1D-B22C-EBCD79FF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915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64489-1F58-4295-A27E-C20CDFF4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5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D786B-5EA9-4BD9-87A3-4973EBAD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9151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DFF81-74F8-4813-946E-DD7874E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19151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4DC1EE4-4DF8-46D7-8AD4-D93795E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190601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801F3-EC5E-47CE-B597-638C2EB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760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5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02135-AC2C-4413-96C5-082EEA6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082" y="1760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45A24-AE9A-47CC-B3E6-9B32B8C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760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19835-8F75-48B5-80C4-DF5F4F72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760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BA4D6-2451-47DC-B319-76647F0D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760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45D43-643E-43EC-B98B-54FEBABB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760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90C9C-7BB7-45CB-9336-A543B867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760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DD8B5-A4AE-46F1-91A1-DFA5657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760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9946A-E3A0-40D7-84EF-44261B4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7605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7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017C6-D9FB-46A1-A39B-B3DFFEEB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76055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28785-2EF8-48E5-B872-05EDF15F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605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8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EA222-33B1-426C-B7DD-6D8C0272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02" y="1605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BF52D-3AD8-4302-BF65-62C4134D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605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4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0924E-47AE-4BDC-A6A2-02E44932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605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8A313-E48B-4640-B8AF-231F1020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605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CC80D-5B7F-494E-B445-6CDA8E60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605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50945-3937-4F4F-B34A-10389C72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605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05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560CB-B35E-4DC9-B01D-A54D0B60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605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DD277-FCDD-42C0-A172-9B559946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60596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21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4D4B7-E8B6-48C5-B188-ED6CA6C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60596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76DB2-BD94-4E87-91AC-7CAD9FD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451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2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A20F1-2471-48AA-88A4-31125731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122" y="1451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509F1-C3D0-4D7C-89D1-78F60D51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451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227D4-BD6D-4267-9268-8B502C2E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451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80450-1747-4D34-8B71-CBA4D02E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451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3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1C062-4F90-4F2C-824F-02F0721D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451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D1F08-445C-4A39-86C6-838CA1A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451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7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1424B-BDA6-4E46-B62A-2256C2A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45138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E8F9C-0F75-4899-8597-4FFBD9D3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145138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13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CE28BD2-4E7B-4A46-9086-1CD7F9ED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144226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10BB3-D180-4F4D-930C-457A84AA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296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96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0C4FD-EDF7-494C-AB88-076FD03D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2" y="1296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71F73-519F-43F2-A1DF-BB7E03B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296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608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87DCE-413E-4C75-A950-29E5AEE0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296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62FC5-DF95-4EE7-9464-CC51A8A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296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10872-7CD6-467C-9F63-EEE27ACB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29680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5294A-0C04-4295-BC0D-5F45EDC9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129680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52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51E0D70-5ADA-4EC2-82DD-2BF492D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128768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6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7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E38A8-159A-4851-AF8A-4DA92064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142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76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0A302-FE36-4C7C-8160-D2B15501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162" y="1142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1D95E-57CE-4507-BEAA-C7C7E6C8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142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84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3F67D-0C2D-436B-AF99-8572934A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114222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00594-471A-4C50-8D67-C08EACC2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114222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1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96FF6FA-DE55-4235-9C61-413B970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113310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6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7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8B0C9-A2A3-4399-A0B1-8A83E425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9876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66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5A81B-6E67-4C16-872E-228BBD0C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82" y="98763"/>
            <a:ext cx="37520" cy="15458"/>
          </a:xfrm>
          <a:custGeom xmlns:a="http://schemas.openxmlformats.org/drawingml/2006/main">
            <a:pathLst>
              <a:path w="37520" h="15458" fill="none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4" cap="flat">
            <a:solidFill>
              <a:srgbClr val="5F57DB"/>
            </a:solidFill>
            <a:round/>
          </a:ln>
        </p:spPr>
      </p:sp>
      <p:sp>
        <p:nvSpPr>
          <p:cNvPr id="4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2AF05-09A5-4592-9213-2D703A43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98763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0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E895A1F-EC85-4754-A5CD-F349441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97851"/>
            <a:ext cx="38433" cy="17282"/>
          </a:xfrm>
          <a:custGeom xmlns:a="http://schemas.openxmlformats.org/drawingml/2006/main">
            <a:pathLst>
              <a:path w="38433" h="17282">
                <a:moveTo>
                  <a:pt x="2" y="16430"/>
                </a:moveTo>
                <a:lnTo>
                  <a:pt x="0" y="16370"/>
                </a:lnTo>
                <a:lnTo>
                  <a:pt x="0" y="912"/>
                </a:lnTo>
                <a:lnTo>
                  <a:pt x="2" y="852"/>
                </a:lnTo>
                <a:lnTo>
                  <a:pt x="8" y="793"/>
                </a:lnTo>
                <a:lnTo>
                  <a:pt x="18" y="734"/>
                </a:lnTo>
                <a:lnTo>
                  <a:pt x="31" y="676"/>
                </a:lnTo>
                <a:lnTo>
                  <a:pt x="48" y="619"/>
                </a:lnTo>
                <a:lnTo>
                  <a:pt x="69" y="563"/>
                </a:lnTo>
                <a:lnTo>
                  <a:pt x="94" y="509"/>
                </a:lnTo>
                <a:lnTo>
                  <a:pt x="122" y="456"/>
                </a:lnTo>
                <a:lnTo>
                  <a:pt x="154" y="405"/>
                </a:lnTo>
                <a:lnTo>
                  <a:pt x="188" y="357"/>
                </a:lnTo>
                <a:lnTo>
                  <a:pt x="226" y="311"/>
                </a:lnTo>
                <a:lnTo>
                  <a:pt x="267" y="267"/>
                </a:lnTo>
                <a:lnTo>
                  <a:pt x="311" y="226"/>
                </a:lnTo>
                <a:lnTo>
                  <a:pt x="357" y="188"/>
                </a:lnTo>
                <a:lnTo>
                  <a:pt x="405" y="154"/>
                </a:lnTo>
                <a:lnTo>
                  <a:pt x="456" y="122"/>
                </a:lnTo>
                <a:lnTo>
                  <a:pt x="509" y="94"/>
                </a:lnTo>
                <a:lnTo>
                  <a:pt x="563" y="69"/>
                </a:lnTo>
                <a:lnTo>
                  <a:pt x="619" y="48"/>
                </a:lnTo>
                <a:lnTo>
                  <a:pt x="676" y="31"/>
                </a:lnTo>
                <a:lnTo>
                  <a:pt x="734" y="18"/>
                </a:lnTo>
                <a:lnTo>
                  <a:pt x="793" y="8"/>
                </a:lnTo>
                <a:lnTo>
                  <a:pt x="852" y="2"/>
                </a:lnTo>
                <a:lnTo>
                  <a:pt x="912" y="0"/>
                </a:lnTo>
                <a:lnTo>
                  <a:pt x="38432" y="0"/>
                </a:lnTo>
                <a:lnTo>
                  <a:pt x="38433" y="0"/>
                </a:lnTo>
                <a:lnTo>
                  <a:pt x="38433" y="17282"/>
                </a:lnTo>
                <a:lnTo>
                  <a:pt x="38432" y="17282"/>
                </a:lnTo>
                <a:lnTo>
                  <a:pt x="912" y="17282"/>
                </a:lnTo>
                <a:lnTo>
                  <a:pt x="852" y="17280"/>
                </a:lnTo>
                <a:lnTo>
                  <a:pt x="793" y="17274"/>
                </a:lnTo>
                <a:lnTo>
                  <a:pt x="734" y="17264"/>
                </a:lnTo>
                <a:lnTo>
                  <a:pt x="676" y="17251"/>
                </a:lnTo>
                <a:lnTo>
                  <a:pt x="619" y="17233"/>
                </a:lnTo>
                <a:lnTo>
                  <a:pt x="563" y="17212"/>
                </a:lnTo>
                <a:lnTo>
                  <a:pt x="509" y="17188"/>
                </a:lnTo>
                <a:lnTo>
                  <a:pt x="456" y="17160"/>
                </a:lnTo>
                <a:lnTo>
                  <a:pt x="405" y="17128"/>
                </a:lnTo>
                <a:lnTo>
                  <a:pt x="357" y="17093"/>
                </a:lnTo>
                <a:lnTo>
                  <a:pt x="311" y="17055"/>
                </a:lnTo>
                <a:lnTo>
                  <a:pt x="267" y="17015"/>
                </a:lnTo>
                <a:lnTo>
                  <a:pt x="226" y="16971"/>
                </a:lnTo>
                <a:lnTo>
                  <a:pt x="188" y="16925"/>
                </a:lnTo>
                <a:lnTo>
                  <a:pt x="154" y="16876"/>
                </a:lnTo>
                <a:lnTo>
                  <a:pt x="122" y="16826"/>
                </a:lnTo>
                <a:lnTo>
                  <a:pt x="94" y="16773"/>
                </a:lnTo>
                <a:lnTo>
                  <a:pt x="69" y="16719"/>
                </a:lnTo>
                <a:lnTo>
                  <a:pt x="48" y="16663"/>
                </a:lnTo>
                <a:lnTo>
                  <a:pt x="31" y="16606"/>
                </a:lnTo>
                <a:lnTo>
                  <a:pt x="18" y="16548"/>
                </a:lnTo>
                <a:lnTo>
                  <a:pt x="8" y="16489"/>
                </a:lnTo>
                <a:lnTo>
                  <a:pt x="2" y="16430"/>
                </a:lnTo>
                <a:close/>
                <a:moveTo>
                  <a:pt x="1824" y="1824"/>
                </a:moveTo>
                <a:lnTo>
                  <a:pt x="1824" y="15458"/>
                </a:lnTo>
                <a:lnTo>
                  <a:pt x="37520" y="15458"/>
                </a:lnTo>
                <a:lnTo>
                  <a:pt x="37520" y="1824"/>
                </a:lnTo>
                <a:lnTo>
                  <a:pt x="1824" y="1824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7835B-104A-4CAE-AAFA-49B76254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2" y="83305"/>
            <a:ext cx="37520" cy="15458"/>
          </a:xfrm>
          <a:custGeom xmlns:a="http://schemas.openxmlformats.org/drawingml/2006/main">
            <a:pathLst>
              <a:path w="37520" h="15458">
                <a:moveTo>
                  <a:pt x="0" y="15458"/>
                </a:moveTo>
                <a:lnTo>
                  <a:pt x="37520" y="15458"/>
                </a:lnTo>
                <a:lnTo>
                  <a:pt x="37520" y="0"/>
                </a:lnTo>
                <a:lnTo>
                  <a:pt x="0" y="0"/>
                </a:lnTo>
                <a:lnTo>
                  <a:pt x="0" y="15458"/>
                </a:lnTo>
                <a:close/>
              </a:path>
            </a:pathLst>
          </a:custGeom>
          <a:solidFill xmlns:a="http://schemas.openxmlformats.org/drawingml/2006/main">
            <a:srgbClr val="333333">
              <a:alpha val="219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8542D61-3017-4D0C-81A4-C08AE3BE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90" y="83305"/>
            <a:ext cx="38433" cy="16370"/>
          </a:xfrm>
          <a:custGeom xmlns:a="http://schemas.openxmlformats.org/drawingml/2006/main">
            <a:pathLst>
              <a:path w="38433" h="16370">
                <a:moveTo>
                  <a:pt x="2" y="15518"/>
                </a:moveTo>
                <a:lnTo>
                  <a:pt x="0" y="15458"/>
                </a:lnTo>
                <a:lnTo>
                  <a:pt x="0" y="0"/>
                </a:lnTo>
                <a:lnTo>
                  <a:pt x="38433" y="0"/>
                </a:lnTo>
                <a:lnTo>
                  <a:pt x="38433" y="16370"/>
                </a:lnTo>
                <a:lnTo>
                  <a:pt x="38432" y="16370"/>
                </a:lnTo>
                <a:lnTo>
                  <a:pt x="912" y="16370"/>
                </a:lnTo>
                <a:lnTo>
                  <a:pt x="852" y="16368"/>
                </a:lnTo>
                <a:lnTo>
                  <a:pt x="793" y="16362"/>
                </a:lnTo>
                <a:lnTo>
                  <a:pt x="734" y="16352"/>
                </a:lnTo>
                <a:lnTo>
                  <a:pt x="676" y="16339"/>
                </a:lnTo>
                <a:lnTo>
                  <a:pt x="619" y="16322"/>
                </a:lnTo>
                <a:lnTo>
                  <a:pt x="563" y="16300"/>
                </a:lnTo>
                <a:lnTo>
                  <a:pt x="509" y="16276"/>
                </a:lnTo>
                <a:lnTo>
                  <a:pt x="456" y="16248"/>
                </a:lnTo>
                <a:lnTo>
                  <a:pt x="405" y="16216"/>
                </a:lnTo>
                <a:lnTo>
                  <a:pt x="357" y="16181"/>
                </a:lnTo>
                <a:lnTo>
                  <a:pt x="311" y="16144"/>
                </a:lnTo>
                <a:lnTo>
                  <a:pt x="267" y="16103"/>
                </a:lnTo>
                <a:lnTo>
                  <a:pt x="226" y="16059"/>
                </a:lnTo>
                <a:lnTo>
                  <a:pt x="188" y="16013"/>
                </a:lnTo>
                <a:lnTo>
                  <a:pt x="154" y="15965"/>
                </a:lnTo>
                <a:lnTo>
                  <a:pt x="122" y="15914"/>
                </a:lnTo>
                <a:lnTo>
                  <a:pt x="94" y="15861"/>
                </a:lnTo>
                <a:lnTo>
                  <a:pt x="69" y="15807"/>
                </a:lnTo>
                <a:lnTo>
                  <a:pt x="48" y="15751"/>
                </a:lnTo>
                <a:lnTo>
                  <a:pt x="31" y="15694"/>
                </a:lnTo>
                <a:lnTo>
                  <a:pt x="18" y="15636"/>
                </a:lnTo>
                <a:lnTo>
                  <a:pt x="8" y="15577"/>
                </a:lnTo>
                <a:lnTo>
                  <a:pt x="2" y="15518"/>
                </a:lnTo>
                <a:close/>
                <a:moveTo>
                  <a:pt x="1824" y="912"/>
                </a:moveTo>
                <a:lnTo>
                  <a:pt x="1824" y="14546"/>
                </a:lnTo>
                <a:lnTo>
                  <a:pt x="37520" y="14546"/>
                </a:lnTo>
                <a:lnTo>
                  <a:pt x="37520" y="912"/>
                </a:lnTo>
                <a:lnTo>
                  <a:pt x="1824" y="912"/>
                </a:lnTo>
                <a:close/>
              </a:path>
            </a:pathLst>
          </a:custGeom>
          <a:solidFill xmlns:a="http://schemas.openxmlformats.org/drawingml/2006/main">
            <a:srgbClr val="5F57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F96B4-229D-4905-958E-080A54FE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001" y="83305"/>
            <a:ext cx="10" cy="2164145"/>
          </a:xfrm>
          <a:custGeom xmlns:a="http://schemas.openxmlformats.org/drawingml/2006/main">
            <a:pathLst>
              <a:path w="1" h="2164145" fill="none">
                <a:moveTo>
                  <a:pt x="0" y="21641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1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4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A74D4-5513-4C1C-B8D7-68DFF917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19" y="83306"/>
            <a:ext cx="5252803" cy="2164145"/>
          </a:xfrm>
          <a:custGeom xmlns:a="http://schemas.openxmlformats.org/drawingml/2006/main">
            <a:pathLst>
              <a:path w="5252803" h="2164145" fill="none">
                <a:moveTo>
                  <a:pt x="0" y="2164145"/>
                </a:moveTo>
                <a:lnTo>
                  <a:pt x="5252803" y="2164145"/>
                </a:lnTo>
                <a:lnTo>
                  <a:pt x="5252803" y="0"/>
                </a:lnTo>
                <a:lnTo>
                  <a:pt x="0" y="0"/>
                </a:lnTo>
                <a:lnTo>
                  <a:pt x="0" y="2164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88" cap="flat">
            <a:solidFill>
              <a:srgbClr val="7F7F7F"/>
            </a:solidFill>
            <a:miter/>
          </a:ln>
        </p:spPr>
      </p:sp>
      <p:sp>
        <p:nvSpPr>
          <p:cNvPr id="4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2807D-4335-4207-B027-9F602BB8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3" y="1763405"/>
            <a:ext cx="135001" cy="114075"/>
          </a:xfrm>
          <a:custGeom xmlns:a="http://schemas.openxmlformats.org/drawingml/2006/main">
            <a:pathLst>
              <a:path w="135001" h="114075">
                <a:moveTo>
                  <a:pt x="0" y="114075"/>
                </a:moveTo>
                <a:lnTo>
                  <a:pt x="0" y="0"/>
                </a:lnTo>
                <a:lnTo>
                  <a:pt x="15371" y="0"/>
                </a:lnTo>
                <a:lnTo>
                  <a:pt x="15371" y="47963"/>
                </a:lnTo>
                <a:lnTo>
                  <a:pt x="135001" y="47963"/>
                </a:lnTo>
                <a:lnTo>
                  <a:pt x="135001" y="66297"/>
                </a:lnTo>
                <a:lnTo>
                  <a:pt x="15371" y="66297"/>
                </a:lnTo>
                <a:lnTo>
                  <a:pt x="15371" y="114075"/>
                </a:lnTo>
                <a:lnTo>
                  <a:pt x="0" y="114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E67ED-BCA6-4AA9-A06A-56B35FBD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1715016"/>
            <a:ext cx="103705" cy="59260"/>
          </a:xfrm>
          <a:custGeom xmlns:a="http://schemas.openxmlformats.org/drawingml/2006/main">
            <a:pathLst>
              <a:path w="103705" h="59260">
                <a:moveTo>
                  <a:pt x="17963" y="0"/>
                </a:moveTo>
                <a:cubicBezTo>
                  <a:pt x="16852" y="1852"/>
                  <a:pt x="16111" y="3889"/>
                  <a:pt x="15556" y="6111"/>
                </a:cubicBezTo>
                <a:cubicBezTo>
                  <a:pt x="15185" y="8334"/>
                  <a:pt x="14815" y="10741"/>
                  <a:pt x="14815" y="13333"/>
                </a:cubicBezTo>
                <a:cubicBezTo>
                  <a:pt x="14815" y="22778"/>
                  <a:pt x="17963" y="30000"/>
                  <a:pt x="24074" y="35000"/>
                </a:cubicBezTo>
                <a:cubicBezTo>
                  <a:pt x="30185" y="40186"/>
                  <a:pt x="38889" y="42593"/>
                  <a:pt x="50371" y="42593"/>
                </a:cubicBezTo>
                <a:lnTo>
                  <a:pt x="103705" y="42593"/>
                </a:lnTo>
                <a:lnTo>
                  <a:pt x="103705" y="59260"/>
                </a:lnTo>
                <a:lnTo>
                  <a:pt x="2407" y="59260"/>
                </a:lnTo>
                <a:lnTo>
                  <a:pt x="2407" y="42593"/>
                </a:lnTo>
                <a:lnTo>
                  <a:pt x="18148" y="42593"/>
                </a:lnTo>
                <a:cubicBezTo>
                  <a:pt x="12037" y="39260"/>
                  <a:pt x="7407" y="34630"/>
                  <a:pt x="4445" y="29074"/>
                </a:cubicBezTo>
                <a:cubicBezTo>
                  <a:pt x="1482" y="23519"/>
                  <a:pt x="0" y="16667"/>
                  <a:pt x="0" y="8518"/>
                </a:cubicBezTo>
                <a:cubicBezTo>
                  <a:pt x="0" y="7408"/>
                  <a:pt x="185" y="6111"/>
                  <a:pt x="185" y="4630"/>
                </a:cubicBezTo>
                <a:cubicBezTo>
                  <a:pt x="370" y="3333"/>
                  <a:pt x="556" y="1852"/>
                  <a:pt x="926" y="0"/>
                </a:cubicBezTo>
                <a:lnTo>
                  <a:pt x="179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77240-5877-4E2E-9584-9C4E5422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1614959"/>
            <a:ext cx="106112" cy="93890"/>
          </a:xfrm>
          <a:custGeom xmlns:a="http://schemas.openxmlformats.org/drawingml/2006/main">
            <a:pathLst>
              <a:path w="106112" h="93890">
                <a:moveTo>
                  <a:pt x="48889" y="0"/>
                </a:moveTo>
                <a:lnTo>
                  <a:pt x="57038" y="0"/>
                </a:lnTo>
                <a:lnTo>
                  <a:pt x="57038" y="76482"/>
                </a:lnTo>
                <a:cubicBezTo>
                  <a:pt x="68519" y="75741"/>
                  <a:pt x="77408" y="72408"/>
                  <a:pt x="83334" y="66112"/>
                </a:cubicBezTo>
                <a:cubicBezTo>
                  <a:pt x="89260" y="60000"/>
                  <a:pt x="92223" y="51482"/>
                  <a:pt x="92223" y="40371"/>
                </a:cubicBezTo>
                <a:cubicBezTo>
                  <a:pt x="92223" y="34074"/>
                  <a:pt x="91482" y="27778"/>
                  <a:pt x="90001" y="21852"/>
                </a:cubicBezTo>
                <a:cubicBezTo>
                  <a:pt x="88519" y="15926"/>
                  <a:pt x="86112" y="9815"/>
                  <a:pt x="82778" y="3889"/>
                </a:cubicBezTo>
                <a:lnTo>
                  <a:pt x="98519" y="3889"/>
                </a:lnTo>
                <a:cubicBezTo>
                  <a:pt x="101112" y="9815"/>
                  <a:pt x="103149" y="15926"/>
                  <a:pt x="104260" y="22222"/>
                </a:cubicBezTo>
                <a:cubicBezTo>
                  <a:pt x="105371" y="28519"/>
                  <a:pt x="106112" y="35000"/>
                  <a:pt x="106112" y="41297"/>
                </a:cubicBezTo>
                <a:cubicBezTo>
                  <a:pt x="106112" y="57593"/>
                  <a:pt x="101482" y="70371"/>
                  <a:pt x="92223" y="79816"/>
                </a:cubicBezTo>
                <a:cubicBezTo>
                  <a:pt x="82964" y="89260"/>
                  <a:pt x="70186" y="93890"/>
                  <a:pt x="54075" y="93890"/>
                </a:cubicBezTo>
                <a:cubicBezTo>
                  <a:pt x="37593" y="93890"/>
                  <a:pt x="24445" y="89445"/>
                  <a:pt x="14630" y="80556"/>
                </a:cubicBezTo>
                <a:cubicBezTo>
                  <a:pt x="5000" y="71667"/>
                  <a:pt x="0" y="59445"/>
                  <a:pt x="0" y="44260"/>
                </a:cubicBezTo>
                <a:cubicBezTo>
                  <a:pt x="0" y="30556"/>
                  <a:pt x="4445" y="19815"/>
                  <a:pt x="13148" y="11852"/>
                </a:cubicBezTo>
                <a:cubicBezTo>
                  <a:pt x="22037" y="4074"/>
                  <a:pt x="33889" y="0"/>
                  <a:pt x="48889" y="0"/>
                </a:cubicBezTo>
                <a:close/>
                <a:moveTo>
                  <a:pt x="44074" y="16667"/>
                </a:moveTo>
                <a:cubicBezTo>
                  <a:pt x="35000" y="16852"/>
                  <a:pt x="27778" y="19445"/>
                  <a:pt x="22222" y="24259"/>
                </a:cubicBezTo>
                <a:cubicBezTo>
                  <a:pt x="16852" y="29260"/>
                  <a:pt x="14074" y="35926"/>
                  <a:pt x="14074" y="44075"/>
                </a:cubicBezTo>
                <a:cubicBezTo>
                  <a:pt x="14074" y="53334"/>
                  <a:pt x="16852" y="60741"/>
                  <a:pt x="22037" y="66297"/>
                </a:cubicBezTo>
                <a:cubicBezTo>
                  <a:pt x="27222" y="71852"/>
                  <a:pt x="34630" y="75186"/>
                  <a:pt x="44074" y="75927"/>
                </a:cubicBezTo>
                <a:lnTo>
                  <a:pt x="44074" y="16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F5723-7BC4-4237-9350-2DAFC227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1508477"/>
            <a:ext cx="106112" cy="85556"/>
          </a:xfrm>
          <a:custGeom xmlns:a="http://schemas.openxmlformats.org/drawingml/2006/main">
            <a:pathLst>
              <a:path w="106112" h="85556">
                <a:moveTo>
                  <a:pt x="52778" y="33148"/>
                </a:moveTo>
                <a:cubicBezTo>
                  <a:pt x="52778" y="46667"/>
                  <a:pt x="54445" y="55926"/>
                  <a:pt x="57408" y="61112"/>
                </a:cubicBezTo>
                <a:cubicBezTo>
                  <a:pt x="60556" y="66297"/>
                  <a:pt x="65741" y="68889"/>
                  <a:pt x="73149" y="68889"/>
                </a:cubicBezTo>
                <a:cubicBezTo>
                  <a:pt x="79075" y="68889"/>
                  <a:pt x="83890" y="67037"/>
                  <a:pt x="87223" y="63149"/>
                </a:cubicBezTo>
                <a:cubicBezTo>
                  <a:pt x="90742" y="59260"/>
                  <a:pt x="92408" y="53889"/>
                  <a:pt x="92408" y="47223"/>
                </a:cubicBezTo>
                <a:cubicBezTo>
                  <a:pt x="92408" y="37963"/>
                  <a:pt x="89260" y="30556"/>
                  <a:pt x="82593" y="25000"/>
                </a:cubicBezTo>
                <a:cubicBezTo>
                  <a:pt x="76112" y="19444"/>
                  <a:pt x="67408" y="16667"/>
                  <a:pt x="56482" y="16667"/>
                </a:cubicBezTo>
                <a:lnTo>
                  <a:pt x="52778" y="16667"/>
                </a:lnTo>
                <a:lnTo>
                  <a:pt x="52778" y="33148"/>
                </a:lnTo>
                <a:close/>
                <a:moveTo>
                  <a:pt x="45926" y="0"/>
                </a:moveTo>
                <a:lnTo>
                  <a:pt x="103705" y="0"/>
                </a:lnTo>
                <a:lnTo>
                  <a:pt x="103705" y="16667"/>
                </a:lnTo>
                <a:lnTo>
                  <a:pt x="88334" y="16667"/>
                </a:lnTo>
                <a:cubicBezTo>
                  <a:pt x="94630" y="20556"/>
                  <a:pt x="99075" y="25371"/>
                  <a:pt x="101853" y="30926"/>
                </a:cubicBezTo>
                <a:cubicBezTo>
                  <a:pt x="104631" y="36482"/>
                  <a:pt x="106112" y="43519"/>
                  <a:pt x="106112" y="51667"/>
                </a:cubicBezTo>
                <a:cubicBezTo>
                  <a:pt x="106112" y="62038"/>
                  <a:pt x="103334" y="70371"/>
                  <a:pt x="97593" y="76482"/>
                </a:cubicBezTo>
                <a:cubicBezTo>
                  <a:pt x="91853" y="82593"/>
                  <a:pt x="84075" y="85556"/>
                  <a:pt x="74260" y="85556"/>
                </a:cubicBezTo>
                <a:cubicBezTo>
                  <a:pt x="62964" y="85556"/>
                  <a:pt x="54445" y="81852"/>
                  <a:pt x="48519" y="74075"/>
                </a:cubicBezTo>
                <a:cubicBezTo>
                  <a:pt x="42778" y="66482"/>
                  <a:pt x="39815" y="55185"/>
                  <a:pt x="39815" y="40000"/>
                </a:cubicBezTo>
                <a:lnTo>
                  <a:pt x="39815" y="16667"/>
                </a:lnTo>
                <a:lnTo>
                  <a:pt x="38148" y="16667"/>
                </a:lnTo>
                <a:cubicBezTo>
                  <a:pt x="30556" y="16667"/>
                  <a:pt x="24630" y="19259"/>
                  <a:pt x="20371" y="24259"/>
                </a:cubicBezTo>
                <a:cubicBezTo>
                  <a:pt x="16296" y="29259"/>
                  <a:pt x="14074" y="36297"/>
                  <a:pt x="14074" y="45371"/>
                </a:cubicBezTo>
                <a:cubicBezTo>
                  <a:pt x="14074" y="51297"/>
                  <a:pt x="14815" y="56852"/>
                  <a:pt x="16296" y="62408"/>
                </a:cubicBezTo>
                <a:cubicBezTo>
                  <a:pt x="17778" y="67963"/>
                  <a:pt x="19815" y="73149"/>
                  <a:pt x="22408" y="78148"/>
                </a:cubicBezTo>
                <a:lnTo>
                  <a:pt x="7037" y="78148"/>
                </a:lnTo>
                <a:cubicBezTo>
                  <a:pt x="4815" y="72223"/>
                  <a:pt x="2963" y="66297"/>
                  <a:pt x="1852" y="60556"/>
                </a:cubicBezTo>
                <a:cubicBezTo>
                  <a:pt x="741" y="54815"/>
                  <a:pt x="0" y="49260"/>
                  <a:pt x="0" y="43704"/>
                </a:cubicBezTo>
                <a:cubicBezTo>
                  <a:pt x="0" y="29074"/>
                  <a:pt x="3889" y="18148"/>
                  <a:pt x="11482" y="10926"/>
                </a:cubicBezTo>
                <a:cubicBezTo>
                  <a:pt x="19074" y="3703"/>
                  <a:pt x="30556" y="0"/>
                  <a:pt x="4592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3E924-DE50-417E-9550-AC9457FA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3" y="1423477"/>
            <a:ext cx="130001" cy="63148"/>
          </a:xfrm>
          <a:custGeom xmlns:a="http://schemas.openxmlformats.org/drawingml/2006/main">
            <a:pathLst>
              <a:path w="130001" h="63148">
                <a:moveTo>
                  <a:pt x="0" y="34259"/>
                </a:moveTo>
                <a:lnTo>
                  <a:pt x="28704" y="34259"/>
                </a:lnTo>
                <a:lnTo>
                  <a:pt x="28704" y="0"/>
                </a:lnTo>
                <a:lnTo>
                  <a:pt x="41667" y="0"/>
                </a:lnTo>
                <a:lnTo>
                  <a:pt x="41667" y="34259"/>
                </a:lnTo>
                <a:lnTo>
                  <a:pt x="96668" y="34259"/>
                </a:lnTo>
                <a:cubicBezTo>
                  <a:pt x="105001" y="34259"/>
                  <a:pt x="110371" y="33148"/>
                  <a:pt x="112594" y="30926"/>
                </a:cubicBezTo>
                <a:cubicBezTo>
                  <a:pt x="115001" y="28704"/>
                  <a:pt x="116112" y="24074"/>
                  <a:pt x="116112" y="17037"/>
                </a:cubicBezTo>
                <a:lnTo>
                  <a:pt x="116112" y="0"/>
                </a:lnTo>
                <a:lnTo>
                  <a:pt x="130001" y="0"/>
                </a:lnTo>
                <a:lnTo>
                  <a:pt x="130001" y="17037"/>
                </a:lnTo>
                <a:cubicBezTo>
                  <a:pt x="130001" y="30000"/>
                  <a:pt x="127594" y="38889"/>
                  <a:pt x="122779" y="43704"/>
                </a:cubicBezTo>
                <a:cubicBezTo>
                  <a:pt x="117964" y="48519"/>
                  <a:pt x="109260" y="50926"/>
                  <a:pt x="96668" y="50926"/>
                </a:cubicBezTo>
                <a:lnTo>
                  <a:pt x="41667" y="50926"/>
                </a:lnTo>
                <a:lnTo>
                  <a:pt x="41667" y="63148"/>
                </a:lnTo>
                <a:lnTo>
                  <a:pt x="28704" y="63148"/>
                </a:lnTo>
                <a:lnTo>
                  <a:pt x="28704" y="50926"/>
                </a:lnTo>
                <a:lnTo>
                  <a:pt x="0" y="50926"/>
                </a:lnTo>
                <a:lnTo>
                  <a:pt x="0" y="342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71B3C-AE01-4984-913C-602F4E74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1254401"/>
            <a:ext cx="103705" cy="147779"/>
          </a:xfrm>
          <a:custGeom xmlns:a="http://schemas.openxmlformats.org/drawingml/2006/main">
            <a:pathLst>
              <a:path w="103705" h="147779">
                <a:moveTo>
                  <a:pt x="21852" y="68334"/>
                </a:moveTo>
                <a:cubicBezTo>
                  <a:pt x="14445" y="64260"/>
                  <a:pt x="9074" y="59260"/>
                  <a:pt x="5370" y="53519"/>
                </a:cubicBezTo>
                <a:cubicBezTo>
                  <a:pt x="1852" y="47778"/>
                  <a:pt x="0" y="40926"/>
                  <a:pt x="0" y="32963"/>
                </a:cubicBezTo>
                <a:cubicBezTo>
                  <a:pt x="0" y="22593"/>
                  <a:pt x="3704" y="14445"/>
                  <a:pt x="11111" y="8704"/>
                </a:cubicBezTo>
                <a:cubicBezTo>
                  <a:pt x="18519" y="2963"/>
                  <a:pt x="29074" y="0"/>
                  <a:pt x="42593" y="0"/>
                </a:cubicBezTo>
                <a:lnTo>
                  <a:pt x="103705" y="0"/>
                </a:lnTo>
                <a:lnTo>
                  <a:pt x="103705" y="16667"/>
                </a:lnTo>
                <a:lnTo>
                  <a:pt x="43149" y="16667"/>
                </a:lnTo>
                <a:cubicBezTo>
                  <a:pt x="33519" y="16667"/>
                  <a:pt x="26297" y="18519"/>
                  <a:pt x="21482" y="21852"/>
                </a:cubicBezTo>
                <a:cubicBezTo>
                  <a:pt x="16852" y="25371"/>
                  <a:pt x="14445" y="30556"/>
                  <a:pt x="14445" y="37593"/>
                </a:cubicBezTo>
                <a:cubicBezTo>
                  <a:pt x="14445" y="46297"/>
                  <a:pt x="17408" y="53149"/>
                  <a:pt x="23148" y="58148"/>
                </a:cubicBezTo>
                <a:cubicBezTo>
                  <a:pt x="28889" y="63149"/>
                  <a:pt x="36667" y="65556"/>
                  <a:pt x="46482" y="65556"/>
                </a:cubicBezTo>
                <a:lnTo>
                  <a:pt x="103705" y="65556"/>
                </a:lnTo>
                <a:lnTo>
                  <a:pt x="103705" y="82223"/>
                </a:lnTo>
                <a:lnTo>
                  <a:pt x="43149" y="82223"/>
                </a:lnTo>
                <a:cubicBezTo>
                  <a:pt x="33519" y="82223"/>
                  <a:pt x="26297" y="84075"/>
                  <a:pt x="21482" y="87408"/>
                </a:cubicBezTo>
                <a:cubicBezTo>
                  <a:pt x="16852" y="90927"/>
                  <a:pt x="14445" y="96297"/>
                  <a:pt x="14445" y="103334"/>
                </a:cubicBezTo>
                <a:cubicBezTo>
                  <a:pt x="14445" y="111853"/>
                  <a:pt x="17408" y="118705"/>
                  <a:pt x="23148" y="123705"/>
                </a:cubicBezTo>
                <a:cubicBezTo>
                  <a:pt x="28889" y="128705"/>
                  <a:pt x="36667" y="131112"/>
                  <a:pt x="46482" y="131112"/>
                </a:cubicBezTo>
                <a:lnTo>
                  <a:pt x="103705" y="131112"/>
                </a:lnTo>
                <a:lnTo>
                  <a:pt x="103705" y="147779"/>
                </a:lnTo>
                <a:lnTo>
                  <a:pt x="2407" y="147779"/>
                </a:lnTo>
                <a:lnTo>
                  <a:pt x="2407" y="131112"/>
                </a:lnTo>
                <a:lnTo>
                  <a:pt x="18148" y="131112"/>
                </a:lnTo>
                <a:cubicBezTo>
                  <a:pt x="12037" y="127409"/>
                  <a:pt x="7407" y="122779"/>
                  <a:pt x="4445" y="117409"/>
                </a:cubicBezTo>
                <a:cubicBezTo>
                  <a:pt x="1482" y="112223"/>
                  <a:pt x="0" y="105927"/>
                  <a:pt x="0" y="98519"/>
                </a:cubicBezTo>
                <a:cubicBezTo>
                  <a:pt x="0" y="91112"/>
                  <a:pt x="1852" y="85001"/>
                  <a:pt x="5556" y="79816"/>
                </a:cubicBezTo>
                <a:cubicBezTo>
                  <a:pt x="9259" y="74630"/>
                  <a:pt x="14815" y="70926"/>
                  <a:pt x="21852" y="683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49CC4-BC12-4419-BC35-F02283C6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1134585"/>
            <a:ext cx="106112" cy="93889"/>
          </a:xfrm>
          <a:custGeom xmlns:a="http://schemas.openxmlformats.org/drawingml/2006/main">
            <a:pathLst>
              <a:path w="106112" h="93889">
                <a:moveTo>
                  <a:pt x="48889" y="0"/>
                </a:moveTo>
                <a:lnTo>
                  <a:pt x="57038" y="0"/>
                </a:lnTo>
                <a:lnTo>
                  <a:pt x="57038" y="76482"/>
                </a:lnTo>
                <a:cubicBezTo>
                  <a:pt x="68519" y="75741"/>
                  <a:pt x="77408" y="72408"/>
                  <a:pt x="83334" y="66111"/>
                </a:cubicBezTo>
                <a:cubicBezTo>
                  <a:pt x="89260" y="60000"/>
                  <a:pt x="92223" y="51482"/>
                  <a:pt x="92223" y="40371"/>
                </a:cubicBezTo>
                <a:cubicBezTo>
                  <a:pt x="92223" y="34074"/>
                  <a:pt x="91482" y="27778"/>
                  <a:pt x="90001" y="21852"/>
                </a:cubicBezTo>
                <a:cubicBezTo>
                  <a:pt x="88519" y="15926"/>
                  <a:pt x="86112" y="9815"/>
                  <a:pt x="82778" y="3889"/>
                </a:cubicBezTo>
                <a:lnTo>
                  <a:pt x="98519" y="3889"/>
                </a:lnTo>
                <a:cubicBezTo>
                  <a:pt x="101112" y="9815"/>
                  <a:pt x="103149" y="15926"/>
                  <a:pt x="104260" y="22222"/>
                </a:cubicBezTo>
                <a:cubicBezTo>
                  <a:pt x="105371" y="28518"/>
                  <a:pt x="106112" y="35000"/>
                  <a:pt x="106112" y="41296"/>
                </a:cubicBezTo>
                <a:cubicBezTo>
                  <a:pt x="106112" y="57593"/>
                  <a:pt x="101482" y="70371"/>
                  <a:pt x="92223" y="79815"/>
                </a:cubicBezTo>
                <a:cubicBezTo>
                  <a:pt x="82964" y="89260"/>
                  <a:pt x="70186" y="93889"/>
                  <a:pt x="54075" y="93889"/>
                </a:cubicBezTo>
                <a:cubicBezTo>
                  <a:pt x="37593" y="93889"/>
                  <a:pt x="24445" y="89445"/>
                  <a:pt x="14630" y="80556"/>
                </a:cubicBezTo>
                <a:cubicBezTo>
                  <a:pt x="5000" y="71667"/>
                  <a:pt x="0" y="59445"/>
                  <a:pt x="0" y="44259"/>
                </a:cubicBezTo>
                <a:cubicBezTo>
                  <a:pt x="0" y="30556"/>
                  <a:pt x="4445" y="19815"/>
                  <a:pt x="13148" y="11852"/>
                </a:cubicBezTo>
                <a:cubicBezTo>
                  <a:pt x="22037" y="4074"/>
                  <a:pt x="33889" y="0"/>
                  <a:pt x="48889" y="0"/>
                </a:cubicBezTo>
                <a:close/>
                <a:moveTo>
                  <a:pt x="44074" y="16667"/>
                </a:moveTo>
                <a:cubicBezTo>
                  <a:pt x="35000" y="16852"/>
                  <a:pt x="27778" y="19444"/>
                  <a:pt x="22222" y="24259"/>
                </a:cubicBezTo>
                <a:cubicBezTo>
                  <a:pt x="16852" y="29259"/>
                  <a:pt x="14074" y="35926"/>
                  <a:pt x="14074" y="44074"/>
                </a:cubicBezTo>
                <a:cubicBezTo>
                  <a:pt x="14074" y="53333"/>
                  <a:pt x="16852" y="60741"/>
                  <a:pt x="22037" y="66297"/>
                </a:cubicBezTo>
                <a:cubicBezTo>
                  <a:pt x="27222" y="71852"/>
                  <a:pt x="34630" y="75186"/>
                  <a:pt x="44074" y="75927"/>
                </a:cubicBezTo>
                <a:lnTo>
                  <a:pt x="44074" y="16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AEE48-EC45-496F-86AF-894C357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1023103"/>
            <a:ext cx="103705" cy="84815"/>
          </a:xfrm>
          <a:custGeom xmlns:a="http://schemas.openxmlformats.org/drawingml/2006/main">
            <a:pathLst>
              <a:path w="103705" h="84815">
                <a:moveTo>
                  <a:pt x="42593" y="0"/>
                </a:moveTo>
                <a:lnTo>
                  <a:pt x="103705" y="0"/>
                </a:lnTo>
                <a:lnTo>
                  <a:pt x="103705" y="16667"/>
                </a:lnTo>
                <a:lnTo>
                  <a:pt x="43149" y="16667"/>
                </a:lnTo>
                <a:cubicBezTo>
                  <a:pt x="33519" y="16667"/>
                  <a:pt x="26482" y="18704"/>
                  <a:pt x="21667" y="22408"/>
                </a:cubicBezTo>
                <a:cubicBezTo>
                  <a:pt x="16852" y="26111"/>
                  <a:pt x="14445" y="31667"/>
                  <a:pt x="14445" y="39074"/>
                </a:cubicBezTo>
                <a:cubicBezTo>
                  <a:pt x="14445" y="48148"/>
                  <a:pt x="17408" y="55185"/>
                  <a:pt x="23148" y="60371"/>
                </a:cubicBezTo>
                <a:cubicBezTo>
                  <a:pt x="28889" y="65556"/>
                  <a:pt x="36667" y="68148"/>
                  <a:pt x="46482" y="68148"/>
                </a:cubicBezTo>
                <a:lnTo>
                  <a:pt x="103705" y="68148"/>
                </a:lnTo>
                <a:lnTo>
                  <a:pt x="103705" y="84815"/>
                </a:lnTo>
                <a:lnTo>
                  <a:pt x="2407" y="84815"/>
                </a:lnTo>
                <a:lnTo>
                  <a:pt x="2407" y="68148"/>
                </a:lnTo>
                <a:lnTo>
                  <a:pt x="18148" y="68148"/>
                </a:lnTo>
                <a:cubicBezTo>
                  <a:pt x="12222" y="64260"/>
                  <a:pt x="7593" y="59630"/>
                  <a:pt x="4630" y="54074"/>
                </a:cubicBezTo>
                <a:cubicBezTo>
                  <a:pt x="1667" y="48704"/>
                  <a:pt x="0" y="42407"/>
                  <a:pt x="0" y="35371"/>
                </a:cubicBezTo>
                <a:cubicBezTo>
                  <a:pt x="0" y="23889"/>
                  <a:pt x="3704" y="15000"/>
                  <a:pt x="10926" y="9074"/>
                </a:cubicBezTo>
                <a:cubicBezTo>
                  <a:pt x="18148" y="3148"/>
                  <a:pt x="28704" y="0"/>
                  <a:pt x="4259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257FD-8349-470D-9773-EC0502A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3" y="939213"/>
            <a:ext cx="130001" cy="63149"/>
          </a:xfrm>
          <a:custGeom xmlns:a="http://schemas.openxmlformats.org/drawingml/2006/main">
            <a:pathLst>
              <a:path w="130001" h="63149">
                <a:moveTo>
                  <a:pt x="0" y="34260"/>
                </a:moveTo>
                <a:lnTo>
                  <a:pt x="28704" y="34260"/>
                </a:lnTo>
                <a:lnTo>
                  <a:pt x="28704" y="0"/>
                </a:lnTo>
                <a:lnTo>
                  <a:pt x="41667" y="0"/>
                </a:lnTo>
                <a:lnTo>
                  <a:pt x="41667" y="34260"/>
                </a:lnTo>
                <a:lnTo>
                  <a:pt x="96668" y="34260"/>
                </a:lnTo>
                <a:cubicBezTo>
                  <a:pt x="105001" y="34260"/>
                  <a:pt x="110371" y="33149"/>
                  <a:pt x="112594" y="30926"/>
                </a:cubicBezTo>
                <a:cubicBezTo>
                  <a:pt x="115001" y="28704"/>
                  <a:pt x="116112" y="24075"/>
                  <a:pt x="116112" y="17037"/>
                </a:cubicBezTo>
                <a:lnTo>
                  <a:pt x="116112" y="0"/>
                </a:lnTo>
                <a:lnTo>
                  <a:pt x="130001" y="0"/>
                </a:lnTo>
                <a:lnTo>
                  <a:pt x="130001" y="17037"/>
                </a:lnTo>
                <a:cubicBezTo>
                  <a:pt x="130001" y="30000"/>
                  <a:pt x="127594" y="38889"/>
                  <a:pt x="122779" y="43704"/>
                </a:cubicBezTo>
                <a:cubicBezTo>
                  <a:pt x="117964" y="48519"/>
                  <a:pt x="109260" y="50926"/>
                  <a:pt x="96668" y="50926"/>
                </a:cubicBezTo>
                <a:lnTo>
                  <a:pt x="41667" y="50926"/>
                </a:lnTo>
                <a:lnTo>
                  <a:pt x="41667" y="63149"/>
                </a:lnTo>
                <a:lnTo>
                  <a:pt x="28704" y="63149"/>
                </a:lnTo>
                <a:lnTo>
                  <a:pt x="28704" y="50926"/>
                </a:lnTo>
                <a:lnTo>
                  <a:pt x="0" y="50926"/>
                </a:lnTo>
                <a:lnTo>
                  <a:pt x="0" y="342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29470-A999-4426-AD03-AB13A7CB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" y="768656"/>
            <a:ext cx="139816" cy="95001"/>
          </a:xfrm>
          <a:custGeom xmlns:a="http://schemas.openxmlformats.org/drawingml/2006/main">
            <a:pathLst>
              <a:path w="139816" h="95001">
                <a:moveTo>
                  <a:pt x="6852" y="8149"/>
                </a:moveTo>
                <a:lnTo>
                  <a:pt x="24630" y="8149"/>
                </a:lnTo>
                <a:cubicBezTo>
                  <a:pt x="21296" y="15185"/>
                  <a:pt x="18889" y="21667"/>
                  <a:pt x="17222" y="27778"/>
                </a:cubicBezTo>
                <a:cubicBezTo>
                  <a:pt x="15741" y="34074"/>
                  <a:pt x="14815" y="40000"/>
                  <a:pt x="14815" y="45556"/>
                </a:cubicBezTo>
                <a:cubicBezTo>
                  <a:pt x="14815" y="55556"/>
                  <a:pt x="16852" y="63334"/>
                  <a:pt x="20556" y="68705"/>
                </a:cubicBezTo>
                <a:cubicBezTo>
                  <a:pt x="24445" y="74075"/>
                  <a:pt x="30000" y="76667"/>
                  <a:pt x="37037" y="76667"/>
                </a:cubicBezTo>
                <a:cubicBezTo>
                  <a:pt x="42963" y="76667"/>
                  <a:pt x="47593" y="75001"/>
                  <a:pt x="50556" y="71297"/>
                </a:cubicBezTo>
                <a:cubicBezTo>
                  <a:pt x="53704" y="67779"/>
                  <a:pt x="56112" y="60926"/>
                  <a:pt x="57963" y="50926"/>
                </a:cubicBezTo>
                <a:lnTo>
                  <a:pt x="60186" y="39815"/>
                </a:lnTo>
                <a:cubicBezTo>
                  <a:pt x="62778" y="26297"/>
                  <a:pt x="67408" y="16297"/>
                  <a:pt x="73890" y="9815"/>
                </a:cubicBezTo>
                <a:cubicBezTo>
                  <a:pt x="80556" y="3333"/>
                  <a:pt x="89260" y="0"/>
                  <a:pt x="100186" y="0"/>
                </a:cubicBezTo>
                <a:cubicBezTo>
                  <a:pt x="113334" y="0"/>
                  <a:pt x="123149" y="4445"/>
                  <a:pt x="129816" y="13148"/>
                </a:cubicBezTo>
                <a:cubicBezTo>
                  <a:pt x="136483" y="22037"/>
                  <a:pt x="139816" y="34815"/>
                  <a:pt x="139816" y="51667"/>
                </a:cubicBezTo>
                <a:cubicBezTo>
                  <a:pt x="139816" y="58148"/>
                  <a:pt x="139075" y="65001"/>
                  <a:pt x="137779" y="72223"/>
                </a:cubicBezTo>
                <a:cubicBezTo>
                  <a:pt x="136483" y="79445"/>
                  <a:pt x="134446" y="86853"/>
                  <a:pt x="131483" y="94446"/>
                </a:cubicBezTo>
                <a:lnTo>
                  <a:pt x="112594" y="94446"/>
                </a:lnTo>
                <a:cubicBezTo>
                  <a:pt x="116853" y="87038"/>
                  <a:pt x="120001" y="79816"/>
                  <a:pt x="122038" y="72778"/>
                </a:cubicBezTo>
                <a:cubicBezTo>
                  <a:pt x="124260" y="65741"/>
                  <a:pt x="125186" y="58704"/>
                  <a:pt x="125186" y="51667"/>
                </a:cubicBezTo>
                <a:cubicBezTo>
                  <a:pt x="125186" y="41297"/>
                  <a:pt x="123149" y="33333"/>
                  <a:pt x="119075" y="27593"/>
                </a:cubicBezTo>
                <a:cubicBezTo>
                  <a:pt x="115001" y="22037"/>
                  <a:pt x="109260" y="19074"/>
                  <a:pt x="101482" y="19074"/>
                </a:cubicBezTo>
                <a:cubicBezTo>
                  <a:pt x="94816" y="19074"/>
                  <a:pt x="89630" y="21111"/>
                  <a:pt x="85927" y="25185"/>
                </a:cubicBezTo>
                <a:cubicBezTo>
                  <a:pt x="82223" y="29260"/>
                  <a:pt x="79445" y="35926"/>
                  <a:pt x="77593" y="45186"/>
                </a:cubicBezTo>
                <a:lnTo>
                  <a:pt x="75371" y="56297"/>
                </a:lnTo>
                <a:cubicBezTo>
                  <a:pt x="72778" y="70001"/>
                  <a:pt x="68519" y="79816"/>
                  <a:pt x="62593" y="85927"/>
                </a:cubicBezTo>
                <a:cubicBezTo>
                  <a:pt x="56852" y="92038"/>
                  <a:pt x="48889" y="95001"/>
                  <a:pt x="38519" y="95001"/>
                </a:cubicBezTo>
                <a:cubicBezTo>
                  <a:pt x="26667" y="95001"/>
                  <a:pt x="17222" y="90927"/>
                  <a:pt x="10370" y="82408"/>
                </a:cubicBezTo>
                <a:cubicBezTo>
                  <a:pt x="3519" y="74075"/>
                  <a:pt x="0" y="62408"/>
                  <a:pt x="0" y="47593"/>
                </a:cubicBezTo>
                <a:cubicBezTo>
                  <a:pt x="0" y="41297"/>
                  <a:pt x="556" y="35000"/>
                  <a:pt x="1667" y="28334"/>
                </a:cubicBezTo>
                <a:cubicBezTo>
                  <a:pt x="2778" y="21852"/>
                  <a:pt x="4630" y="15185"/>
                  <a:pt x="6852" y="81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5350E-A826-4D52-B21A-85DFF900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3" y="690137"/>
            <a:ext cx="130001" cy="63149"/>
          </a:xfrm>
          <a:custGeom xmlns:a="http://schemas.openxmlformats.org/drawingml/2006/main">
            <a:pathLst>
              <a:path w="130001" h="63149">
                <a:moveTo>
                  <a:pt x="0" y="34260"/>
                </a:moveTo>
                <a:lnTo>
                  <a:pt x="28704" y="34260"/>
                </a:lnTo>
                <a:lnTo>
                  <a:pt x="28704" y="0"/>
                </a:lnTo>
                <a:lnTo>
                  <a:pt x="41667" y="0"/>
                </a:lnTo>
                <a:lnTo>
                  <a:pt x="41667" y="34260"/>
                </a:lnTo>
                <a:lnTo>
                  <a:pt x="96668" y="34260"/>
                </a:lnTo>
                <a:cubicBezTo>
                  <a:pt x="105001" y="34260"/>
                  <a:pt x="110371" y="33149"/>
                  <a:pt x="112594" y="30926"/>
                </a:cubicBezTo>
                <a:cubicBezTo>
                  <a:pt x="115001" y="28704"/>
                  <a:pt x="116112" y="24075"/>
                  <a:pt x="116112" y="17037"/>
                </a:cubicBezTo>
                <a:lnTo>
                  <a:pt x="116112" y="0"/>
                </a:lnTo>
                <a:lnTo>
                  <a:pt x="130001" y="0"/>
                </a:lnTo>
                <a:lnTo>
                  <a:pt x="130001" y="17037"/>
                </a:lnTo>
                <a:cubicBezTo>
                  <a:pt x="130001" y="30000"/>
                  <a:pt x="127594" y="38889"/>
                  <a:pt x="122779" y="43704"/>
                </a:cubicBezTo>
                <a:cubicBezTo>
                  <a:pt x="117964" y="48519"/>
                  <a:pt x="109260" y="50926"/>
                  <a:pt x="96668" y="50926"/>
                </a:cubicBezTo>
                <a:lnTo>
                  <a:pt x="41667" y="50926"/>
                </a:lnTo>
                <a:lnTo>
                  <a:pt x="41667" y="63149"/>
                </a:lnTo>
                <a:lnTo>
                  <a:pt x="28704" y="63149"/>
                </a:lnTo>
                <a:lnTo>
                  <a:pt x="28704" y="50926"/>
                </a:lnTo>
                <a:lnTo>
                  <a:pt x="0" y="50926"/>
                </a:lnTo>
                <a:lnTo>
                  <a:pt x="0" y="342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C799C-B9ED-4DE2-BE5F-F8BAA07E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581617"/>
            <a:ext cx="106112" cy="93890"/>
          </a:xfrm>
          <a:custGeom xmlns:a="http://schemas.openxmlformats.org/drawingml/2006/main">
            <a:pathLst>
              <a:path w="106112" h="93890">
                <a:moveTo>
                  <a:pt x="48889" y="0"/>
                </a:moveTo>
                <a:lnTo>
                  <a:pt x="57038" y="0"/>
                </a:lnTo>
                <a:lnTo>
                  <a:pt x="57038" y="76482"/>
                </a:lnTo>
                <a:cubicBezTo>
                  <a:pt x="68519" y="75741"/>
                  <a:pt x="77408" y="72408"/>
                  <a:pt x="83334" y="66112"/>
                </a:cubicBezTo>
                <a:cubicBezTo>
                  <a:pt x="89260" y="60000"/>
                  <a:pt x="92223" y="51482"/>
                  <a:pt x="92223" y="40371"/>
                </a:cubicBezTo>
                <a:cubicBezTo>
                  <a:pt x="92223" y="34074"/>
                  <a:pt x="91482" y="27778"/>
                  <a:pt x="90001" y="21852"/>
                </a:cubicBezTo>
                <a:cubicBezTo>
                  <a:pt x="88519" y="15926"/>
                  <a:pt x="86112" y="9815"/>
                  <a:pt x="82778" y="3889"/>
                </a:cubicBezTo>
                <a:lnTo>
                  <a:pt x="98519" y="3889"/>
                </a:lnTo>
                <a:cubicBezTo>
                  <a:pt x="101112" y="9815"/>
                  <a:pt x="103149" y="15926"/>
                  <a:pt x="104260" y="22222"/>
                </a:cubicBezTo>
                <a:cubicBezTo>
                  <a:pt x="105371" y="28519"/>
                  <a:pt x="106112" y="35000"/>
                  <a:pt x="106112" y="41297"/>
                </a:cubicBezTo>
                <a:cubicBezTo>
                  <a:pt x="106112" y="57593"/>
                  <a:pt x="101482" y="70371"/>
                  <a:pt x="92223" y="79816"/>
                </a:cubicBezTo>
                <a:cubicBezTo>
                  <a:pt x="82964" y="89260"/>
                  <a:pt x="70186" y="93890"/>
                  <a:pt x="54075" y="93890"/>
                </a:cubicBezTo>
                <a:cubicBezTo>
                  <a:pt x="37593" y="93890"/>
                  <a:pt x="24445" y="89445"/>
                  <a:pt x="14630" y="80556"/>
                </a:cubicBezTo>
                <a:cubicBezTo>
                  <a:pt x="5000" y="71667"/>
                  <a:pt x="0" y="59445"/>
                  <a:pt x="0" y="44260"/>
                </a:cubicBezTo>
                <a:cubicBezTo>
                  <a:pt x="0" y="30556"/>
                  <a:pt x="4445" y="19815"/>
                  <a:pt x="13148" y="11852"/>
                </a:cubicBezTo>
                <a:cubicBezTo>
                  <a:pt x="22037" y="4074"/>
                  <a:pt x="33889" y="0"/>
                  <a:pt x="48889" y="0"/>
                </a:cubicBezTo>
                <a:close/>
                <a:moveTo>
                  <a:pt x="44074" y="16667"/>
                </a:moveTo>
                <a:cubicBezTo>
                  <a:pt x="35000" y="16852"/>
                  <a:pt x="27778" y="19445"/>
                  <a:pt x="22222" y="24259"/>
                </a:cubicBezTo>
                <a:cubicBezTo>
                  <a:pt x="16852" y="29260"/>
                  <a:pt x="14074" y="35926"/>
                  <a:pt x="14074" y="44075"/>
                </a:cubicBezTo>
                <a:cubicBezTo>
                  <a:pt x="14074" y="53334"/>
                  <a:pt x="16852" y="60741"/>
                  <a:pt x="22037" y="66297"/>
                </a:cubicBezTo>
                <a:cubicBezTo>
                  <a:pt x="27222" y="71852"/>
                  <a:pt x="34630" y="75186"/>
                  <a:pt x="44074" y="75927"/>
                </a:cubicBezTo>
                <a:lnTo>
                  <a:pt x="44074" y="166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3DB78-F760-4C94-A9D3-E04D133E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" y="464395"/>
            <a:ext cx="142038" cy="90556"/>
          </a:xfrm>
          <a:custGeom xmlns:a="http://schemas.openxmlformats.org/drawingml/2006/main">
            <a:pathLst>
              <a:path w="142038" h="90556">
                <a:moveTo>
                  <a:pt x="88519" y="73889"/>
                </a:moveTo>
                <a:lnTo>
                  <a:pt x="142038" y="73889"/>
                </a:lnTo>
                <a:lnTo>
                  <a:pt x="142038" y="90556"/>
                </a:lnTo>
                <a:lnTo>
                  <a:pt x="2407" y="90556"/>
                </a:lnTo>
                <a:lnTo>
                  <a:pt x="2407" y="73889"/>
                </a:lnTo>
                <a:lnTo>
                  <a:pt x="17778" y="73889"/>
                </a:lnTo>
                <a:cubicBezTo>
                  <a:pt x="11852" y="70556"/>
                  <a:pt x="7407" y="66111"/>
                  <a:pt x="4445" y="60741"/>
                </a:cubicBezTo>
                <a:cubicBezTo>
                  <a:pt x="1482" y="55371"/>
                  <a:pt x="0" y="48889"/>
                  <a:pt x="0" y="41482"/>
                </a:cubicBezTo>
                <a:cubicBezTo>
                  <a:pt x="0" y="29259"/>
                  <a:pt x="5000" y="19259"/>
                  <a:pt x="14630" y="11482"/>
                </a:cubicBezTo>
                <a:cubicBezTo>
                  <a:pt x="24445" y="3889"/>
                  <a:pt x="37223" y="0"/>
                  <a:pt x="53149" y="0"/>
                </a:cubicBezTo>
                <a:cubicBezTo>
                  <a:pt x="69075" y="0"/>
                  <a:pt x="82038" y="3889"/>
                  <a:pt x="91667" y="11482"/>
                </a:cubicBezTo>
                <a:cubicBezTo>
                  <a:pt x="101297" y="19259"/>
                  <a:pt x="106112" y="29259"/>
                  <a:pt x="106112" y="41482"/>
                </a:cubicBezTo>
                <a:cubicBezTo>
                  <a:pt x="106112" y="48889"/>
                  <a:pt x="104631" y="55371"/>
                  <a:pt x="101853" y="60741"/>
                </a:cubicBezTo>
                <a:cubicBezTo>
                  <a:pt x="99075" y="66111"/>
                  <a:pt x="94630" y="70556"/>
                  <a:pt x="88519" y="73889"/>
                </a:cubicBezTo>
                <a:close/>
                <a:moveTo>
                  <a:pt x="53149" y="17222"/>
                </a:moveTo>
                <a:cubicBezTo>
                  <a:pt x="40926" y="17222"/>
                  <a:pt x="31482" y="19815"/>
                  <a:pt x="24445" y="24815"/>
                </a:cubicBezTo>
                <a:cubicBezTo>
                  <a:pt x="17408" y="30000"/>
                  <a:pt x="13889" y="36852"/>
                  <a:pt x="13889" y="45556"/>
                </a:cubicBezTo>
                <a:cubicBezTo>
                  <a:pt x="13889" y="54445"/>
                  <a:pt x="17408" y="61297"/>
                  <a:pt x="24445" y="66297"/>
                </a:cubicBezTo>
                <a:cubicBezTo>
                  <a:pt x="31482" y="71482"/>
                  <a:pt x="40926" y="73889"/>
                  <a:pt x="53149" y="73889"/>
                </a:cubicBezTo>
                <a:cubicBezTo>
                  <a:pt x="65371" y="73889"/>
                  <a:pt x="75001" y="71482"/>
                  <a:pt x="82038" y="66297"/>
                </a:cubicBezTo>
                <a:cubicBezTo>
                  <a:pt x="89075" y="61297"/>
                  <a:pt x="92408" y="54445"/>
                  <a:pt x="92408" y="45556"/>
                </a:cubicBezTo>
                <a:cubicBezTo>
                  <a:pt x="92408" y="36852"/>
                  <a:pt x="89075" y="30000"/>
                  <a:pt x="82038" y="24815"/>
                </a:cubicBezTo>
                <a:cubicBezTo>
                  <a:pt x="75001" y="19815"/>
                  <a:pt x="65371" y="17222"/>
                  <a:pt x="53149" y="172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C8EB3-07A1-4D81-89CE-140CDF60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418" y="1344744"/>
            <a:ext cx="210992" cy="2302021"/>
          </a:xfrm>
          <a:custGeom xmlns:a="http://schemas.openxmlformats.org/drawingml/2006/main">
            <a:pathLst>
              <a:path w="210992" h="2302021" fill="none">
                <a:moveTo>
                  <a:pt x="48832" y="2302021"/>
                </a:moveTo>
                <a:lnTo>
                  <a:pt x="58046" y="2302021"/>
                </a:lnTo>
                <a:lnTo>
                  <a:pt x="210992" y="2302021"/>
                </a:lnTo>
                <a:lnTo>
                  <a:pt x="210992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427" cap="flat">
            <a:solidFill>
              <a:srgbClr val="000000"/>
            </a:solidFill>
            <a:miter/>
          </a:ln>
        </p:spPr>
      </p:sp>
      <p:sp>
        <p:nvSpPr>
          <p:cNvPr id="4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AC1AD-9EFF-4C41-BCCB-027BF08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418" y="3608068"/>
            <a:ext cx="77394" cy="77394"/>
          </a:xfrm>
          <a:custGeom xmlns:a="http://schemas.openxmlformats.org/drawingml/2006/main">
            <a:pathLst>
              <a:path w="77394" h="77394">
                <a:moveTo>
                  <a:pt x="77394" y="0"/>
                </a:moveTo>
                <a:lnTo>
                  <a:pt x="0" y="38697"/>
                </a:lnTo>
                <a:lnTo>
                  <a:pt x="77394" y="77394"/>
                </a:lnTo>
                <a:lnTo>
                  <a:pt x="58046" y="38697"/>
                </a:lnTo>
                <a:lnTo>
                  <a:pt x="7739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3F822-4A16-4AAC-99C1-95A0896F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08" y="1302112"/>
            <a:ext cx="5294786" cy="85735"/>
          </a:xfrm>
          <a:custGeom xmlns:a="http://schemas.openxmlformats.org/drawingml/2006/main">
            <a:pathLst>
              <a:path w="5294786" h="85735" fill="none">
                <a:moveTo>
                  <a:pt x="65530" y="0"/>
                </a:moveTo>
                <a:lnTo>
                  <a:pt x="5229259" y="0"/>
                </a:lnTo>
                <a:cubicBezTo>
                  <a:pt x="5247921" y="0"/>
                  <a:pt x="5259116" y="0"/>
                  <a:pt x="5266583" y="2585"/>
                </a:cubicBezTo>
                <a:cubicBezTo>
                  <a:pt x="5278487" y="6919"/>
                  <a:pt x="5287867" y="16299"/>
                  <a:pt x="5292202" y="28206"/>
                </a:cubicBezTo>
                <a:cubicBezTo>
                  <a:pt x="5293911" y="32905"/>
                  <a:pt x="5294786" y="37867"/>
                  <a:pt x="5294786" y="42867"/>
                </a:cubicBezTo>
                <a:cubicBezTo>
                  <a:pt x="5294786" y="47868"/>
                  <a:pt x="5293911" y="52830"/>
                  <a:pt x="5292202" y="57529"/>
                </a:cubicBezTo>
                <a:cubicBezTo>
                  <a:pt x="5287867" y="69436"/>
                  <a:pt x="5278487" y="78816"/>
                  <a:pt x="5266583" y="83150"/>
                </a:cubicBezTo>
                <a:cubicBezTo>
                  <a:pt x="5259116" y="85735"/>
                  <a:pt x="5247921" y="85735"/>
                  <a:pt x="5229259" y="85735"/>
                </a:cubicBezTo>
                <a:lnTo>
                  <a:pt x="65530" y="85735"/>
                </a:lnTo>
                <a:cubicBezTo>
                  <a:pt x="46868" y="85735"/>
                  <a:pt x="35671" y="85735"/>
                  <a:pt x="28206" y="83150"/>
                </a:cubicBezTo>
                <a:cubicBezTo>
                  <a:pt x="16299" y="78816"/>
                  <a:pt x="6919" y="69436"/>
                  <a:pt x="2585" y="57529"/>
                </a:cubicBezTo>
                <a:cubicBezTo>
                  <a:pt x="875" y="52830"/>
                  <a:pt x="0" y="47868"/>
                  <a:pt x="0" y="42867"/>
                </a:cubicBezTo>
                <a:cubicBezTo>
                  <a:pt x="0" y="37867"/>
                  <a:pt x="875" y="32905"/>
                  <a:pt x="2585" y="28206"/>
                </a:cubicBezTo>
                <a:cubicBezTo>
                  <a:pt x="6919" y="16299"/>
                  <a:pt x="16299" y="6919"/>
                  <a:pt x="28206" y="2585"/>
                </a:cubicBezTo>
                <a:cubicBezTo>
                  <a:pt x="35671" y="0"/>
                  <a:pt x="46868" y="0"/>
                  <a:pt x="65530" y="0"/>
                </a:cubicBezTo>
                <a:close/>
                <a:moveTo>
                  <a:pt x="6553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8427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778383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2026-09-08T03:29:29.2650000Z</dcterms:created>
  <dcterms:modified xsi:type="dcterms:W3CDTF">2026-09-08T03:29:29.2650000Z</dcterms:modified>
</coreProperties>
</file>