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224b0ccff499c" /><Relationship Type="http://schemas.openxmlformats.org/officeDocument/2006/relationships/extended-properties" Target="/docProps/app.xml" Id="R9689f12365c8404a" /><Relationship Type="http://schemas.openxmlformats.org/officeDocument/2006/relationships/officeDocument" Target="/ppt/presentation.xml" Id="R357da0b60d304a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e1ff64ac874997"/>
  </p:sldMasterIdLst>
  <p:notesMasterIdLst>
    <p:notesMasterId xmlns:r="http://schemas.openxmlformats.org/officeDocument/2006/relationships" r:id="R54e6d9a7a2814eee"/>
  </p:notesMasterIdLst>
  <p:sldIdLst>
    <p:sldId xmlns:r="http://schemas.openxmlformats.org/officeDocument/2006/relationships" id="256" r:id="R41d6434b70514f6d"/>
  </p:sldIdLst>
  <p:sldSz cx="6829425" cy="5343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0b75e84a346dc" /><Relationship Type="http://schemas.openxmlformats.org/officeDocument/2006/relationships/slideMaster" Target="/ppt/slideMasters/slideMaster1.xml" Id="R74e1ff64ac874997" /><Relationship Type="http://schemas.openxmlformats.org/officeDocument/2006/relationships/notesMaster" Target="/ppt/notesMasters/notesMaster1.xml" Id="R54e6d9a7a2814eee" /><Relationship Type="http://schemas.openxmlformats.org/officeDocument/2006/relationships/presProps" Target="/ppt/presProps.xml" Id="Re33f484c0c43447b" /><Relationship Type="http://schemas.openxmlformats.org/officeDocument/2006/relationships/tableStyles" Target="/ppt/tableStyles.xml" Id="R9001871775564ef2" /><Relationship Type="http://schemas.openxmlformats.org/officeDocument/2006/relationships/slide" Target="/ppt/slides/slide1.xml" Id="R41d6434b70514f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6d8b76a9fe44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83b69b31d48b6" /><Relationship Type="http://schemas.openxmlformats.org/officeDocument/2006/relationships/notesMaster" Target="/ppt/notesMasters/notesMaster1.xml" Id="Rda23f502fbde494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素材ID：AI-082</ns1:t>
            </ns1:r>
          </ns1:p>
          <ns1:p>
            <ns1:r>
              <ns1:t>论文：LLM2CLIP: Powerful Language Model Unlocks Richer Cross-Modality Representation</ns1:t>
            </ns1:r>
          </ns1:p>
          <ns1:p>
            <ns1:r>
              <ns1:t>会议：AAAI 2026</ns1:t>
            </ns1:r>
          </ns1:p>
          <ns1:p>
            <ns1:r>
              <ns1:t>奖项：Outstanding Paper</ns1:t>
            </ns1:r>
          </ns1:p>
          <ns1:p>
            <ns1:r>
              <ns1:t>图号：Figure 1，PDF第1页</ns1:t>
            </ns1:r>
          </ns1:p>
          <ns1:p>
            <ns1:r>
              <ns1:t>类型：系统架构</ns1:t>
            </ns1:r>
          </ns1:p>
          <ns1:p>
            <ns1:r>
              <ns1:t>借鉴点：密集图注与知识云解释LLM知识进入对比学习的路径，底部对齐视觉和语言特征。</ns1:t>
            </ns1:r>
          </ns1:p>
          <ns1:p>
            <ns1:r>
              <ns1:t>论文URL：https://ojs.aaai.org/index.php/AAAI/article/view/37427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44288f9e943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11b1f361ab45ca" /><Relationship Type="http://schemas.openxmlformats.org/officeDocument/2006/relationships/slideLayout" Target="/ppt/slideLayouts/slideLayout1.xml" Id="R57893b13f4734e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93b13f4734e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c7841854a4eb0" /><Relationship Type="http://schemas.openxmlformats.org/officeDocument/2006/relationships/image" Target="/ppt/media/image.png" Id="Rec8ad0ba066c4232" /><Relationship Type="http://schemas.openxmlformats.org/officeDocument/2006/relationships/image" Target="/ppt/media/image2.png" Id="Reb6e343779db4571" /><Relationship Type="http://schemas.openxmlformats.org/officeDocument/2006/relationships/image" Target="/ppt/media/image3.png" Id="R5723c2c61f7c40f6" /><Relationship Type="http://schemas.openxmlformats.org/officeDocument/2006/relationships/notesSlide" Target="/ppt/notesSlides/notesSlide1.xml" Id="Ra3d49bf4386042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F90DF-DC67-48BB-96E5-A70A2773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" y="0"/>
            <a:ext cx="6815026" cy="5343525"/>
          </a:xfrm>
          <a:custGeom xmlns:a="http://schemas.openxmlformats.org/drawingml/2006/main">
            <a:pathLst>
              <a:path w="6815026" h="5343525">
                <a:moveTo>
                  <a:pt x="6815026" y="0"/>
                </a:moveTo>
                <a:lnTo>
                  <a:pt x="0" y="0"/>
                </a:lnTo>
                <a:lnTo>
                  <a:pt x="0" y="5343525"/>
                </a:lnTo>
                <a:lnTo>
                  <a:pt x="6815026" y="5343525"/>
                </a:lnTo>
                <a:lnTo>
                  <a:pt x="681502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29DB0-BD4A-4A1C-803C-D50AFC9B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" y="0"/>
            <a:ext cx="6815026" cy="5343525"/>
          </a:xfrm>
          <a:custGeom xmlns:a="http://schemas.openxmlformats.org/drawingml/2006/main">
            <a:pathLst>
              <a:path w="6815026" h="5343525">
                <a:moveTo>
                  <a:pt x="6815026" y="0"/>
                </a:moveTo>
                <a:lnTo>
                  <a:pt x="0" y="0"/>
                </a:lnTo>
                <a:lnTo>
                  <a:pt x="0" y="5343525"/>
                </a:lnTo>
                <a:lnTo>
                  <a:pt x="6815026" y="5343525"/>
                </a:lnTo>
                <a:lnTo>
                  <a:pt x="681502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Native blue gradient following exact source rounded border">
            <a:extLst xmlns:a="http://schemas.openxmlformats.org/drawingml/2006/main">
              <a:ext uri="{FF2B5EF4-FFF2-40B4-BE49-F238E27FC236}">
                <a16:creationId xmlns:a16="http://schemas.microsoft.com/office/drawing/2014/main" id="{E554BFB2-11F6-4E1E-8A9C-9CEF9149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747" y="2810619"/>
            <a:ext cx="1498960" cy="632557"/>
          </a:xfrm>
          <a:custGeom xmlns:a="http://schemas.openxmlformats.org/drawingml/2006/main">
            <a:pathLst>
              <a:path w="1498960" h="632557">
                <a:moveTo>
                  <a:pt x="0" y="105370"/>
                </a:moveTo>
                <a:cubicBezTo>
                  <a:pt x="0" y="47216"/>
                  <a:pt x="47216" y="0"/>
                  <a:pt x="105370" y="0"/>
                </a:cubicBezTo>
                <a:lnTo>
                  <a:pt x="1393478" y="0"/>
                </a:lnTo>
                <a:cubicBezTo>
                  <a:pt x="1451744" y="0"/>
                  <a:pt x="1498960" y="47216"/>
                  <a:pt x="1498960" y="105370"/>
                </a:cubicBezTo>
                <a:lnTo>
                  <a:pt x="1498960" y="527186"/>
                </a:lnTo>
                <a:cubicBezTo>
                  <a:pt x="1498960" y="585341"/>
                  <a:pt x="1451744" y="632557"/>
                  <a:pt x="1393478" y="632557"/>
                </a:cubicBezTo>
                <a:lnTo>
                  <a:pt x="105370" y="632557"/>
                </a:lnTo>
                <a:cubicBezTo>
                  <a:pt x="47216" y="632557"/>
                  <a:pt x="0" y="585341"/>
                  <a:pt x="0" y="527186"/>
                </a:cubicBezTo>
                <a:lnTo>
                  <a:pt x="0" y="105370"/>
                </a:lnTo>
                <a:close/>
                <a:moveTo>
                  <a:pt x="0" y="105370"/>
                </a:moveTo>
              </a:path>
            </a:pathLst>
          </a:custGeom>
          <a:ln xmlns:a="http://schemas.openxmlformats.org/drawingml/2006/main" w="0" cap="flat">
            <a:noFill/>
            <a:miter/>
          </a:ln>
          <ns0:gradFill xmlns:ns0="http://schemas.openxmlformats.org/drawingml/2006/main" rotWithShape="1">
            <ns0:gsLst>
              <ns0:gs pos="0">
                <ns0:srgbClr val="9ccff5">
                  <ns0:alpha val="100000"/>
                </ns0:srgbClr>
              </ns0:gs>
              <ns0:gs pos="1557">
                <ns0:srgbClr val="9ccff5">
                  <ns0:alpha val="100000"/>
                </ns0:srgbClr>
              </ns0:gs>
              <ns0:gs pos="1948">
                <ns0:srgbClr val="9bcff5">
                  <ns0:alpha val="100000"/>
                </ns0:srgbClr>
              </ns0:gs>
              <ns0:gs pos="2338">
                <ns0:srgbClr val="9bcef5">
                  <ns0:alpha val="100000"/>
                </ns0:srgbClr>
              </ns0:gs>
              <ns0:gs pos="2729">
                <ns0:srgbClr val="9bcef4">
                  <ns0:alpha val="100000"/>
                </ns0:srgbClr>
              </ns0:gs>
              <ns0:gs pos="3120">
                <ns0:srgbClr val="9bcef4">
                  <ns0:alpha val="100000"/>
                </ns0:srgbClr>
              </ns0:gs>
              <ns0:gs pos="4682">
                <ns0:srgbClr val="9bcef4">
                  <ns0:alpha val="100000"/>
                </ns0:srgbClr>
              </ns0:gs>
              <ns0:gs pos="5464">
                <ns0:srgbClr val="9bcef4">
                  <ns0:alpha val="100000"/>
                </ns0:srgbClr>
              </ns0:gs>
              <ns0:gs pos="5854">
                <ns0:srgbClr val="9acef4">
                  <ns0:alpha val="100000"/>
                </ns0:srgbClr>
              </ns0:gs>
              <ns0:gs pos="6245">
                <ns0:srgbClr val="9acef4">
                  <ns0:alpha val="100000"/>
                </ns0:srgbClr>
              </ns0:gs>
              <ns0:gs pos="6636">
                <ns0:srgbClr val="9acdf4">
                  <ns0:alpha val="100000"/>
                </ns0:srgbClr>
              </ns0:gs>
              <ns0:gs pos="7026">
                <ns0:srgbClr val="9acdf4">
                  <ns0:alpha val="100000"/>
                </ns0:srgbClr>
              </ns0:gs>
              <ns0:gs pos="7417">
                <ns0:srgbClr val="9acdf3">
                  <ns0:alpha val="100000"/>
                </ns0:srgbClr>
              </ns0:gs>
              <ns0:gs pos="7808">
                <ns0:srgbClr val="9acdf3">
                  <ns0:alpha val="100000"/>
                </ns0:srgbClr>
              </ns0:gs>
              <ns0:gs pos="9370">
                <ns0:srgbClr val="9acdf3">
                  <ns0:alpha val="100000"/>
                </ns0:srgbClr>
              </ns0:gs>
              <ns0:gs pos="9761">
                <ns0:srgbClr val="99cdf3">
                  <ns0:alpha val="100000"/>
                </ns0:srgbClr>
              </ns0:gs>
              <ns0:gs pos="10152">
                <ns0:srgbClr val="99cdf3">
                  <ns0:alpha val="100000"/>
                </ns0:srgbClr>
              </ns0:gs>
              <ns0:gs pos="10933">
                <ns0:srgbClr val="99cdf3">
                  <ns0:alpha val="100000"/>
                </ns0:srgbClr>
              </ns0:gs>
              <ns0:gs pos="11324">
                <ns0:srgbClr val="99ccf3">
                  <ns0:alpha val="100000"/>
                </ns0:srgbClr>
              </ns0:gs>
              <ns0:gs pos="11715">
                <ns0:srgbClr val="99ccf3">
                  <ns0:alpha val="100000"/>
                </ns0:srgbClr>
              </ns0:gs>
              <ns0:gs pos="12496">
                <ns0:srgbClr val="99ccf3">
                  <ns0:alpha val="100000"/>
                </ns0:srgbClr>
              </ns0:gs>
              <ns0:gs pos="13277">
                <ns0:srgbClr val="99ccf2">
                  <ns0:alpha val="100000"/>
                </ns0:srgbClr>
              </ns0:gs>
              <ns0:gs pos="13668">
                <ns0:srgbClr val="98ccf2">
                  <ns0:alpha val="100000"/>
                </ns0:srgbClr>
              </ns0:gs>
              <ns0:gs pos="14058">
                <ns0:srgbClr val="98ccf2">
                  <ns0:alpha val="100000"/>
                </ns0:srgbClr>
              </ns0:gs>
              <ns0:gs pos="15621">
                <ns0:srgbClr val="98ccf2">
                  <ns0:alpha val="100000"/>
                </ns0:srgbClr>
              </ns0:gs>
              <ns0:gs pos="16012">
                <ns0:srgbClr val="98cbf2">
                  <ns0:alpha val="100000"/>
                </ns0:srgbClr>
              </ns0:gs>
              <ns0:gs pos="16402">
                <ns0:srgbClr val="98cbf2">
                  <ns0:alpha val="100000"/>
                </ns0:srgbClr>
              </ns0:gs>
              <ns0:gs pos="17184">
                <ns0:srgbClr val="98cbf2">
                  <ns0:alpha val="100000"/>
                </ns0:srgbClr>
              </ns0:gs>
              <ns0:gs pos="17574">
                <ns0:srgbClr val="97cbf1">
                  <ns0:alpha val="100000"/>
                </ns0:srgbClr>
              </ns0:gs>
              <ns0:gs pos="17965">
                <ns0:srgbClr val="97cbf1">
                  <ns0:alpha val="100000"/>
                </ns0:srgbClr>
              </ns0:gs>
              <ns0:gs pos="18746">
                <ns0:srgbClr val="97cbf1">
                  <ns0:alpha val="100000"/>
                </ns0:srgbClr>
              </ns0:gs>
              <ns0:gs pos="20309">
                <ns0:srgbClr val="97cbf1">
                  <ns0:alpha val="100000"/>
                </ns0:srgbClr>
              </ns0:gs>
              <ns0:gs pos="20700">
                <ns0:srgbClr val="97caf1">
                  <ns0:alpha val="100000"/>
                </ns0:srgbClr>
              </ns0:gs>
              <ns0:gs pos="21091">
                <ns0:srgbClr val="97caf1">
                  <ns0:alpha val="100000"/>
                </ns0:srgbClr>
              </ns0:gs>
              <ns0:gs pos="21481">
                <ns0:srgbClr val="96caf1">
                  <ns0:alpha val="100000"/>
                </ns0:srgbClr>
              </ns0:gs>
              <ns0:gs pos="21872">
                <ns0:srgbClr val="96caf1">
                  <ns0:alpha val="100000"/>
                </ns0:srgbClr>
              </ns0:gs>
              <ns0:gs pos="22262">
                <ns0:srgbClr val="96caf0">
                  <ns0:alpha val="100000"/>
                </ns0:srgbClr>
              </ns0:gs>
              <ns0:gs pos="22653">
                <ns0:srgbClr val="96caf0">
                  <ns0:alpha val="100000"/>
                </ns0:srgbClr>
              </ns0:gs>
              <ns0:gs pos="23434">
                <ns0:srgbClr val="96caf0">
                  <ns0:alpha val="100000"/>
                </ns0:srgbClr>
              </ns0:gs>
              <ns0:gs pos="24997">
                <ns0:srgbClr val="96caf0">
                  <ns0:alpha val="100000"/>
                </ns0:srgbClr>
              </ns0:gs>
              <ns0:gs pos="26560">
                <ns0:srgbClr val="95c9f0">
                  <ns0:alpha val="100000"/>
                </ns0:srgbClr>
              </ns0:gs>
              <ns0:gs pos="27341">
                <ns0:srgbClr val="95c9f0">
                  <ns0:alpha val="100000"/>
                </ns0:srgbClr>
              </ns0:gs>
              <ns0:gs pos="27732">
                <ns0:srgbClr val="95c9ef">
                  <ns0:alpha val="100000"/>
                </ns0:srgbClr>
              </ns0:gs>
              <ns0:gs pos="28122">
                <ns0:srgbClr val="95c9ef">
                  <ns0:alpha val="100000"/>
                </ns0:srgbClr>
              </ns0:gs>
              <ns0:gs pos="28513">
                <ns0:srgbClr val="94c9ef">
                  <ns0:alpha val="100000"/>
                </ns0:srgbClr>
              </ns0:gs>
              <ns0:gs pos="28904">
                <ns0:srgbClr val="94c9ef">
                  <ns0:alpha val="100000"/>
                </ns0:srgbClr>
              </ns0:gs>
              <ns0:gs pos="29294">
                <ns0:srgbClr val="94c8ef">
                  <ns0:alpha val="100000"/>
                </ns0:srgbClr>
              </ns0:gs>
              <ns0:gs pos="29685">
                <ns0:srgbClr val="94c8ef">
                  <ns0:alpha val="100000"/>
                </ns0:srgbClr>
              </ns0:gs>
              <ns0:gs pos="31248">
                <ns0:srgbClr val="94c8ef">
                  <ns0:alpha val="100000"/>
                </ns0:srgbClr>
              </ns0:gs>
              <ns0:gs pos="32029">
                <ns0:srgbClr val="94c8ef">
                  <ns0:alpha val="100000"/>
                </ns0:srgbClr>
              </ns0:gs>
              <ns0:gs pos="32420">
                <ns0:srgbClr val="93c8ee">
                  <ns0:alpha val="100000"/>
                </ns0:srgbClr>
              </ns0:gs>
              <ns0:gs pos="32810">
                <ns0:srgbClr val="93c8ee">
                  <ns0:alpha val="100000"/>
                </ns0:srgbClr>
              </ns0:gs>
              <ns0:gs pos="33592">
                <ns0:srgbClr val="93c8ee">
                  <ns0:alpha val="100000"/>
                </ns0:srgbClr>
              </ns0:gs>
              <ns0:gs pos="33982">
                <ns0:srgbClr val="93c7ee">
                  <ns0:alpha val="100000"/>
                </ns0:srgbClr>
              </ns0:gs>
              <ns0:gs pos="34373">
                <ns0:srgbClr val="93c7ee">
                  <ns0:alpha val="100000"/>
                </ns0:srgbClr>
              </ns0:gs>
              <ns0:gs pos="35936">
                <ns0:srgbClr val="93c7ee">
                  <ns0:alpha val="100000"/>
                </ns0:srgbClr>
              </ns0:gs>
              <ns0:gs pos="36326">
                <ns0:srgbClr val="92c7ee">
                  <ns0:alpha val="100000"/>
                </ns0:srgbClr>
              </ns0:gs>
              <ns0:gs pos="36717">
                <ns0:srgbClr val="92c7ee">
                  <ns0:alpha val="100000"/>
                </ns0:srgbClr>
              </ns0:gs>
              <ns0:gs pos="37498">
                <ns0:srgbClr val="92c7ee">
                  <ns0:alpha val="100000"/>
                </ns0:srgbClr>
              </ns0:gs>
              <ns0:gs pos="38280">
                <ns0:srgbClr val="92c7ed">
                  <ns0:alpha val="100000"/>
                </ns0:srgbClr>
              </ns0:gs>
              <ns0:gs pos="38671">
                <ns0:srgbClr val="92c6ed">
                  <ns0:alpha val="100000"/>
                </ns0:srgbClr>
              </ns0:gs>
              <ns0:gs pos="39061">
                <ns0:srgbClr val="92c6ed">
                  <ns0:alpha val="100000"/>
                </ns0:srgbClr>
              </ns0:gs>
              <ns0:gs pos="39842">
                <ns0:srgbClr val="92c6ed">
                  <ns0:alpha val="100000"/>
                </ns0:srgbClr>
              </ns0:gs>
              <ns0:gs pos="40233">
                <ns0:srgbClr val="91c6ed">
                  <ns0:alpha val="100000"/>
                </ns0:srgbClr>
              </ns0:gs>
              <ns0:gs pos="40624">
                <ns0:srgbClr val="91c6ed">
                  <ns0:alpha val="100000"/>
                </ns0:srgbClr>
              </ns0:gs>
              <ns0:gs pos="42186">
                <ns0:srgbClr val="91c6ed">
                  <ns0:alpha val="100000"/>
                </ns0:srgbClr>
              </ns0:gs>
              <ns0:gs pos="42577">
                <ns0:srgbClr val="91c6ec">
                  <ns0:alpha val="100000"/>
                </ns0:srgbClr>
              </ns0:gs>
              <ns0:gs pos="42968">
                <ns0:srgbClr val="91c6ec">
                  <ns0:alpha val="100000"/>
                </ns0:srgbClr>
              </ns0:gs>
              <ns0:gs pos="43359">
                <ns0:srgbClr val="91c5ec">
                  <ns0:alpha val="100000"/>
                </ns0:srgbClr>
              </ns0:gs>
              <ns0:gs pos="43749">
                <ns0:srgbClr val="91c5ec">
                  <ns0:alpha val="100000"/>
                </ns0:srgbClr>
              </ns0:gs>
              <ns0:gs pos="44140">
                <ns0:srgbClr val="90c5ec">
                  <ns0:alpha val="100000"/>
                </ns0:srgbClr>
              </ns0:gs>
              <ns0:gs pos="44530">
                <ns0:srgbClr val="90c5ec">
                  <ns0:alpha val="100000"/>
                </ns0:srgbClr>
              </ns0:gs>
              <ns0:gs pos="45312">
                <ns0:srgbClr val="90c5ec">
                  <ns0:alpha val="100000"/>
                </ns0:srgbClr>
              </ns0:gs>
              <ns0:gs pos="46874">
                <ns0:srgbClr val="90c5ec">
                  <ns0:alpha val="100000"/>
                </ns0:srgbClr>
              </ns0:gs>
              <ns0:gs pos="47265">
                <ns0:srgbClr val="90c5eb">
                  <ns0:alpha val="100000"/>
                </ns0:srgbClr>
              </ns0:gs>
              <ns0:gs pos="47656">
                <ns0:srgbClr val="90c5eb">
                  <ns0:alpha val="100000"/>
                </ns0:srgbClr>
              </ns0:gs>
              <ns0:gs pos="48047">
                <ns0:srgbClr val="8fc4eb">
                  <ns0:alpha val="100000"/>
                </ns0:srgbClr>
              </ns0:gs>
              <ns0:gs pos="48437">
                <ns0:srgbClr val="8fc4eb">
                  <ns0:alpha val="100000"/>
                </ns0:srgbClr>
              </ns0:gs>
              <ns0:gs pos="50000">
                <ns0:srgbClr val="8fc4eb">
                  <ns0:alpha val="100000"/>
                </ns0:srgbClr>
              </ns0:gs>
              <ns0:gs pos="50781">
                <ns0:srgbClr val="8fc4eb">
                  <ns0:alpha val="100000"/>
                </ns0:srgbClr>
              </ns0:gs>
              <ns0:gs pos="51172">
                <ns0:srgbClr val="8ec4eb">
                  <ns0:alpha val="100000"/>
                </ns0:srgbClr>
              </ns0:gs>
              <ns0:gs pos="51562">
                <ns0:srgbClr val="8ec4eb">
                  <ns0:alpha val="100000"/>
                </ns0:srgbClr>
              </ns0:gs>
              <ns0:gs pos="53125">
                <ns0:srgbClr val="8ec4eb">
                  <ns0:alpha val="100000"/>
                </ns0:srgbClr>
              </ns0:gs>
              <ns0:gs pos="53516">
                <ns0:srgbClr val="8dc4eb">
                  <ns0:alpha val="100000"/>
                </ns0:srgbClr>
              </ns0:gs>
              <ns0:gs pos="53906">
                <ns0:srgbClr val="8dc4eb">
                  <ns0:alpha val="100000"/>
                </ns0:srgbClr>
              </ns0:gs>
              <ns0:gs pos="54297">
                <ns0:srgbClr val="8dc3eb">
                  <ns0:alpha val="100000"/>
                </ns0:srgbClr>
              </ns0:gs>
              <ns0:gs pos="54688">
                <ns0:srgbClr val="8dc3eb">
                  <ns0:alpha val="100000"/>
                </ns0:srgbClr>
              </ns0:gs>
              <ns0:gs pos="55469">
                <ns0:srgbClr val="8dc3eb">
                  <ns0:alpha val="100000"/>
                </ns0:srgbClr>
              </ns0:gs>
              <ns0:gs pos="55860">
                <ns0:srgbClr val="8cc3eb">
                  <ns0:alpha val="100000"/>
                </ns0:srgbClr>
              </ns0:gs>
              <ns0:gs pos="56250">
                <ns0:srgbClr val="8cc3eb">
                  <ns0:alpha val="100000"/>
                </ns0:srgbClr>
              </ns0:gs>
              <ns0:gs pos="57813">
                <ns0:srgbClr val="8cc3eb">
                  <ns0:alpha val="100000"/>
                </ns0:srgbClr>
              </ns0:gs>
              <ns0:gs pos="58204">
                <ns0:srgbClr val="8bc3eb">
                  <ns0:alpha val="100000"/>
                </ns0:srgbClr>
              </ns0:gs>
              <ns0:gs pos="58594">
                <ns0:srgbClr val="8bc3eb">
                  <ns0:alpha val="100000"/>
                </ns0:srgbClr>
              </ns0:gs>
              <ns0:gs pos="59376">
                <ns0:srgbClr val="8bc3eb">
                  <ns0:alpha val="100000"/>
                </ns0:srgbClr>
              </ns0:gs>
              <ns0:gs pos="60157">
                <ns0:srgbClr val="8bc3eb">
                  <ns0:alpha val="100000"/>
                </ns0:srgbClr>
              </ns0:gs>
              <ns0:gs pos="60548">
                <ns0:srgbClr val="8ac3eb">
                  <ns0:alpha val="100000"/>
                </ns0:srgbClr>
              </ns0:gs>
              <ns0:gs pos="60938">
                <ns0:srgbClr val="8ac3eb">
                  <ns0:alpha val="100000"/>
                </ns0:srgbClr>
              </ns0:gs>
              <ns0:gs pos="62501">
                <ns0:srgbClr val="8ac3eb">
                  <ns0:alpha val="100000"/>
                </ns0:srgbClr>
              </ns0:gs>
              <ns0:gs pos="64064">
                <ns0:srgbClr val="89c2ec">
                  <ns0:alpha val="100000"/>
                </ns0:srgbClr>
              </ns0:gs>
              <ns0:gs pos="64454">
                <ns0:srgbClr val="88c2ec">
                  <ns0:alpha val="100000"/>
                </ns0:srgbClr>
              </ns0:gs>
              <ns0:gs pos="64845">
                <ns0:srgbClr val="88c2ec">
                  <ns0:alpha val="100000"/>
                </ns0:srgbClr>
              </ns0:gs>
              <ns0:gs pos="65626">
                <ns0:srgbClr val="88c2ec">
                  <ns0:alpha val="100000"/>
                </ns0:srgbClr>
              </ns0:gs>
              <ns0:gs pos="66408">
                <ns0:srgbClr val="88c2ec">
                  <ns0:alpha val="100000"/>
                </ns0:srgbClr>
              </ns0:gs>
              <ns0:gs pos="66799">
                <ns0:srgbClr val="87c2ec">
                  <ns0:alpha val="100000"/>
                </ns0:srgbClr>
              </ns0:gs>
              <ns0:gs pos="67189">
                <ns0:srgbClr val="87c2ec">
                  <ns0:alpha val="100000"/>
                </ns0:srgbClr>
              </ns0:gs>
              <ns0:gs pos="68752">
                <ns0:srgbClr val="87c2ec">
                  <ns0:alpha val="100000"/>
                </ns0:srgbClr>
              </ns0:gs>
              <ns0:gs pos="69142">
                <ns0:srgbClr val="86c2ec">
                  <ns0:alpha val="100000"/>
                </ns0:srgbClr>
              </ns0:gs>
              <ns0:gs pos="69533">
                <ns0:srgbClr val="86c2ec">
                  <ns0:alpha val="100000"/>
                </ns0:srgbClr>
              </ns0:gs>
              <ns0:gs pos="70315">
                <ns0:srgbClr val="86c2ec">
                  <ns0:alpha val="100000"/>
                </ns0:srgbClr>
              </ns0:gs>
              <ns0:gs pos="70705">
                <ns0:srgbClr val="86c1ec">
                  <ns0:alpha val="100000"/>
                </ns0:srgbClr>
              </ns0:gs>
              <ns0:gs pos="71096">
                <ns0:srgbClr val="86c1ec">
                  <ns0:alpha val="100000"/>
                </ns0:srgbClr>
              </ns0:gs>
              <ns0:gs pos="71487">
                <ns0:srgbClr val="85c1ec">
                  <ns0:alpha val="100000"/>
                </ns0:srgbClr>
              </ns0:gs>
              <ns0:gs pos="71877">
                <ns0:srgbClr val="85c1ec">
                  <ns0:alpha val="100000"/>
                </ns0:srgbClr>
              </ns0:gs>
              <ns0:gs pos="73440">
                <ns0:srgbClr val="85c1ec">
                  <ns0:alpha val="100000"/>
                </ns0:srgbClr>
              </ns0:gs>
              <ns0:gs pos="73830">
                <ns0:srgbClr val="84c1ec">
                  <ns0:alpha val="100000"/>
                </ns0:srgbClr>
              </ns0:gs>
              <ns0:gs pos="74221">
                <ns0:srgbClr val="84c1ec">
                  <ns0:alpha val="100000"/>
                </ns0:srgbClr>
              </ns0:gs>
              <ns0:gs pos="75003">
                <ns0:srgbClr val="84c1ec">
                  <ns0:alpha val="100000"/>
                </ns0:srgbClr>
              </ns0:gs>
              <ns0:gs pos="75784">
                <ns0:srgbClr val="84c1ec">
                  <ns0:alpha val="100000"/>
                </ns0:srgbClr>
              </ns0:gs>
              <ns0:gs pos="76175">
                <ns0:srgbClr val="83c1ec">
                  <ns0:alpha val="100000"/>
                </ns0:srgbClr>
              </ns0:gs>
              <ns0:gs pos="76565">
                <ns0:srgbClr val="83c1ec">
                  <ns0:alpha val="100000"/>
                </ns0:srgbClr>
              </ns0:gs>
              <ns0:gs pos="78128">
                <ns0:srgbClr val="83c1ec">
                  <ns0:alpha val="100000"/>
                </ns0:srgbClr>
              </ns0:gs>
              <ns0:gs pos="78518">
                <ns0:srgbClr val="82c1ec">
                  <ns0:alpha val="100000"/>
                </ns0:srgbClr>
              </ns0:gs>
              <ns0:gs pos="78909">
                <ns0:srgbClr val="82c1ec">
                  <ns0:alpha val="100000"/>
                </ns0:srgbClr>
              </ns0:gs>
              <ns0:gs pos="79300">
                <ns0:srgbClr val="82c0ec">
                  <ns0:alpha val="100000"/>
                </ns0:srgbClr>
              </ns0:gs>
              <ns0:gs pos="79691">
                <ns0:srgbClr val="82c0ec">
                  <ns0:alpha val="100000"/>
                </ns0:srgbClr>
              </ns0:gs>
              <ns0:gs pos="80472">
                <ns0:srgbClr val="82c0ec">
                  <ns0:alpha val="100000"/>
                </ns0:srgbClr>
              </ns0:gs>
              <ns0:gs pos="80863">
                <ns0:srgbClr val="81c0ec">
                  <ns0:alpha val="100000"/>
                </ns0:srgbClr>
              </ns0:gs>
              <ns0:gs pos="81253">
                <ns0:srgbClr val="81c0ec">
                  <ns0:alpha val="100000"/>
                </ns0:srgbClr>
              </ns0:gs>
              <ns0:gs pos="82816">
                <ns0:srgbClr val="81c0ec">
                  <ns0:alpha val="100000"/>
                </ns0:srgbClr>
              </ns0:gs>
              <ns0:gs pos="83206">
                <ns0:srgbClr val="80c0ec">
                  <ns0:alpha val="100000"/>
                </ns0:srgbClr>
              </ns0:gs>
              <ns0:gs pos="83597">
                <ns0:srgbClr val="80c0ec">
                  <ns0:alpha val="100000"/>
                </ns0:srgbClr>
              </ns0:gs>
              <ns0:gs pos="84379">
                <ns0:srgbClr val="80c0ec">
                  <ns0:alpha val="100000"/>
                </ns0:srgbClr>
              </ns0:gs>
              <ns0:gs pos="85160">
                <ns0:srgbClr val="80c0ec">
                  <ns0:alpha val="100000"/>
                </ns0:srgbClr>
              </ns0:gs>
              <ns0:gs pos="85551">
                <ns0:srgbClr val="7fc0ec">
                  <ns0:alpha val="100000"/>
                </ns0:srgbClr>
              </ns0:gs>
              <ns0:gs pos="85941">
                <ns0:srgbClr val="7fc0ec">
                  <ns0:alpha val="100000"/>
                </ns0:srgbClr>
              </ns0:gs>
              <ns0:gs pos="87504">
                <ns0:srgbClr val="7fc0ec">
                  <ns0:alpha val="100000"/>
                </ns0:srgbClr>
              </ns0:gs>
              <ns0:gs pos="89067">
                <ns0:srgbClr val="7ebfed">
                  <ns0:alpha val="100000"/>
                </ns0:srgbClr>
              </ns0:gs>
              <ns0:gs pos="89457">
                <ns0:srgbClr val="7dbfed">
                  <ns0:alpha val="100000"/>
                </ns0:srgbClr>
              </ns0:gs>
              <ns0:gs pos="89848">
                <ns0:srgbClr val="7dbfed">
                  <ns0:alpha val="100000"/>
                </ns0:srgbClr>
              </ns0:gs>
              <ns0:gs pos="90629">
                <ns0:srgbClr val="7dbfed">
                  <ns0:alpha val="100000"/>
                </ns0:srgbClr>
              </ns0:gs>
              <ns0:gs pos="91410">
                <ns0:srgbClr val="7dbfed">
                  <ns0:alpha val="100000"/>
                </ns0:srgbClr>
              </ns0:gs>
              <ns0:gs pos="91801">
                <ns0:srgbClr val="7cbfed">
                  <ns0:alpha val="100000"/>
                </ns0:srgbClr>
              </ns0:gs>
              <ns0:gs pos="92192">
                <ns0:srgbClr val="7cbfed">
                  <ns0:alpha val="100000"/>
                </ns0:srgbClr>
              </ns0:gs>
              <ns0:gs pos="93755">
                <ns0:srgbClr val="7cbfed">
                  <ns0:alpha val="100000"/>
                </ns0:srgbClr>
              </ns0:gs>
              <ns0:gs pos="94145">
                <ns0:srgbClr val="7bbfed">
                  <ns0:alpha val="100000"/>
                </ns0:srgbClr>
              </ns0:gs>
              <ns0:gs pos="94536">
                <ns0:srgbClr val="7bbfed">
                  <ns0:alpha val="100000"/>
                </ns0:srgbClr>
              </ns0:gs>
              <ns0:gs pos="95317">
                <ns0:srgbClr val="7bbfed">
                  <ns0:alpha val="100000"/>
                </ns0:srgbClr>
              </ns0:gs>
              <ns0:gs pos="95708">
                <ns0:srgbClr val="7bbeed">
                  <ns0:alpha val="100000"/>
                </ns0:srgbClr>
              </ns0:gs>
              <ns0:gs pos="96098">
                <ns0:srgbClr val="7bbeed">
                  <ns0:alpha val="100000"/>
                </ns0:srgbClr>
              </ns0:gs>
              <ns0:gs pos="96489">
                <ns0:srgbClr val="7abeed">
                  <ns0:alpha val="100000"/>
                </ns0:srgbClr>
              </ns0:gs>
              <ns0:gs pos="96880">
                <ns0:srgbClr val="7abeed">
                  <ns0:alpha val="100000"/>
                </ns0:srgbClr>
              </ns0:gs>
              <ns0:gs pos="98443">
                <ns0:srgbClr val="7abeed">
                  <ns0:alpha val="100000"/>
                </ns0:srgbClr>
              </ns0:gs>
              <ns0:gs pos="98833">
                <ns0:srgbClr val="79beed">
                  <ns0:alpha val="100000"/>
                </ns0:srgbClr>
              </ns0:gs>
              <ns0:gs pos="99224">
                <ns0:srgbClr val="79beed">
                  <ns0:alpha val="100000"/>
                </ns0:srgbClr>
              </ns0:gs>
              <ns0:gs pos="100000">
                <ns0:srgbClr val="79beed">
                  <ns0:alpha val="100000"/>
                </ns0:srgbClr>
              </ns0:gs>
            </ns0:gsLst>
            <ns0:lin ang="5400000" scaled="1"/>
          </ns0:gradFill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B88D0-B169-4B76-AA55-76087D25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747" y="2810619"/>
            <a:ext cx="1498960" cy="632557"/>
          </a:xfrm>
          <a:custGeom xmlns:a="http://schemas.openxmlformats.org/drawingml/2006/main">
            <a:pathLst>
              <a:path w="1498960" h="632557" fill="none">
                <a:moveTo>
                  <a:pt x="0" y="105370"/>
                </a:moveTo>
                <a:cubicBezTo>
                  <a:pt x="0" y="47216"/>
                  <a:pt x="47216" y="0"/>
                  <a:pt x="105370" y="0"/>
                </a:cubicBezTo>
                <a:lnTo>
                  <a:pt x="1393478" y="0"/>
                </a:lnTo>
                <a:cubicBezTo>
                  <a:pt x="1451744" y="0"/>
                  <a:pt x="1498960" y="47216"/>
                  <a:pt x="1498960" y="105370"/>
                </a:cubicBezTo>
                <a:lnTo>
                  <a:pt x="1498960" y="527186"/>
                </a:lnTo>
                <a:cubicBezTo>
                  <a:pt x="1498960" y="585341"/>
                  <a:pt x="1451744" y="632557"/>
                  <a:pt x="1393478" y="632557"/>
                </a:cubicBezTo>
                <a:lnTo>
                  <a:pt x="105370" y="632557"/>
                </a:lnTo>
                <a:cubicBezTo>
                  <a:pt x="47216" y="632557"/>
                  <a:pt x="0" y="585341"/>
                  <a:pt x="0" y="527186"/>
                </a:cubicBezTo>
                <a:lnTo>
                  <a:pt x="0" y="105370"/>
                </a:lnTo>
                <a:close/>
                <a:moveTo>
                  <a:pt x="0" y="105370"/>
                </a:moveTo>
              </a:path>
            </a:pathLst>
          </a:custGeom>
          <a:noFill xmlns:a="http://schemas.openxmlformats.org/drawingml/2006/main"/>
          <a:ln xmlns:a="http://schemas.openxmlformats.org/drawingml/2006/main" w="15596" cap="flat">
            <a:solidFill>
              <a:srgbClr val="0F9ED5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BAF8D-5AEA-402D-AF7B-27F9D6CF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377" y="2961366"/>
            <a:ext cx="111621" cy="129927"/>
          </a:xfrm>
          <a:custGeom xmlns:a="http://schemas.openxmlformats.org/drawingml/2006/main">
            <a:pathLst>
              <a:path w="111621" h="129927">
                <a:moveTo>
                  <a:pt x="105817" y="0"/>
                </a:moveTo>
                <a:lnTo>
                  <a:pt x="108942" y="42416"/>
                </a:lnTo>
                <a:lnTo>
                  <a:pt x="105817" y="42416"/>
                </a:lnTo>
                <a:cubicBezTo>
                  <a:pt x="100012" y="23217"/>
                  <a:pt x="93315" y="17859"/>
                  <a:pt x="89743" y="15180"/>
                </a:cubicBezTo>
                <a:cubicBezTo>
                  <a:pt x="79028" y="6697"/>
                  <a:pt x="69652" y="6697"/>
                  <a:pt x="64294" y="6697"/>
                </a:cubicBezTo>
                <a:cubicBezTo>
                  <a:pt x="52239" y="6697"/>
                  <a:pt x="45541" y="11162"/>
                  <a:pt x="41970" y="12948"/>
                </a:cubicBezTo>
                <a:cubicBezTo>
                  <a:pt x="32147" y="19199"/>
                  <a:pt x="28575" y="28575"/>
                  <a:pt x="26343" y="33040"/>
                </a:cubicBezTo>
                <a:cubicBezTo>
                  <a:pt x="20985" y="46881"/>
                  <a:pt x="20985" y="60275"/>
                  <a:pt x="20985" y="66973"/>
                </a:cubicBezTo>
                <a:cubicBezTo>
                  <a:pt x="20985" y="83939"/>
                  <a:pt x="24557" y="91976"/>
                  <a:pt x="26343" y="95994"/>
                </a:cubicBezTo>
                <a:cubicBezTo>
                  <a:pt x="31700" y="108496"/>
                  <a:pt x="38844" y="112961"/>
                  <a:pt x="42416" y="115193"/>
                </a:cubicBezTo>
                <a:cubicBezTo>
                  <a:pt x="53132" y="121890"/>
                  <a:pt x="62508" y="121890"/>
                  <a:pt x="67419" y="121890"/>
                </a:cubicBezTo>
                <a:cubicBezTo>
                  <a:pt x="79028" y="121890"/>
                  <a:pt x="85279" y="118318"/>
                  <a:pt x="88404" y="116532"/>
                </a:cubicBezTo>
                <a:cubicBezTo>
                  <a:pt x="97780" y="111175"/>
                  <a:pt x="104924" y="101352"/>
                  <a:pt x="108942" y="95994"/>
                </a:cubicBezTo>
                <a:lnTo>
                  <a:pt x="111621" y="97780"/>
                </a:lnTo>
                <a:cubicBezTo>
                  <a:pt x="102245" y="114300"/>
                  <a:pt x="93762" y="119658"/>
                  <a:pt x="89743" y="122337"/>
                </a:cubicBezTo>
                <a:cubicBezTo>
                  <a:pt x="77242" y="129927"/>
                  <a:pt x="66080" y="129927"/>
                  <a:pt x="60275" y="129927"/>
                </a:cubicBezTo>
                <a:cubicBezTo>
                  <a:pt x="29468" y="129927"/>
                  <a:pt x="18306" y="114300"/>
                  <a:pt x="12502" y="107156"/>
                </a:cubicBezTo>
                <a:cubicBezTo>
                  <a:pt x="0" y="89743"/>
                  <a:pt x="0" y="74563"/>
                  <a:pt x="0" y="66973"/>
                </a:cubicBezTo>
                <a:cubicBezTo>
                  <a:pt x="0" y="48220"/>
                  <a:pt x="5358" y="37951"/>
                  <a:pt x="8483" y="33040"/>
                </a:cubicBezTo>
                <a:cubicBezTo>
                  <a:pt x="16520" y="17413"/>
                  <a:pt x="26343" y="11609"/>
                  <a:pt x="31254" y="8930"/>
                </a:cubicBezTo>
                <a:cubicBezTo>
                  <a:pt x="45541" y="0"/>
                  <a:pt x="57150" y="0"/>
                  <a:pt x="62954" y="0"/>
                </a:cubicBezTo>
                <a:cubicBezTo>
                  <a:pt x="76349" y="0"/>
                  <a:pt x="85279" y="4465"/>
                  <a:pt x="89297" y="6697"/>
                </a:cubicBezTo>
                <a:cubicBezTo>
                  <a:pt x="93315" y="8930"/>
                  <a:pt x="94655" y="8930"/>
                  <a:pt x="95101" y="8930"/>
                </a:cubicBezTo>
                <a:cubicBezTo>
                  <a:pt x="97334" y="8930"/>
                  <a:pt x="98673" y="7590"/>
                  <a:pt x="99120" y="7144"/>
                </a:cubicBezTo>
                <a:cubicBezTo>
                  <a:pt x="101798" y="4465"/>
                  <a:pt x="102245" y="1786"/>
                  <a:pt x="102691" y="0"/>
                </a:cubicBezTo>
                <a:lnTo>
                  <a:pt x="105817" y="0"/>
                </a:lnTo>
                <a:close/>
                <a:moveTo>
                  <a:pt x="10581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BBB50-C852-4AAA-B44C-72972CE2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092" y="2964492"/>
            <a:ext cx="106710" cy="123676"/>
          </a:xfrm>
          <a:custGeom xmlns:a="http://schemas.openxmlformats.org/drawingml/2006/main">
            <a:pathLst>
              <a:path w="106710" h="123676">
                <a:moveTo>
                  <a:pt x="103584" y="89297"/>
                </a:moveTo>
                <a:lnTo>
                  <a:pt x="106710" y="90190"/>
                </a:lnTo>
                <a:lnTo>
                  <a:pt x="95994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6073" y="115193"/>
                </a:cubicBezTo>
                <a:cubicBezTo>
                  <a:pt x="17859" y="112068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56257" y="0"/>
                </a:lnTo>
                <a:lnTo>
                  <a:pt x="56257" y="3125"/>
                </a:lnTo>
                <a:cubicBezTo>
                  <a:pt x="46434" y="3125"/>
                  <a:pt x="43755" y="4465"/>
                  <a:pt x="42416" y="4911"/>
                </a:cubicBezTo>
                <a:cubicBezTo>
                  <a:pt x="38398" y="7144"/>
                  <a:pt x="37505" y="8930"/>
                  <a:pt x="37058" y="9823"/>
                </a:cubicBezTo>
                <a:cubicBezTo>
                  <a:pt x="35272" y="12948"/>
                  <a:pt x="35272" y="20092"/>
                  <a:pt x="35272" y="24110"/>
                </a:cubicBezTo>
                <a:lnTo>
                  <a:pt x="35272" y="101798"/>
                </a:lnTo>
                <a:cubicBezTo>
                  <a:pt x="35272" y="109389"/>
                  <a:pt x="36612" y="111175"/>
                  <a:pt x="37058" y="112068"/>
                </a:cubicBezTo>
                <a:cubicBezTo>
                  <a:pt x="37951" y="114300"/>
                  <a:pt x="39291" y="114746"/>
                  <a:pt x="40184" y="115193"/>
                </a:cubicBezTo>
                <a:cubicBezTo>
                  <a:pt x="42416" y="116086"/>
                  <a:pt x="50453" y="116086"/>
                  <a:pt x="54471" y="116086"/>
                </a:cubicBezTo>
                <a:lnTo>
                  <a:pt x="63401" y="116086"/>
                </a:lnTo>
                <a:cubicBezTo>
                  <a:pt x="77688" y="116086"/>
                  <a:pt x="81707" y="114300"/>
                  <a:pt x="83493" y="113854"/>
                </a:cubicBezTo>
                <a:cubicBezTo>
                  <a:pt x="89297" y="111621"/>
                  <a:pt x="92422" y="108049"/>
                  <a:pt x="94208" y="106263"/>
                </a:cubicBezTo>
                <a:cubicBezTo>
                  <a:pt x="98673" y="100905"/>
                  <a:pt x="101798" y="93315"/>
                  <a:pt x="103584" y="89297"/>
                </a:cubicBezTo>
                <a:close/>
                <a:moveTo>
                  <a:pt x="103584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1486E-D8CA-48E4-8599-F08ED55D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088" y="2964492"/>
            <a:ext cx="53132" cy="123676"/>
          </a:xfrm>
          <a:custGeom xmlns:a="http://schemas.openxmlformats.org/drawingml/2006/main">
            <a:pathLst>
              <a:path w="53132" h="123676">
                <a:moveTo>
                  <a:pt x="53132" y="120104"/>
                </a:move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055" y="120104"/>
                  <a:pt x="14288" y="117425"/>
                  <a:pt x="15627" y="116086"/>
                </a:cubicBezTo>
                <a:cubicBezTo>
                  <a:pt x="17859" y="112961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2502"/>
                  <a:pt x="16966" y="10716"/>
                  <a:pt x="16520" y="9376"/>
                </a:cubicBezTo>
                <a:cubicBezTo>
                  <a:pt x="15627" y="7144"/>
                  <a:pt x="13841" y="5804"/>
                  <a:pt x="12948" y="5358"/>
                </a:cubicBezTo>
                <a:cubicBezTo>
                  <a:pt x="8930" y="3125"/>
                  <a:pt x="580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53132" y="0"/>
                </a:lnTo>
                <a:lnTo>
                  <a:pt x="53132" y="3125"/>
                </a:lnTo>
                <a:lnTo>
                  <a:pt x="48667" y="3125"/>
                </a:lnTo>
                <a:cubicBezTo>
                  <a:pt x="41077" y="3125"/>
                  <a:pt x="38844" y="6251"/>
                  <a:pt x="37505" y="7590"/>
                </a:cubicBezTo>
                <a:cubicBezTo>
                  <a:pt x="35272" y="10716"/>
                  <a:pt x="35272" y="18306"/>
                  <a:pt x="35272" y="21878"/>
                </a:cubicBezTo>
                <a:lnTo>
                  <a:pt x="35272" y="101798"/>
                </a:lnTo>
                <a:cubicBezTo>
                  <a:pt x="35272" y="111175"/>
                  <a:pt x="36165" y="113407"/>
                  <a:pt x="36612" y="114300"/>
                </a:cubicBezTo>
                <a:cubicBezTo>
                  <a:pt x="37505" y="116532"/>
                  <a:pt x="39291" y="117872"/>
                  <a:pt x="40630" y="118318"/>
                </a:cubicBezTo>
                <a:cubicBezTo>
                  <a:pt x="44202" y="120104"/>
                  <a:pt x="47327" y="120104"/>
                  <a:pt x="48667" y="120104"/>
                </a:cubicBezTo>
                <a:lnTo>
                  <a:pt x="53132" y="120104"/>
                </a:lnTo>
                <a:close/>
                <a:moveTo>
                  <a:pt x="53132" y="1201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06293-F830-43DF-AD10-0D082EA9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234" y="2964492"/>
            <a:ext cx="94208" cy="123676"/>
          </a:xfrm>
          <a:custGeom xmlns:a="http://schemas.openxmlformats.org/drawingml/2006/main">
            <a:pathLst>
              <a:path w="94208" h="123676">
                <a:moveTo>
                  <a:pt x="35272" y="65633"/>
                </a:moveTo>
                <a:lnTo>
                  <a:pt x="35272" y="101798"/>
                </a:lnTo>
                <a:cubicBezTo>
                  <a:pt x="35272" y="113407"/>
                  <a:pt x="37058" y="115639"/>
                  <a:pt x="37505" y="116532"/>
                </a:cubicBezTo>
                <a:cubicBezTo>
                  <a:pt x="41077" y="120104"/>
                  <a:pt x="45988" y="120104"/>
                  <a:pt x="48220" y="120104"/>
                </a:cubicBezTo>
                <a:lnTo>
                  <a:pt x="53132" y="120104"/>
                </a:ln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5627" y="115193"/>
                </a:cubicBezTo>
                <a:cubicBezTo>
                  <a:pt x="17859" y="112514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45541" y="0"/>
                </a:lnTo>
                <a:cubicBezTo>
                  <a:pt x="62061" y="0"/>
                  <a:pt x="68312" y="2232"/>
                  <a:pt x="71438" y="3572"/>
                </a:cubicBezTo>
                <a:cubicBezTo>
                  <a:pt x="81260" y="6697"/>
                  <a:pt x="85725" y="12055"/>
                  <a:pt x="87511" y="14734"/>
                </a:cubicBezTo>
                <a:cubicBezTo>
                  <a:pt x="94208" y="23217"/>
                  <a:pt x="94208" y="30361"/>
                  <a:pt x="94208" y="33933"/>
                </a:cubicBezTo>
                <a:cubicBezTo>
                  <a:pt x="94208" y="49560"/>
                  <a:pt x="87511" y="55364"/>
                  <a:pt x="84386" y="58936"/>
                </a:cubicBezTo>
                <a:cubicBezTo>
                  <a:pt x="74116" y="68312"/>
                  <a:pt x="62061" y="68312"/>
                  <a:pt x="55811" y="68312"/>
                </a:cubicBezTo>
                <a:cubicBezTo>
                  <a:pt x="51346" y="68312"/>
                  <a:pt x="47774" y="67866"/>
                  <a:pt x="46434" y="67866"/>
                </a:cubicBezTo>
                <a:cubicBezTo>
                  <a:pt x="41077" y="66973"/>
                  <a:pt x="37058" y="66080"/>
                  <a:pt x="35272" y="65633"/>
                </a:cubicBezTo>
                <a:close/>
                <a:moveTo>
                  <a:pt x="35272" y="60722"/>
                </a:moveTo>
                <a:cubicBezTo>
                  <a:pt x="39737" y="61168"/>
                  <a:pt x="42416" y="61615"/>
                  <a:pt x="43755" y="62061"/>
                </a:cubicBezTo>
                <a:cubicBezTo>
                  <a:pt x="47327" y="62508"/>
                  <a:pt x="49113" y="62508"/>
                  <a:pt x="50006" y="62508"/>
                </a:cubicBezTo>
                <a:cubicBezTo>
                  <a:pt x="59382" y="62508"/>
                  <a:pt x="64294" y="57596"/>
                  <a:pt x="66526" y="54918"/>
                </a:cubicBezTo>
                <a:cubicBezTo>
                  <a:pt x="73223" y="47774"/>
                  <a:pt x="73223" y="39737"/>
                  <a:pt x="73223" y="35719"/>
                </a:cubicBezTo>
                <a:cubicBezTo>
                  <a:pt x="73223" y="27682"/>
                  <a:pt x="70991" y="23217"/>
                  <a:pt x="70098" y="20985"/>
                </a:cubicBezTo>
                <a:cubicBezTo>
                  <a:pt x="66973" y="14288"/>
                  <a:pt x="62954" y="11609"/>
                  <a:pt x="60722" y="10716"/>
                </a:cubicBezTo>
                <a:cubicBezTo>
                  <a:pt x="54918" y="7144"/>
                  <a:pt x="49560" y="7144"/>
                  <a:pt x="47327" y="7144"/>
                </a:cubicBezTo>
                <a:cubicBezTo>
                  <a:pt x="42416" y="7144"/>
                  <a:pt x="37505" y="8483"/>
                  <a:pt x="35272" y="8930"/>
                </a:cubicBezTo>
                <a:lnTo>
                  <a:pt x="35272" y="60722"/>
                </a:lnTo>
                <a:close/>
                <a:moveTo>
                  <a:pt x="35272" y="607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3DE3D-608D-4F93-B543-C27DF59F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397" y="3185448"/>
            <a:ext cx="131266" cy="126802"/>
          </a:xfrm>
          <a:custGeom xmlns:a="http://schemas.openxmlformats.org/drawingml/2006/main">
            <a:pathLst>
              <a:path w="131266" h="126802">
                <a:moveTo>
                  <a:pt x="131266" y="0"/>
                </a:moveTo>
                <a:lnTo>
                  <a:pt x="131266" y="3125"/>
                </a:lnTo>
                <a:cubicBezTo>
                  <a:pt x="124569" y="4465"/>
                  <a:pt x="122337" y="6697"/>
                  <a:pt x="121444" y="7590"/>
                </a:cubicBezTo>
                <a:cubicBezTo>
                  <a:pt x="116532" y="12055"/>
                  <a:pt x="114300" y="18306"/>
                  <a:pt x="112961" y="20985"/>
                </a:cubicBezTo>
                <a:lnTo>
                  <a:pt x="69652" y="126802"/>
                </a:lnTo>
                <a:lnTo>
                  <a:pt x="66080" y="126802"/>
                </a:lnTo>
                <a:lnTo>
                  <a:pt x="19645" y="19645"/>
                </a:lnTo>
                <a:cubicBezTo>
                  <a:pt x="16073" y="11609"/>
                  <a:pt x="15180" y="10269"/>
                  <a:pt x="14734" y="9823"/>
                </a:cubicBezTo>
                <a:cubicBezTo>
                  <a:pt x="12502" y="7144"/>
                  <a:pt x="10269" y="5804"/>
                  <a:pt x="8930" y="5358"/>
                </a:cubicBezTo>
                <a:cubicBezTo>
                  <a:pt x="5804" y="3572"/>
                  <a:pt x="2232" y="3572"/>
                  <a:pt x="0" y="3125"/>
                </a:cubicBezTo>
                <a:lnTo>
                  <a:pt x="0" y="0"/>
                </a:lnTo>
                <a:lnTo>
                  <a:pt x="50899" y="0"/>
                </a:lnTo>
                <a:lnTo>
                  <a:pt x="50899" y="3125"/>
                </a:lnTo>
                <a:cubicBezTo>
                  <a:pt x="42416" y="4018"/>
                  <a:pt x="40630" y="5358"/>
                  <a:pt x="39737" y="6251"/>
                </a:cubicBezTo>
                <a:cubicBezTo>
                  <a:pt x="37058" y="8037"/>
                  <a:pt x="37058" y="10716"/>
                  <a:pt x="37058" y="11609"/>
                </a:cubicBezTo>
                <a:cubicBezTo>
                  <a:pt x="37058" y="16073"/>
                  <a:pt x="40184" y="22771"/>
                  <a:pt x="41523" y="25896"/>
                </a:cubicBezTo>
                <a:lnTo>
                  <a:pt x="72777" y="98227"/>
                </a:lnTo>
                <a:lnTo>
                  <a:pt x="102245" y="26789"/>
                </a:lnTo>
                <a:cubicBezTo>
                  <a:pt x="106263" y="16073"/>
                  <a:pt x="106263" y="13395"/>
                  <a:pt x="106263" y="12055"/>
                </a:cubicBezTo>
                <a:cubicBezTo>
                  <a:pt x="106263" y="9376"/>
                  <a:pt x="104477" y="8037"/>
                  <a:pt x="103584" y="7144"/>
                </a:cubicBezTo>
                <a:cubicBezTo>
                  <a:pt x="100905" y="4465"/>
                  <a:pt x="96887" y="4018"/>
                  <a:pt x="94655" y="3572"/>
                </a:cubicBezTo>
                <a:cubicBezTo>
                  <a:pt x="94208" y="3572"/>
                  <a:pt x="93315" y="3572"/>
                  <a:pt x="93315" y="3125"/>
                </a:cubicBezTo>
                <a:lnTo>
                  <a:pt x="93315" y="0"/>
                </a:lnTo>
                <a:lnTo>
                  <a:pt x="131266" y="0"/>
                </a:lnTo>
                <a:close/>
                <a:moveTo>
                  <a:pt x="13126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9D1DD-A1C2-4C3D-B00B-B03720B9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758" y="3179197"/>
            <a:ext cx="41970" cy="129927"/>
          </a:xfrm>
          <a:custGeom xmlns:a="http://schemas.openxmlformats.org/drawingml/2006/main">
            <a:pathLst>
              <a:path w="41970" h="129927">
                <a:moveTo>
                  <a:pt x="21878" y="0"/>
                </a:moveTo>
                <a:cubicBezTo>
                  <a:pt x="25450" y="0"/>
                  <a:pt x="27236" y="1786"/>
                  <a:pt x="28129" y="2679"/>
                </a:cubicBezTo>
                <a:cubicBezTo>
                  <a:pt x="30807" y="5358"/>
                  <a:pt x="30807" y="8037"/>
                  <a:pt x="30807" y="9376"/>
                </a:cubicBezTo>
                <a:cubicBezTo>
                  <a:pt x="30807" y="13395"/>
                  <a:pt x="29021" y="15180"/>
                  <a:pt x="28129" y="16073"/>
                </a:cubicBezTo>
                <a:cubicBezTo>
                  <a:pt x="25450" y="18752"/>
                  <a:pt x="22771" y="18752"/>
                  <a:pt x="21878" y="18752"/>
                </a:cubicBezTo>
                <a:cubicBezTo>
                  <a:pt x="17859" y="18752"/>
                  <a:pt x="16073" y="16966"/>
                  <a:pt x="15180" y="16073"/>
                </a:cubicBezTo>
                <a:cubicBezTo>
                  <a:pt x="12502" y="13395"/>
                  <a:pt x="12502" y="10716"/>
                  <a:pt x="12502" y="9376"/>
                </a:cubicBezTo>
                <a:cubicBezTo>
                  <a:pt x="12502" y="5358"/>
                  <a:pt x="14288" y="3572"/>
                  <a:pt x="15180" y="2679"/>
                </a:cubicBezTo>
                <a:cubicBezTo>
                  <a:pt x="17859" y="0"/>
                  <a:pt x="20538" y="0"/>
                  <a:pt x="21878" y="0"/>
                </a:cubicBezTo>
                <a:close/>
                <a:moveTo>
                  <a:pt x="29468" y="43755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39737" y="126802"/>
                  <a:pt x="41970" y="126802"/>
                </a:cubicBezTo>
                <a:lnTo>
                  <a:pt x="41970" y="129927"/>
                </a:lnTo>
                <a:lnTo>
                  <a:pt x="1339" y="129927"/>
                </a:lnTo>
                <a:lnTo>
                  <a:pt x="1339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79028"/>
                </a:lnTo>
                <a:cubicBezTo>
                  <a:pt x="14288" y="65187"/>
                  <a:pt x="13395" y="62508"/>
                  <a:pt x="13395" y="61168"/>
                </a:cubicBezTo>
                <a:cubicBezTo>
                  <a:pt x="12502" y="58489"/>
                  <a:pt x="11609" y="57596"/>
                  <a:pt x="11162" y="57150"/>
                </a:cubicBezTo>
                <a:cubicBezTo>
                  <a:pt x="9823" y="55811"/>
                  <a:pt x="8483" y="55811"/>
                  <a:pt x="7590" y="55811"/>
                </a:cubicBezTo>
                <a:cubicBezTo>
                  <a:pt x="4911" y="55811"/>
                  <a:pt x="2679" y="57150"/>
                  <a:pt x="1339" y="57150"/>
                </a:cubicBezTo>
                <a:lnTo>
                  <a:pt x="0" y="54025"/>
                </a:lnTo>
                <a:lnTo>
                  <a:pt x="25450" y="43755"/>
                </a:lnTo>
                <a:lnTo>
                  <a:pt x="29468" y="43755"/>
                </a:lnTo>
                <a:close/>
                <a:moveTo>
                  <a:pt x="29468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E1FED-B4DE-4205-8405-4C921437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003" y="3222952"/>
            <a:ext cx="57150" cy="88850"/>
          </a:xfrm>
          <a:custGeom xmlns:a="http://schemas.openxmlformats.org/drawingml/2006/main">
            <a:pathLst>
              <a:path w="57150" h="88850">
                <a:moveTo>
                  <a:pt x="50899" y="0"/>
                </a:moveTo>
                <a:lnTo>
                  <a:pt x="50899" y="28575"/>
                </a:lnTo>
                <a:lnTo>
                  <a:pt x="47774" y="28575"/>
                </a:lnTo>
                <a:cubicBezTo>
                  <a:pt x="44202" y="15180"/>
                  <a:pt x="40630" y="12055"/>
                  <a:pt x="38844" y="10269"/>
                </a:cubicBezTo>
                <a:cubicBezTo>
                  <a:pt x="33486" y="5358"/>
                  <a:pt x="28129" y="5358"/>
                  <a:pt x="25003" y="5358"/>
                </a:cubicBezTo>
                <a:cubicBezTo>
                  <a:pt x="18752" y="5358"/>
                  <a:pt x="16073" y="7590"/>
                  <a:pt x="14734" y="8930"/>
                </a:cubicBezTo>
                <a:cubicBezTo>
                  <a:pt x="10716" y="12055"/>
                  <a:pt x="10716" y="15180"/>
                  <a:pt x="10716" y="16520"/>
                </a:cubicBezTo>
                <a:cubicBezTo>
                  <a:pt x="10716" y="21431"/>
                  <a:pt x="12948" y="23664"/>
                  <a:pt x="13841" y="25003"/>
                </a:cubicBezTo>
                <a:cubicBezTo>
                  <a:pt x="16520" y="29021"/>
                  <a:pt x="22324" y="31700"/>
                  <a:pt x="25450" y="33040"/>
                </a:cubicBezTo>
                <a:lnTo>
                  <a:pt x="38398" y="39737"/>
                </a:lnTo>
                <a:cubicBezTo>
                  <a:pt x="57150" y="48667"/>
                  <a:pt x="57150" y="58489"/>
                  <a:pt x="57150" y="63401"/>
                </a:cubicBezTo>
                <a:cubicBezTo>
                  <a:pt x="57150" y="74563"/>
                  <a:pt x="51346" y="79474"/>
                  <a:pt x="48667" y="81707"/>
                </a:cubicBezTo>
                <a:cubicBezTo>
                  <a:pt x="39737" y="88850"/>
                  <a:pt x="32593" y="88850"/>
                  <a:pt x="29021" y="88850"/>
                </a:cubicBezTo>
                <a:cubicBezTo>
                  <a:pt x="21431" y="88850"/>
                  <a:pt x="15180" y="87064"/>
                  <a:pt x="11609" y="86171"/>
                </a:cubicBezTo>
                <a:cubicBezTo>
                  <a:pt x="8483" y="85279"/>
                  <a:pt x="7144" y="85279"/>
                  <a:pt x="6697" y="85279"/>
                </a:cubicBezTo>
                <a:cubicBezTo>
                  <a:pt x="4911" y="85279"/>
                  <a:pt x="4018" y="86618"/>
                  <a:pt x="3572" y="87511"/>
                </a:cubicBezTo>
                <a:lnTo>
                  <a:pt x="446" y="87511"/>
                </a:lnTo>
                <a:lnTo>
                  <a:pt x="446" y="57596"/>
                </a:lnTo>
                <a:lnTo>
                  <a:pt x="3572" y="57596"/>
                </a:lnTo>
                <a:cubicBezTo>
                  <a:pt x="6251" y="70545"/>
                  <a:pt x="10716" y="74563"/>
                  <a:pt x="13395" y="76795"/>
                </a:cubicBezTo>
                <a:cubicBezTo>
                  <a:pt x="20538" y="83493"/>
                  <a:pt x="26343" y="83493"/>
                  <a:pt x="29468" y="83493"/>
                </a:cubicBezTo>
                <a:cubicBezTo>
                  <a:pt x="35719" y="83493"/>
                  <a:pt x="38398" y="80814"/>
                  <a:pt x="39737" y="79921"/>
                </a:cubicBezTo>
                <a:cubicBezTo>
                  <a:pt x="43755" y="75902"/>
                  <a:pt x="43755" y="72330"/>
                  <a:pt x="43755" y="70991"/>
                </a:cubicBezTo>
                <a:cubicBezTo>
                  <a:pt x="43755" y="64294"/>
                  <a:pt x="40630" y="61615"/>
                  <a:pt x="39291" y="60275"/>
                </a:cubicBezTo>
                <a:cubicBezTo>
                  <a:pt x="34826" y="55811"/>
                  <a:pt x="25896" y="51346"/>
                  <a:pt x="21431" y="49113"/>
                </a:cubicBezTo>
                <a:cubicBezTo>
                  <a:pt x="8483" y="42862"/>
                  <a:pt x="5804" y="39291"/>
                  <a:pt x="4018" y="37505"/>
                </a:cubicBezTo>
                <a:cubicBezTo>
                  <a:pt x="0" y="32147"/>
                  <a:pt x="0" y="27236"/>
                  <a:pt x="0" y="24110"/>
                </a:cubicBezTo>
                <a:cubicBezTo>
                  <a:pt x="0" y="13841"/>
                  <a:pt x="4911" y="9376"/>
                  <a:pt x="7144" y="7144"/>
                </a:cubicBezTo>
                <a:cubicBezTo>
                  <a:pt x="14288" y="0"/>
                  <a:pt x="21878" y="0"/>
                  <a:pt x="25450" y="0"/>
                </a:cubicBezTo>
                <a:cubicBezTo>
                  <a:pt x="30361" y="0"/>
                  <a:pt x="35272" y="1786"/>
                  <a:pt x="37505" y="2232"/>
                </a:cubicBezTo>
                <a:cubicBezTo>
                  <a:pt x="41970" y="3572"/>
                  <a:pt x="42862" y="3572"/>
                  <a:pt x="43755" y="3572"/>
                </a:cubicBezTo>
                <a:cubicBezTo>
                  <a:pt x="45095" y="3572"/>
                  <a:pt x="45541" y="3125"/>
                  <a:pt x="45988" y="3125"/>
                </a:cubicBezTo>
                <a:cubicBezTo>
                  <a:pt x="46881" y="2232"/>
                  <a:pt x="47774" y="893"/>
                  <a:pt x="47774" y="0"/>
                </a:cubicBezTo>
                <a:lnTo>
                  <a:pt x="50899" y="0"/>
                </a:lnTo>
                <a:close/>
                <a:moveTo>
                  <a:pt x="508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8DB6B-3F04-4EB4-A4D3-FC7FC617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1598" y="3179197"/>
            <a:ext cx="41970" cy="129927"/>
          </a:xfrm>
          <a:custGeom xmlns:a="http://schemas.openxmlformats.org/drawingml/2006/main">
            <a:pathLst>
              <a:path w="41970" h="129927">
                <a:moveTo>
                  <a:pt x="21878" y="0"/>
                </a:moveTo>
                <a:cubicBezTo>
                  <a:pt x="25450" y="0"/>
                  <a:pt x="27236" y="1786"/>
                  <a:pt x="28129" y="2679"/>
                </a:cubicBezTo>
                <a:cubicBezTo>
                  <a:pt x="30807" y="5358"/>
                  <a:pt x="30807" y="8037"/>
                  <a:pt x="30807" y="9376"/>
                </a:cubicBezTo>
                <a:cubicBezTo>
                  <a:pt x="30807" y="13395"/>
                  <a:pt x="29021" y="15180"/>
                  <a:pt x="28129" y="16073"/>
                </a:cubicBezTo>
                <a:cubicBezTo>
                  <a:pt x="25450" y="18752"/>
                  <a:pt x="22771" y="18752"/>
                  <a:pt x="21878" y="18752"/>
                </a:cubicBezTo>
                <a:cubicBezTo>
                  <a:pt x="17859" y="18752"/>
                  <a:pt x="16073" y="16966"/>
                  <a:pt x="15180" y="16073"/>
                </a:cubicBezTo>
                <a:cubicBezTo>
                  <a:pt x="12502" y="13395"/>
                  <a:pt x="12502" y="10716"/>
                  <a:pt x="12502" y="9376"/>
                </a:cubicBezTo>
                <a:cubicBezTo>
                  <a:pt x="12502" y="5358"/>
                  <a:pt x="14288" y="3572"/>
                  <a:pt x="15180" y="2679"/>
                </a:cubicBezTo>
                <a:cubicBezTo>
                  <a:pt x="17859" y="0"/>
                  <a:pt x="20538" y="0"/>
                  <a:pt x="21878" y="0"/>
                </a:cubicBezTo>
                <a:close/>
                <a:moveTo>
                  <a:pt x="29468" y="43755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39737" y="126802"/>
                  <a:pt x="41970" y="126802"/>
                </a:cubicBezTo>
                <a:lnTo>
                  <a:pt x="41970" y="129927"/>
                </a:lnTo>
                <a:lnTo>
                  <a:pt x="1339" y="129927"/>
                </a:lnTo>
                <a:lnTo>
                  <a:pt x="1339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79028"/>
                </a:lnTo>
                <a:cubicBezTo>
                  <a:pt x="14288" y="65187"/>
                  <a:pt x="13395" y="62508"/>
                  <a:pt x="13395" y="61168"/>
                </a:cubicBezTo>
                <a:cubicBezTo>
                  <a:pt x="12502" y="58489"/>
                  <a:pt x="11609" y="57596"/>
                  <a:pt x="11162" y="57150"/>
                </a:cubicBezTo>
                <a:cubicBezTo>
                  <a:pt x="9823" y="55811"/>
                  <a:pt x="8483" y="55811"/>
                  <a:pt x="7590" y="55811"/>
                </a:cubicBezTo>
                <a:cubicBezTo>
                  <a:pt x="4911" y="55811"/>
                  <a:pt x="2679" y="57150"/>
                  <a:pt x="1339" y="57150"/>
                </a:cubicBezTo>
                <a:lnTo>
                  <a:pt x="0" y="54025"/>
                </a:lnTo>
                <a:lnTo>
                  <a:pt x="25450" y="43755"/>
                </a:lnTo>
                <a:lnTo>
                  <a:pt x="29468" y="43755"/>
                </a:lnTo>
                <a:close/>
                <a:moveTo>
                  <a:pt x="29468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F0EFC-0FDB-4EA2-AF88-0C2D224A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164" y="3222952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E4645-A9C3-47B4-9793-CEB527E9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432" y="3222952"/>
            <a:ext cx="91529" cy="86171"/>
          </a:xfrm>
          <a:custGeom xmlns:a="http://schemas.openxmlformats.org/drawingml/2006/main">
            <a:pathLst>
              <a:path w="91529" h="86171">
                <a:moveTo>
                  <a:pt x="29021" y="17859"/>
                </a:moveTo>
                <a:cubicBezTo>
                  <a:pt x="44202" y="0"/>
                  <a:pt x="52685" y="0"/>
                  <a:pt x="57150" y="0"/>
                </a:cubicBezTo>
                <a:cubicBezTo>
                  <a:pt x="64294" y="0"/>
                  <a:pt x="67419" y="2232"/>
                  <a:pt x="69205" y="3572"/>
                </a:cubicBezTo>
                <a:cubicBezTo>
                  <a:pt x="74116" y="7144"/>
                  <a:pt x="75902" y="12055"/>
                  <a:pt x="76795" y="14734"/>
                </a:cubicBezTo>
                <a:cubicBezTo>
                  <a:pt x="79028" y="20538"/>
                  <a:pt x="79028" y="27682"/>
                  <a:pt x="79028" y="31700"/>
                </a:cubicBezTo>
                <a:lnTo>
                  <a:pt x="79028" y="67419"/>
                </a:lnTo>
                <a:cubicBezTo>
                  <a:pt x="79028" y="75456"/>
                  <a:pt x="79921" y="77242"/>
                  <a:pt x="80367" y="78135"/>
                </a:cubicBezTo>
                <a:cubicBezTo>
                  <a:pt x="81260" y="80367"/>
                  <a:pt x="82600" y="81260"/>
                  <a:pt x="83493" y="81707"/>
                </a:cubicBezTo>
                <a:cubicBezTo>
                  <a:pt x="85725" y="83046"/>
                  <a:pt x="89743" y="83046"/>
                  <a:pt x="91529" y="83046"/>
                </a:cubicBezTo>
                <a:lnTo>
                  <a:pt x="91529" y="86171"/>
                </a:lnTo>
                <a:lnTo>
                  <a:pt x="50453" y="86171"/>
                </a:lnTo>
                <a:lnTo>
                  <a:pt x="50453" y="83046"/>
                </a:lnTo>
                <a:lnTo>
                  <a:pt x="52239" y="83046"/>
                </a:lnTo>
                <a:cubicBezTo>
                  <a:pt x="58043" y="83046"/>
                  <a:pt x="59382" y="81707"/>
                  <a:pt x="60275" y="81260"/>
                </a:cubicBezTo>
                <a:cubicBezTo>
                  <a:pt x="62508" y="79474"/>
                  <a:pt x="63401" y="77242"/>
                  <a:pt x="63401" y="75902"/>
                </a:cubicBezTo>
                <a:cubicBezTo>
                  <a:pt x="63847" y="74563"/>
                  <a:pt x="63847" y="69652"/>
                  <a:pt x="63847" y="67419"/>
                </a:cubicBezTo>
                <a:lnTo>
                  <a:pt x="63847" y="33040"/>
                </a:lnTo>
                <a:cubicBezTo>
                  <a:pt x="63847" y="21431"/>
                  <a:pt x="62061" y="18306"/>
                  <a:pt x="60722" y="16520"/>
                </a:cubicBezTo>
                <a:cubicBezTo>
                  <a:pt x="58043" y="11162"/>
                  <a:pt x="53132" y="11162"/>
                  <a:pt x="50899" y="11162"/>
                </a:cubicBezTo>
                <a:cubicBezTo>
                  <a:pt x="40184" y="11162"/>
                  <a:pt x="32593" y="19199"/>
                  <a:pt x="29021" y="23217"/>
                </a:cubicBezTo>
                <a:lnTo>
                  <a:pt x="29021" y="67419"/>
                </a:lnTo>
                <a:cubicBezTo>
                  <a:pt x="29021" y="75902"/>
                  <a:pt x="29914" y="77242"/>
                  <a:pt x="30361" y="78135"/>
                </a:cubicBezTo>
                <a:cubicBezTo>
                  <a:pt x="31254" y="80367"/>
                  <a:pt x="33040" y="81260"/>
                  <a:pt x="33933" y="81707"/>
                </a:cubicBezTo>
                <a:cubicBezTo>
                  <a:pt x="36165" y="83046"/>
                  <a:pt x="40630" y="83046"/>
                  <a:pt x="42862" y="83046"/>
                </a:cubicBezTo>
                <a:lnTo>
                  <a:pt x="42862" y="86171"/>
                </a:lnTo>
                <a:lnTo>
                  <a:pt x="1339" y="86171"/>
                </a:lnTo>
                <a:lnTo>
                  <a:pt x="1339" y="83046"/>
                </a:lnTo>
                <a:lnTo>
                  <a:pt x="3125" y="83046"/>
                </a:lnTo>
                <a:cubicBezTo>
                  <a:pt x="9823" y="83046"/>
                  <a:pt x="11162" y="80814"/>
                  <a:pt x="12055" y="79921"/>
                </a:cubicBezTo>
                <a:cubicBezTo>
                  <a:pt x="14288" y="76349"/>
                  <a:pt x="14288" y="70545"/>
                  <a:pt x="14288" y="67419"/>
                </a:cubicBezTo>
                <a:lnTo>
                  <a:pt x="14288" y="36165"/>
                </a:lnTo>
                <a:cubicBezTo>
                  <a:pt x="14288" y="21431"/>
                  <a:pt x="13841" y="19199"/>
                  <a:pt x="13395" y="17859"/>
                </a:cubicBezTo>
                <a:cubicBezTo>
                  <a:pt x="12948" y="14734"/>
                  <a:pt x="11609" y="13841"/>
                  <a:pt x="11609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4911" y="12055"/>
                  <a:pt x="2679" y="13395"/>
                  <a:pt x="1339" y="13395"/>
                </a:cubicBezTo>
                <a:lnTo>
                  <a:pt x="0" y="10269"/>
                </a:lnTo>
                <a:lnTo>
                  <a:pt x="25450" y="0"/>
                </a:lnTo>
                <a:lnTo>
                  <a:pt x="29021" y="0"/>
                </a:lnTo>
                <a:lnTo>
                  <a:pt x="29021" y="17859"/>
                </a:lnTo>
                <a:close/>
                <a:moveTo>
                  <a:pt x="29021" y="17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32C5D-D7A4-49B1-9017-C409C2CF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549" y="3185448"/>
            <a:ext cx="106263" cy="123676"/>
          </a:xfrm>
          <a:custGeom xmlns:a="http://schemas.openxmlformats.org/drawingml/2006/main">
            <a:pathLst>
              <a:path w="106263" h="123676">
                <a:moveTo>
                  <a:pt x="35272" y="6697"/>
                </a:moveTo>
                <a:lnTo>
                  <a:pt x="35272" y="55364"/>
                </a:lnTo>
                <a:lnTo>
                  <a:pt x="62508" y="55364"/>
                </a:lnTo>
                <a:cubicBezTo>
                  <a:pt x="73223" y="55364"/>
                  <a:pt x="75456" y="53578"/>
                  <a:pt x="76795" y="52239"/>
                </a:cubicBezTo>
                <a:cubicBezTo>
                  <a:pt x="81707" y="48220"/>
                  <a:pt x="81707" y="41077"/>
                  <a:pt x="82153" y="37505"/>
                </a:cubicBezTo>
                <a:lnTo>
                  <a:pt x="85279" y="37505"/>
                </a:lnTo>
                <a:lnTo>
                  <a:pt x="85279" y="80814"/>
                </a:lnTo>
                <a:lnTo>
                  <a:pt x="82153" y="80814"/>
                </a:lnTo>
                <a:cubicBezTo>
                  <a:pt x="80814" y="71884"/>
                  <a:pt x="79921" y="70098"/>
                  <a:pt x="79474" y="69205"/>
                </a:cubicBezTo>
                <a:cubicBezTo>
                  <a:pt x="78135" y="66080"/>
                  <a:pt x="75456" y="64740"/>
                  <a:pt x="74116" y="64294"/>
                </a:cubicBezTo>
                <a:cubicBezTo>
                  <a:pt x="70545" y="62508"/>
                  <a:pt x="65187" y="62508"/>
                  <a:pt x="62508" y="62508"/>
                </a:cubicBezTo>
                <a:lnTo>
                  <a:pt x="35272" y="62508"/>
                </a:lnTo>
                <a:lnTo>
                  <a:pt x="35272" y="103138"/>
                </a:lnTo>
                <a:cubicBezTo>
                  <a:pt x="35272" y="111175"/>
                  <a:pt x="35719" y="112514"/>
                  <a:pt x="36165" y="113407"/>
                </a:cubicBezTo>
                <a:cubicBezTo>
                  <a:pt x="37058" y="114746"/>
                  <a:pt x="37951" y="115639"/>
                  <a:pt x="38844" y="116086"/>
                </a:cubicBezTo>
                <a:cubicBezTo>
                  <a:pt x="40630" y="116979"/>
                  <a:pt x="43755" y="116979"/>
                  <a:pt x="45541" y="116979"/>
                </a:cubicBezTo>
                <a:lnTo>
                  <a:pt x="66526" y="116979"/>
                </a:lnTo>
                <a:cubicBezTo>
                  <a:pt x="77242" y="116979"/>
                  <a:pt x="80367" y="116086"/>
                  <a:pt x="81707" y="115639"/>
                </a:cubicBezTo>
                <a:cubicBezTo>
                  <a:pt x="86618" y="114300"/>
                  <a:pt x="89743" y="111175"/>
                  <a:pt x="91083" y="109835"/>
                </a:cubicBezTo>
                <a:cubicBezTo>
                  <a:pt x="96887" y="104031"/>
                  <a:pt x="100459" y="96441"/>
                  <a:pt x="102691" y="92422"/>
                </a:cubicBezTo>
                <a:lnTo>
                  <a:pt x="106263" y="92422"/>
                </a:lnTo>
                <a:lnTo>
                  <a:pt x="95548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8930" y="120104"/>
                  <a:pt x="11609" y="119211"/>
                  <a:pt x="12948" y="118318"/>
                </a:cubicBezTo>
                <a:cubicBezTo>
                  <a:pt x="16073" y="116532"/>
                  <a:pt x="16520" y="114746"/>
                  <a:pt x="16966" y="113854"/>
                </a:cubicBezTo>
                <a:cubicBezTo>
                  <a:pt x="17859" y="111175"/>
                  <a:pt x="17859" y="104924"/>
                  <a:pt x="17859" y="101798"/>
                </a:cubicBezTo>
                <a:lnTo>
                  <a:pt x="17859" y="21431"/>
                </a:lnTo>
                <a:cubicBezTo>
                  <a:pt x="17859" y="9823"/>
                  <a:pt x="16073" y="8037"/>
                  <a:pt x="15627" y="7144"/>
                </a:cubicBezTo>
                <a:cubicBezTo>
                  <a:pt x="12055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95548" y="0"/>
                </a:lnTo>
                <a:lnTo>
                  <a:pt x="96887" y="26789"/>
                </a:lnTo>
                <a:lnTo>
                  <a:pt x="93315" y="26789"/>
                </a:lnTo>
                <a:cubicBezTo>
                  <a:pt x="91529" y="17413"/>
                  <a:pt x="90190" y="14734"/>
                  <a:pt x="89297" y="13841"/>
                </a:cubicBezTo>
                <a:cubicBezTo>
                  <a:pt x="86618" y="9823"/>
                  <a:pt x="83939" y="8483"/>
                  <a:pt x="82153" y="8037"/>
                </a:cubicBezTo>
                <a:cubicBezTo>
                  <a:pt x="78581" y="6697"/>
                  <a:pt x="72777" y="6697"/>
                  <a:pt x="69205" y="6697"/>
                </a:cubicBezTo>
                <a:lnTo>
                  <a:pt x="35272" y="6697"/>
                </a:lnTo>
                <a:close/>
                <a:moveTo>
                  <a:pt x="35272" y="66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07C05-2B3A-459D-9425-77E87153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954" y="3222952"/>
            <a:ext cx="91529" cy="86171"/>
          </a:xfrm>
          <a:custGeom xmlns:a="http://schemas.openxmlformats.org/drawingml/2006/main">
            <a:pathLst>
              <a:path w="91529" h="86171">
                <a:moveTo>
                  <a:pt x="29021" y="17859"/>
                </a:moveTo>
                <a:cubicBezTo>
                  <a:pt x="44202" y="0"/>
                  <a:pt x="52685" y="0"/>
                  <a:pt x="57150" y="0"/>
                </a:cubicBezTo>
                <a:cubicBezTo>
                  <a:pt x="64294" y="0"/>
                  <a:pt x="67419" y="2232"/>
                  <a:pt x="69205" y="3572"/>
                </a:cubicBezTo>
                <a:cubicBezTo>
                  <a:pt x="74116" y="7144"/>
                  <a:pt x="75902" y="12055"/>
                  <a:pt x="76795" y="14734"/>
                </a:cubicBezTo>
                <a:cubicBezTo>
                  <a:pt x="79028" y="20538"/>
                  <a:pt x="79028" y="27682"/>
                  <a:pt x="79028" y="31700"/>
                </a:cubicBezTo>
                <a:lnTo>
                  <a:pt x="79028" y="67419"/>
                </a:lnTo>
                <a:cubicBezTo>
                  <a:pt x="79028" y="75456"/>
                  <a:pt x="79921" y="77242"/>
                  <a:pt x="80367" y="78135"/>
                </a:cubicBezTo>
                <a:cubicBezTo>
                  <a:pt x="81260" y="80367"/>
                  <a:pt x="82600" y="81260"/>
                  <a:pt x="83493" y="81707"/>
                </a:cubicBezTo>
                <a:cubicBezTo>
                  <a:pt x="85725" y="83046"/>
                  <a:pt x="89743" y="83046"/>
                  <a:pt x="91529" y="83046"/>
                </a:cubicBezTo>
                <a:lnTo>
                  <a:pt x="91529" y="86171"/>
                </a:lnTo>
                <a:lnTo>
                  <a:pt x="50453" y="86171"/>
                </a:lnTo>
                <a:lnTo>
                  <a:pt x="50453" y="83046"/>
                </a:lnTo>
                <a:lnTo>
                  <a:pt x="52239" y="83046"/>
                </a:lnTo>
                <a:cubicBezTo>
                  <a:pt x="58043" y="83046"/>
                  <a:pt x="59382" y="81707"/>
                  <a:pt x="60275" y="81260"/>
                </a:cubicBezTo>
                <a:cubicBezTo>
                  <a:pt x="62508" y="79474"/>
                  <a:pt x="63401" y="77242"/>
                  <a:pt x="63401" y="75902"/>
                </a:cubicBezTo>
                <a:cubicBezTo>
                  <a:pt x="63847" y="74563"/>
                  <a:pt x="63847" y="69652"/>
                  <a:pt x="63847" y="67419"/>
                </a:cubicBezTo>
                <a:lnTo>
                  <a:pt x="63847" y="33040"/>
                </a:lnTo>
                <a:cubicBezTo>
                  <a:pt x="63847" y="21431"/>
                  <a:pt x="62061" y="18306"/>
                  <a:pt x="60722" y="16520"/>
                </a:cubicBezTo>
                <a:cubicBezTo>
                  <a:pt x="58043" y="11162"/>
                  <a:pt x="53132" y="11162"/>
                  <a:pt x="50899" y="11162"/>
                </a:cubicBezTo>
                <a:cubicBezTo>
                  <a:pt x="40184" y="11162"/>
                  <a:pt x="32593" y="19199"/>
                  <a:pt x="29021" y="23217"/>
                </a:cubicBezTo>
                <a:lnTo>
                  <a:pt x="29021" y="67419"/>
                </a:lnTo>
                <a:cubicBezTo>
                  <a:pt x="29021" y="75902"/>
                  <a:pt x="29914" y="77242"/>
                  <a:pt x="30361" y="78135"/>
                </a:cubicBezTo>
                <a:cubicBezTo>
                  <a:pt x="31254" y="80367"/>
                  <a:pt x="33040" y="81260"/>
                  <a:pt x="33933" y="81707"/>
                </a:cubicBezTo>
                <a:cubicBezTo>
                  <a:pt x="36165" y="83046"/>
                  <a:pt x="40630" y="83046"/>
                  <a:pt x="42862" y="83046"/>
                </a:cubicBezTo>
                <a:lnTo>
                  <a:pt x="42862" y="86171"/>
                </a:lnTo>
                <a:lnTo>
                  <a:pt x="1339" y="86171"/>
                </a:lnTo>
                <a:lnTo>
                  <a:pt x="1339" y="83046"/>
                </a:lnTo>
                <a:lnTo>
                  <a:pt x="3125" y="83046"/>
                </a:lnTo>
                <a:cubicBezTo>
                  <a:pt x="9823" y="83046"/>
                  <a:pt x="11162" y="80814"/>
                  <a:pt x="12055" y="79921"/>
                </a:cubicBezTo>
                <a:cubicBezTo>
                  <a:pt x="14288" y="76349"/>
                  <a:pt x="14288" y="70545"/>
                  <a:pt x="14288" y="67419"/>
                </a:cubicBezTo>
                <a:lnTo>
                  <a:pt x="14288" y="36165"/>
                </a:lnTo>
                <a:cubicBezTo>
                  <a:pt x="14288" y="21431"/>
                  <a:pt x="13841" y="19199"/>
                  <a:pt x="13395" y="17859"/>
                </a:cubicBezTo>
                <a:cubicBezTo>
                  <a:pt x="12948" y="14734"/>
                  <a:pt x="11609" y="13841"/>
                  <a:pt x="11609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4911" y="12055"/>
                  <a:pt x="2679" y="13395"/>
                  <a:pt x="1339" y="13395"/>
                </a:cubicBezTo>
                <a:lnTo>
                  <a:pt x="0" y="10269"/>
                </a:lnTo>
                <a:lnTo>
                  <a:pt x="25450" y="0"/>
                </a:lnTo>
                <a:lnTo>
                  <a:pt x="29021" y="0"/>
                </a:lnTo>
                <a:lnTo>
                  <a:pt x="29021" y="17859"/>
                </a:lnTo>
                <a:close/>
                <a:moveTo>
                  <a:pt x="29021" y="17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A4831-BCF5-496D-AA2C-64F58449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938" y="3222952"/>
            <a:ext cx="70545" cy="88850"/>
          </a:xfrm>
          <a:custGeom xmlns:a="http://schemas.openxmlformats.org/drawingml/2006/main">
            <a:pathLst>
              <a:path w="70545" h="88850">
                <a:moveTo>
                  <a:pt x="70545" y="54471"/>
                </a:moveTo>
                <a:cubicBezTo>
                  <a:pt x="67419" y="70991"/>
                  <a:pt x="60722" y="76795"/>
                  <a:pt x="57150" y="79921"/>
                </a:cubicBezTo>
                <a:cubicBezTo>
                  <a:pt x="47327" y="88850"/>
                  <a:pt x="39291" y="88850"/>
                  <a:pt x="35272" y="88850"/>
                </a:cubicBezTo>
                <a:cubicBezTo>
                  <a:pt x="21431" y="88850"/>
                  <a:pt x="14288" y="80814"/>
                  <a:pt x="10716" y="76795"/>
                </a:cubicBezTo>
                <a:cubicBezTo>
                  <a:pt x="0" y="64740"/>
                  <a:pt x="0" y="51346"/>
                  <a:pt x="0" y="44648"/>
                </a:cubicBezTo>
                <a:cubicBezTo>
                  <a:pt x="0" y="25003"/>
                  <a:pt x="8037" y="16520"/>
                  <a:pt x="11609" y="12502"/>
                </a:cubicBezTo>
                <a:cubicBezTo>
                  <a:pt x="23664" y="0"/>
                  <a:pt x="34379" y="0"/>
                  <a:pt x="39737" y="0"/>
                </a:cubicBezTo>
                <a:cubicBezTo>
                  <a:pt x="52239" y="0"/>
                  <a:pt x="57596" y="4465"/>
                  <a:pt x="60275" y="6697"/>
                </a:cubicBezTo>
                <a:cubicBezTo>
                  <a:pt x="68312" y="13395"/>
                  <a:pt x="68312" y="17859"/>
                  <a:pt x="68312" y="20092"/>
                </a:cubicBezTo>
                <a:cubicBezTo>
                  <a:pt x="68312" y="23664"/>
                  <a:pt x="66526" y="25003"/>
                  <a:pt x="66080" y="25896"/>
                </a:cubicBezTo>
                <a:cubicBezTo>
                  <a:pt x="63847" y="28129"/>
                  <a:pt x="61168" y="28129"/>
                  <a:pt x="59829" y="28129"/>
                </a:cubicBezTo>
                <a:cubicBezTo>
                  <a:pt x="54471" y="28129"/>
                  <a:pt x="52685" y="25896"/>
                  <a:pt x="51346" y="24557"/>
                </a:cubicBezTo>
                <a:cubicBezTo>
                  <a:pt x="50006" y="22771"/>
                  <a:pt x="49560" y="19199"/>
                  <a:pt x="49560" y="16966"/>
                </a:cubicBezTo>
                <a:cubicBezTo>
                  <a:pt x="49113" y="12055"/>
                  <a:pt x="46881" y="9823"/>
                  <a:pt x="45541" y="8930"/>
                </a:cubicBezTo>
                <a:cubicBezTo>
                  <a:pt x="42416" y="6251"/>
                  <a:pt x="38844" y="6251"/>
                  <a:pt x="37058" y="6251"/>
                </a:cubicBezTo>
                <a:cubicBezTo>
                  <a:pt x="27682" y="6251"/>
                  <a:pt x="24110" y="10716"/>
                  <a:pt x="22324" y="12948"/>
                </a:cubicBezTo>
                <a:cubicBezTo>
                  <a:pt x="14734" y="21878"/>
                  <a:pt x="14734" y="31700"/>
                  <a:pt x="14734" y="36612"/>
                </a:cubicBezTo>
                <a:cubicBezTo>
                  <a:pt x="14734" y="51346"/>
                  <a:pt x="19645" y="59382"/>
                  <a:pt x="22324" y="62954"/>
                </a:cubicBezTo>
                <a:cubicBezTo>
                  <a:pt x="29468" y="74563"/>
                  <a:pt x="37951" y="74563"/>
                  <a:pt x="41970" y="74563"/>
                </a:cubicBezTo>
                <a:cubicBezTo>
                  <a:pt x="50899" y="74563"/>
                  <a:pt x="55811" y="70545"/>
                  <a:pt x="58043" y="68312"/>
                </a:cubicBezTo>
                <a:cubicBezTo>
                  <a:pt x="62954" y="64294"/>
                  <a:pt x="66526" y="56704"/>
                  <a:pt x="67866" y="53132"/>
                </a:cubicBezTo>
                <a:lnTo>
                  <a:pt x="70545" y="54471"/>
                </a:lnTo>
                <a:close/>
                <a:moveTo>
                  <a:pt x="70545" y="544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C1B00-4D01-4092-86AE-F2B2925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807" y="3222952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FD3B8-FC5A-49B2-B299-C01808F0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433" y="3179197"/>
            <a:ext cx="87511" cy="132606"/>
          </a:xfrm>
          <a:custGeom xmlns:a="http://schemas.openxmlformats.org/drawingml/2006/main">
            <a:pathLst>
              <a:path w="87511" h="132606">
                <a:moveTo>
                  <a:pt x="58489" y="120551"/>
                </a:moveTo>
                <a:cubicBezTo>
                  <a:pt x="52685" y="126802"/>
                  <a:pt x="48667" y="128588"/>
                  <a:pt x="46881" y="129927"/>
                </a:cubicBezTo>
                <a:cubicBezTo>
                  <a:pt x="40630" y="132606"/>
                  <a:pt x="36165" y="132606"/>
                  <a:pt x="33933" y="132606"/>
                </a:cubicBezTo>
                <a:cubicBezTo>
                  <a:pt x="20092" y="132606"/>
                  <a:pt x="13395" y="125016"/>
                  <a:pt x="9823" y="120997"/>
                </a:cubicBezTo>
                <a:cubicBezTo>
                  <a:pt x="0" y="109835"/>
                  <a:pt x="0" y="97780"/>
                  <a:pt x="0" y="91529"/>
                </a:cubicBezTo>
                <a:cubicBezTo>
                  <a:pt x="0" y="73670"/>
                  <a:pt x="7590" y="63847"/>
                  <a:pt x="11162" y="58489"/>
                </a:cubicBezTo>
                <a:cubicBezTo>
                  <a:pt x="22771" y="43755"/>
                  <a:pt x="34379" y="43755"/>
                  <a:pt x="40184" y="43755"/>
                </a:cubicBezTo>
                <a:cubicBezTo>
                  <a:pt x="51346" y="43755"/>
                  <a:pt x="56257" y="48667"/>
                  <a:pt x="58489" y="50899"/>
                </a:cubicBezTo>
                <a:lnTo>
                  <a:pt x="58489" y="35272"/>
                </a:lnTo>
                <a:cubicBezTo>
                  <a:pt x="58489" y="20985"/>
                  <a:pt x="58043" y="18752"/>
                  <a:pt x="58043" y="17859"/>
                </a:cubicBezTo>
                <a:cubicBezTo>
                  <a:pt x="57150" y="14288"/>
                  <a:pt x="56257" y="13841"/>
                  <a:pt x="55811" y="13395"/>
                </a:cubicBezTo>
                <a:cubicBezTo>
                  <a:pt x="54471" y="12055"/>
                  <a:pt x="52685" y="12055"/>
                  <a:pt x="52239" y="12055"/>
                </a:cubicBezTo>
                <a:cubicBezTo>
                  <a:pt x="49560" y="12055"/>
                  <a:pt x="46881" y="12948"/>
                  <a:pt x="45541" y="13395"/>
                </a:cubicBezTo>
                <a:lnTo>
                  <a:pt x="44648" y="10269"/>
                </a:lnTo>
                <a:lnTo>
                  <a:pt x="69652" y="0"/>
                </a:lnTo>
                <a:lnTo>
                  <a:pt x="73670" y="0"/>
                </a:lnTo>
                <a:lnTo>
                  <a:pt x="73670" y="96887"/>
                </a:lnTo>
                <a:cubicBezTo>
                  <a:pt x="73670" y="111621"/>
                  <a:pt x="74116" y="113854"/>
                  <a:pt x="74563" y="114746"/>
                </a:cubicBezTo>
                <a:cubicBezTo>
                  <a:pt x="75009" y="118318"/>
                  <a:pt x="75902" y="118765"/>
                  <a:pt x="76795" y="119211"/>
                </a:cubicBezTo>
                <a:cubicBezTo>
                  <a:pt x="78135" y="120551"/>
                  <a:pt x="79474" y="120551"/>
                  <a:pt x="79921" y="120551"/>
                </a:cubicBezTo>
                <a:cubicBezTo>
                  <a:pt x="82600" y="120551"/>
                  <a:pt x="85279" y="119658"/>
                  <a:pt x="86618" y="119211"/>
                </a:cubicBezTo>
                <a:lnTo>
                  <a:pt x="87511" y="122337"/>
                </a:lnTo>
                <a:lnTo>
                  <a:pt x="62954" y="132606"/>
                </a:lnTo>
                <a:lnTo>
                  <a:pt x="58489" y="132606"/>
                </a:lnTo>
                <a:lnTo>
                  <a:pt x="58489" y="120551"/>
                </a:lnTo>
                <a:close/>
                <a:moveTo>
                  <a:pt x="58489" y="114300"/>
                </a:moveTo>
                <a:lnTo>
                  <a:pt x="58489" y="70991"/>
                </a:lnTo>
                <a:cubicBezTo>
                  <a:pt x="58043" y="64740"/>
                  <a:pt x="56257" y="61615"/>
                  <a:pt x="55364" y="59829"/>
                </a:cubicBezTo>
                <a:cubicBezTo>
                  <a:pt x="52685" y="54918"/>
                  <a:pt x="49560" y="52685"/>
                  <a:pt x="48220" y="52239"/>
                </a:cubicBezTo>
                <a:cubicBezTo>
                  <a:pt x="43309" y="49560"/>
                  <a:pt x="40630" y="49560"/>
                  <a:pt x="39291" y="49560"/>
                </a:cubicBezTo>
                <a:cubicBezTo>
                  <a:pt x="31254" y="49560"/>
                  <a:pt x="27236" y="54471"/>
                  <a:pt x="25003" y="56704"/>
                </a:cubicBezTo>
                <a:cubicBezTo>
                  <a:pt x="16520" y="66080"/>
                  <a:pt x="16520" y="78135"/>
                  <a:pt x="16520" y="84386"/>
                </a:cubicBezTo>
                <a:cubicBezTo>
                  <a:pt x="16520" y="102691"/>
                  <a:pt x="21878" y="109389"/>
                  <a:pt x="24557" y="112514"/>
                </a:cubicBezTo>
                <a:cubicBezTo>
                  <a:pt x="32593" y="122337"/>
                  <a:pt x="39291" y="122337"/>
                  <a:pt x="42416" y="122337"/>
                </a:cubicBezTo>
                <a:cubicBezTo>
                  <a:pt x="50899" y="122337"/>
                  <a:pt x="56257" y="116979"/>
                  <a:pt x="58489" y="114300"/>
                </a:cubicBezTo>
                <a:close/>
                <a:moveTo>
                  <a:pt x="58489" y="1143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D9B1D-2144-486D-8FA4-31DE7A77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951" y="3222952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E6B93-10CD-4BDE-BE64-F57B84E8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17" y="3222952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33863-410F-4D44-89C7-C744B343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927" y="2810619"/>
            <a:ext cx="1493937" cy="618381"/>
          </a:xfrm>
          <a:custGeom xmlns:a="http://schemas.openxmlformats.org/drawingml/2006/main">
            <a:pathLst>
              <a:path w="1493937" h="618381">
                <a:moveTo>
                  <a:pt x="1493937" y="105482"/>
                </a:moveTo>
                <a:lnTo>
                  <a:pt x="1493693" y="98259"/>
                </a:lnTo>
                <a:lnTo>
                  <a:pt x="1492974" y="91167"/>
                </a:lnTo>
                <a:lnTo>
                  <a:pt x="1491794" y="84221"/>
                </a:lnTo>
                <a:lnTo>
                  <a:pt x="1490170" y="77437"/>
                </a:lnTo>
                <a:lnTo>
                  <a:pt x="1488116" y="70831"/>
                </a:lnTo>
                <a:lnTo>
                  <a:pt x="1485649" y="64419"/>
                </a:lnTo>
                <a:lnTo>
                  <a:pt x="1482784" y="58217"/>
                </a:lnTo>
                <a:lnTo>
                  <a:pt x="1479538" y="52239"/>
                </a:lnTo>
                <a:lnTo>
                  <a:pt x="1475925" y="46502"/>
                </a:lnTo>
                <a:lnTo>
                  <a:pt x="1471961" y="41021"/>
                </a:lnTo>
                <a:lnTo>
                  <a:pt x="1467663" y="35812"/>
                </a:lnTo>
                <a:lnTo>
                  <a:pt x="1463046" y="30891"/>
                </a:lnTo>
                <a:lnTo>
                  <a:pt x="1458125" y="26274"/>
                </a:lnTo>
                <a:lnTo>
                  <a:pt x="1452916" y="21975"/>
                </a:lnTo>
                <a:lnTo>
                  <a:pt x="1447435" y="18012"/>
                </a:lnTo>
                <a:lnTo>
                  <a:pt x="1441698" y="14399"/>
                </a:lnTo>
                <a:lnTo>
                  <a:pt x="1435720" y="11153"/>
                </a:lnTo>
                <a:lnTo>
                  <a:pt x="1429517" y="8288"/>
                </a:lnTo>
                <a:lnTo>
                  <a:pt x="1423105" y="5821"/>
                </a:lnTo>
                <a:lnTo>
                  <a:pt x="1416500" y="3767"/>
                </a:lnTo>
                <a:lnTo>
                  <a:pt x="1409716" y="2143"/>
                </a:lnTo>
                <a:lnTo>
                  <a:pt x="1402770" y="963"/>
                </a:lnTo>
                <a:lnTo>
                  <a:pt x="1395678" y="243"/>
                </a:lnTo>
                <a:lnTo>
                  <a:pt x="1388455" y="0"/>
                </a:lnTo>
                <a:lnTo>
                  <a:pt x="105482" y="0"/>
                </a:lnTo>
                <a:lnTo>
                  <a:pt x="98259" y="243"/>
                </a:lnTo>
                <a:lnTo>
                  <a:pt x="91167" y="963"/>
                </a:lnTo>
                <a:lnTo>
                  <a:pt x="84221" y="2143"/>
                </a:lnTo>
                <a:lnTo>
                  <a:pt x="77437" y="3767"/>
                </a:lnTo>
                <a:lnTo>
                  <a:pt x="70831" y="5821"/>
                </a:lnTo>
                <a:lnTo>
                  <a:pt x="64419" y="8288"/>
                </a:lnTo>
                <a:lnTo>
                  <a:pt x="58217" y="11153"/>
                </a:lnTo>
                <a:lnTo>
                  <a:pt x="52239" y="14399"/>
                </a:lnTo>
                <a:lnTo>
                  <a:pt x="46502" y="18012"/>
                </a:lnTo>
                <a:lnTo>
                  <a:pt x="41021" y="21975"/>
                </a:lnTo>
                <a:lnTo>
                  <a:pt x="35812" y="26274"/>
                </a:lnTo>
                <a:lnTo>
                  <a:pt x="30891" y="30891"/>
                </a:lnTo>
                <a:lnTo>
                  <a:pt x="26274" y="35812"/>
                </a:lnTo>
                <a:lnTo>
                  <a:pt x="21975" y="41021"/>
                </a:lnTo>
                <a:lnTo>
                  <a:pt x="18012" y="46502"/>
                </a:lnTo>
                <a:lnTo>
                  <a:pt x="14399" y="52239"/>
                </a:lnTo>
                <a:lnTo>
                  <a:pt x="11153" y="58217"/>
                </a:lnTo>
                <a:lnTo>
                  <a:pt x="8288" y="64419"/>
                </a:lnTo>
                <a:lnTo>
                  <a:pt x="5821" y="70831"/>
                </a:lnTo>
                <a:lnTo>
                  <a:pt x="3767" y="77437"/>
                </a:lnTo>
                <a:lnTo>
                  <a:pt x="2143" y="84221"/>
                </a:lnTo>
                <a:lnTo>
                  <a:pt x="963" y="91167"/>
                </a:lnTo>
                <a:lnTo>
                  <a:pt x="243" y="98259"/>
                </a:lnTo>
                <a:lnTo>
                  <a:pt x="0" y="105482"/>
                </a:lnTo>
                <a:lnTo>
                  <a:pt x="0" y="527410"/>
                </a:lnTo>
                <a:lnTo>
                  <a:pt x="243" y="534633"/>
                </a:lnTo>
                <a:lnTo>
                  <a:pt x="963" y="541725"/>
                </a:lnTo>
                <a:lnTo>
                  <a:pt x="2143" y="548671"/>
                </a:lnTo>
                <a:lnTo>
                  <a:pt x="3767" y="555454"/>
                </a:lnTo>
                <a:lnTo>
                  <a:pt x="5821" y="562060"/>
                </a:lnTo>
                <a:lnTo>
                  <a:pt x="8288" y="568472"/>
                </a:lnTo>
                <a:lnTo>
                  <a:pt x="11153" y="574675"/>
                </a:lnTo>
                <a:lnTo>
                  <a:pt x="14399" y="580653"/>
                </a:lnTo>
                <a:lnTo>
                  <a:pt x="18012" y="586390"/>
                </a:lnTo>
                <a:lnTo>
                  <a:pt x="21975" y="591871"/>
                </a:lnTo>
                <a:lnTo>
                  <a:pt x="26274" y="597080"/>
                </a:lnTo>
                <a:lnTo>
                  <a:pt x="30891" y="602000"/>
                </a:lnTo>
                <a:lnTo>
                  <a:pt x="35812" y="606618"/>
                </a:lnTo>
                <a:lnTo>
                  <a:pt x="41021" y="610916"/>
                </a:lnTo>
                <a:lnTo>
                  <a:pt x="46502" y="614880"/>
                </a:lnTo>
                <a:lnTo>
                  <a:pt x="52061" y="618381"/>
                </a:lnTo>
                <a:lnTo>
                  <a:pt x="1441875" y="618381"/>
                </a:lnTo>
                <a:lnTo>
                  <a:pt x="1447435" y="614880"/>
                </a:lnTo>
                <a:lnTo>
                  <a:pt x="1452916" y="610916"/>
                </a:lnTo>
                <a:lnTo>
                  <a:pt x="1458125" y="606618"/>
                </a:lnTo>
                <a:lnTo>
                  <a:pt x="1463046" y="602000"/>
                </a:lnTo>
                <a:lnTo>
                  <a:pt x="1467663" y="597080"/>
                </a:lnTo>
                <a:lnTo>
                  <a:pt x="1471961" y="591871"/>
                </a:lnTo>
                <a:lnTo>
                  <a:pt x="1475925" y="586390"/>
                </a:lnTo>
                <a:lnTo>
                  <a:pt x="1479538" y="580653"/>
                </a:lnTo>
                <a:lnTo>
                  <a:pt x="1482784" y="574675"/>
                </a:lnTo>
                <a:lnTo>
                  <a:pt x="1485649" y="568472"/>
                </a:lnTo>
                <a:lnTo>
                  <a:pt x="1488116" y="562060"/>
                </a:lnTo>
                <a:lnTo>
                  <a:pt x="1490170" y="555454"/>
                </a:lnTo>
                <a:lnTo>
                  <a:pt x="1491794" y="548671"/>
                </a:lnTo>
                <a:lnTo>
                  <a:pt x="1492974" y="541725"/>
                </a:lnTo>
                <a:lnTo>
                  <a:pt x="1493693" y="534633"/>
                </a:lnTo>
                <a:lnTo>
                  <a:pt x="1493937" y="527410"/>
                </a:lnTo>
                <a:lnTo>
                  <a:pt x="1493937" y="105482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1:gradFill xmlns:ns1="http://schemas.openxmlformats.org/drawingml/2006/main" rotWithShape="1">
            <ns1:gsLst>
              <ns1:gs pos="0">
                <ns1:srgbClr val="f5b8a4">
                  <ns1:alpha val="100000"/>
                </ns1:srgbClr>
              </ns1:gs>
              <ns1:gs pos="1593">
                <ns1:srgbClr val="f5b8a4">
                  <ns1:alpha val="100000"/>
                </ns1:srgbClr>
              </ns1:gs>
              <ns1:gs pos="1992">
                <ns1:srgbClr val="f5b7a3">
                  <ns1:alpha val="100000"/>
                </ns1:srgbClr>
              </ns1:gs>
              <ns1:gs pos="2392">
                <ns1:srgbClr val="f5b7a3">
                  <ns1:alpha val="100000"/>
                </ns1:srgbClr>
              </ns1:gs>
              <ns1:gs pos="3191">
                <ns1:srgbClr val="f5b7a3">
                  <ns1:alpha val="100000"/>
                </ns1:srgbClr>
              </ns1:gs>
              <ns1:gs pos="4790">
                <ns1:srgbClr val="f5b7a3">
                  <ns1:alpha val="100000"/>
                </ns1:srgbClr>
              </ns1:gs>
              <ns1:gs pos="5189">
                <ns1:srgbClr val="f5b7a2">
                  <ns1:alpha val="100000"/>
                </ns1:srgbClr>
              </ns1:gs>
              <ns1:gs pos="5589">
                <ns1:srgbClr val="f5b7a2">
                  <ns1:alpha val="100000"/>
                </ns1:srgbClr>
              </ns1:gs>
              <ns1:gs pos="5989">
                <ns1:srgbClr val="f5b6a2">
                  <ns1:alpha val="100000"/>
                </ns1:srgbClr>
              </ns1:gs>
              <ns1:gs pos="6388">
                <ns1:srgbClr val="f5b6a2">
                  <ns1:alpha val="100000"/>
                </ns1:srgbClr>
              </ns1:gs>
              <ns1:gs pos="7987">
                <ns1:srgbClr val="f5b6a2">
                  <ns1:alpha val="100000"/>
                </ns1:srgbClr>
              </ns1:gs>
              <ns1:gs pos="8386">
                <ns1:srgbClr val="f4b6a2">
                  <ns1:alpha val="100000"/>
                </ns1:srgbClr>
              </ns1:gs>
              <ns1:gs pos="8786">
                <ns1:srgbClr val="f4b6a2">
                  <ns1:alpha val="100000"/>
                </ns1:srgbClr>
              </ns1:gs>
              <ns1:gs pos="9186">
                <ns1:srgbClr val="f4b6a1">
                  <ns1:alpha val="100000"/>
                </ns1:srgbClr>
              </ns1:gs>
              <ns1:gs pos="9585">
                <ns1:srgbClr val="f4b6a1">
                  <ns1:alpha val="100000"/>
                </ns1:srgbClr>
              </ns1:gs>
              <ns1:gs pos="9985">
                <ns1:srgbClr val="f4b5a1">
                  <ns1:alpha val="100000"/>
                </ns1:srgbClr>
              </ns1:gs>
              <ns1:gs pos="10384">
                <ns1:srgbClr val="f4b5a1">
                  <ns1:alpha val="100000"/>
                </ns1:srgbClr>
              </ns1:gs>
              <ns1:gs pos="11184">
                <ns1:srgbClr val="f4b5a1">
                  <ns1:alpha val="100000"/>
                </ns1:srgbClr>
              </ns1:gs>
              <ns1:gs pos="12782">
                <ns1:srgbClr val="f4b5a1">
                  <ns1:alpha val="100000"/>
                </ns1:srgbClr>
              </ns1:gs>
              <ns1:gs pos="13581">
                <ns1:srgbClr val="f4b5a0">
                  <ns1:alpha val="100000"/>
                </ns1:srgbClr>
              </ns1:gs>
              <ns1:gs pos="13981">
                <ns1:srgbClr val="f4b4a0">
                  <ns1:alpha val="100000"/>
                </ns1:srgbClr>
              </ns1:gs>
              <ns1:gs pos="14381">
                <ns1:srgbClr val="f4b4a0">
                  <ns1:alpha val="100000"/>
                </ns1:srgbClr>
              </ns1:gs>
              <ns1:gs pos="15979">
                <ns1:srgbClr val="f4b4a0">
                  <ns1:alpha val="100000"/>
                </ns1:srgbClr>
              </ns1:gs>
              <ns1:gs pos="16379">
                <ns1:srgbClr val="f4b49f">
                  <ns1:alpha val="100000"/>
                </ns1:srgbClr>
              </ns1:gs>
              <ns1:gs pos="16778">
                <ns1:srgbClr val="f4b49f">
                  <ns1:alpha val="100000"/>
                </ns1:srgbClr>
              </ns1:gs>
              <ns1:gs pos="17578">
                <ns1:srgbClr val="f4b49f">
                  <ns1:alpha val="100000"/>
                </ns1:srgbClr>
              </ns1:gs>
              <ns1:gs pos="17977">
                <ns1:srgbClr val="f4b39f">
                  <ns1:alpha val="100000"/>
                </ns1:srgbClr>
              </ns1:gs>
              <ns1:gs pos="18377">
                <ns1:srgbClr val="f4b39f">
                  <ns1:alpha val="100000"/>
                </ns1:srgbClr>
              </ns1:gs>
              <ns1:gs pos="19176">
                <ns1:srgbClr val="f4b39f">
                  <ns1:alpha val="100000"/>
                </ns1:srgbClr>
              </ns1:gs>
              <ns1:gs pos="19975">
                <ns1:srgbClr val="f4b39f">
                  <ns1:alpha val="100000"/>
                </ns1:srgbClr>
              </ns1:gs>
              <ns1:gs pos="20375">
                <ns1:srgbClr val="f4b39e">
                  <ns1:alpha val="100000"/>
                </ns1:srgbClr>
              </ns1:gs>
              <ns1:gs pos="20775">
                <ns1:srgbClr val="f4b39e">
                  <ns1:alpha val="100000"/>
                </ns1:srgbClr>
              </ns1:gs>
              <ns1:gs pos="21574">
                <ns1:srgbClr val="f4b39e">
                  <ns1:alpha val="100000"/>
                </ns1:srgbClr>
              </ns1:gs>
              <ns1:gs pos="21974">
                <ns1:srgbClr val="f4b29e">
                  <ns1:alpha val="100000"/>
                </ns1:srgbClr>
              </ns1:gs>
              <ns1:gs pos="22373">
                <ns1:srgbClr val="f4b29e">
                  <ns1:alpha val="100000"/>
                </ns1:srgbClr>
              </ns1:gs>
              <ns1:gs pos="23172">
                <ns1:srgbClr val="f4b29e">
                  <ns1:alpha val="100000"/>
                </ns1:srgbClr>
              </ns1:gs>
              <ns1:gs pos="23572">
                <ns1:srgbClr val="f4b29d">
                  <ns1:alpha val="100000"/>
                </ns1:srgbClr>
              </ns1:gs>
              <ns1:gs pos="23972">
                <ns1:srgbClr val="f4b29d">
                  <ns1:alpha val="100000"/>
                </ns1:srgbClr>
              </ns1:gs>
              <ns1:gs pos="25570">
                <ns1:srgbClr val="f4b29d">
                  <ns1:alpha val="100000"/>
                </ns1:srgbClr>
              </ns1:gs>
              <ns1:gs pos="25970">
                <ns1:srgbClr val="f3b19d">
                  <ns1:alpha val="100000"/>
                </ns1:srgbClr>
              </ns1:gs>
              <ns1:gs pos="26369">
                <ns1:srgbClr val="f3b19d">
                  <ns1:alpha val="100000"/>
                </ns1:srgbClr>
              </ns1:gs>
              <ns1:gs pos="27169">
                <ns1:srgbClr val="f3b19d">
                  <ns1:alpha val="100000"/>
                </ns1:srgbClr>
              </ns1:gs>
              <ns1:gs pos="27568">
                <ns1:srgbClr val="f3b19c">
                  <ns1:alpha val="100000"/>
                </ns1:srgbClr>
              </ns1:gs>
              <ns1:gs pos="27968">
                <ns1:srgbClr val="f3b19c">
                  <ns1:alpha val="100000"/>
                </ns1:srgbClr>
              </ns1:gs>
              <ns1:gs pos="28767">
                <ns1:srgbClr val="f3b19c">
                  <ns1:alpha val="100000"/>
                </ns1:srgbClr>
              </ns1:gs>
              <ns1:gs pos="29167">
                <ns1:srgbClr val="f3b09c">
                  <ns1:alpha val="100000"/>
                </ns1:srgbClr>
              </ns1:gs>
              <ns1:gs pos="29566">
                <ns1:srgbClr val="f3b09c">
                  <ns1:alpha val="100000"/>
                </ns1:srgbClr>
              </ns1:gs>
              <ns1:gs pos="30366">
                <ns1:srgbClr val="f3b09c">
                  <ns1:alpha val="100000"/>
                </ns1:srgbClr>
              </ns1:gs>
              <ns1:gs pos="30765">
                <ns1:srgbClr val="f3b09b">
                  <ns1:alpha val="100000"/>
                </ns1:srgbClr>
              </ns1:gs>
              <ns1:gs pos="31165">
                <ns1:srgbClr val="f3b09b">
                  <ns1:alpha val="100000"/>
                </ns1:srgbClr>
              </ns1:gs>
              <ns1:gs pos="31964">
                <ns1:srgbClr val="f3b09b">
                  <ns1:alpha val="100000"/>
                </ns1:srgbClr>
              </ns1:gs>
              <ns1:gs pos="32763">
                <ns1:srgbClr val="f3b09b">
                  <ns1:alpha val="100000"/>
                </ns1:srgbClr>
              </ns1:gs>
              <ns1:gs pos="33163">
                <ns1:srgbClr val="f3af9b">
                  <ns1:alpha val="100000"/>
                </ns1:srgbClr>
              </ns1:gs>
              <ns1:gs pos="33563">
                <ns1:srgbClr val="f3af9b">
                  <ns1:alpha val="100000"/>
                </ns1:srgbClr>
              </ns1:gs>
              <ns1:gs pos="34362">
                <ns1:srgbClr val="f3af9b">
                  <ns1:alpha val="100000"/>
                </ns1:srgbClr>
              </ns1:gs>
              <ns1:gs pos="34762">
                <ns1:srgbClr val="f3af9a">
                  <ns1:alpha val="100000"/>
                </ns1:srgbClr>
              </ns1:gs>
              <ns1:gs pos="35161">
                <ns1:srgbClr val="f3af9a">
                  <ns1:alpha val="100000"/>
                </ns1:srgbClr>
              </ns1:gs>
              <ns1:gs pos="36760">
                <ns1:srgbClr val="f3af9a">
                  <ns1:alpha val="100000"/>
                </ns1:srgbClr>
              </ns1:gs>
              <ns1:gs pos="37159">
                <ns1:srgbClr val="f3ae9a">
                  <ns1:alpha val="100000"/>
                </ns1:srgbClr>
              </ns1:gs>
              <ns1:gs pos="37559">
                <ns1:srgbClr val="f3ae9a">
                  <ns1:alpha val="100000"/>
                </ns1:srgbClr>
              </ns1:gs>
              <ns1:gs pos="38358">
                <ns1:srgbClr val="f3ae9a">
                  <ns1:alpha val="100000"/>
                </ns1:srgbClr>
              </ns1:gs>
              <ns1:gs pos="39957">
                <ns1:srgbClr val="f3ae99">
                  <ns1:alpha val="100000"/>
                </ns1:srgbClr>
              </ns1:gs>
              <ns1:gs pos="40756">
                <ns1:srgbClr val="f3ae99">
                  <ns1:alpha val="100000"/>
                </ns1:srgbClr>
              </ns1:gs>
              <ns1:gs pos="41156">
                <ns1:srgbClr val="f3ad99">
                  <ns1:alpha val="100000"/>
                </ns1:srgbClr>
              </ns1:gs>
              <ns1:gs pos="41555">
                <ns1:srgbClr val="f3ad99">
                  <ns1:alpha val="100000"/>
                </ns1:srgbClr>
              </ns1:gs>
              <ns1:gs pos="41955">
                <ns1:srgbClr val="f3ad98">
                  <ns1:alpha val="100000"/>
                </ns1:srgbClr>
              </ns1:gs>
              <ns1:gs pos="42354">
                <ns1:srgbClr val="f3ad98">
                  <ns1:alpha val="100000"/>
                </ns1:srgbClr>
              </ns1:gs>
              <ns1:gs pos="42754">
                <ns1:srgbClr val="f2ad98">
                  <ns1:alpha val="100000"/>
                </ns1:srgbClr>
              </ns1:gs>
              <ns1:gs pos="43154">
                <ns1:srgbClr val="f2ad98">
                  <ns1:alpha val="100000"/>
                </ns1:srgbClr>
              </ns1:gs>
              <ns1:gs pos="44752">
                <ns1:srgbClr val="f2ad98">
                  <ns1:alpha val="100000"/>
                </ns1:srgbClr>
              </ns1:gs>
              <ns1:gs pos="45152">
                <ns1:srgbClr val="f2ac98">
                  <ns1:alpha val="100000"/>
                </ns1:srgbClr>
              </ns1:gs>
              <ns1:gs pos="45551">
                <ns1:srgbClr val="f2ac98">
                  <ns1:alpha val="100000"/>
                </ns1:srgbClr>
              </ns1:gs>
              <ns1:gs pos="45951">
                <ns1:srgbClr val="f2ac97">
                  <ns1:alpha val="100000"/>
                </ns1:srgbClr>
              </ns1:gs>
              <ns1:gs pos="46351">
                <ns1:srgbClr val="f2ac97">
                  <ns1:alpha val="100000"/>
                </ns1:srgbClr>
              </ns1:gs>
              <ns1:gs pos="47949">
                <ns1:srgbClr val="f2ac97">
                  <ns1:alpha val="100000"/>
                </ns1:srgbClr>
              </ns1:gs>
              <ns1:gs pos="48748">
                <ns1:srgbClr val="f2ac97">
                  <ns1:alpha val="100000"/>
                </ns1:srgbClr>
              </ns1:gs>
              <ns1:gs pos="49148">
                <ns1:srgbClr val="f2ab96">
                  <ns1:alpha val="100000"/>
                </ns1:srgbClr>
              </ns1:gs>
              <ns1:gs pos="49548">
                <ns1:srgbClr val="f2ab96">
                  <ns1:alpha val="100000"/>
                </ns1:srgbClr>
              </ns1:gs>
              <ns1:gs pos="51146">
                <ns1:srgbClr val="f2ab96">
                  <ns1:alpha val="100000"/>
                </ns1:srgbClr>
              </ns1:gs>
              <ns1:gs pos="51945">
                <ns1:srgbClr val="f2ab96">
                  <ns1:alpha val="100000"/>
                </ns1:srgbClr>
              </ns1:gs>
              <ns1:gs pos="52345">
                <ns1:srgbClr val="f2ab95">
                  <ns1:alpha val="100000"/>
                </ns1:srgbClr>
              </ns1:gs>
              <ns1:gs pos="52745">
                <ns1:srgbClr val="f2ab95">
                  <ns1:alpha val="100000"/>
                </ns1:srgbClr>
              </ns1:gs>
              <ns1:gs pos="53144">
                <ns1:srgbClr val="f2aa95">
                  <ns1:alpha val="100000"/>
                </ns1:srgbClr>
              </ns1:gs>
              <ns1:gs pos="53544">
                <ns1:srgbClr val="f2aa95">
                  <ns1:alpha val="100000"/>
                </ns1:srgbClr>
              </ns1:gs>
              <ns1:gs pos="54343">
                <ns1:srgbClr val="f2aa95">
                  <ns1:alpha val="100000"/>
                </ns1:srgbClr>
              </ns1:gs>
              <ns1:gs pos="54743">
                <ns1:srgbClr val="f2aa94">
                  <ns1:alpha val="100000"/>
                </ns1:srgbClr>
              </ns1:gs>
              <ns1:gs pos="55142">
                <ns1:srgbClr val="f2aa94">
                  <ns1:alpha val="100000"/>
                </ns1:srgbClr>
              </ns1:gs>
              <ns1:gs pos="55942">
                <ns1:srgbClr val="f2aa94">
                  <ns1:alpha val="100000"/>
                </ns1:srgbClr>
              </ns1:gs>
              <ns1:gs pos="56741">
                <ns1:srgbClr val="f2aa94">
                  <ns1:alpha val="100000"/>
                </ns1:srgbClr>
              </ns1:gs>
              <ns1:gs pos="57141">
                <ns1:srgbClr val="f2a993">
                  <ns1:alpha val="100000"/>
                </ns1:srgbClr>
              </ns1:gs>
              <ns1:gs pos="57540">
                <ns1:srgbClr val="f2a993">
                  <ns1:alpha val="100000"/>
                </ns1:srgbClr>
              </ns1:gs>
              <ns1:gs pos="59139">
                <ns1:srgbClr val="f2a993">
                  <ns1:alpha val="100000"/>
                </ns1:srgbClr>
              </ns1:gs>
              <ns1:gs pos="59538">
                <ns1:srgbClr val="f2a992">
                  <ns1:alpha val="100000"/>
                </ns1:srgbClr>
              </ns1:gs>
              <ns1:gs pos="59938">
                <ns1:srgbClr val="f3a992">
                  <ns1:alpha val="100000"/>
                </ns1:srgbClr>
              </ns1:gs>
              <ns1:gs pos="60737">
                <ns1:srgbClr val="f3a992">
                  <ns1:alpha val="100000"/>
                </ns1:srgbClr>
              </ns1:gs>
              <ns1:gs pos="61137">
                <ns1:srgbClr val="f3a892">
                  <ns1:alpha val="100000"/>
                </ns1:srgbClr>
              </ns1:gs>
              <ns1:gs pos="61536">
                <ns1:srgbClr val="f3a892">
                  <ns1:alpha val="100000"/>
                </ns1:srgbClr>
              </ns1:gs>
              <ns1:gs pos="61936">
                <ns1:srgbClr val="f3a891">
                  <ns1:alpha val="100000"/>
                </ns1:srgbClr>
              </ns1:gs>
              <ns1:gs pos="62336">
                <ns1:srgbClr val="f3a891">
                  <ns1:alpha val="100000"/>
                </ns1:srgbClr>
              </ns1:gs>
              <ns1:gs pos="63934">
                <ns1:srgbClr val="f3a891">
                  <ns1:alpha val="100000"/>
                </ns1:srgbClr>
              </ns1:gs>
              <ns1:gs pos="64334">
                <ns1:srgbClr val="f3a890">
                  <ns1:alpha val="100000"/>
                </ns1:srgbClr>
              </ns1:gs>
              <ns1:gs pos="64733">
                <ns1:srgbClr val="f3a890">
                  <ns1:alpha val="100000"/>
                </ns1:srgbClr>
              </ns1:gs>
              <ns1:gs pos="65133">
                <ns1:srgbClr val="f3a790">
                  <ns1:alpha val="100000"/>
                </ns1:srgbClr>
              </ns1:gs>
              <ns1:gs pos="65533">
                <ns1:srgbClr val="f3a790">
                  <ns1:alpha val="100000"/>
                </ns1:srgbClr>
              </ns1:gs>
              <ns1:gs pos="66332">
                <ns1:srgbClr val="f3a790">
                  <ns1:alpha val="100000"/>
                </ns1:srgbClr>
              </ns1:gs>
              <ns1:gs pos="66732">
                <ns1:srgbClr val="f3a78f">
                  <ns1:alpha val="100000"/>
                </ns1:srgbClr>
              </ns1:gs>
              <ns1:gs pos="67131">
                <ns1:srgbClr val="f3a78f">
                  <ns1:alpha val="100000"/>
                </ns1:srgbClr>
              </ns1:gs>
              <ns1:gs pos="68730">
                <ns1:srgbClr val="f3a78f">
                  <ns1:alpha val="100000"/>
                </ns1:srgbClr>
              </ns1:gs>
              <ns1:gs pos="69129">
                <ns1:srgbClr val="f3a68e">
                  <ns1:alpha val="100000"/>
                </ns1:srgbClr>
              </ns1:gs>
              <ns1:gs pos="69529">
                <ns1:srgbClr val="f3a68e">
                  <ns1:alpha val="100000"/>
                </ns1:srgbClr>
              </ns1:gs>
              <ns1:gs pos="70328">
                <ns1:srgbClr val="f3a68e">
                  <ns1:alpha val="100000"/>
                </ns1:srgbClr>
              </ns1:gs>
              <ns1:gs pos="71127">
                <ns1:srgbClr val="f3a68e">
                  <ns1:alpha val="100000"/>
                </ns1:srgbClr>
              </ns1:gs>
              <ns1:gs pos="71527">
                <ns1:srgbClr val="f3a68d">
                  <ns1:alpha val="100000"/>
                </ns1:srgbClr>
              </ns1:gs>
              <ns1:gs pos="71927">
                <ns1:srgbClr val="f3a68d">
                  <ns1:alpha val="100000"/>
                </ns1:srgbClr>
              </ns1:gs>
              <ns1:gs pos="72726">
                <ns1:srgbClr val="f3a68d">
                  <ns1:alpha val="100000"/>
                </ns1:srgbClr>
              </ns1:gs>
              <ns1:gs pos="73126">
                <ns1:srgbClr val="f3a58d">
                  <ns1:alpha val="100000"/>
                </ns1:srgbClr>
              </ns1:gs>
              <ns1:gs pos="73525">
                <ns1:srgbClr val="f3a58d">
                  <ns1:alpha val="100000"/>
                </ns1:srgbClr>
              </ns1:gs>
              <ns1:gs pos="73925">
                <ns1:srgbClr val="f3a58c">
                  <ns1:alpha val="100000"/>
                </ns1:srgbClr>
              </ns1:gs>
              <ns1:gs pos="74324">
                <ns1:srgbClr val="f3a58c">
                  <ns1:alpha val="100000"/>
                </ns1:srgbClr>
              </ns1:gs>
              <ns1:gs pos="75124">
                <ns1:srgbClr val="f3a58c">
                  <ns1:alpha val="100000"/>
                </ns1:srgbClr>
              </ns1:gs>
              <ns1:gs pos="75923">
                <ns1:srgbClr val="f3a58c">
                  <ns1:alpha val="100000"/>
                </ns1:srgbClr>
              </ns1:gs>
              <ns1:gs pos="76323">
                <ns1:srgbClr val="f3a58c">
                  <ns1:alpha val="100000"/>
                </ns1:srgbClr>
              </ns1:gs>
              <ns1:gs pos="76722">
                <ns1:srgbClr val="f4a58c">
                  <ns1:alpha val="100000"/>
                </ns1:srgbClr>
              </ns1:gs>
              <ns1:gs pos="77122">
                <ns1:srgbClr val="f4a48b">
                  <ns1:alpha val="100000"/>
                </ns1:srgbClr>
              </ns1:gs>
              <ns1:gs pos="77521">
                <ns1:srgbClr val="f4a48b">
                  <ns1:alpha val="100000"/>
                </ns1:srgbClr>
              </ns1:gs>
              <ns1:gs pos="78321">
                <ns1:srgbClr val="f4a48b">
                  <ns1:alpha val="100000"/>
                </ns1:srgbClr>
              </ns1:gs>
              <ns1:gs pos="79120">
                <ns1:srgbClr val="f4a48b">
                  <ns1:alpha val="100000"/>
                </ns1:srgbClr>
              </ns1:gs>
              <ns1:gs pos="79520">
                <ns1:srgbClr val="f4a48a">
                  <ns1:alpha val="100000"/>
                </ns1:srgbClr>
              </ns1:gs>
              <ns1:gs pos="79919">
                <ns1:srgbClr val="f4a48a">
                  <ns1:alpha val="100000"/>
                </ns1:srgbClr>
              </ns1:gs>
              <ns1:gs pos="80319">
                <ns1:srgbClr val="f4a38a">
                  <ns1:alpha val="100000"/>
                </ns1:srgbClr>
              </ns1:gs>
              <ns1:gs pos="80718">
                <ns1:srgbClr val="f4a38a">
                  <ns1:alpha val="100000"/>
                </ns1:srgbClr>
              </ns1:gs>
              <ns1:gs pos="81518">
                <ns1:srgbClr val="f4a38a">
                  <ns1:alpha val="100000"/>
                </ns1:srgbClr>
              </ns1:gs>
              <ns1:gs pos="81917">
                <ns1:srgbClr val="f4a389">
                  <ns1:alpha val="100000"/>
                </ns1:srgbClr>
              </ns1:gs>
              <ns1:gs pos="82317">
                <ns1:srgbClr val="f4a389">
                  <ns1:alpha val="100000"/>
                </ns1:srgbClr>
              </ns1:gs>
              <ns1:gs pos="83116">
                <ns1:srgbClr val="f4a389">
                  <ns1:alpha val="100000"/>
                </ns1:srgbClr>
              </ns1:gs>
              <ns1:gs pos="83915">
                <ns1:srgbClr val="f4a389">
                  <ns1:alpha val="100000"/>
                </ns1:srgbClr>
              </ns1:gs>
              <ns1:gs pos="84315">
                <ns1:srgbClr val="f4a288">
                  <ns1:alpha val="100000"/>
                </ns1:srgbClr>
              </ns1:gs>
              <ns1:gs pos="84715">
                <ns1:srgbClr val="f4a288">
                  <ns1:alpha val="100000"/>
                </ns1:srgbClr>
              </ns1:gs>
              <ns1:gs pos="86313">
                <ns1:srgbClr val="f4a288">
                  <ns1:alpha val="100000"/>
                </ns1:srgbClr>
              </ns1:gs>
              <ns1:gs pos="86713">
                <ns1:srgbClr val="f4a287">
                  <ns1:alpha val="100000"/>
                </ns1:srgbClr>
              </ns1:gs>
              <ns1:gs pos="87112">
                <ns1:srgbClr val="f4a287">
                  <ns1:alpha val="100000"/>
                </ns1:srgbClr>
              </ns1:gs>
              <ns1:gs pos="87912">
                <ns1:srgbClr val="f4a287">
                  <ns1:alpha val="100000"/>
                </ns1:srgbClr>
              </ns1:gs>
              <ns1:gs pos="88311">
                <ns1:srgbClr val="f4a187">
                  <ns1:alpha val="100000"/>
                </ns1:srgbClr>
              </ns1:gs>
              <ns1:gs pos="88711">
                <ns1:srgbClr val="f4a187">
                  <ns1:alpha val="100000"/>
                </ns1:srgbClr>
              </ns1:gs>
              <ns1:gs pos="89110">
                <ns1:srgbClr val="f4a186">
                  <ns1:alpha val="100000"/>
                </ns1:srgbClr>
              </ns1:gs>
              <ns1:gs pos="89510">
                <ns1:srgbClr val="f4a186">
                  <ns1:alpha val="100000"/>
                </ns1:srgbClr>
              </ns1:gs>
              <ns1:gs pos="91109">
                <ns1:srgbClr val="f4a186">
                  <ns1:alpha val="100000"/>
                </ns1:srgbClr>
              </ns1:gs>
              <ns1:gs pos="91508">
                <ns1:srgbClr val="f4a185">
                  <ns1:alpha val="100000"/>
                </ns1:srgbClr>
              </ns1:gs>
              <ns1:gs pos="91908">
                <ns1:srgbClr val="f4a185">
                  <ns1:alpha val="100000"/>
                </ns1:srgbClr>
              </ns1:gs>
              <ns1:gs pos="92307">
                <ns1:srgbClr val="f4a085">
                  <ns1:alpha val="100000"/>
                </ns1:srgbClr>
              </ns1:gs>
              <ns1:gs pos="92707">
                <ns1:srgbClr val="f4a085">
                  <ns1:alpha val="100000"/>
                </ns1:srgbClr>
              </ns1:gs>
              <ns1:gs pos="93506">
                <ns1:srgbClr val="f4a085">
                  <ns1:alpha val="100000"/>
                </ns1:srgbClr>
              </ns1:gs>
              <ns1:gs pos="93906">
                <ns1:srgbClr val="f4a084">
                  <ns1:alpha val="100000"/>
                </ns1:srgbClr>
              </ns1:gs>
              <ns1:gs pos="94306">
                <ns1:srgbClr val="f5a084">
                  <ns1:alpha val="100000"/>
                </ns1:srgbClr>
              </ns1:gs>
              <ns1:gs pos="95904">
                <ns1:srgbClr val="f5a084">
                  <ns1:alpha val="100000"/>
                </ns1:srgbClr>
              </ns1:gs>
              <ns1:gs pos="96304">
                <ns1:srgbClr val="f59f83">
                  <ns1:alpha val="100000"/>
                </ns1:srgbClr>
              </ns1:gs>
              <ns1:gs pos="96703">
                <ns1:srgbClr val="f59f83">
                  <ns1:alpha val="100000"/>
                </ns1:srgbClr>
              </ns1:gs>
              <ns1:gs pos="97503">
                <ns1:srgbClr val="f59f83">
                  <ns1:alpha val="100000"/>
                </ns1:srgbClr>
              </ns1:gs>
              <ns1:gs pos="98302">
                <ns1:srgbClr val="f59f83">
                  <ns1:alpha val="100000"/>
                </ns1:srgbClr>
              </ns1:gs>
              <ns1:gs pos="98701">
                <ns1:srgbClr val="f59f82">
                  <ns1:alpha val="100000"/>
                </ns1:srgbClr>
              </ns1:gs>
              <ns1:gs pos="99101">
                <ns1:srgbClr val="f59f82">
                  <ns1:alpha val="100000"/>
                </ns1:srgbClr>
              </ns1:gs>
              <ns1:gs pos="99900">
                <ns1:srgbClr val="f59f82">
                  <ns1:alpha val="100000"/>
                </ns1:srgbClr>
              </ns1:gs>
              <ns1:gs pos="100000">
                <ns1:srgbClr val="f59f82">
                  <ns1:alpha val="100000"/>
                </ns1:srgbClr>
              </ns1:gs>
            </ns1:gsLst>
            <ns1:lin ang="5400000" scaled="1"/>
          </ns1:gradFill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DF522-143A-47C6-AD93-6EB10BA0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88" y="3429000"/>
            <a:ext cx="1389814" cy="14511"/>
          </a:xfrm>
          <a:custGeom xmlns:a="http://schemas.openxmlformats.org/drawingml/2006/main">
            <a:pathLst>
              <a:path w="1389814" h="14511">
                <a:moveTo>
                  <a:pt x="1336393" y="14511"/>
                </a:moveTo>
                <a:lnTo>
                  <a:pt x="1343616" y="14267"/>
                </a:lnTo>
                <a:lnTo>
                  <a:pt x="1350709" y="13548"/>
                </a:lnTo>
                <a:lnTo>
                  <a:pt x="1357655" y="12368"/>
                </a:lnTo>
                <a:lnTo>
                  <a:pt x="1364438" y="10744"/>
                </a:lnTo>
                <a:lnTo>
                  <a:pt x="1371044" y="8690"/>
                </a:lnTo>
                <a:lnTo>
                  <a:pt x="1377456" y="6223"/>
                </a:lnTo>
                <a:lnTo>
                  <a:pt x="1383659" y="3358"/>
                </a:lnTo>
                <a:lnTo>
                  <a:pt x="1389637" y="112"/>
                </a:lnTo>
                <a:lnTo>
                  <a:pt x="1389814" y="0"/>
                </a:lnTo>
                <a:lnTo>
                  <a:pt x="0" y="0"/>
                </a:lnTo>
                <a:lnTo>
                  <a:pt x="177" y="112"/>
                </a:lnTo>
                <a:lnTo>
                  <a:pt x="6155" y="3358"/>
                </a:lnTo>
                <a:lnTo>
                  <a:pt x="12358" y="6223"/>
                </a:lnTo>
                <a:lnTo>
                  <a:pt x="18770" y="8690"/>
                </a:lnTo>
                <a:lnTo>
                  <a:pt x="25376" y="10744"/>
                </a:lnTo>
                <a:lnTo>
                  <a:pt x="32159" y="12368"/>
                </a:lnTo>
                <a:lnTo>
                  <a:pt x="39105" y="13548"/>
                </a:lnTo>
                <a:lnTo>
                  <a:pt x="46197" y="14267"/>
                </a:lnTo>
                <a:lnTo>
                  <a:pt x="53420" y="14511"/>
                </a:lnTo>
                <a:lnTo>
                  <a:pt x="1336393" y="14511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2:gradFill xmlns:ns2="http://schemas.openxmlformats.org/drawingml/2006/main" rotWithShape="1">
            <ns2:gsLst>
              <ns2:gs pos="0">
                <ns2:srgbClr val="f59e81">
                  <ns2:alpha val="100000"/>
                </ns2:srgbClr>
              </ns2:gs>
              <ns2:gs pos="97932">
                <ns2:srgbClr val="f59e81">
                  <ns2:alpha val="100000"/>
                </ns2:srgbClr>
              </ns2:gs>
              <ns2:gs pos="99062">
                <ns2:srgbClr val="f59e81">
                  <ns2:alpha val="100000"/>
                </ns2:srgbClr>
              </ns2:gs>
              <ns2:gs pos="100000">
                <ns2:srgbClr val="f59e81">
                  <ns2:alpha val="100000"/>
                </ns2:srgbClr>
              </ns2:gs>
            </ns2:gsLst>
            <ns2:lin ang="5400000" scaled="1"/>
          </ns2:gradFill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FAB94-7D1F-4E04-AFA4-CCAD10FB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927" y="2810619"/>
            <a:ext cx="1493156" cy="632557"/>
          </a:xfrm>
          <a:custGeom xmlns:a="http://schemas.openxmlformats.org/drawingml/2006/main">
            <a:pathLst>
              <a:path w="1493156" h="632557" fill="none">
                <a:moveTo>
                  <a:pt x="0" y="105370"/>
                </a:moveTo>
                <a:cubicBezTo>
                  <a:pt x="0" y="47216"/>
                  <a:pt x="47216" y="0"/>
                  <a:pt x="105482" y="0"/>
                </a:cubicBezTo>
                <a:lnTo>
                  <a:pt x="1387674" y="0"/>
                </a:lnTo>
                <a:cubicBezTo>
                  <a:pt x="1445940" y="0"/>
                  <a:pt x="1493156" y="47216"/>
                  <a:pt x="1493156" y="105370"/>
                </a:cubicBezTo>
                <a:lnTo>
                  <a:pt x="1493156" y="527186"/>
                </a:lnTo>
                <a:cubicBezTo>
                  <a:pt x="1493156" y="585341"/>
                  <a:pt x="1445940" y="632557"/>
                  <a:pt x="1387674" y="632557"/>
                </a:cubicBezTo>
                <a:lnTo>
                  <a:pt x="105482" y="632557"/>
                </a:lnTo>
                <a:cubicBezTo>
                  <a:pt x="47216" y="632557"/>
                  <a:pt x="0" y="585341"/>
                  <a:pt x="0" y="527186"/>
                </a:cubicBezTo>
                <a:lnTo>
                  <a:pt x="0" y="105370"/>
                </a:lnTo>
                <a:close/>
                <a:moveTo>
                  <a:pt x="0" y="105370"/>
                </a:moveTo>
              </a:path>
            </a:pathLst>
          </a:custGeom>
          <a:noFill xmlns:a="http://schemas.openxmlformats.org/drawingml/2006/main"/>
          <a:ln xmlns:a="http://schemas.openxmlformats.org/drawingml/2006/main" w="15596" cap="flat">
            <a:solidFill>
              <a:srgbClr val="E97132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89F38-5F2C-4982-8D3C-09B39A08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2961366"/>
            <a:ext cx="111621" cy="129927"/>
          </a:xfrm>
          <a:custGeom xmlns:a="http://schemas.openxmlformats.org/drawingml/2006/main">
            <a:pathLst>
              <a:path w="111621" h="129927">
                <a:moveTo>
                  <a:pt x="105817" y="0"/>
                </a:moveTo>
                <a:lnTo>
                  <a:pt x="108942" y="42416"/>
                </a:lnTo>
                <a:lnTo>
                  <a:pt x="105817" y="42416"/>
                </a:lnTo>
                <a:cubicBezTo>
                  <a:pt x="100012" y="23217"/>
                  <a:pt x="93315" y="17859"/>
                  <a:pt x="89743" y="15180"/>
                </a:cubicBezTo>
                <a:cubicBezTo>
                  <a:pt x="79028" y="6697"/>
                  <a:pt x="69652" y="6697"/>
                  <a:pt x="64294" y="6697"/>
                </a:cubicBezTo>
                <a:cubicBezTo>
                  <a:pt x="52239" y="6697"/>
                  <a:pt x="45541" y="11162"/>
                  <a:pt x="41970" y="12948"/>
                </a:cubicBezTo>
                <a:cubicBezTo>
                  <a:pt x="32147" y="19199"/>
                  <a:pt x="28575" y="28575"/>
                  <a:pt x="26343" y="33040"/>
                </a:cubicBezTo>
                <a:cubicBezTo>
                  <a:pt x="20985" y="46881"/>
                  <a:pt x="20985" y="60275"/>
                  <a:pt x="20985" y="66973"/>
                </a:cubicBezTo>
                <a:cubicBezTo>
                  <a:pt x="20985" y="83939"/>
                  <a:pt x="24557" y="91976"/>
                  <a:pt x="26343" y="95994"/>
                </a:cubicBezTo>
                <a:cubicBezTo>
                  <a:pt x="31700" y="108496"/>
                  <a:pt x="38844" y="112961"/>
                  <a:pt x="42416" y="115193"/>
                </a:cubicBezTo>
                <a:cubicBezTo>
                  <a:pt x="53132" y="121890"/>
                  <a:pt x="62508" y="121890"/>
                  <a:pt x="67419" y="121890"/>
                </a:cubicBezTo>
                <a:cubicBezTo>
                  <a:pt x="79028" y="121890"/>
                  <a:pt x="85279" y="118318"/>
                  <a:pt x="88404" y="116532"/>
                </a:cubicBezTo>
                <a:cubicBezTo>
                  <a:pt x="97780" y="111175"/>
                  <a:pt x="104924" y="101352"/>
                  <a:pt x="108942" y="95994"/>
                </a:cubicBezTo>
                <a:lnTo>
                  <a:pt x="111621" y="97780"/>
                </a:lnTo>
                <a:cubicBezTo>
                  <a:pt x="102245" y="114300"/>
                  <a:pt x="93762" y="119658"/>
                  <a:pt x="89743" y="122337"/>
                </a:cubicBezTo>
                <a:cubicBezTo>
                  <a:pt x="77242" y="129927"/>
                  <a:pt x="66080" y="129927"/>
                  <a:pt x="60275" y="129927"/>
                </a:cubicBezTo>
                <a:cubicBezTo>
                  <a:pt x="29468" y="129927"/>
                  <a:pt x="18306" y="114300"/>
                  <a:pt x="12502" y="107156"/>
                </a:cubicBezTo>
                <a:cubicBezTo>
                  <a:pt x="0" y="89743"/>
                  <a:pt x="0" y="74563"/>
                  <a:pt x="0" y="66973"/>
                </a:cubicBezTo>
                <a:cubicBezTo>
                  <a:pt x="0" y="48220"/>
                  <a:pt x="5358" y="37951"/>
                  <a:pt x="8483" y="33040"/>
                </a:cubicBezTo>
                <a:cubicBezTo>
                  <a:pt x="16520" y="17413"/>
                  <a:pt x="26343" y="11609"/>
                  <a:pt x="31254" y="8930"/>
                </a:cubicBezTo>
                <a:cubicBezTo>
                  <a:pt x="45541" y="0"/>
                  <a:pt x="57150" y="0"/>
                  <a:pt x="62954" y="0"/>
                </a:cubicBezTo>
                <a:cubicBezTo>
                  <a:pt x="76349" y="0"/>
                  <a:pt x="85279" y="4465"/>
                  <a:pt x="89297" y="6697"/>
                </a:cubicBezTo>
                <a:cubicBezTo>
                  <a:pt x="93315" y="8930"/>
                  <a:pt x="94655" y="8930"/>
                  <a:pt x="95101" y="8930"/>
                </a:cubicBezTo>
                <a:cubicBezTo>
                  <a:pt x="97334" y="8930"/>
                  <a:pt x="98673" y="7590"/>
                  <a:pt x="99120" y="7144"/>
                </a:cubicBezTo>
                <a:cubicBezTo>
                  <a:pt x="101798" y="4465"/>
                  <a:pt x="102245" y="1786"/>
                  <a:pt x="102691" y="0"/>
                </a:cubicBezTo>
                <a:lnTo>
                  <a:pt x="105817" y="0"/>
                </a:lnTo>
                <a:close/>
                <a:moveTo>
                  <a:pt x="10581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5E529-E023-4F0B-AF71-0D48E021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767" y="2961366"/>
            <a:ext cx="111621" cy="129927"/>
          </a:xfrm>
          <a:custGeom xmlns:a="http://schemas.openxmlformats.org/drawingml/2006/main">
            <a:pathLst>
              <a:path w="111621" h="129927">
                <a:moveTo>
                  <a:pt x="105817" y="0"/>
                </a:moveTo>
                <a:lnTo>
                  <a:pt x="108942" y="42416"/>
                </a:lnTo>
                <a:lnTo>
                  <a:pt x="105817" y="42416"/>
                </a:lnTo>
                <a:cubicBezTo>
                  <a:pt x="100012" y="23217"/>
                  <a:pt x="93315" y="17859"/>
                  <a:pt x="89743" y="15180"/>
                </a:cubicBezTo>
                <a:cubicBezTo>
                  <a:pt x="79028" y="6697"/>
                  <a:pt x="69652" y="6697"/>
                  <a:pt x="64294" y="6697"/>
                </a:cubicBezTo>
                <a:cubicBezTo>
                  <a:pt x="52239" y="6697"/>
                  <a:pt x="45541" y="11162"/>
                  <a:pt x="41970" y="12948"/>
                </a:cubicBezTo>
                <a:cubicBezTo>
                  <a:pt x="32147" y="19199"/>
                  <a:pt x="28575" y="28575"/>
                  <a:pt x="26343" y="33040"/>
                </a:cubicBezTo>
                <a:cubicBezTo>
                  <a:pt x="20985" y="46881"/>
                  <a:pt x="20985" y="60275"/>
                  <a:pt x="20985" y="66973"/>
                </a:cubicBezTo>
                <a:cubicBezTo>
                  <a:pt x="20985" y="83939"/>
                  <a:pt x="24557" y="91976"/>
                  <a:pt x="26343" y="95994"/>
                </a:cubicBezTo>
                <a:cubicBezTo>
                  <a:pt x="31700" y="108496"/>
                  <a:pt x="38844" y="112961"/>
                  <a:pt x="42416" y="115193"/>
                </a:cubicBezTo>
                <a:cubicBezTo>
                  <a:pt x="53132" y="121890"/>
                  <a:pt x="62508" y="121890"/>
                  <a:pt x="67419" y="121890"/>
                </a:cubicBezTo>
                <a:cubicBezTo>
                  <a:pt x="79028" y="121890"/>
                  <a:pt x="85279" y="118318"/>
                  <a:pt x="88404" y="116532"/>
                </a:cubicBezTo>
                <a:cubicBezTo>
                  <a:pt x="97780" y="111175"/>
                  <a:pt x="104924" y="101352"/>
                  <a:pt x="108942" y="95994"/>
                </a:cubicBezTo>
                <a:lnTo>
                  <a:pt x="111621" y="97780"/>
                </a:lnTo>
                <a:cubicBezTo>
                  <a:pt x="102245" y="114300"/>
                  <a:pt x="93762" y="119658"/>
                  <a:pt x="89743" y="122337"/>
                </a:cubicBezTo>
                <a:cubicBezTo>
                  <a:pt x="77242" y="129927"/>
                  <a:pt x="66080" y="129927"/>
                  <a:pt x="60275" y="129927"/>
                </a:cubicBezTo>
                <a:cubicBezTo>
                  <a:pt x="29468" y="129927"/>
                  <a:pt x="18306" y="114300"/>
                  <a:pt x="12502" y="107156"/>
                </a:cubicBezTo>
                <a:cubicBezTo>
                  <a:pt x="0" y="89743"/>
                  <a:pt x="0" y="74563"/>
                  <a:pt x="0" y="66973"/>
                </a:cubicBezTo>
                <a:cubicBezTo>
                  <a:pt x="0" y="48220"/>
                  <a:pt x="5358" y="37951"/>
                  <a:pt x="8483" y="33040"/>
                </a:cubicBezTo>
                <a:cubicBezTo>
                  <a:pt x="16520" y="17413"/>
                  <a:pt x="26343" y="11609"/>
                  <a:pt x="31254" y="8930"/>
                </a:cubicBezTo>
                <a:cubicBezTo>
                  <a:pt x="45541" y="0"/>
                  <a:pt x="57150" y="0"/>
                  <a:pt x="62954" y="0"/>
                </a:cubicBezTo>
                <a:cubicBezTo>
                  <a:pt x="76349" y="0"/>
                  <a:pt x="85279" y="4465"/>
                  <a:pt x="89297" y="6697"/>
                </a:cubicBezTo>
                <a:cubicBezTo>
                  <a:pt x="93315" y="8930"/>
                  <a:pt x="94655" y="8930"/>
                  <a:pt x="95101" y="8930"/>
                </a:cubicBezTo>
                <a:cubicBezTo>
                  <a:pt x="97334" y="8930"/>
                  <a:pt x="98673" y="7590"/>
                  <a:pt x="99120" y="7144"/>
                </a:cubicBezTo>
                <a:cubicBezTo>
                  <a:pt x="101798" y="4465"/>
                  <a:pt x="102245" y="1786"/>
                  <a:pt x="102691" y="0"/>
                </a:cubicBezTo>
                <a:lnTo>
                  <a:pt x="105817" y="0"/>
                </a:lnTo>
                <a:close/>
                <a:moveTo>
                  <a:pt x="10581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CF0EC-7755-4790-805D-CAB8D710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904" y="2964492"/>
            <a:ext cx="93315" cy="123676"/>
          </a:xfrm>
          <a:custGeom xmlns:a="http://schemas.openxmlformats.org/drawingml/2006/main">
            <a:pathLst>
              <a:path w="93315" h="123676">
                <a:moveTo>
                  <a:pt x="34826" y="6697"/>
                </a:moveTo>
                <a:lnTo>
                  <a:pt x="34826" y="55364"/>
                </a:lnTo>
                <a:lnTo>
                  <a:pt x="57596" y="55364"/>
                </a:lnTo>
                <a:cubicBezTo>
                  <a:pt x="65187" y="55364"/>
                  <a:pt x="67866" y="53132"/>
                  <a:pt x="68759" y="51792"/>
                </a:cubicBezTo>
                <a:cubicBezTo>
                  <a:pt x="72777" y="48667"/>
                  <a:pt x="73223" y="41523"/>
                  <a:pt x="73670" y="38398"/>
                </a:cubicBezTo>
                <a:lnTo>
                  <a:pt x="77242" y="38398"/>
                </a:lnTo>
                <a:lnTo>
                  <a:pt x="77242" y="80367"/>
                </a:lnTo>
                <a:lnTo>
                  <a:pt x="73670" y="80367"/>
                </a:lnTo>
                <a:cubicBezTo>
                  <a:pt x="73670" y="73223"/>
                  <a:pt x="72330" y="70545"/>
                  <a:pt x="71884" y="69652"/>
                </a:cubicBezTo>
                <a:cubicBezTo>
                  <a:pt x="70098" y="66080"/>
                  <a:pt x="67866" y="65187"/>
                  <a:pt x="66973" y="64740"/>
                </a:cubicBezTo>
                <a:cubicBezTo>
                  <a:pt x="63847" y="62954"/>
                  <a:pt x="59829" y="62954"/>
                  <a:pt x="57596" y="62954"/>
                </a:cubicBezTo>
                <a:lnTo>
                  <a:pt x="34826" y="62954"/>
                </a:lnTo>
                <a:lnTo>
                  <a:pt x="34826" y="101798"/>
                </a:lnTo>
                <a:cubicBezTo>
                  <a:pt x="34826" y="111175"/>
                  <a:pt x="35719" y="113407"/>
                  <a:pt x="36165" y="114300"/>
                </a:cubicBezTo>
                <a:cubicBezTo>
                  <a:pt x="37058" y="116532"/>
                  <a:pt x="39291" y="117872"/>
                  <a:pt x="40184" y="118318"/>
                </a:cubicBezTo>
                <a:cubicBezTo>
                  <a:pt x="44202" y="120104"/>
                  <a:pt x="46881" y="120104"/>
                  <a:pt x="48667" y="120104"/>
                </a:cubicBezTo>
                <a:lnTo>
                  <a:pt x="53132" y="120104"/>
                </a:ln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018" y="120104"/>
                </a:lnTo>
                <a:cubicBezTo>
                  <a:pt x="12055" y="120104"/>
                  <a:pt x="14288" y="117425"/>
                  <a:pt x="15180" y="116086"/>
                </a:cubicBezTo>
                <a:cubicBezTo>
                  <a:pt x="17413" y="112961"/>
                  <a:pt x="17413" y="105370"/>
                  <a:pt x="17413" y="101798"/>
                </a:cubicBezTo>
                <a:lnTo>
                  <a:pt x="17413" y="21878"/>
                </a:lnTo>
                <a:cubicBezTo>
                  <a:pt x="17413" y="12502"/>
                  <a:pt x="16520" y="10716"/>
                  <a:pt x="16520" y="9376"/>
                </a:cubicBezTo>
                <a:cubicBezTo>
                  <a:pt x="15180" y="7144"/>
                  <a:pt x="13395" y="5804"/>
                  <a:pt x="12502" y="5358"/>
                </a:cubicBezTo>
                <a:cubicBezTo>
                  <a:pt x="8483" y="3125"/>
                  <a:pt x="5804" y="3125"/>
                  <a:pt x="4018" y="3125"/>
                </a:cubicBezTo>
                <a:lnTo>
                  <a:pt x="0" y="3125"/>
                </a:lnTo>
                <a:lnTo>
                  <a:pt x="0" y="0"/>
                </a:lnTo>
                <a:lnTo>
                  <a:pt x="91976" y="0"/>
                </a:lnTo>
                <a:lnTo>
                  <a:pt x="93315" y="27236"/>
                </a:lnTo>
                <a:lnTo>
                  <a:pt x="90190" y="27236"/>
                </a:lnTo>
                <a:cubicBezTo>
                  <a:pt x="87511" y="18752"/>
                  <a:pt x="85725" y="15627"/>
                  <a:pt x="84386" y="14288"/>
                </a:cubicBezTo>
                <a:cubicBezTo>
                  <a:pt x="81260" y="10269"/>
                  <a:pt x="78135" y="9376"/>
                  <a:pt x="76795" y="8483"/>
                </a:cubicBezTo>
                <a:cubicBezTo>
                  <a:pt x="71884" y="6697"/>
                  <a:pt x="65633" y="6697"/>
                  <a:pt x="62508" y="6697"/>
                </a:cubicBezTo>
                <a:lnTo>
                  <a:pt x="34826" y="6697"/>
                </a:lnTo>
                <a:close/>
                <a:moveTo>
                  <a:pt x="34826" y="66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2A68E-551E-4CBB-88DB-067B84B2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518" y="2958241"/>
            <a:ext cx="41970" cy="129927"/>
          </a:xfrm>
          <a:custGeom xmlns:a="http://schemas.openxmlformats.org/drawingml/2006/main">
            <a:pathLst>
              <a:path w="41970" h="129927">
                <a:moveTo>
                  <a:pt x="21878" y="0"/>
                </a:moveTo>
                <a:cubicBezTo>
                  <a:pt x="25450" y="0"/>
                  <a:pt x="27236" y="1786"/>
                  <a:pt x="28129" y="2679"/>
                </a:cubicBezTo>
                <a:cubicBezTo>
                  <a:pt x="30807" y="5358"/>
                  <a:pt x="30807" y="8037"/>
                  <a:pt x="30807" y="9376"/>
                </a:cubicBezTo>
                <a:cubicBezTo>
                  <a:pt x="30807" y="13395"/>
                  <a:pt x="29021" y="15180"/>
                  <a:pt x="28129" y="16073"/>
                </a:cubicBezTo>
                <a:cubicBezTo>
                  <a:pt x="25450" y="18752"/>
                  <a:pt x="22771" y="18752"/>
                  <a:pt x="21878" y="18752"/>
                </a:cubicBezTo>
                <a:cubicBezTo>
                  <a:pt x="17859" y="18752"/>
                  <a:pt x="16073" y="16966"/>
                  <a:pt x="15180" y="16073"/>
                </a:cubicBezTo>
                <a:cubicBezTo>
                  <a:pt x="12502" y="13395"/>
                  <a:pt x="12502" y="10716"/>
                  <a:pt x="12502" y="9376"/>
                </a:cubicBezTo>
                <a:cubicBezTo>
                  <a:pt x="12502" y="5358"/>
                  <a:pt x="14288" y="3572"/>
                  <a:pt x="15180" y="2679"/>
                </a:cubicBezTo>
                <a:cubicBezTo>
                  <a:pt x="17859" y="0"/>
                  <a:pt x="20538" y="0"/>
                  <a:pt x="21878" y="0"/>
                </a:cubicBezTo>
                <a:close/>
                <a:moveTo>
                  <a:pt x="29468" y="43755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39737" y="126802"/>
                  <a:pt x="41970" y="126802"/>
                </a:cubicBezTo>
                <a:lnTo>
                  <a:pt x="41970" y="129927"/>
                </a:lnTo>
                <a:lnTo>
                  <a:pt x="1339" y="129927"/>
                </a:lnTo>
                <a:lnTo>
                  <a:pt x="1339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79028"/>
                </a:lnTo>
                <a:cubicBezTo>
                  <a:pt x="14288" y="65187"/>
                  <a:pt x="13395" y="62508"/>
                  <a:pt x="13395" y="61168"/>
                </a:cubicBezTo>
                <a:cubicBezTo>
                  <a:pt x="12502" y="58489"/>
                  <a:pt x="11609" y="57596"/>
                  <a:pt x="11162" y="57150"/>
                </a:cubicBezTo>
                <a:cubicBezTo>
                  <a:pt x="9823" y="55811"/>
                  <a:pt x="8483" y="55811"/>
                  <a:pt x="7590" y="55811"/>
                </a:cubicBezTo>
                <a:cubicBezTo>
                  <a:pt x="4911" y="55811"/>
                  <a:pt x="2679" y="57150"/>
                  <a:pt x="1339" y="57150"/>
                </a:cubicBezTo>
                <a:lnTo>
                  <a:pt x="0" y="54025"/>
                </a:lnTo>
                <a:lnTo>
                  <a:pt x="25450" y="43755"/>
                </a:lnTo>
                <a:lnTo>
                  <a:pt x="29468" y="43755"/>
                </a:lnTo>
                <a:close/>
                <a:moveTo>
                  <a:pt x="29468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D8EC2-9842-4021-8293-7B968CCE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727" y="3001996"/>
            <a:ext cx="91529" cy="86171"/>
          </a:xfrm>
          <a:custGeom xmlns:a="http://schemas.openxmlformats.org/drawingml/2006/main">
            <a:pathLst>
              <a:path w="91529" h="86171">
                <a:moveTo>
                  <a:pt x="29021" y="17859"/>
                </a:moveTo>
                <a:cubicBezTo>
                  <a:pt x="44202" y="0"/>
                  <a:pt x="52685" y="0"/>
                  <a:pt x="57150" y="0"/>
                </a:cubicBezTo>
                <a:cubicBezTo>
                  <a:pt x="64294" y="0"/>
                  <a:pt x="67419" y="2232"/>
                  <a:pt x="69205" y="3572"/>
                </a:cubicBezTo>
                <a:cubicBezTo>
                  <a:pt x="74116" y="7144"/>
                  <a:pt x="75902" y="12055"/>
                  <a:pt x="76795" y="14734"/>
                </a:cubicBezTo>
                <a:cubicBezTo>
                  <a:pt x="79028" y="20538"/>
                  <a:pt x="79028" y="27682"/>
                  <a:pt x="79028" y="31700"/>
                </a:cubicBezTo>
                <a:lnTo>
                  <a:pt x="79028" y="67419"/>
                </a:lnTo>
                <a:cubicBezTo>
                  <a:pt x="79028" y="75456"/>
                  <a:pt x="79921" y="77242"/>
                  <a:pt x="80367" y="78135"/>
                </a:cubicBezTo>
                <a:cubicBezTo>
                  <a:pt x="81260" y="80367"/>
                  <a:pt x="82600" y="81260"/>
                  <a:pt x="83493" y="81707"/>
                </a:cubicBezTo>
                <a:cubicBezTo>
                  <a:pt x="85725" y="83046"/>
                  <a:pt x="89743" y="83046"/>
                  <a:pt x="91529" y="83046"/>
                </a:cubicBezTo>
                <a:lnTo>
                  <a:pt x="91529" y="86171"/>
                </a:lnTo>
                <a:lnTo>
                  <a:pt x="50453" y="86171"/>
                </a:lnTo>
                <a:lnTo>
                  <a:pt x="50453" y="83046"/>
                </a:lnTo>
                <a:lnTo>
                  <a:pt x="52239" y="83046"/>
                </a:lnTo>
                <a:cubicBezTo>
                  <a:pt x="58043" y="83046"/>
                  <a:pt x="59382" y="81707"/>
                  <a:pt x="60275" y="81260"/>
                </a:cubicBezTo>
                <a:cubicBezTo>
                  <a:pt x="62508" y="79474"/>
                  <a:pt x="63401" y="77242"/>
                  <a:pt x="63401" y="75902"/>
                </a:cubicBezTo>
                <a:cubicBezTo>
                  <a:pt x="63847" y="74563"/>
                  <a:pt x="63847" y="69652"/>
                  <a:pt x="63847" y="67419"/>
                </a:cubicBezTo>
                <a:lnTo>
                  <a:pt x="63847" y="33040"/>
                </a:lnTo>
                <a:cubicBezTo>
                  <a:pt x="63847" y="21431"/>
                  <a:pt x="62061" y="18306"/>
                  <a:pt x="60722" y="16520"/>
                </a:cubicBezTo>
                <a:cubicBezTo>
                  <a:pt x="58043" y="11162"/>
                  <a:pt x="53132" y="11162"/>
                  <a:pt x="50899" y="11162"/>
                </a:cubicBezTo>
                <a:cubicBezTo>
                  <a:pt x="40184" y="11162"/>
                  <a:pt x="32593" y="19199"/>
                  <a:pt x="29021" y="23217"/>
                </a:cubicBezTo>
                <a:lnTo>
                  <a:pt x="29021" y="67419"/>
                </a:lnTo>
                <a:cubicBezTo>
                  <a:pt x="29021" y="75902"/>
                  <a:pt x="29914" y="77242"/>
                  <a:pt x="30361" y="78135"/>
                </a:cubicBezTo>
                <a:cubicBezTo>
                  <a:pt x="31254" y="80367"/>
                  <a:pt x="33040" y="81260"/>
                  <a:pt x="33933" y="81707"/>
                </a:cubicBezTo>
                <a:cubicBezTo>
                  <a:pt x="36165" y="83046"/>
                  <a:pt x="40630" y="83046"/>
                  <a:pt x="42862" y="83046"/>
                </a:cubicBezTo>
                <a:lnTo>
                  <a:pt x="42862" y="86171"/>
                </a:lnTo>
                <a:lnTo>
                  <a:pt x="1339" y="86171"/>
                </a:lnTo>
                <a:lnTo>
                  <a:pt x="1339" y="83046"/>
                </a:lnTo>
                <a:lnTo>
                  <a:pt x="3125" y="83046"/>
                </a:lnTo>
                <a:cubicBezTo>
                  <a:pt x="9823" y="83046"/>
                  <a:pt x="11162" y="80814"/>
                  <a:pt x="12055" y="79921"/>
                </a:cubicBezTo>
                <a:cubicBezTo>
                  <a:pt x="14288" y="76349"/>
                  <a:pt x="14288" y="70545"/>
                  <a:pt x="14288" y="67419"/>
                </a:cubicBezTo>
                <a:lnTo>
                  <a:pt x="14288" y="36165"/>
                </a:lnTo>
                <a:cubicBezTo>
                  <a:pt x="14288" y="21431"/>
                  <a:pt x="13841" y="19199"/>
                  <a:pt x="13395" y="17859"/>
                </a:cubicBezTo>
                <a:cubicBezTo>
                  <a:pt x="12948" y="14734"/>
                  <a:pt x="11609" y="13841"/>
                  <a:pt x="11609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4911" y="12055"/>
                  <a:pt x="2679" y="13395"/>
                  <a:pt x="1339" y="13395"/>
                </a:cubicBezTo>
                <a:lnTo>
                  <a:pt x="0" y="10269"/>
                </a:lnTo>
                <a:lnTo>
                  <a:pt x="25450" y="0"/>
                </a:lnTo>
                <a:lnTo>
                  <a:pt x="29021" y="0"/>
                </a:lnTo>
                <a:lnTo>
                  <a:pt x="29021" y="17859"/>
                </a:lnTo>
                <a:close/>
                <a:moveTo>
                  <a:pt x="29021" y="17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22D5B-C6D2-415C-B298-A462820F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603" y="3001996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E07D4-65E4-4F12-A234-4D7C69BC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115" y="2976993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42F41-AFFF-4672-A76A-5A37504A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002" y="3004675"/>
            <a:ext cx="93315" cy="86171"/>
          </a:xfrm>
          <a:custGeom xmlns:a="http://schemas.openxmlformats.org/drawingml/2006/main">
            <a:pathLst>
              <a:path w="93315" h="86171">
                <a:moveTo>
                  <a:pt x="79028" y="0"/>
                </a:moveTo>
                <a:lnTo>
                  <a:pt x="79028" y="50453"/>
                </a:lnTo>
                <a:cubicBezTo>
                  <a:pt x="79028" y="65187"/>
                  <a:pt x="79474" y="67419"/>
                  <a:pt x="79921" y="68312"/>
                </a:cubicBezTo>
                <a:cubicBezTo>
                  <a:pt x="80367" y="71884"/>
                  <a:pt x="81707" y="72330"/>
                  <a:pt x="82153" y="72777"/>
                </a:cubicBezTo>
                <a:cubicBezTo>
                  <a:pt x="83493" y="74116"/>
                  <a:pt x="84832" y="74116"/>
                  <a:pt x="85279" y="74116"/>
                </a:cubicBezTo>
                <a:cubicBezTo>
                  <a:pt x="88404" y="74116"/>
                  <a:pt x="90636" y="73223"/>
                  <a:pt x="91976" y="72777"/>
                </a:cubicBezTo>
                <a:lnTo>
                  <a:pt x="93315" y="75902"/>
                </a:lnTo>
                <a:lnTo>
                  <a:pt x="68312" y="86171"/>
                </a:lnTo>
                <a:lnTo>
                  <a:pt x="63847" y="86171"/>
                </a:lnTo>
                <a:lnTo>
                  <a:pt x="63847" y="68312"/>
                </a:lnTo>
                <a:cubicBezTo>
                  <a:pt x="53132" y="79921"/>
                  <a:pt x="49560" y="82153"/>
                  <a:pt x="47327" y="83046"/>
                </a:cubicBezTo>
                <a:cubicBezTo>
                  <a:pt x="41970" y="86171"/>
                  <a:pt x="37951" y="86171"/>
                  <a:pt x="35719" y="86171"/>
                </a:cubicBezTo>
                <a:cubicBezTo>
                  <a:pt x="28575" y="86171"/>
                  <a:pt x="25003" y="83493"/>
                  <a:pt x="23217" y="82153"/>
                </a:cubicBezTo>
                <a:cubicBezTo>
                  <a:pt x="18306" y="78135"/>
                  <a:pt x="16966" y="73670"/>
                  <a:pt x="16073" y="71884"/>
                </a:cubicBezTo>
                <a:cubicBezTo>
                  <a:pt x="14288" y="65187"/>
                  <a:pt x="14288" y="57596"/>
                  <a:pt x="14288" y="53578"/>
                </a:cubicBezTo>
                <a:lnTo>
                  <a:pt x="14288" y="16073"/>
                </a:lnTo>
                <a:cubicBezTo>
                  <a:pt x="14288" y="10269"/>
                  <a:pt x="13395" y="8483"/>
                  <a:pt x="12948" y="8037"/>
                </a:cubicBezTo>
                <a:cubicBezTo>
                  <a:pt x="11609" y="5804"/>
                  <a:pt x="10269" y="4911"/>
                  <a:pt x="9376" y="4465"/>
                </a:cubicBezTo>
                <a:cubicBezTo>
                  <a:pt x="6697" y="3125"/>
                  <a:pt x="2232" y="3125"/>
                  <a:pt x="0" y="3125"/>
                </a:cubicBezTo>
                <a:lnTo>
                  <a:pt x="0" y="0"/>
                </a:lnTo>
                <a:lnTo>
                  <a:pt x="29468" y="0"/>
                </a:lnTo>
                <a:lnTo>
                  <a:pt x="29468" y="55811"/>
                </a:lnTo>
                <a:cubicBezTo>
                  <a:pt x="29468" y="67419"/>
                  <a:pt x="32147" y="70098"/>
                  <a:pt x="33486" y="71438"/>
                </a:cubicBezTo>
                <a:cubicBezTo>
                  <a:pt x="37505" y="75009"/>
                  <a:pt x="41523" y="75009"/>
                  <a:pt x="43309" y="75009"/>
                </a:cubicBezTo>
                <a:cubicBezTo>
                  <a:pt x="47327" y="75009"/>
                  <a:pt x="50453" y="73223"/>
                  <a:pt x="52239" y="72330"/>
                </a:cubicBezTo>
                <a:cubicBezTo>
                  <a:pt x="57150" y="70098"/>
                  <a:pt x="61615" y="65187"/>
                  <a:pt x="63847" y="62954"/>
                </a:cubicBezTo>
                <a:lnTo>
                  <a:pt x="63847" y="15627"/>
                </a:lnTo>
                <a:cubicBezTo>
                  <a:pt x="63847" y="8483"/>
                  <a:pt x="62508" y="6697"/>
                  <a:pt x="61168" y="6251"/>
                </a:cubicBezTo>
                <a:cubicBezTo>
                  <a:pt x="58936" y="3572"/>
                  <a:pt x="53132" y="3572"/>
                  <a:pt x="50453" y="3125"/>
                </a:cubicBezTo>
                <a:lnTo>
                  <a:pt x="50453" y="0"/>
                </a:lnTo>
                <a:lnTo>
                  <a:pt x="79028" y="0"/>
                </a:lnTo>
                <a:close/>
                <a:moveTo>
                  <a:pt x="790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BE472-91B2-430D-9D71-C4F7A20A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21" y="3001996"/>
            <a:ext cx="91529" cy="86171"/>
          </a:xfrm>
          <a:custGeom xmlns:a="http://schemas.openxmlformats.org/drawingml/2006/main">
            <a:pathLst>
              <a:path w="91529" h="86171">
                <a:moveTo>
                  <a:pt x="29021" y="17859"/>
                </a:moveTo>
                <a:cubicBezTo>
                  <a:pt x="44202" y="0"/>
                  <a:pt x="52685" y="0"/>
                  <a:pt x="57150" y="0"/>
                </a:cubicBezTo>
                <a:cubicBezTo>
                  <a:pt x="64294" y="0"/>
                  <a:pt x="67419" y="2232"/>
                  <a:pt x="69205" y="3572"/>
                </a:cubicBezTo>
                <a:cubicBezTo>
                  <a:pt x="74116" y="7144"/>
                  <a:pt x="75902" y="12055"/>
                  <a:pt x="76795" y="14734"/>
                </a:cubicBezTo>
                <a:cubicBezTo>
                  <a:pt x="79028" y="20538"/>
                  <a:pt x="79028" y="27682"/>
                  <a:pt x="79028" y="31700"/>
                </a:cubicBezTo>
                <a:lnTo>
                  <a:pt x="79028" y="67419"/>
                </a:lnTo>
                <a:cubicBezTo>
                  <a:pt x="79028" y="75456"/>
                  <a:pt x="79921" y="77242"/>
                  <a:pt x="80367" y="78135"/>
                </a:cubicBezTo>
                <a:cubicBezTo>
                  <a:pt x="81260" y="80367"/>
                  <a:pt x="82600" y="81260"/>
                  <a:pt x="83493" y="81707"/>
                </a:cubicBezTo>
                <a:cubicBezTo>
                  <a:pt x="85725" y="83046"/>
                  <a:pt x="89743" y="83046"/>
                  <a:pt x="91529" y="83046"/>
                </a:cubicBezTo>
                <a:lnTo>
                  <a:pt x="91529" y="86171"/>
                </a:lnTo>
                <a:lnTo>
                  <a:pt x="50453" y="86171"/>
                </a:lnTo>
                <a:lnTo>
                  <a:pt x="50453" y="83046"/>
                </a:lnTo>
                <a:lnTo>
                  <a:pt x="52239" y="83046"/>
                </a:lnTo>
                <a:cubicBezTo>
                  <a:pt x="58043" y="83046"/>
                  <a:pt x="59382" y="81707"/>
                  <a:pt x="60275" y="81260"/>
                </a:cubicBezTo>
                <a:cubicBezTo>
                  <a:pt x="62508" y="79474"/>
                  <a:pt x="63401" y="77242"/>
                  <a:pt x="63401" y="75902"/>
                </a:cubicBezTo>
                <a:cubicBezTo>
                  <a:pt x="63847" y="74563"/>
                  <a:pt x="63847" y="69652"/>
                  <a:pt x="63847" y="67419"/>
                </a:cubicBezTo>
                <a:lnTo>
                  <a:pt x="63847" y="33040"/>
                </a:lnTo>
                <a:cubicBezTo>
                  <a:pt x="63847" y="21431"/>
                  <a:pt x="62061" y="18306"/>
                  <a:pt x="60722" y="16520"/>
                </a:cubicBezTo>
                <a:cubicBezTo>
                  <a:pt x="58043" y="11162"/>
                  <a:pt x="53132" y="11162"/>
                  <a:pt x="50899" y="11162"/>
                </a:cubicBezTo>
                <a:cubicBezTo>
                  <a:pt x="40184" y="11162"/>
                  <a:pt x="32593" y="19199"/>
                  <a:pt x="29021" y="23217"/>
                </a:cubicBezTo>
                <a:lnTo>
                  <a:pt x="29021" y="67419"/>
                </a:lnTo>
                <a:cubicBezTo>
                  <a:pt x="29021" y="75902"/>
                  <a:pt x="29914" y="77242"/>
                  <a:pt x="30361" y="78135"/>
                </a:cubicBezTo>
                <a:cubicBezTo>
                  <a:pt x="31254" y="80367"/>
                  <a:pt x="33040" y="81260"/>
                  <a:pt x="33933" y="81707"/>
                </a:cubicBezTo>
                <a:cubicBezTo>
                  <a:pt x="36165" y="83046"/>
                  <a:pt x="40630" y="83046"/>
                  <a:pt x="42862" y="83046"/>
                </a:cubicBezTo>
                <a:lnTo>
                  <a:pt x="42862" y="86171"/>
                </a:lnTo>
                <a:lnTo>
                  <a:pt x="1339" y="86171"/>
                </a:lnTo>
                <a:lnTo>
                  <a:pt x="1339" y="83046"/>
                </a:lnTo>
                <a:lnTo>
                  <a:pt x="3125" y="83046"/>
                </a:lnTo>
                <a:cubicBezTo>
                  <a:pt x="9823" y="83046"/>
                  <a:pt x="11162" y="80814"/>
                  <a:pt x="12055" y="79921"/>
                </a:cubicBezTo>
                <a:cubicBezTo>
                  <a:pt x="14288" y="76349"/>
                  <a:pt x="14288" y="70545"/>
                  <a:pt x="14288" y="67419"/>
                </a:cubicBezTo>
                <a:lnTo>
                  <a:pt x="14288" y="36165"/>
                </a:lnTo>
                <a:cubicBezTo>
                  <a:pt x="14288" y="21431"/>
                  <a:pt x="13841" y="19199"/>
                  <a:pt x="13395" y="17859"/>
                </a:cubicBezTo>
                <a:cubicBezTo>
                  <a:pt x="12948" y="14734"/>
                  <a:pt x="11609" y="13841"/>
                  <a:pt x="11609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4911" y="12055"/>
                  <a:pt x="2679" y="13395"/>
                  <a:pt x="1339" y="13395"/>
                </a:cubicBezTo>
                <a:lnTo>
                  <a:pt x="0" y="10269"/>
                </a:lnTo>
                <a:lnTo>
                  <a:pt x="25450" y="0"/>
                </a:lnTo>
                <a:lnTo>
                  <a:pt x="29021" y="0"/>
                </a:lnTo>
                <a:lnTo>
                  <a:pt x="29021" y="17859"/>
                </a:lnTo>
                <a:close/>
                <a:moveTo>
                  <a:pt x="29021" y="17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48116-63BF-4CA4-9843-7506966E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397" y="3001996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B42C3-F314-4549-BE8C-71BB682F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374" y="2958241"/>
            <a:ext cx="87511" cy="132606"/>
          </a:xfrm>
          <a:custGeom xmlns:a="http://schemas.openxmlformats.org/drawingml/2006/main">
            <a:pathLst>
              <a:path w="87511" h="132606">
                <a:moveTo>
                  <a:pt x="58489" y="120551"/>
                </a:moveTo>
                <a:cubicBezTo>
                  <a:pt x="52685" y="126802"/>
                  <a:pt x="48667" y="128588"/>
                  <a:pt x="46881" y="129927"/>
                </a:cubicBezTo>
                <a:cubicBezTo>
                  <a:pt x="40630" y="132606"/>
                  <a:pt x="36165" y="132606"/>
                  <a:pt x="33933" y="132606"/>
                </a:cubicBezTo>
                <a:cubicBezTo>
                  <a:pt x="20092" y="132606"/>
                  <a:pt x="13395" y="125016"/>
                  <a:pt x="9823" y="120997"/>
                </a:cubicBezTo>
                <a:cubicBezTo>
                  <a:pt x="0" y="109835"/>
                  <a:pt x="0" y="97780"/>
                  <a:pt x="0" y="91529"/>
                </a:cubicBezTo>
                <a:cubicBezTo>
                  <a:pt x="0" y="73670"/>
                  <a:pt x="7590" y="63847"/>
                  <a:pt x="11162" y="58489"/>
                </a:cubicBezTo>
                <a:cubicBezTo>
                  <a:pt x="22771" y="43755"/>
                  <a:pt x="34379" y="43755"/>
                  <a:pt x="40184" y="43755"/>
                </a:cubicBezTo>
                <a:cubicBezTo>
                  <a:pt x="51346" y="43755"/>
                  <a:pt x="56257" y="48667"/>
                  <a:pt x="58489" y="50899"/>
                </a:cubicBezTo>
                <a:lnTo>
                  <a:pt x="58489" y="35272"/>
                </a:lnTo>
                <a:cubicBezTo>
                  <a:pt x="58489" y="20985"/>
                  <a:pt x="58043" y="18752"/>
                  <a:pt x="58043" y="17859"/>
                </a:cubicBezTo>
                <a:cubicBezTo>
                  <a:pt x="57150" y="14288"/>
                  <a:pt x="56257" y="13841"/>
                  <a:pt x="55811" y="13395"/>
                </a:cubicBezTo>
                <a:cubicBezTo>
                  <a:pt x="54471" y="12055"/>
                  <a:pt x="52685" y="12055"/>
                  <a:pt x="52239" y="12055"/>
                </a:cubicBezTo>
                <a:cubicBezTo>
                  <a:pt x="49560" y="12055"/>
                  <a:pt x="46881" y="12948"/>
                  <a:pt x="45541" y="13395"/>
                </a:cubicBezTo>
                <a:lnTo>
                  <a:pt x="44648" y="10269"/>
                </a:lnTo>
                <a:lnTo>
                  <a:pt x="69652" y="0"/>
                </a:lnTo>
                <a:lnTo>
                  <a:pt x="73670" y="0"/>
                </a:lnTo>
                <a:lnTo>
                  <a:pt x="73670" y="96887"/>
                </a:lnTo>
                <a:cubicBezTo>
                  <a:pt x="73670" y="111621"/>
                  <a:pt x="74116" y="113854"/>
                  <a:pt x="74563" y="114746"/>
                </a:cubicBezTo>
                <a:cubicBezTo>
                  <a:pt x="75009" y="118318"/>
                  <a:pt x="75902" y="118765"/>
                  <a:pt x="76795" y="119211"/>
                </a:cubicBezTo>
                <a:cubicBezTo>
                  <a:pt x="78135" y="120551"/>
                  <a:pt x="79474" y="120551"/>
                  <a:pt x="79921" y="120551"/>
                </a:cubicBezTo>
                <a:cubicBezTo>
                  <a:pt x="82600" y="120551"/>
                  <a:pt x="85279" y="119658"/>
                  <a:pt x="86618" y="119211"/>
                </a:cubicBezTo>
                <a:lnTo>
                  <a:pt x="87511" y="122337"/>
                </a:lnTo>
                <a:lnTo>
                  <a:pt x="62954" y="132606"/>
                </a:lnTo>
                <a:lnTo>
                  <a:pt x="58489" y="132606"/>
                </a:lnTo>
                <a:lnTo>
                  <a:pt x="58489" y="120551"/>
                </a:lnTo>
                <a:close/>
                <a:moveTo>
                  <a:pt x="58489" y="114300"/>
                </a:moveTo>
                <a:lnTo>
                  <a:pt x="58489" y="70991"/>
                </a:lnTo>
                <a:cubicBezTo>
                  <a:pt x="58043" y="64740"/>
                  <a:pt x="56257" y="61615"/>
                  <a:pt x="55364" y="59829"/>
                </a:cubicBezTo>
                <a:cubicBezTo>
                  <a:pt x="52685" y="54918"/>
                  <a:pt x="49560" y="52685"/>
                  <a:pt x="48220" y="52239"/>
                </a:cubicBezTo>
                <a:cubicBezTo>
                  <a:pt x="43309" y="49560"/>
                  <a:pt x="40630" y="49560"/>
                  <a:pt x="39291" y="49560"/>
                </a:cubicBezTo>
                <a:cubicBezTo>
                  <a:pt x="31254" y="49560"/>
                  <a:pt x="27236" y="54471"/>
                  <a:pt x="25003" y="56704"/>
                </a:cubicBezTo>
                <a:cubicBezTo>
                  <a:pt x="16520" y="66080"/>
                  <a:pt x="16520" y="78135"/>
                  <a:pt x="16520" y="84386"/>
                </a:cubicBezTo>
                <a:cubicBezTo>
                  <a:pt x="16520" y="102691"/>
                  <a:pt x="21878" y="109389"/>
                  <a:pt x="24557" y="112514"/>
                </a:cubicBezTo>
                <a:cubicBezTo>
                  <a:pt x="32593" y="122337"/>
                  <a:pt x="39291" y="122337"/>
                  <a:pt x="42416" y="122337"/>
                </a:cubicBezTo>
                <a:cubicBezTo>
                  <a:pt x="50899" y="122337"/>
                  <a:pt x="56257" y="116979"/>
                  <a:pt x="58489" y="114300"/>
                </a:cubicBezTo>
                <a:close/>
                <a:moveTo>
                  <a:pt x="58489" y="1143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7E7A9-C805-43BA-901C-2E750801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562" y="3185448"/>
            <a:ext cx="106710" cy="123676"/>
          </a:xfrm>
          <a:custGeom xmlns:a="http://schemas.openxmlformats.org/drawingml/2006/main">
            <a:pathLst>
              <a:path w="106710" h="123676">
                <a:moveTo>
                  <a:pt x="103584" y="89297"/>
                </a:moveTo>
                <a:lnTo>
                  <a:pt x="106710" y="90190"/>
                </a:lnTo>
                <a:lnTo>
                  <a:pt x="95994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6073" y="115193"/>
                </a:cubicBezTo>
                <a:cubicBezTo>
                  <a:pt x="17859" y="112068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56257" y="0"/>
                </a:lnTo>
                <a:lnTo>
                  <a:pt x="56257" y="3125"/>
                </a:lnTo>
                <a:cubicBezTo>
                  <a:pt x="46434" y="3125"/>
                  <a:pt x="43755" y="4465"/>
                  <a:pt x="42416" y="4911"/>
                </a:cubicBezTo>
                <a:cubicBezTo>
                  <a:pt x="38398" y="7144"/>
                  <a:pt x="37505" y="8930"/>
                  <a:pt x="37058" y="9823"/>
                </a:cubicBezTo>
                <a:cubicBezTo>
                  <a:pt x="35272" y="12948"/>
                  <a:pt x="35272" y="20092"/>
                  <a:pt x="35272" y="24110"/>
                </a:cubicBezTo>
                <a:lnTo>
                  <a:pt x="35272" y="101798"/>
                </a:lnTo>
                <a:cubicBezTo>
                  <a:pt x="35272" y="109389"/>
                  <a:pt x="36612" y="111175"/>
                  <a:pt x="37058" y="112068"/>
                </a:cubicBezTo>
                <a:cubicBezTo>
                  <a:pt x="37951" y="114300"/>
                  <a:pt x="39291" y="114746"/>
                  <a:pt x="40184" y="115193"/>
                </a:cubicBezTo>
                <a:cubicBezTo>
                  <a:pt x="42416" y="116086"/>
                  <a:pt x="50453" y="116086"/>
                  <a:pt x="54471" y="116086"/>
                </a:cubicBezTo>
                <a:lnTo>
                  <a:pt x="63401" y="116086"/>
                </a:lnTo>
                <a:cubicBezTo>
                  <a:pt x="77688" y="116086"/>
                  <a:pt x="81707" y="114300"/>
                  <a:pt x="83493" y="113854"/>
                </a:cubicBezTo>
                <a:cubicBezTo>
                  <a:pt x="89297" y="111621"/>
                  <a:pt x="92422" y="108049"/>
                  <a:pt x="94208" y="106263"/>
                </a:cubicBezTo>
                <a:cubicBezTo>
                  <a:pt x="98673" y="100905"/>
                  <a:pt x="101798" y="93315"/>
                  <a:pt x="103584" y="89297"/>
                </a:cubicBezTo>
                <a:close/>
                <a:moveTo>
                  <a:pt x="103584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81AEE-2036-4948-964C-6FAEAEF0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646" y="3185448"/>
            <a:ext cx="106710" cy="123676"/>
          </a:xfrm>
          <a:custGeom xmlns:a="http://schemas.openxmlformats.org/drawingml/2006/main">
            <a:pathLst>
              <a:path w="106710" h="123676">
                <a:moveTo>
                  <a:pt x="103584" y="89297"/>
                </a:moveTo>
                <a:lnTo>
                  <a:pt x="106710" y="90190"/>
                </a:lnTo>
                <a:lnTo>
                  <a:pt x="95994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6073" y="115193"/>
                </a:cubicBezTo>
                <a:cubicBezTo>
                  <a:pt x="17859" y="112068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56257" y="0"/>
                </a:lnTo>
                <a:lnTo>
                  <a:pt x="56257" y="3125"/>
                </a:lnTo>
                <a:cubicBezTo>
                  <a:pt x="46434" y="3125"/>
                  <a:pt x="43755" y="4465"/>
                  <a:pt x="42416" y="4911"/>
                </a:cubicBezTo>
                <a:cubicBezTo>
                  <a:pt x="38398" y="7144"/>
                  <a:pt x="37505" y="8930"/>
                  <a:pt x="37058" y="9823"/>
                </a:cubicBezTo>
                <a:cubicBezTo>
                  <a:pt x="35272" y="12948"/>
                  <a:pt x="35272" y="20092"/>
                  <a:pt x="35272" y="24110"/>
                </a:cubicBezTo>
                <a:lnTo>
                  <a:pt x="35272" y="101798"/>
                </a:lnTo>
                <a:cubicBezTo>
                  <a:pt x="35272" y="109389"/>
                  <a:pt x="36612" y="111175"/>
                  <a:pt x="37058" y="112068"/>
                </a:cubicBezTo>
                <a:cubicBezTo>
                  <a:pt x="37951" y="114300"/>
                  <a:pt x="39291" y="114746"/>
                  <a:pt x="40184" y="115193"/>
                </a:cubicBezTo>
                <a:cubicBezTo>
                  <a:pt x="42416" y="116086"/>
                  <a:pt x="50453" y="116086"/>
                  <a:pt x="54471" y="116086"/>
                </a:cubicBezTo>
                <a:lnTo>
                  <a:pt x="63401" y="116086"/>
                </a:lnTo>
                <a:cubicBezTo>
                  <a:pt x="77688" y="116086"/>
                  <a:pt x="81707" y="114300"/>
                  <a:pt x="83493" y="113854"/>
                </a:cubicBezTo>
                <a:cubicBezTo>
                  <a:pt x="89297" y="111621"/>
                  <a:pt x="92422" y="108049"/>
                  <a:pt x="94208" y="106263"/>
                </a:cubicBezTo>
                <a:cubicBezTo>
                  <a:pt x="98673" y="100905"/>
                  <a:pt x="101798" y="93315"/>
                  <a:pt x="103584" y="89297"/>
                </a:cubicBezTo>
                <a:close/>
                <a:moveTo>
                  <a:pt x="103584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21E21-55E3-43A5-B2F1-466839A9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284" y="3185448"/>
            <a:ext cx="159395" cy="123676"/>
          </a:xfrm>
          <a:custGeom xmlns:a="http://schemas.openxmlformats.org/drawingml/2006/main">
            <a:pathLst>
              <a:path w="159395" h="123676">
                <a:moveTo>
                  <a:pt x="73223" y="123676"/>
                </a:moveTo>
                <a:lnTo>
                  <a:pt x="25450" y="19645"/>
                </a:lnTo>
                <a:lnTo>
                  <a:pt x="25450" y="102245"/>
                </a:lnTo>
                <a:cubicBezTo>
                  <a:pt x="25450" y="113854"/>
                  <a:pt x="27236" y="115639"/>
                  <a:pt x="28129" y="116532"/>
                </a:cubicBezTo>
                <a:cubicBezTo>
                  <a:pt x="31254" y="120104"/>
                  <a:pt x="36165" y="120104"/>
                  <a:pt x="38398" y="120104"/>
                </a:cubicBezTo>
                <a:lnTo>
                  <a:pt x="42862" y="120104"/>
                </a:lnTo>
                <a:lnTo>
                  <a:pt x="4286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055" y="120104"/>
                  <a:pt x="14288" y="117425"/>
                  <a:pt x="15180" y="115639"/>
                </a:cubicBezTo>
                <a:cubicBezTo>
                  <a:pt x="17413" y="112514"/>
                  <a:pt x="17413" y="105817"/>
                  <a:pt x="17413" y="102245"/>
                </a:cubicBezTo>
                <a:lnTo>
                  <a:pt x="17413" y="21431"/>
                </a:lnTo>
                <a:cubicBezTo>
                  <a:pt x="17413" y="12948"/>
                  <a:pt x="16073" y="10716"/>
                  <a:pt x="15627" y="9376"/>
                </a:cubicBezTo>
                <a:cubicBezTo>
                  <a:pt x="14288" y="6697"/>
                  <a:pt x="12055" y="5804"/>
                  <a:pt x="10716" y="4911"/>
                </a:cubicBezTo>
                <a:cubicBezTo>
                  <a:pt x="7590" y="3125"/>
                  <a:pt x="2679" y="3125"/>
                  <a:pt x="0" y="3125"/>
                </a:cubicBezTo>
                <a:lnTo>
                  <a:pt x="0" y="0"/>
                </a:lnTo>
                <a:lnTo>
                  <a:pt x="34826" y="0"/>
                </a:lnTo>
                <a:lnTo>
                  <a:pt x="79921" y="96887"/>
                </a:lnTo>
                <a:lnTo>
                  <a:pt x="124123" y="0"/>
                </a:lnTo>
                <a:lnTo>
                  <a:pt x="159395" y="0"/>
                </a:lnTo>
                <a:lnTo>
                  <a:pt x="159395" y="3125"/>
                </a:lnTo>
                <a:lnTo>
                  <a:pt x="154930" y="3125"/>
                </a:lnTo>
                <a:cubicBezTo>
                  <a:pt x="146893" y="3125"/>
                  <a:pt x="144661" y="6251"/>
                  <a:pt x="143768" y="8037"/>
                </a:cubicBezTo>
                <a:cubicBezTo>
                  <a:pt x="141536" y="10716"/>
                  <a:pt x="141536" y="17859"/>
                  <a:pt x="141536" y="21431"/>
                </a:cubicBezTo>
                <a:lnTo>
                  <a:pt x="141536" y="102245"/>
                </a:lnTo>
                <a:cubicBezTo>
                  <a:pt x="141536" y="113854"/>
                  <a:pt x="143321" y="115639"/>
                  <a:pt x="144214" y="116532"/>
                </a:cubicBezTo>
                <a:cubicBezTo>
                  <a:pt x="147786" y="120104"/>
                  <a:pt x="152698" y="120104"/>
                  <a:pt x="154930" y="120104"/>
                </a:cubicBezTo>
                <a:lnTo>
                  <a:pt x="159395" y="120104"/>
                </a:lnTo>
                <a:lnTo>
                  <a:pt x="159395" y="123676"/>
                </a:lnTo>
                <a:lnTo>
                  <a:pt x="106710" y="123676"/>
                </a:lnTo>
                <a:lnTo>
                  <a:pt x="106710" y="120104"/>
                </a:lnTo>
                <a:lnTo>
                  <a:pt x="111175" y="120104"/>
                </a:lnTo>
                <a:cubicBezTo>
                  <a:pt x="118765" y="120104"/>
                  <a:pt x="120997" y="117425"/>
                  <a:pt x="121890" y="115639"/>
                </a:cubicBezTo>
                <a:cubicBezTo>
                  <a:pt x="124123" y="112514"/>
                  <a:pt x="124123" y="105817"/>
                  <a:pt x="124123" y="102245"/>
                </a:cubicBezTo>
                <a:lnTo>
                  <a:pt x="124123" y="19645"/>
                </a:lnTo>
                <a:lnTo>
                  <a:pt x="76349" y="123676"/>
                </a:lnTo>
                <a:lnTo>
                  <a:pt x="73223" y="123676"/>
                </a:lnTo>
                <a:close/>
                <a:moveTo>
                  <a:pt x="73223" y="1236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69B24-21E5-42AE-B3B7-BDD82454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17" y="566041"/>
            <a:ext cx="79921" cy="47327"/>
          </a:xfrm>
          <a:custGeom xmlns:a="http://schemas.openxmlformats.org/drawingml/2006/main">
            <a:pathLst>
              <a:path w="79921" h="47327">
                <a:moveTo>
                  <a:pt x="30807" y="3125"/>
                </a:moveTo>
                <a:cubicBezTo>
                  <a:pt x="22771" y="6697"/>
                  <a:pt x="19199" y="11162"/>
                  <a:pt x="17413" y="13395"/>
                </a:cubicBezTo>
                <a:cubicBezTo>
                  <a:pt x="14288" y="16520"/>
                  <a:pt x="14288" y="19199"/>
                  <a:pt x="14288" y="20985"/>
                </a:cubicBezTo>
                <a:cubicBezTo>
                  <a:pt x="14288" y="23217"/>
                  <a:pt x="14734" y="24110"/>
                  <a:pt x="15180" y="24557"/>
                </a:cubicBezTo>
                <a:cubicBezTo>
                  <a:pt x="15180" y="25450"/>
                  <a:pt x="16966" y="27236"/>
                  <a:pt x="17413" y="28129"/>
                </a:cubicBezTo>
                <a:cubicBezTo>
                  <a:pt x="20092" y="30807"/>
                  <a:pt x="20538" y="31700"/>
                  <a:pt x="20538" y="32147"/>
                </a:cubicBezTo>
                <a:cubicBezTo>
                  <a:pt x="21431" y="34379"/>
                  <a:pt x="21431" y="35272"/>
                  <a:pt x="21431" y="36165"/>
                </a:cubicBezTo>
                <a:cubicBezTo>
                  <a:pt x="21431" y="40184"/>
                  <a:pt x="19199" y="42862"/>
                  <a:pt x="18306" y="43755"/>
                </a:cubicBezTo>
                <a:cubicBezTo>
                  <a:pt x="15180" y="47327"/>
                  <a:pt x="12055" y="47327"/>
                  <a:pt x="10716" y="47327"/>
                </a:cubicBezTo>
                <a:cubicBezTo>
                  <a:pt x="6251" y="47327"/>
                  <a:pt x="4018" y="44648"/>
                  <a:pt x="3125" y="43755"/>
                </a:cubicBezTo>
                <a:cubicBezTo>
                  <a:pt x="0" y="40184"/>
                  <a:pt x="0" y="36612"/>
                  <a:pt x="0" y="34379"/>
                </a:cubicBezTo>
                <a:cubicBezTo>
                  <a:pt x="0" y="28575"/>
                  <a:pt x="2232" y="23664"/>
                  <a:pt x="3125" y="21431"/>
                </a:cubicBezTo>
                <a:cubicBezTo>
                  <a:pt x="6697" y="15180"/>
                  <a:pt x="10716" y="11162"/>
                  <a:pt x="12948" y="9376"/>
                </a:cubicBezTo>
                <a:cubicBezTo>
                  <a:pt x="17413" y="5804"/>
                  <a:pt x="25003" y="1786"/>
                  <a:pt x="28575" y="0"/>
                </a:cubicBezTo>
                <a:lnTo>
                  <a:pt x="30807" y="3125"/>
                </a:lnTo>
                <a:close/>
                <a:moveTo>
                  <a:pt x="79921" y="3125"/>
                </a:moveTo>
                <a:cubicBezTo>
                  <a:pt x="69205" y="9376"/>
                  <a:pt x="66973" y="12055"/>
                  <a:pt x="66526" y="13395"/>
                </a:cubicBezTo>
                <a:cubicBezTo>
                  <a:pt x="63401" y="16966"/>
                  <a:pt x="63401" y="19199"/>
                  <a:pt x="63401" y="20538"/>
                </a:cubicBezTo>
                <a:cubicBezTo>
                  <a:pt x="63401" y="22771"/>
                  <a:pt x="63847" y="24110"/>
                  <a:pt x="63847" y="24557"/>
                </a:cubicBezTo>
                <a:cubicBezTo>
                  <a:pt x="64294" y="25450"/>
                  <a:pt x="66080" y="27236"/>
                  <a:pt x="66973" y="28129"/>
                </a:cubicBezTo>
                <a:cubicBezTo>
                  <a:pt x="69205" y="30807"/>
                  <a:pt x="69205" y="31700"/>
                  <a:pt x="69652" y="32147"/>
                </a:cubicBezTo>
                <a:cubicBezTo>
                  <a:pt x="70545" y="33933"/>
                  <a:pt x="70545" y="35272"/>
                  <a:pt x="70545" y="35719"/>
                </a:cubicBezTo>
                <a:cubicBezTo>
                  <a:pt x="70545" y="40184"/>
                  <a:pt x="68312" y="42862"/>
                  <a:pt x="66973" y="43755"/>
                </a:cubicBezTo>
                <a:cubicBezTo>
                  <a:pt x="63847" y="47327"/>
                  <a:pt x="61168" y="47327"/>
                  <a:pt x="59382" y="47327"/>
                </a:cubicBezTo>
                <a:cubicBezTo>
                  <a:pt x="54918" y="47327"/>
                  <a:pt x="53132" y="45095"/>
                  <a:pt x="51792" y="43755"/>
                </a:cubicBezTo>
                <a:cubicBezTo>
                  <a:pt x="48667" y="40184"/>
                  <a:pt x="48667" y="36612"/>
                  <a:pt x="48667" y="34826"/>
                </a:cubicBezTo>
                <a:cubicBezTo>
                  <a:pt x="48667" y="25450"/>
                  <a:pt x="53132" y="19645"/>
                  <a:pt x="55364" y="16966"/>
                </a:cubicBezTo>
                <a:cubicBezTo>
                  <a:pt x="62061" y="8037"/>
                  <a:pt x="72777" y="3125"/>
                  <a:pt x="77688" y="893"/>
                </a:cubicBezTo>
                <a:lnTo>
                  <a:pt x="79921" y="3125"/>
                </a:lnTo>
                <a:close/>
                <a:moveTo>
                  <a:pt x="79921" y="31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62554-E8D7-4D5D-A9FB-3C4522D1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54" y="569166"/>
            <a:ext cx="126355" cy="144661"/>
          </a:xfrm>
          <a:custGeom xmlns:a="http://schemas.openxmlformats.org/drawingml/2006/main">
            <a:pathLst>
              <a:path w="126355" h="144661">
                <a:moveTo>
                  <a:pt x="16520" y="0"/>
                </a:moveTo>
                <a:lnTo>
                  <a:pt x="126355" y="0"/>
                </a:lnTo>
                <a:lnTo>
                  <a:pt x="114746" y="38398"/>
                </a:lnTo>
                <a:lnTo>
                  <a:pt x="110728" y="38398"/>
                </a:lnTo>
                <a:cubicBezTo>
                  <a:pt x="112514" y="30361"/>
                  <a:pt x="112514" y="25450"/>
                  <a:pt x="112514" y="23664"/>
                </a:cubicBezTo>
                <a:cubicBezTo>
                  <a:pt x="112514" y="15627"/>
                  <a:pt x="109389" y="13395"/>
                  <a:pt x="107603" y="12055"/>
                </a:cubicBezTo>
                <a:cubicBezTo>
                  <a:pt x="104031" y="8930"/>
                  <a:pt x="94208" y="8930"/>
                  <a:pt x="89297" y="8930"/>
                </a:cubicBezTo>
                <a:lnTo>
                  <a:pt x="77688" y="8930"/>
                </a:lnTo>
                <a:lnTo>
                  <a:pt x="49113" y="108496"/>
                </a:lnTo>
                <a:cubicBezTo>
                  <a:pt x="43755" y="127248"/>
                  <a:pt x="43755" y="129927"/>
                  <a:pt x="43755" y="131713"/>
                </a:cubicBezTo>
                <a:cubicBezTo>
                  <a:pt x="43755" y="135731"/>
                  <a:pt x="45988" y="137071"/>
                  <a:pt x="47327" y="137964"/>
                </a:cubicBezTo>
                <a:cubicBezTo>
                  <a:pt x="50453" y="140643"/>
                  <a:pt x="56257" y="140643"/>
                  <a:pt x="59382" y="140643"/>
                </a:cubicBezTo>
                <a:lnTo>
                  <a:pt x="64294" y="140643"/>
                </a:lnTo>
                <a:lnTo>
                  <a:pt x="62954" y="144661"/>
                </a:lnTo>
                <a:lnTo>
                  <a:pt x="0" y="144661"/>
                </a:lnTo>
                <a:lnTo>
                  <a:pt x="1339" y="140643"/>
                </a:lnTo>
                <a:lnTo>
                  <a:pt x="4018" y="140643"/>
                </a:lnTo>
                <a:cubicBezTo>
                  <a:pt x="12055" y="140643"/>
                  <a:pt x="15180" y="138857"/>
                  <a:pt x="16520" y="137964"/>
                </a:cubicBezTo>
                <a:cubicBezTo>
                  <a:pt x="19645" y="136178"/>
                  <a:pt x="21431" y="133052"/>
                  <a:pt x="22324" y="131713"/>
                </a:cubicBezTo>
                <a:cubicBezTo>
                  <a:pt x="24557" y="126802"/>
                  <a:pt x="27682" y="116532"/>
                  <a:pt x="29468" y="111621"/>
                </a:cubicBezTo>
                <a:lnTo>
                  <a:pt x="59382" y="8930"/>
                </a:lnTo>
                <a:lnTo>
                  <a:pt x="50453" y="8930"/>
                </a:lnTo>
                <a:cubicBezTo>
                  <a:pt x="37951" y="8930"/>
                  <a:pt x="33040" y="11162"/>
                  <a:pt x="30361" y="12055"/>
                </a:cubicBezTo>
                <a:cubicBezTo>
                  <a:pt x="22771" y="15180"/>
                  <a:pt x="19645" y="19199"/>
                  <a:pt x="18306" y="21431"/>
                </a:cubicBezTo>
                <a:cubicBezTo>
                  <a:pt x="13395" y="27236"/>
                  <a:pt x="11609" y="34826"/>
                  <a:pt x="10716" y="38398"/>
                </a:cubicBezTo>
                <a:lnTo>
                  <a:pt x="6697" y="38398"/>
                </a:lnTo>
                <a:lnTo>
                  <a:pt x="16520" y="0"/>
                </a:lnTo>
                <a:close/>
                <a:moveTo>
                  <a:pt x="165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309BD-DDA4-4C0A-A1B5-F400F9D7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78" y="562469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7F0CB-90D1-4384-A873-073BB309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40" y="617387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2DEC7-0960-4591-8D64-5C5A4E9B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54" y="574971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73DFF-5BC2-497A-B51B-4CE3D802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319" y="617387"/>
            <a:ext cx="144661" cy="99120"/>
          </a:xfrm>
          <a:custGeom xmlns:a="http://schemas.openxmlformats.org/drawingml/2006/main">
            <a:pathLst>
              <a:path w="144661" h="99120">
                <a:moveTo>
                  <a:pt x="43755" y="0"/>
                </a:moveTo>
                <a:lnTo>
                  <a:pt x="29914" y="48220"/>
                </a:lnTo>
                <a:cubicBezTo>
                  <a:pt x="38844" y="31254"/>
                  <a:pt x="43309" y="25450"/>
                  <a:pt x="45541" y="22771"/>
                </a:cubicBezTo>
                <a:cubicBezTo>
                  <a:pt x="55811" y="9376"/>
                  <a:pt x="62061" y="5358"/>
                  <a:pt x="65187" y="3572"/>
                </a:cubicBezTo>
                <a:cubicBezTo>
                  <a:pt x="70991" y="0"/>
                  <a:pt x="75009" y="0"/>
                  <a:pt x="77242" y="0"/>
                </a:cubicBezTo>
                <a:cubicBezTo>
                  <a:pt x="82600" y="0"/>
                  <a:pt x="84832" y="2232"/>
                  <a:pt x="85725" y="3572"/>
                </a:cubicBezTo>
                <a:cubicBezTo>
                  <a:pt x="89297" y="7144"/>
                  <a:pt x="89297" y="10269"/>
                  <a:pt x="89297" y="12055"/>
                </a:cubicBezTo>
                <a:cubicBezTo>
                  <a:pt x="89297" y="17413"/>
                  <a:pt x="87957" y="23217"/>
                  <a:pt x="87064" y="25896"/>
                </a:cubicBezTo>
                <a:lnTo>
                  <a:pt x="79474" y="53132"/>
                </a:lnTo>
                <a:cubicBezTo>
                  <a:pt x="96887" y="20538"/>
                  <a:pt x="107156" y="11609"/>
                  <a:pt x="112514" y="7144"/>
                </a:cubicBezTo>
                <a:cubicBezTo>
                  <a:pt x="120997" y="0"/>
                  <a:pt x="126802" y="0"/>
                  <a:pt x="129480" y="0"/>
                </a:cubicBezTo>
                <a:cubicBezTo>
                  <a:pt x="134392" y="0"/>
                  <a:pt x="136178" y="2232"/>
                  <a:pt x="137517" y="3572"/>
                </a:cubicBezTo>
                <a:cubicBezTo>
                  <a:pt x="140643" y="6697"/>
                  <a:pt x="140643" y="11609"/>
                  <a:pt x="140643" y="13841"/>
                </a:cubicBezTo>
                <a:cubicBezTo>
                  <a:pt x="140643" y="20092"/>
                  <a:pt x="139303" y="24557"/>
                  <a:pt x="138857" y="26789"/>
                </a:cubicBezTo>
                <a:lnTo>
                  <a:pt x="126802" y="68312"/>
                </a:lnTo>
                <a:cubicBezTo>
                  <a:pt x="123230" y="82153"/>
                  <a:pt x="123230" y="83046"/>
                  <a:pt x="123230" y="83493"/>
                </a:cubicBezTo>
                <a:cubicBezTo>
                  <a:pt x="123230" y="84832"/>
                  <a:pt x="123676" y="85725"/>
                  <a:pt x="124123" y="86171"/>
                </a:cubicBezTo>
                <a:cubicBezTo>
                  <a:pt x="125016" y="86618"/>
                  <a:pt x="125462" y="86618"/>
                  <a:pt x="125909" y="86618"/>
                </a:cubicBezTo>
                <a:cubicBezTo>
                  <a:pt x="126802" y="86618"/>
                  <a:pt x="128588" y="85279"/>
                  <a:pt x="129480" y="84832"/>
                </a:cubicBezTo>
                <a:cubicBezTo>
                  <a:pt x="135731" y="79921"/>
                  <a:pt x="139303" y="75009"/>
                  <a:pt x="141089" y="72330"/>
                </a:cubicBezTo>
                <a:lnTo>
                  <a:pt x="144661" y="74563"/>
                </a:lnTo>
                <a:cubicBezTo>
                  <a:pt x="141982" y="78581"/>
                  <a:pt x="137071" y="83939"/>
                  <a:pt x="135285" y="86618"/>
                </a:cubicBezTo>
                <a:cubicBezTo>
                  <a:pt x="128141" y="93762"/>
                  <a:pt x="125016" y="95548"/>
                  <a:pt x="123676" y="96441"/>
                </a:cubicBezTo>
                <a:cubicBezTo>
                  <a:pt x="118765" y="99120"/>
                  <a:pt x="116086" y="99120"/>
                  <a:pt x="114746" y="99120"/>
                </a:cubicBezTo>
                <a:cubicBezTo>
                  <a:pt x="110728" y="99120"/>
                  <a:pt x="109389" y="97334"/>
                  <a:pt x="108496" y="96441"/>
                </a:cubicBezTo>
                <a:cubicBezTo>
                  <a:pt x="105817" y="94208"/>
                  <a:pt x="105817" y="91529"/>
                  <a:pt x="105817" y="90190"/>
                </a:cubicBezTo>
                <a:cubicBezTo>
                  <a:pt x="105817" y="85279"/>
                  <a:pt x="108942" y="75009"/>
                  <a:pt x="110282" y="69652"/>
                </a:cubicBezTo>
                <a:lnTo>
                  <a:pt x="120104" y="35719"/>
                </a:lnTo>
                <a:cubicBezTo>
                  <a:pt x="123230" y="23664"/>
                  <a:pt x="123676" y="22771"/>
                  <a:pt x="123676" y="22324"/>
                </a:cubicBezTo>
                <a:cubicBezTo>
                  <a:pt x="123676" y="20092"/>
                  <a:pt x="123676" y="19199"/>
                  <a:pt x="123676" y="18306"/>
                </a:cubicBezTo>
                <a:cubicBezTo>
                  <a:pt x="123676" y="15627"/>
                  <a:pt x="123230" y="14734"/>
                  <a:pt x="122783" y="14288"/>
                </a:cubicBezTo>
                <a:cubicBezTo>
                  <a:pt x="121444" y="12948"/>
                  <a:pt x="120104" y="12948"/>
                  <a:pt x="119658" y="12948"/>
                </a:cubicBezTo>
                <a:cubicBezTo>
                  <a:pt x="115193" y="12948"/>
                  <a:pt x="112068" y="16073"/>
                  <a:pt x="110282" y="17413"/>
                </a:cubicBezTo>
                <a:cubicBezTo>
                  <a:pt x="95548" y="30807"/>
                  <a:pt x="87064" y="46881"/>
                  <a:pt x="82600" y="55364"/>
                </a:cubicBezTo>
                <a:cubicBezTo>
                  <a:pt x="74563" y="71438"/>
                  <a:pt x="69205" y="87957"/>
                  <a:pt x="66973" y="96441"/>
                </a:cubicBezTo>
                <a:lnTo>
                  <a:pt x="50899" y="96441"/>
                </a:lnTo>
                <a:lnTo>
                  <a:pt x="69205" y="32147"/>
                </a:lnTo>
                <a:cubicBezTo>
                  <a:pt x="72330" y="21431"/>
                  <a:pt x="72330" y="19199"/>
                  <a:pt x="72330" y="17859"/>
                </a:cubicBezTo>
                <a:cubicBezTo>
                  <a:pt x="72330" y="15180"/>
                  <a:pt x="71438" y="14288"/>
                  <a:pt x="70991" y="13841"/>
                </a:cubicBezTo>
                <a:cubicBezTo>
                  <a:pt x="69652" y="12502"/>
                  <a:pt x="68759" y="12502"/>
                  <a:pt x="67866" y="12502"/>
                </a:cubicBezTo>
                <a:cubicBezTo>
                  <a:pt x="64740" y="12502"/>
                  <a:pt x="62061" y="14288"/>
                  <a:pt x="60722" y="15180"/>
                </a:cubicBezTo>
                <a:cubicBezTo>
                  <a:pt x="54471" y="19199"/>
                  <a:pt x="47327" y="28129"/>
                  <a:pt x="44202" y="33040"/>
                </a:cubicBezTo>
                <a:cubicBezTo>
                  <a:pt x="33933" y="46434"/>
                  <a:pt x="30361" y="54918"/>
                  <a:pt x="28575" y="58936"/>
                </a:cubicBezTo>
                <a:cubicBezTo>
                  <a:pt x="25896" y="64740"/>
                  <a:pt x="19199" y="86171"/>
                  <a:pt x="16073" y="96441"/>
                </a:cubicBezTo>
                <a:lnTo>
                  <a:pt x="0" y="96441"/>
                </a:lnTo>
                <a:lnTo>
                  <a:pt x="19645" y="27236"/>
                </a:lnTo>
                <a:lnTo>
                  <a:pt x="22324" y="18306"/>
                </a:lnTo>
                <a:cubicBezTo>
                  <a:pt x="23217" y="16520"/>
                  <a:pt x="23217" y="16073"/>
                  <a:pt x="23217" y="15627"/>
                </a:cubicBezTo>
                <a:cubicBezTo>
                  <a:pt x="23217" y="13395"/>
                  <a:pt x="21878" y="12055"/>
                  <a:pt x="20985" y="11162"/>
                </a:cubicBezTo>
                <a:cubicBezTo>
                  <a:pt x="18752" y="9376"/>
                  <a:pt x="16520" y="9376"/>
                  <a:pt x="15627" y="9376"/>
                </a:cubicBezTo>
                <a:cubicBezTo>
                  <a:pt x="14288" y="9376"/>
                  <a:pt x="9823" y="10269"/>
                  <a:pt x="7590" y="10716"/>
                </a:cubicBezTo>
                <a:lnTo>
                  <a:pt x="6697" y="6697"/>
                </a:lnTo>
                <a:lnTo>
                  <a:pt x="43755" y="0"/>
                </a:lnTo>
                <a:close/>
                <a:moveTo>
                  <a:pt x="4375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719C5-B884-4D5E-B974-2B70D7A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648" y="617387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380A9-2C6B-4435-BF11-7B3C3FE4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62" y="617387"/>
            <a:ext cx="119211" cy="143768"/>
          </a:xfrm>
          <a:custGeom xmlns:a="http://schemas.openxmlformats.org/drawingml/2006/main">
            <a:pathLst>
              <a:path w="119211" h="143768">
                <a:moveTo>
                  <a:pt x="119211" y="6697"/>
                </a:moveTo>
                <a:lnTo>
                  <a:pt x="116086" y="17859"/>
                </a:lnTo>
                <a:lnTo>
                  <a:pt x="98673" y="17859"/>
                </a:lnTo>
                <a:cubicBezTo>
                  <a:pt x="100459" y="23664"/>
                  <a:pt x="100459" y="26789"/>
                  <a:pt x="100459" y="28575"/>
                </a:cubicBezTo>
                <a:cubicBezTo>
                  <a:pt x="100459" y="42416"/>
                  <a:pt x="92869" y="50006"/>
                  <a:pt x="88404" y="53578"/>
                </a:cubicBezTo>
                <a:cubicBezTo>
                  <a:pt x="76349" y="64740"/>
                  <a:pt x="62508" y="65633"/>
                  <a:pt x="55364" y="65633"/>
                </a:cubicBezTo>
                <a:cubicBezTo>
                  <a:pt x="44202" y="69205"/>
                  <a:pt x="40630" y="72330"/>
                  <a:pt x="38398" y="73670"/>
                </a:cubicBezTo>
                <a:cubicBezTo>
                  <a:pt x="36612" y="75456"/>
                  <a:pt x="36612" y="76795"/>
                  <a:pt x="36612" y="77242"/>
                </a:cubicBezTo>
                <a:cubicBezTo>
                  <a:pt x="36612" y="79474"/>
                  <a:pt x="37505" y="80814"/>
                  <a:pt x="38398" y="81260"/>
                </a:cubicBezTo>
                <a:cubicBezTo>
                  <a:pt x="40184" y="83046"/>
                  <a:pt x="45541" y="84386"/>
                  <a:pt x="48220" y="84832"/>
                </a:cubicBezTo>
                <a:lnTo>
                  <a:pt x="68759" y="89743"/>
                </a:lnTo>
                <a:cubicBezTo>
                  <a:pt x="85725" y="93762"/>
                  <a:pt x="89743" y="97334"/>
                  <a:pt x="91529" y="99120"/>
                </a:cubicBezTo>
                <a:cubicBezTo>
                  <a:pt x="96887" y="104924"/>
                  <a:pt x="96887" y="109835"/>
                  <a:pt x="96887" y="112068"/>
                </a:cubicBezTo>
                <a:cubicBezTo>
                  <a:pt x="96887" y="120997"/>
                  <a:pt x="92869" y="125909"/>
                  <a:pt x="90636" y="128141"/>
                </a:cubicBezTo>
                <a:cubicBezTo>
                  <a:pt x="83939" y="135731"/>
                  <a:pt x="75456" y="137964"/>
                  <a:pt x="71884" y="139750"/>
                </a:cubicBezTo>
                <a:cubicBezTo>
                  <a:pt x="59382" y="143768"/>
                  <a:pt x="49113" y="143768"/>
                  <a:pt x="44202" y="143768"/>
                </a:cubicBezTo>
                <a:cubicBezTo>
                  <a:pt x="30807" y="143768"/>
                  <a:pt x="23664" y="141536"/>
                  <a:pt x="20092" y="140643"/>
                </a:cubicBezTo>
                <a:cubicBezTo>
                  <a:pt x="9376" y="137517"/>
                  <a:pt x="5804" y="133945"/>
                  <a:pt x="4465" y="132159"/>
                </a:cubicBezTo>
                <a:cubicBezTo>
                  <a:pt x="0" y="126802"/>
                  <a:pt x="0" y="122783"/>
                  <a:pt x="0" y="120997"/>
                </a:cubicBezTo>
                <a:cubicBezTo>
                  <a:pt x="0" y="116532"/>
                  <a:pt x="1786" y="113407"/>
                  <a:pt x="3125" y="111621"/>
                </a:cubicBezTo>
                <a:cubicBezTo>
                  <a:pt x="5804" y="106263"/>
                  <a:pt x="8930" y="104477"/>
                  <a:pt x="10269" y="103584"/>
                </a:cubicBezTo>
                <a:cubicBezTo>
                  <a:pt x="13395" y="101352"/>
                  <a:pt x="22324" y="96441"/>
                  <a:pt x="26789" y="93762"/>
                </a:cubicBezTo>
                <a:cubicBezTo>
                  <a:pt x="21878" y="89743"/>
                  <a:pt x="21878" y="86618"/>
                  <a:pt x="21878" y="85279"/>
                </a:cubicBezTo>
                <a:cubicBezTo>
                  <a:pt x="21878" y="81260"/>
                  <a:pt x="25003" y="77688"/>
                  <a:pt x="25896" y="76349"/>
                </a:cubicBezTo>
                <a:cubicBezTo>
                  <a:pt x="30361" y="71438"/>
                  <a:pt x="39737" y="67419"/>
                  <a:pt x="44648" y="65633"/>
                </a:cubicBezTo>
                <a:cubicBezTo>
                  <a:pt x="33040" y="63401"/>
                  <a:pt x="28129" y="58489"/>
                  <a:pt x="25896" y="55811"/>
                </a:cubicBezTo>
                <a:cubicBezTo>
                  <a:pt x="19199" y="48220"/>
                  <a:pt x="19199" y="41970"/>
                  <a:pt x="19199" y="38844"/>
                </a:cubicBezTo>
                <a:cubicBezTo>
                  <a:pt x="19199" y="24110"/>
                  <a:pt x="27682" y="16073"/>
                  <a:pt x="32147" y="12055"/>
                </a:cubicBezTo>
                <a:cubicBezTo>
                  <a:pt x="45541" y="0"/>
                  <a:pt x="60275" y="0"/>
                  <a:pt x="67419" y="0"/>
                </a:cubicBezTo>
                <a:cubicBezTo>
                  <a:pt x="75456" y="0"/>
                  <a:pt x="79028" y="893"/>
                  <a:pt x="80814" y="1786"/>
                </a:cubicBezTo>
                <a:cubicBezTo>
                  <a:pt x="85725" y="3125"/>
                  <a:pt x="88850" y="5804"/>
                  <a:pt x="90636" y="6697"/>
                </a:cubicBezTo>
                <a:lnTo>
                  <a:pt x="119211" y="6697"/>
                </a:lnTo>
                <a:close/>
                <a:moveTo>
                  <a:pt x="82600" y="23664"/>
                </a:moveTo>
                <a:cubicBezTo>
                  <a:pt x="82600" y="14734"/>
                  <a:pt x="79474" y="11609"/>
                  <a:pt x="77688" y="9823"/>
                </a:cubicBezTo>
                <a:cubicBezTo>
                  <a:pt x="73223" y="5358"/>
                  <a:pt x="67866" y="5358"/>
                  <a:pt x="65187" y="5358"/>
                </a:cubicBezTo>
                <a:cubicBezTo>
                  <a:pt x="53132" y="5358"/>
                  <a:pt x="47774" y="13395"/>
                  <a:pt x="45541" y="16966"/>
                </a:cubicBezTo>
                <a:cubicBezTo>
                  <a:pt x="37505" y="29021"/>
                  <a:pt x="37505" y="37951"/>
                  <a:pt x="37505" y="42416"/>
                </a:cubicBezTo>
                <a:cubicBezTo>
                  <a:pt x="37505" y="50453"/>
                  <a:pt x="41077" y="54025"/>
                  <a:pt x="42416" y="55811"/>
                </a:cubicBezTo>
                <a:cubicBezTo>
                  <a:pt x="47327" y="61168"/>
                  <a:pt x="52239" y="61168"/>
                  <a:pt x="54918" y="61168"/>
                </a:cubicBezTo>
                <a:cubicBezTo>
                  <a:pt x="60275" y="61168"/>
                  <a:pt x="63847" y="58936"/>
                  <a:pt x="65633" y="58043"/>
                </a:cubicBezTo>
                <a:cubicBezTo>
                  <a:pt x="70991" y="54918"/>
                  <a:pt x="73223" y="51346"/>
                  <a:pt x="74563" y="49560"/>
                </a:cubicBezTo>
                <a:cubicBezTo>
                  <a:pt x="78135" y="44202"/>
                  <a:pt x="79474" y="38398"/>
                  <a:pt x="80367" y="35719"/>
                </a:cubicBezTo>
                <a:cubicBezTo>
                  <a:pt x="82600" y="27236"/>
                  <a:pt x="82600" y="24557"/>
                  <a:pt x="82600" y="23664"/>
                </a:cubicBezTo>
                <a:close/>
                <a:moveTo>
                  <a:pt x="31254" y="96441"/>
                </a:moveTo>
                <a:cubicBezTo>
                  <a:pt x="22771" y="100459"/>
                  <a:pt x="19645" y="104477"/>
                  <a:pt x="18306" y="106710"/>
                </a:cubicBezTo>
                <a:cubicBezTo>
                  <a:pt x="13841" y="112961"/>
                  <a:pt x="13841" y="116532"/>
                  <a:pt x="13841" y="118765"/>
                </a:cubicBezTo>
                <a:cubicBezTo>
                  <a:pt x="13841" y="125909"/>
                  <a:pt x="18306" y="129034"/>
                  <a:pt x="20092" y="130373"/>
                </a:cubicBezTo>
                <a:cubicBezTo>
                  <a:pt x="29468" y="137071"/>
                  <a:pt x="41077" y="137071"/>
                  <a:pt x="46881" y="137071"/>
                </a:cubicBezTo>
                <a:cubicBezTo>
                  <a:pt x="62508" y="137071"/>
                  <a:pt x="69652" y="133499"/>
                  <a:pt x="73223" y="131713"/>
                </a:cubicBezTo>
                <a:cubicBezTo>
                  <a:pt x="83939" y="126802"/>
                  <a:pt x="83939" y="121444"/>
                  <a:pt x="83939" y="118318"/>
                </a:cubicBezTo>
                <a:cubicBezTo>
                  <a:pt x="83939" y="114300"/>
                  <a:pt x="81260" y="112068"/>
                  <a:pt x="79921" y="110728"/>
                </a:cubicBezTo>
                <a:cubicBezTo>
                  <a:pt x="75902" y="106710"/>
                  <a:pt x="68312" y="105370"/>
                  <a:pt x="64740" y="104477"/>
                </a:cubicBezTo>
                <a:cubicBezTo>
                  <a:pt x="58043" y="103138"/>
                  <a:pt x="40184" y="98673"/>
                  <a:pt x="31254" y="96441"/>
                </a:cubicBezTo>
                <a:close/>
                <a:moveTo>
                  <a:pt x="31254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2CDE7-B986-4E59-B6C5-70A2A660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93" y="617387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9A0A7-90D0-4F21-9757-140D721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350" y="562469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6D70F-6835-4056-B0A4-DC5EA48F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258" y="617387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53028-DF11-4856-9A77-CCA6833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971" y="617387"/>
            <a:ext cx="127248" cy="143321"/>
          </a:xfrm>
          <a:custGeom xmlns:a="http://schemas.openxmlformats.org/drawingml/2006/main">
            <a:pathLst>
              <a:path w="127248" h="143321">
                <a:moveTo>
                  <a:pt x="72330" y="0"/>
                </a:moveTo>
                <a:lnTo>
                  <a:pt x="64740" y="24557"/>
                </a:lnTo>
                <a:cubicBezTo>
                  <a:pt x="76349" y="10716"/>
                  <a:pt x="82600" y="7144"/>
                  <a:pt x="85725" y="5804"/>
                </a:cubicBezTo>
                <a:cubicBezTo>
                  <a:pt x="94655" y="0"/>
                  <a:pt x="101352" y="0"/>
                  <a:pt x="104031" y="0"/>
                </a:cubicBezTo>
                <a:cubicBezTo>
                  <a:pt x="113854" y="0"/>
                  <a:pt x="118318" y="5358"/>
                  <a:pt x="120551" y="7590"/>
                </a:cubicBezTo>
                <a:cubicBezTo>
                  <a:pt x="127248" y="15180"/>
                  <a:pt x="127248" y="23217"/>
                  <a:pt x="127248" y="27236"/>
                </a:cubicBezTo>
                <a:cubicBezTo>
                  <a:pt x="127248" y="50453"/>
                  <a:pt x="114300" y="66526"/>
                  <a:pt x="108049" y="75009"/>
                </a:cubicBezTo>
                <a:cubicBezTo>
                  <a:pt x="88850" y="99120"/>
                  <a:pt x="72330" y="99120"/>
                  <a:pt x="63847" y="99120"/>
                </a:cubicBezTo>
                <a:cubicBezTo>
                  <a:pt x="58489" y="99120"/>
                  <a:pt x="55364" y="98227"/>
                  <a:pt x="54025" y="97780"/>
                </a:cubicBezTo>
                <a:cubicBezTo>
                  <a:pt x="50006" y="96441"/>
                  <a:pt x="46881" y="94655"/>
                  <a:pt x="45095" y="93762"/>
                </a:cubicBezTo>
                <a:lnTo>
                  <a:pt x="37058" y="121444"/>
                </a:lnTo>
                <a:cubicBezTo>
                  <a:pt x="34826" y="129480"/>
                  <a:pt x="34826" y="130820"/>
                  <a:pt x="34826" y="131713"/>
                </a:cubicBezTo>
                <a:cubicBezTo>
                  <a:pt x="34826" y="134392"/>
                  <a:pt x="35719" y="135285"/>
                  <a:pt x="36165" y="135731"/>
                </a:cubicBezTo>
                <a:cubicBezTo>
                  <a:pt x="37505" y="137517"/>
                  <a:pt x="39291" y="137964"/>
                  <a:pt x="40184" y="138410"/>
                </a:cubicBezTo>
                <a:cubicBezTo>
                  <a:pt x="42862" y="139303"/>
                  <a:pt x="48220" y="139303"/>
                  <a:pt x="51346" y="139303"/>
                </a:cubicBezTo>
                <a:lnTo>
                  <a:pt x="50006" y="143321"/>
                </a:lnTo>
                <a:lnTo>
                  <a:pt x="0" y="143321"/>
                </a:lnTo>
                <a:lnTo>
                  <a:pt x="893" y="139303"/>
                </a:lnTo>
                <a:cubicBezTo>
                  <a:pt x="10716" y="138857"/>
                  <a:pt x="13395" y="136624"/>
                  <a:pt x="14288" y="136178"/>
                </a:cubicBezTo>
                <a:cubicBezTo>
                  <a:pt x="17859" y="133052"/>
                  <a:pt x="20538" y="124123"/>
                  <a:pt x="21878" y="119211"/>
                </a:cubicBezTo>
                <a:lnTo>
                  <a:pt x="48667" y="25896"/>
                </a:lnTo>
                <a:cubicBezTo>
                  <a:pt x="51346" y="16966"/>
                  <a:pt x="51346" y="15627"/>
                  <a:pt x="51346" y="15180"/>
                </a:cubicBezTo>
                <a:cubicBezTo>
                  <a:pt x="51346" y="12055"/>
                  <a:pt x="50006" y="11162"/>
                  <a:pt x="49560" y="10269"/>
                </a:cubicBezTo>
                <a:cubicBezTo>
                  <a:pt x="47774" y="8930"/>
                  <a:pt x="45541" y="8930"/>
                  <a:pt x="44202" y="8930"/>
                </a:cubicBezTo>
                <a:cubicBezTo>
                  <a:pt x="41523" y="8930"/>
                  <a:pt x="37505" y="9376"/>
                  <a:pt x="35719" y="9823"/>
                </a:cubicBezTo>
                <a:lnTo>
                  <a:pt x="35719" y="5804"/>
                </a:lnTo>
                <a:lnTo>
                  <a:pt x="72330" y="0"/>
                </a:lnTo>
                <a:close/>
                <a:moveTo>
                  <a:pt x="47327" y="85279"/>
                </a:moveTo>
                <a:cubicBezTo>
                  <a:pt x="54025" y="93315"/>
                  <a:pt x="61615" y="93315"/>
                  <a:pt x="65187" y="93315"/>
                </a:cubicBezTo>
                <a:cubicBezTo>
                  <a:pt x="70991" y="93315"/>
                  <a:pt x="74563" y="91083"/>
                  <a:pt x="76349" y="90190"/>
                </a:cubicBezTo>
                <a:cubicBezTo>
                  <a:pt x="82600" y="87064"/>
                  <a:pt x="85725" y="83046"/>
                  <a:pt x="87957" y="80814"/>
                </a:cubicBezTo>
                <a:cubicBezTo>
                  <a:pt x="93315" y="75009"/>
                  <a:pt x="95994" y="69652"/>
                  <a:pt x="97780" y="66973"/>
                </a:cubicBezTo>
                <a:cubicBezTo>
                  <a:pt x="102245" y="58936"/>
                  <a:pt x="104477" y="51792"/>
                  <a:pt x="105370" y="48220"/>
                </a:cubicBezTo>
                <a:cubicBezTo>
                  <a:pt x="108942" y="37505"/>
                  <a:pt x="108942" y="30361"/>
                  <a:pt x="108942" y="26789"/>
                </a:cubicBezTo>
                <a:cubicBezTo>
                  <a:pt x="108942" y="18306"/>
                  <a:pt x="106263" y="15627"/>
                  <a:pt x="104924" y="13841"/>
                </a:cubicBezTo>
                <a:cubicBezTo>
                  <a:pt x="101352" y="9376"/>
                  <a:pt x="97780" y="9376"/>
                  <a:pt x="95994" y="9376"/>
                </a:cubicBezTo>
                <a:cubicBezTo>
                  <a:pt x="84386" y="9376"/>
                  <a:pt x="76795" y="17859"/>
                  <a:pt x="73223" y="22771"/>
                </a:cubicBezTo>
                <a:cubicBezTo>
                  <a:pt x="62061" y="35719"/>
                  <a:pt x="58489" y="47327"/>
                  <a:pt x="56704" y="53578"/>
                </a:cubicBezTo>
                <a:lnTo>
                  <a:pt x="47327" y="85279"/>
                </a:lnTo>
                <a:close/>
                <a:moveTo>
                  <a:pt x="47327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B72A2-4A17-4268-AF4A-D00C0D7F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687" y="574971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EF3C3-B01E-4F1D-A1D6-53CD0E6D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585" y="617387"/>
            <a:ext cx="87064" cy="99120"/>
          </a:xfrm>
          <a:custGeom xmlns:a="http://schemas.openxmlformats.org/drawingml/2006/main">
            <a:pathLst>
              <a:path w="87064" h="99120">
                <a:moveTo>
                  <a:pt x="78581" y="73223"/>
                </a:moveTo>
                <a:cubicBezTo>
                  <a:pt x="67419" y="86618"/>
                  <a:pt x="59829" y="90636"/>
                  <a:pt x="55811" y="92869"/>
                </a:cubicBezTo>
                <a:cubicBezTo>
                  <a:pt x="44648" y="99120"/>
                  <a:pt x="36165" y="99120"/>
                  <a:pt x="32147" y="99120"/>
                </a:cubicBezTo>
                <a:cubicBezTo>
                  <a:pt x="16966" y="99120"/>
                  <a:pt x="11609" y="93315"/>
                  <a:pt x="8483" y="90636"/>
                </a:cubicBezTo>
                <a:cubicBezTo>
                  <a:pt x="0" y="82153"/>
                  <a:pt x="0" y="72330"/>
                  <a:pt x="0" y="67419"/>
                </a:cubicBezTo>
                <a:cubicBezTo>
                  <a:pt x="0" y="51346"/>
                  <a:pt x="6251" y="40630"/>
                  <a:pt x="9376" y="35719"/>
                </a:cubicBezTo>
                <a:cubicBezTo>
                  <a:pt x="18306" y="19645"/>
                  <a:pt x="28575" y="13395"/>
                  <a:pt x="33933" y="9823"/>
                </a:cubicBezTo>
                <a:cubicBezTo>
                  <a:pt x="49113" y="0"/>
                  <a:pt x="58936" y="0"/>
                  <a:pt x="63847" y="0"/>
                </a:cubicBezTo>
                <a:cubicBezTo>
                  <a:pt x="75456" y="0"/>
                  <a:pt x="79474" y="3125"/>
                  <a:pt x="81260" y="4911"/>
                </a:cubicBezTo>
                <a:cubicBezTo>
                  <a:pt x="87064" y="9823"/>
                  <a:pt x="87064" y="14734"/>
                  <a:pt x="87064" y="16966"/>
                </a:cubicBezTo>
                <a:cubicBezTo>
                  <a:pt x="87064" y="23664"/>
                  <a:pt x="84386" y="26789"/>
                  <a:pt x="83046" y="28129"/>
                </a:cubicBezTo>
                <a:cubicBezTo>
                  <a:pt x="79921" y="31700"/>
                  <a:pt x="77242" y="31700"/>
                  <a:pt x="75456" y="31700"/>
                </a:cubicBezTo>
                <a:cubicBezTo>
                  <a:pt x="72330" y="31700"/>
                  <a:pt x="70991" y="30361"/>
                  <a:pt x="70098" y="29468"/>
                </a:cubicBezTo>
                <a:cubicBezTo>
                  <a:pt x="67866" y="27236"/>
                  <a:pt x="67866" y="25450"/>
                  <a:pt x="67866" y="24110"/>
                </a:cubicBezTo>
                <a:cubicBezTo>
                  <a:pt x="67866" y="22324"/>
                  <a:pt x="68312" y="20985"/>
                  <a:pt x="68759" y="20538"/>
                </a:cubicBezTo>
                <a:cubicBezTo>
                  <a:pt x="69652" y="18752"/>
                  <a:pt x="71438" y="16966"/>
                  <a:pt x="72330" y="16520"/>
                </a:cubicBezTo>
                <a:cubicBezTo>
                  <a:pt x="74563" y="14288"/>
                  <a:pt x="75009" y="13395"/>
                  <a:pt x="75009" y="12948"/>
                </a:cubicBezTo>
                <a:cubicBezTo>
                  <a:pt x="75456" y="12055"/>
                  <a:pt x="75456" y="11162"/>
                  <a:pt x="75456" y="10716"/>
                </a:cubicBezTo>
                <a:cubicBezTo>
                  <a:pt x="75456" y="8483"/>
                  <a:pt x="74116" y="7590"/>
                  <a:pt x="73670" y="7144"/>
                </a:cubicBezTo>
                <a:cubicBezTo>
                  <a:pt x="70545" y="4911"/>
                  <a:pt x="66526" y="4911"/>
                  <a:pt x="64740" y="4911"/>
                </a:cubicBezTo>
                <a:cubicBezTo>
                  <a:pt x="54471" y="4911"/>
                  <a:pt x="47774" y="9823"/>
                  <a:pt x="44202" y="12055"/>
                </a:cubicBezTo>
                <a:cubicBezTo>
                  <a:pt x="33933" y="19645"/>
                  <a:pt x="29021" y="28575"/>
                  <a:pt x="26789" y="33040"/>
                </a:cubicBezTo>
                <a:cubicBezTo>
                  <a:pt x="17859" y="49560"/>
                  <a:pt x="17859" y="60275"/>
                  <a:pt x="17859" y="66080"/>
                </a:cubicBezTo>
                <a:cubicBezTo>
                  <a:pt x="17859" y="76795"/>
                  <a:pt x="22324" y="81260"/>
                  <a:pt x="24110" y="83046"/>
                </a:cubicBezTo>
                <a:cubicBezTo>
                  <a:pt x="30361" y="89297"/>
                  <a:pt x="37505" y="89297"/>
                  <a:pt x="41077" y="89297"/>
                </a:cubicBezTo>
                <a:cubicBezTo>
                  <a:pt x="49113" y="89297"/>
                  <a:pt x="54471" y="86618"/>
                  <a:pt x="57150" y="85279"/>
                </a:cubicBezTo>
                <a:cubicBezTo>
                  <a:pt x="65187" y="81260"/>
                  <a:pt x="71884" y="74116"/>
                  <a:pt x="75456" y="70545"/>
                </a:cubicBezTo>
                <a:lnTo>
                  <a:pt x="78581" y="73223"/>
                </a:lnTo>
                <a:close/>
                <a:moveTo>
                  <a:pt x="78581" y="732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29F40-6F91-40F8-ABC6-EF24FCBD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230" y="59104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6E1B1-4CEF-4987-8E2B-4D9D6223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538" y="617387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FB915-03E9-42BE-BF54-294246EE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29" y="617387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911CB-4F6E-4039-8A75-FD15EA74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52" y="617387"/>
            <a:ext cx="127248" cy="143321"/>
          </a:xfrm>
          <a:custGeom xmlns:a="http://schemas.openxmlformats.org/drawingml/2006/main">
            <a:pathLst>
              <a:path w="127248" h="143321">
                <a:moveTo>
                  <a:pt x="72330" y="0"/>
                </a:moveTo>
                <a:lnTo>
                  <a:pt x="64740" y="24557"/>
                </a:lnTo>
                <a:cubicBezTo>
                  <a:pt x="76349" y="10716"/>
                  <a:pt x="82600" y="7144"/>
                  <a:pt x="85725" y="5804"/>
                </a:cubicBezTo>
                <a:cubicBezTo>
                  <a:pt x="94655" y="0"/>
                  <a:pt x="101352" y="0"/>
                  <a:pt x="104031" y="0"/>
                </a:cubicBezTo>
                <a:cubicBezTo>
                  <a:pt x="113854" y="0"/>
                  <a:pt x="118318" y="5358"/>
                  <a:pt x="120551" y="7590"/>
                </a:cubicBezTo>
                <a:cubicBezTo>
                  <a:pt x="127248" y="15180"/>
                  <a:pt x="127248" y="23217"/>
                  <a:pt x="127248" y="27236"/>
                </a:cubicBezTo>
                <a:cubicBezTo>
                  <a:pt x="127248" y="50453"/>
                  <a:pt x="114300" y="66526"/>
                  <a:pt x="108049" y="75009"/>
                </a:cubicBezTo>
                <a:cubicBezTo>
                  <a:pt x="88850" y="99120"/>
                  <a:pt x="72330" y="99120"/>
                  <a:pt x="63847" y="99120"/>
                </a:cubicBezTo>
                <a:cubicBezTo>
                  <a:pt x="58489" y="99120"/>
                  <a:pt x="55364" y="98227"/>
                  <a:pt x="54025" y="97780"/>
                </a:cubicBezTo>
                <a:cubicBezTo>
                  <a:pt x="50006" y="96441"/>
                  <a:pt x="46881" y="94655"/>
                  <a:pt x="45095" y="93762"/>
                </a:cubicBezTo>
                <a:lnTo>
                  <a:pt x="37058" y="121444"/>
                </a:lnTo>
                <a:cubicBezTo>
                  <a:pt x="34826" y="129480"/>
                  <a:pt x="34826" y="130820"/>
                  <a:pt x="34826" y="131713"/>
                </a:cubicBezTo>
                <a:cubicBezTo>
                  <a:pt x="34826" y="134392"/>
                  <a:pt x="35719" y="135285"/>
                  <a:pt x="36165" y="135731"/>
                </a:cubicBezTo>
                <a:cubicBezTo>
                  <a:pt x="37505" y="137517"/>
                  <a:pt x="39291" y="137964"/>
                  <a:pt x="40184" y="138410"/>
                </a:cubicBezTo>
                <a:cubicBezTo>
                  <a:pt x="42862" y="139303"/>
                  <a:pt x="48220" y="139303"/>
                  <a:pt x="51346" y="139303"/>
                </a:cubicBezTo>
                <a:lnTo>
                  <a:pt x="50006" y="143321"/>
                </a:lnTo>
                <a:lnTo>
                  <a:pt x="0" y="143321"/>
                </a:lnTo>
                <a:lnTo>
                  <a:pt x="893" y="139303"/>
                </a:lnTo>
                <a:cubicBezTo>
                  <a:pt x="10716" y="138857"/>
                  <a:pt x="13395" y="136624"/>
                  <a:pt x="14288" y="136178"/>
                </a:cubicBezTo>
                <a:cubicBezTo>
                  <a:pt x="17859" y="133052"/>
                  <a:pt x="20538" y="124123"/>
                  <a:pt x="21878" y="119211"/>
                </a:cubicBezTo>
                <a:lnTo>
                  <a:pt x="48667" y="25896"/>
                </a:lnTo>
                <a:cubicBezTo>
                  <a:pt x="51346" y="16966"/>
                  <a:pt x="51346" y="15627"/>
                  <a:pt x="51346" y="15180"/>
                </a:cubicBezTo>
                <a:cubicBezTo>
                  <a:pt x="51346" y="12055"/>
                  <a:pt x="50006" y="11162"/>
                  <a:pt x="49560" y="10269"/>
                </a:cubicBezTo>
                <a:cubicBezTo>
                  <a:pt x="47774" y="8930"/>
                  <a:pt x="45541" y="8930"/>
                  <a:pt x="44202" y="8930"/>
                </a:cubicBezTo>
                <a:cubicBezTo>
                  <a:pt x="41523" y="8930"/>
                  <a:pt x="37505" y="9376"/>
                  <a:pt x="35719" y="9823"/>
                </a:cubicBezTo>
                <a:lnTo>
                  <a:pt x="35719" y="5804"/>
                </a:lnTo>
                <a:lnTo>
                  <a:pt x="72330" y="0"/>
                </a:lnTo>
                <a:close/>
                <a:moveTo>
                  <a:pt x="47327" y="85279"/>
                </a:moveTo>
                <a:cubicBezTo>
                  <a:pt x="54025" y="93315"/>
                  <a:pt x="61615" y="93315"/>
                  <a:pt x="65187" y="93315"/>
                </a:cubicBezTo>
                <a:cubicBezTo>
                  <a:pt x="70991" y="93315"/>
                  <a:pt x="74563" y="91083"/>
                  <a:pt x="76349" y="90190"/>
                </a:cubicBezTo>
                <a:cubicBezTo>
                  <a:pt x="82600" y="87064"/>
                  <a:pt x="85725" y="83046"/>
                  <a:pt x="87957" y="80814"/>
                </a:cubicBezTo>
                <a:cubicBezTo>
                  <a:pt x="93315" y="75009"/>
                  <a:pt x="95994" y="69652"/>
                  <a:pt x="97780" y="66973"/>
                </a:cubicBezTo>
                <a:cubicBezTo>
                  <a:pt x="102245" y="58936"/>
                  <a:pt x="104477" y="51792"/>
                  <a:pt x="105370" y="48220"/>
                </a:cubicBezTo>
                <a:cubicBezTo>
                  <a:pt x="108942" y="37505"/>
                  <a:pt x="108942" y="30361"/>
                  <a:pt x="108942" y="26789"/>
                </a:cubicBezTo>
                <a:cubicBezTo>
                  <a:pt x="108942" y="18306"/>
                  <a:pt x="106263" y="15627"/>
                  <a:pt x="104924" y="13841"/>
                </a:cubicBezTo>
                <a:cubicBezTo>
                  <a:pt x="101352" y="9376"/>
                  <a:pt x="97780" y="9376"/>
                  <a:pt x="95994" y="9376"/>
                </a:cubicBezTo>
                <a:cubicBezTo>
                  <a:pt x="84386" y="9376"/>
                  <a:pt x="76795" y="17859"/>
                  <a:pt x="73223" y="22771"/>
                </a:cubicBezTo>
                <a:cubicBezTo>
                  <a:pt x="62061" y="35719"/>
                  <a:pt x="58489" y="47327"/>
                  <a:pt x="56704" y="53578"/>
                </a:cubicBezTo>
                <a:lnTo>
                  <a:pt x="47327" y="85279"/>
                </a:lnTo>
                <a:close/>
                <a:moveTo>
                  <a:pt x="47327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533B7-B64C-4BFA-8BF3-19E47471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68" y="574971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58B92-9C50-4C48-ABA2-3961B7F4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458" y="617387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8F3C5-0FFE-4CBE-BB1B-33EBE394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1" y="617387"/>
            <a:ext cx="87064" cy="99120"/>
          </a:xfrm>
          <a:custGeom xmlns:a="http://schemas.openxmlformats.org/drawingml/2006/main">
            <a:pathLst>
              <a:path w="87064" h="99120">
                <a:moveTo>
                  <a:pt x="78581" y="73223"/>
                </a:moveTo>
                <a:cubicBezTo>
                  <a:pt x="67419" y="86618"/>
                  <a:pt x="59829" y="90636"/>
                  <a:pt x="55811" y="92869"/>
                </a:cubicBezTo>
                <a:cubicBezTo>
                  <a:pt x="44648" y="99120"/>
                  <a:pt x="36165" y="99120"/>
                  <a:pt x="32147" y="99120"/>
                </a:cubicBezTo>
                <a:cubicBezTo>
                  <a:pt x="16966" y="99120"/>
                  <a:pt x="11609" y="93315"/>
                  <a:pt x="8483" y="90636"/>
                </a:cubicBezTo>
                <a:cubicBezTo>
                  <a:pt x="0" y="82153"/>
                  <a:pt x="0" y="72330"/>
                  <a:pt x="0" y="67419"/>
                </a:cubicBezTo>
                <a:cubicBezTo>
                  <a:pt x="0" y="51346"/>
                  <a:pt x="6251" y="40630"/>
                  <a:pt x="9376" y="35719"/>
                </a:cubicBezTo>
                <a:cubicBezTo>
                  <a:pt x="18306" y="19645"/>
                  <a:pt x="28575" y="13395"/>
                  <a:pt x="33933" y="9823"/>
                </a:cubicBezTo>
                <a:cubicBezTo>
                  <a:pt x="49113" y="0"/>
                  <a:pt x="58936" y="0"/>
                  <a:pt x="63847" y="0"/>
                </a:cubicBezTo>
                <a:cubicBezTo>
                  <a:pt x="75456" y="0"/>
                  <a:pt x="79474" y="3125"/>
                  <a:pt x="81260" y="4911"/>
                </a:cubicBezTo>
                <a:cubicBezTo>
                  <a:pt x="87064" y="9823"/>
                  <a:pt x="87064" y="14734"/>
                  <a:pt x="87064" y="16966"/>
                </a:cubicBezTo>
                <a:cubicBezTo>
                  <a:pt x="87064" y="23664"/>
                  <a:pt x="84386" y="26789"/>
                  <a:pt x="83046" y="28129"/>
                </a:cubicBezTo>
                <a:cubicBezTo>
                  <a:pt x="79921" y="31700"/>
                  <a:pt x="77242" y="31700"/>
                  <a:pt x="75456" y="31700"/>
                </a:cubicBezTo>
                <a:cubicBezTo>
                  <a:pt x="72330" y="31700"/>
                  <a:pt x="70991" y="30361"/>
                  <a:pt x="70098" y="29468"/>
                </a:cubicBezTo>
                <a:cubicBezTo>
                  <a:pt x="67866" y="27236"/>
                  <a:pt x="67866" y="25450"/>
                  <a:pt x="67866" y="24110"/>
                </a:cubicBezTo>
                <a:cubicBezTo>
                  <a:pt x="67866" y="22324"/>
                  <a:pt x="68312" y="20985"/>
                  <a:pt x="68759" y="20538"/>
                </a:cubicBezTo>
                <a:cubicBezTo>
                  <a:pt x="69652" y="18752"/>
                  <a:pt x="71438" y="16966"/>
                  <a:pt x="72330" y="16520"/>
                </a:cubicBezTo>
                <a:cubicBezTo>
                  <a:pt x="74563" y="14288"/>
                  <a:pt x="75009" y="13395"/>
                  <a:pt x="75009" y="12948"/>
                </a:cubicBezTo>
                <a:cubicBezTo>
                  <a:pt x="75456" y="12055"/>
                  <a:pt x="75456" y="11162"/>
                  <a:pt x="75456" y="10716"/>
                </a:cubicBezTo>
                <a:cubicBezTo>
                  <a:pt x="75456" y="8483"/>
                  <a:pt x="74116" y="7590"/>
                  <a:pt x="73670" y="7144"/>
                </a:cubicBezTo>
                <a:cubicBezTo>
                  <a:pt x="70545" y="4911"/>
                  <a:pt x="66526" y="4911"/>
                  <a:pt x="64740" y="4911"/>
                </a:cubicBezTo>
                <a:cubicBezTo>
                  <a:pt x="54471" y="4911"/>
                  <a:pt x="47774" y="9823"/>
                  <a:pt x="44202" y="12055"/>
                </a:cubicBezTo>
                <a:cubicBezTo>
                  <a:pt x="33933" y="19645"/>
                  <a:pt x="29021" y="28575"/>
                  <a:pt x="26789" y="33040"/>
                </a:cubicBezTo>
                <a:cubicBezTo>
                  <a:pt x="17859" y="49560"/>
                  <a:pt x="17859" y="60275"/>
                  <a:pt x="17859" y="66080"/>
                </a:cubicBezTo>
                <a:cubicBezTo>
                  <a:pt x="17859" y="76795"/>
                  <a:pt x="22324" y="81260"/>
                  <a:pt x="24110" y="83046"/>
                </a:cubicBezTo>
                <a:cubicBezTo>
                  <a:pt x="30361" y="89297"/>
                  <a:pt x="37505" y="89297"/>
                  <a:pt x="41077" y="89297"/>
                </a:cubicBezTo>
                <a:cubicBezTo>
                  <a:pt x="49113" y="89297"/>
                  <a:pt x="54471" y="86618"/>
                  <a:pt x="57150" y="85279"/>
                </a:cubicBezTo>
                <a:cubicBezTo>
                  <a:pt x="65187" y="81260"/>
                  <a:pt x="71884" y="74116"/>
                  <a:pt x="75456" y="70545"/>
                </a:cubicBezTo>
                <a:lnTo>
                  <a:pt x="78581" y="73223"/>
                </a:lnTo>
                <a:close/>
                <a:moveTo>
                  <a:pt x="78581" y="732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7FFEC-49AE-4BA6-8686-EA67B9E9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881" y="562469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8A699-9475-4FDC-94ED-C5238C36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557" y="617387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81B09-748A-4ABD-ADEE-E0DF075B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341" y="617387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553E2-AAC7-4EEC-8038-3BB994E9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638" y="59104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D03B8-6610-44C1-BF9E-F0516B0F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044" y="617387"/>
            <a:ext cx="96441" cy="99120"/>
          </a:xfrm>
          <a:custGeom xmlns:a="http://schemas.openxmlformats.org/drawingml/2006/main">
            <a:pathLst>
              <a:path w="96441" h="99120">
                <a:moveTo>
                  <a:pt x="96441" y="2679"/>
                </a:moveTo>
                <a:lnTo>
                  <a:pt x="77688" y="66080"/>
                </a:lnTo>
                <a:cubicBezTo>
                  <a:pt x="73670" y="80367"/>
                  <a:pt x="73670" y="83046"/>
                  <a:pt x="73670" y="83939"/>
                </a:cubicBezTo>
                <a:cubicBezTo>
                  <a:pt x="73670" y="86171"/>
                  <a:pt x="74116" y="86618"/>
                  <a:pt x="74116" y="86618"/>
                </a:cubicBezTo>
                <a:cubicBezTo>
                  <a:pt x="75009" y="87511"/>
                  <a:pt x="75902" y="87511"/>
                  <a:pt x="76349" y="87511"/>
                </a:cubicBezTo>
                <a:cubicBezTo>
                  <a:pt x="78135" y="87511"/>
                  <a:pt x="79474" y="86618"/>
                  <a:pt x="80367" y="86171"/>
                </a:cubicBezTo>
                <a:cubicBezTo>
                  <a:pt x="82600" y="84386"/>
                  <a:pt x="88404" y="76795"/>
                  <a:pt x="91529" y="73223"/>
                </a:cubicBezTo>
                <a:lnTo>
                  <a:pt x="94208" y="75456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061" y="99120"/>
                  <a:pt x="60275" y="97334"/>
                  <a:pt x="59382" y="96441"/>
                </a:cubicBezTo>
                <a:cubicBezTo>
                  <a:pt x="57150" y="94655"/>
                  <a:pt x="57150" y="91976"/>
                  <a:pt x="57150" y="90636"/>
                </a:cubicBezTo>
                <a:cubicBezTo>
                  <a:pt x="57150" y="87064"/>
                  <a:pt x="58043" y="83046"/>
                  <a:pt x="58489" y="81260"/>
                </a:cubicBezTo>
                <a:cubicBezTo>
                  <a:pt x="60275" y="73223"/>
                  <a:pt x="65633" y="55811"/>
                  <a:pt x="68312" y="46881"/>
                </a:cubicBezTo>
                <a:cubicBezTo>
                  <a:pt x="50006" y="76795"/>
                  <a:pt x="41970" y="83939"/>
                  <a:pt x="37951" y="87511"/>
                </a:cubicBezTo>
                <a:cubicBezTo>
                  <a:pt x="25450" y="99120"/>
                  <a:pt x="18752" y="99120"/>
                  <a:pt x="15180" y="99120"/>
                </a:cubicBezTo>
                <a:cubicBezTo>
                  <a:pt x="10269" y="99120"/>
                  <a:pt x="8037" y="96887"/>
                  <a:pt x="6697" y="95994"/>
                </a:cubicBezTo>
                <a:cubicBezTo>
                  <a:pt x="3572" y="92422"/>
                  <a:pt x="3572" y="88850"/>
                  <a:pt x="3572" y="87064"/>
                </a:cubicBezTo>
                <a:cubicBezTo>
                  <a:pt x="3572" y="79028"/>
                  <a:pt x="6697" y="67866"/>
                  <a:pt x="8037" y="62508"/>
                </a:cubicBezTo>
                <a:lnTo>
                  <a:pt x="17413" y="29468"/>
                </a:lnTo>
                <a:cubicBezTo>
                  <a:pt x="20985" y="17859"/>
                  <a:pt x="20985" y="16073"/>
                  <a:pt x="20985" y="14734"/>
                </a:cubicBezTo>
                <a:cubicBezTo>
                  <a:pt x="20985" y="13841"/>
                  <a:pt x="20092" y="12948"/>
                  <a:pt x="20092" y="12502"/>
                </a:cubicBezTo>
                <a:cubicBezTo>
                  <a:pt x="19199" y="11609"/>
                  <a:pt x="18306" y="11609"/>
                  <a:pt x="17859" y="11609"/>
                </a:cubicBezTo>
                <a:cubicBezTo>
                  <a:pt x="15627" y="11609"/>
                  <a:pt x="14288" y="12948"/>
                  <a:pt x="13395" y="13395"/>
                </a:cubicBezTo>
                <a:cubicBezTo>
                  <a:pt x="11162" y="15180"/>
                  <a:pt x="5804" y="21878"/>
                  <a:pt x="3572" y="25450"/>
                </a:cubicBezTo>
                <a:lnTo>
                  <a:pt x="0" y="22771"/>
                </a:lnTo>
                <a:cubicBezTo>
                  <a:pt x="8037" y="10269"/>
                  <a:pt x="13841" y="6697"/>
                  <a:pt x="16966" y="4911"/>
                </a:cubicBezTo>
                <a:cubicBezTo>
                  <a:pt x="23664" y="0"/>
                  <a:pt x="27682" y="0"/>
                  <a:pt x="29468" y="0"/>
                </a:cubicBezTo>
                <a:cubicBezTo>
                  <a:pt x="33486" y="0"/>
                  <a:pt x="35272" y="1786"/>
                  <a:pt x="36165" y="2679"/>
                </a:cubicBezTo>
                <a:cubicBezTo>
                  <a:pt x="38398" y="5358"/>
                  <a:pt x="38398" y="7590"/>
                  <a:pt x="38398" y="8930"/>
                </a:cubicBezTo>
                <a:cubicBezTo>
                  <a:pt x="38398" y="14734"/>
                  <a:pt x="35719" y="24557"/>
                  <a:pt x="34379" y="29468"/>
                </a:cubicBezTo>
                <a:lnTo>
                  <a:pt x="24110" y="64294"/>
                </a:lnTo>
                <a:cubicBezTo>
                  <a:pt x="20092" y="78135"/>
                  <a:pt x="20092" y="80367"/>
                  <a:pt x="20092" y="81707"/>
                </a:cubicBezTo>
                <a:cubicBezTo>
                  <a:pt x="20092" y="83939"/>
                  <a:pt x="20985" y="84832"/>
                  <a:pt x="21431" y="85279"/>
                </a:cubicBezTo>
                <a:cubicBezTo>
                  <a:pt x="22771" y="86618"/>
                  <a:pt x="24110" y="86618"/>
                  <a:pt x="25003" y="86618"/>
                </a:cubicBezTo>
                <a:cubicBezTo>
                  <a:pt x="28575" y="86618"/>
                  <a:pt x="32147" y="83939"/>
                  <a:pt x="33933" y="83046"/>
                </a:cubicBezTo>
                <a:cubicBezTo>
                  <a:pt x="39737" y="79028"/>
                  <a:pt x="45988" y="70991"/>
                  <a:pt x="49113" y="66973"/>
                </a:cubicBezTo>
                <a:cubicBezTo>
                  <a:pt x="58489" y="55364"/>
                  <a:pt x="62954" y="47774"/>
                  <a:pt x="64740" y="44648"/>
                </a:cubicBezTo>
                <a:cubicBezTo>
                  <a:pt x="70991" y="33933"/>
                  <a:pt x="75456" y="18306"/>
                  <a:pt x="77688" y="10716"/>
                </a:cubicBezTo>
                <a:lnTo>
                  <a:pt x="80367" y="2679"/>
                </a:lnTo>
                <a:lnTo>
                  <a:pt x="96441" y="2679"/>
                </a:lnTo>
                <a:close/>
                <a:moveTo>
                  <a:pt x="96441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1B251-8AB1-49E9-AE04-AE3A39B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41" y="617387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7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7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9C5DF-0FF0-47F7-8F49-A52749BB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270" y="562469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C4669-7BD6-47B0-9F4B-B340225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179" y="617387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15F774-FE93-402A-B3AC-A89BC900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467" y="617387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0FC0E-37EF-415C-9F17-2E72CBE7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70" y="868396"/>
            <a:ext cx="87064" cy="99120"/>
          </a:xfrm>
          <a:custGeom xmlns:a="http://schemas.openxmlformats.org/drawingml/2006/main">
            <a:pathLst>
              <a:path w="87064" h="99120">
                <a:moveTo>
                  <a:pt x="78581" y="73223"/>
                </a:moveTo>
                <a:cubicBezTo>
                  <a:pt x="67419" y="86618"/>
                  <a:pt x="59829" y="90636"/>
                  <a:pt x="55811" y="92869"/>
                </a:cubicBezTo>
                <a:cubicBezTo>
                  <a:pt x="44648" y="99120"/>
                  <a:pt x="36165" y="99120"/>
                  <a:pt x="32147" y="99120"/>
                </a:cubicBezTo>
                <a:cubicBezTo>
                  <a:pt x="16966" y="99120"/>
                  <a:pt x="11609" y="93315"/>
                  <a:pt x="8483" y="90636"/>
                </a:cubicBezTo>
                <a:cubicBezTo>
                  <a:pt x="0" y="82153"/>
                  <a:pt x="0" y="72330"/>
                  <a:pt x="0" y="67419"/>
                </a:cubicBezTo>
                <a:cubicBezTo>
                  <a:pt x="0" y="51346"/>
                  <a:pt x="6251" y="40630"/>
                  <a:pt x="9376" y="35719"/>
                </a:cubicBezTo>
                <a:cubicBezTo>
                  <a:pt x="18306" y="19645"/>
                  <a:pt x="28575" y="13395"/>
                  <a:pt x="33933" y="9823"/>
                </a:cubicBezTo>
                <a:cubicBezTo>
                  <a:pt x="49113" y="0"/>
                  <a:pt x="58936" y="0"/>
                  <a:pt x="63847" y="0"/>
                </a:cubicBezTo>
                <a:cubicBezTo>
                  <a:pt x="75456" y="0"/>
                  <a:pt x="79474" y="3125"/>
                  <a:pt x="81260" y="4911"/>
                </a:cubicBezTo>
                <a:cubicBezTo>
                  <a:pt x="87064" y="9823"/>
                  <a:pt x="87064" y="14734"/>
                  <a:pt x="87064" y="16966"/>
                </a:cubicBezTo>
                <a:cubicBezTo>
                  <a:pt x="87064" y="23664"/>
                  <a:pt x="84386" y="26789"/>
                  <a:pt x="83046" y="28129"/>
                </a:cubicBezTo>
                <a:cubicBezTo>
                  <a:pt x="79921" y="31700"/>
                  <a:pt x="77242" y="31700"/>
                  <a:pt x="75456" y="31700"/>
                </a:cubicBezTo>
                <a:cubicBezTo>
                  <a:pt x="72330" y="31700"/>
                  <a:pt x="70991" y="30361"/>
                  <a:pt x="70098" y="29468"/>
                </a:cubicBezTo>
                <a:cubicBezTo>
                  <a:pt x="67866" y="27236"/>
                  <a:pt x="67866" y="25450"/>
                  <a:pt x="67866" y="24110"/>
                </a:cubicBezTo>
                <a:cubicBezTo>
                  <a:pt x="67866" y="22324"/>
                  <a:pt x="68312" y="20985"/>
                  <a:pt x="68759" y="20538"/>
                </a:cubicBezTo>
                <a:cubicBezTo>
                  <a:pt x="69652" y="18752"/>
                  <a:pt x="71438" y="16966"/>
                  <a:pt x="72330" y="16520"/>
                </a:cubicBezTo>
                <a:cubicBezTo>
                  <a:pt x="74563" y="14288"/>
                  <a:pt x="75009" y="13395"/>
                  <a:pt x="75009" y="12948"/>
                </a:cubicBezTo>
                <a:cubicBezTo>
                  <a:pt x="75456" y="12055"/>
                  <a:pt x="75456" y="11162"/>
                  <a:pt x="75456" y="10716"/>
                </a:cubicBezTo>
                <a:cubicBezTo>
                  <a:pt x="75456" y="8483"/>
                  <a:pt x="74116" y="7590"/>
                  <a:pt x="73670" y="7144"/>
                </a:cubicBezTo>
                <a:cubicBezTo>
                  <a:pt x="70545" y="4911"/>
                  <a:pt x="66526" y="4911"/>
                  <a:pt x="64740" y="4911"/>
                </a:cubicBezTo>
                <a:cubicBezTo>
                  <a:pt x="54471" y="4911"/>
                  <a:pt x="47774" y="9823"/>
                  <a:pt x="44202" y="12055"/>
                </a:cubicBezTo>
                <a:cubicBezTo>
                  <a:pt x="33933" y="19645"/>
                  <a:pt x="29021" y="28575"/>
                  <a:pt x="26789" y="33040"/>
                </a:cubicBezTo>
                <a:cubicBezTo>
                  <a:pt x="17859" y="49560"/>
                  <a:pt x="17859" y="60275"/>
                  <a:pt x="17859" y="66080"/>
                </a:cubicBezTo>
                <a:cubicBezTo>
                  <a:pt x="17859" y="76795"/>
                  <a:pt x="22324" y="81260"/>
                  <a:pt x="24110" y="83046"/>
                </a:cubicBezTo>
                <a:cubicBezTo>
                  <a:pt x="30361" y="89297"/>
                  <a:pt x="37505" y="89297"/>
                  <a:pt x="41077" y="89297"/>
                </a:cubicBezTo>
                <a:cubicBezTo>
                  <a:pt x="49113" y="89297"/>
                  <a:pt x="54471" y="86618"/>
                  <a:pt x="57150" y="85279"/>
                </a:cubicBezTo>
                <a:cubicBezTo>
                  <a:pt x="65187" y="81260"/>
                  <a:pt x="71884" y="74116"/>
                  <a:pt x="75456" y="70545"/>
                </a:cubicBezTo>
                <a:lnTo>
                  <a:pt x="78581" y="73223"/>
                </a:lnTo>
                <a:close/>
                <a:moveTo>
                  <a:pt x="78581" y="732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B6EFC-60A4-42DB-B954-27C79442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37" y="868396"/>
            <a:ext cx="94655" cy="99120"/>
          </a:xfrm>
          <a:custGeom xmlns:a="http://schemas.openxmlformats.org/drawingml/2006/main">
            <a:pathLst>
              <a:path w="94655" h="99120">
                <a:moveTo>
                  <a:pt x="94655" y="33486"/>
                </a:moveTo>
                <a:cubicBezTo>
                  <a:pt x="94655" y="49560"/>
                  <a:pt x="88850" y="59829"/>
                  <a:pt x="86171" y="65187"/>
                </a:cubicBezTo>
                <a:cubicBezTo>
                  <a:pt x="77688" y="80814"/>
                  <a:pt x="67419" y="86618"/>
                  <a:pt x="62508" y="89743"/>
                </a:cubicBezTo>
                <a:cubicBezTo>
                  <a:pt x="47327" y="99120"/>
                  <a:pt x="37951" y="99120"/>
                  <a:pt x="33040" y="99120"/>
                </a:cubicBezTo>
                <a:cubicBezTo>
                  <a:pt x="18306" y="99120"/>
                  <a:pt x="12502" y="92869"/>
                  <a:pt x="9376" y="89743"/>
                </a:cubicBezTo>
                <a:cubicBezTo>
                  <a:pt x="0" y="80367"/>
                  <a:pt x="0" y="70545"/>
                  <a:pt x="0" y="65633"/>
                </a:cubicBezTo>
                <a:cubicBezTo>
                  <a:pt x="0" y="50006"/>
                  <a:pt x="5804" y="39291"/>
                  <a:pt x="8930" y="34379"/>
                </a:cubicBezTo>
                <a:cubicBezTo>
                  <a:pt x="17859" y="18306"/>
                  <a:pt x="28129" y="12502"/>
                  <a:pt x="33040" y="9376"/>
                </a:cubicBezTo>
                <a:cubicBezTo>
                  <a:pt x="48220" y="0"/>
                  <a:pt x="57596" y="0"/>
                  <a:pt x="62508" y="0"/>
                </a:cubicBezTo>
                <a:cubicBezTo>
                  <a:pt x="76349" y="0"/>
                  <a:pt x="82600" y="6251"/>
                  <a:pt x="85279" y="9376"/>
                </a:cubicBezTo>
                <a:cubicBezTo>
                  <a:pt x="94655" y="18752"/>
                  <a:pt x="94655" y="28575"/>
                  <a:pt x="94655" y="33486"/>
                </a:cubicBezTo>
                <a:close/>
                <a:moveTo>
                  <a:pt x="76795" y="26343"/>
                </a:moveTo>
                <a:cubicBezTo>
                  <a:pt x="76795" y="16073"/>
                  <a:pt x="73670" y="12502"/>
                  <a:pt x="72330" y="10716"/>
                </a:cubicBezTo>
                <a:cubicBezTo>
                  <a:pt x="66973" y="5804"/>
                  <a:pt x="62061" y="5804"/>
                  <a:pt x="59382" y="5804"/>
                </a:cubicBezTo>
                <a:cubicBezTo>
                  <a:pt x="43755" y="5804"/>
                  <a:pt x="34826" y="20538"/>
                  <a:pt x="30807" y="28129"/>
                </a:cubicBezTo>
                <a:cubicBezTo>
                  <a:pt x="17413" y="50453"/>
                  <a:pt x="17413" y="65187"/>
                  <a:pt x="17413" y="72777"/>
                </a:cubicBezTo>
                <a:cubicBezTo>
                  <a:pt x="17413" y="83046"/>
                  <a:pt x="20985" y="86618"/>
                  <a:pt x="22771" y="88404"/>
                </a:cubicBezTo>
                <a:cubicBezTo>
                  <a:pt x="27682" y="93762"/>
                  <a:pt x="33040" y="93762"/>
                  <a:pt x="35272" y="93762"/>
                </a:cubicBezTo>
                <a:cubicBezTo>
                  <a:pt x="50453" y="93762"/>
                  <a:pt x="59382" y="79028"/>
                  <a:pt x="63847" y="71438"/>
                </a:cubicBezTo>
                <a:cubicBezTo>
                  <a:pt x="76795" y="49113"/>
                  <a:pt x="76795" y="33933"/>
                  <a:pt x="76795" y="26343"/>
                </a:cubicBezTo>
                <a:close/>
                <a:moveTo>
                  <a:pt x="76795" y="263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DA6C6-297C-4B5D-96F1-278A8C17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34" y="868396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EA008-2A04-4ED2-9DF5-89B2DC4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13" y="868396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41828-3CC5-4643-904E-08414E11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07" y="84205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DE6BE-504C-4FCC-BF34-C3714948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2" y="868396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79F3E-C32C-411C-AE96-02231D70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31" y="868396"/>
            <a:ext cx="96441" cy="99120"/>
          </a:xfrm>
          <a:custGeom xmlns:a="http://schemas.openxmlformats.org/drawingml/2006/main">
            <a:pathLst>
              <a:path w="96441" h="99120">
                <a:moveTo>
                  <a:pt x="96441" y="2679"/>
                </a:moveTo>
                <a:lnTo>
                  <a:pt x="77688" y="66080"/>
                </a:lnTo>
                <a:cubicBezTo>
                  <a:pt x="73670" y="80367"/>
                  <a:pt x="73670" y="83046"/>
                  <a:pt x="73670" y="83939"/>
                </a:cubicBezTo>
                <a:cubicBezTo>
                  <a:pt x="73670" y="86171"/>
                  <a:pt x="74116" y="86618"/>
                  <a:pt x="74116" y="86618"/>
                </a:cubicBezTo>
                <a:cubicBezTo>
                  <a:pt x="75009" y="87511"/>
                  <a:pt x="75902" y="87511"/>
                  <a:pt x="76349" y="87511"/>
                </a:cubicBezTo>
                <a:cubicBezTo>
                  <a:pt x="78135" y="87511"/>
                  <a:pt x="79474" y="86618"/>
                  <a:pt x="80367" y="86171"/>
                </a:cubicBezTo>
                <a:cubicBezTo>
                  <a:pt x="82600" y="84386"/>
                  <a:pt x="88404" y="76795"/>
                  <a:pt x="91529" y="73223"/>
                </a:cubicBezTo>
                <a:lnTo>
                  <a:pt x="94208" y="75456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061" y="99120"/>
                  <a:pt x="60275" y="97334"/>
                  <a:pt x="59382" y="96441"/>
                </a:cubicBezTo>
                <a:cubicBezTo>
                  <a:pt x="57150" y="94655"/>
                  <a:pt x="57150" y="91976"/>
                  <a:pt x="57150" y="90636"/>
                </a:cubicBezTo>
                <a:cubicBezTo>
                  <a:pt x="57150" y="87064"/>
                  <a:pt x="58043" y="83046"/>
                  <a:pt x="58489" y="81260"/>
                </a:cubicBezTo>
                <a:cubicBezTo>
                  <a:pt x="60275" y="73223"/>
                  <a:pt x="65633" y="55811"/>
                  <a:pt x="68312" y="46881"/>
                </a:cubicBezTo>
                <a:cubicBezTo>
                  <a:pt x="50006" y="76795"/>
                  <a:pt x="41970" y="83939"/>
                  <a:pt x="37951" y="87511"/>
                </a:cubicBezTo>
                <a:cubicBezTo>
                  <a:pt x="25450" y="99120"/>
                  <a:pt x="18752" y="99120"/>
                  <a:pt x="15180" y="99120"/>
                </a:cubicBezTo>
                <a:cubicBezTo>
                  <a:pt x="10269" y="99120"/>
                  <a:pt x="8037" y="96887"/>
                  <a:pt x="6697" y="95994"/>
                </a:cubicBezTo>
                <a:cubicBezTo>
                  <a:pt x="3572" y="92422"/>
                  <a:pt x="3572" y="88850"/>
                  <a:pt x="3572" y="87064"/>
                </a:cubicBezTo>
                <a:cubicBezTo>
                  <a:pt x="3572" y="79028"/>
                  <a:pt x="6697" y="67866"/>
                  <a:pt x="8037" y="62508"/>
                </a:cubicBezTo>
                <a:lnTo>
                  <a:pt x="17413" y="29468"/>
                </a:lnTo>
                <a:cubicBezTo>
                  <a:pt x="20985" y="17859"/>
                  <a:pt x="20985" y="16073"/>
                  <a:pt x="20985" y="14734"/>
                </a:cubicBezTo>
                <a:cubicBezTo>
                  <a:pt x="20985" y="13841"/>
                  <a:pt x="20092" y="12948"/>
                  <a:pt x="20092" y="12502"/>
                </a:cubicBezTo>
                <a:cubicBezTo>
                  <a:pt x="19199" y="11609"/>
                  <a:pt x="18306" y="11609"/>
                  <a:pt x="17859" y="11609"/>
                </a:cubicBezTo>
                <a:cubicBezTo>
                  <a:pt x="15627" y="11609"/>
                  <a:pt x="14288" y="12948"/>
                  <a:pt x="13395" y="13395"/>
                </a:cubicBezTo>
                <a:cubicBezTo>
                  <a:pt x="11162" y="15180"/>
                  <a:pt x="5804" y="21878"/>
                  <a:pt x="3572" y="25450"/>
                </a:cubicBezTo>
                <a:lnTo>
                  <a:pt x="0" y="22771"/>
                </a:lnTo>
                <a:cubicBezTo>
                  <a:pt x="8037" y="10269"/>
                  <a:pt x="13841" y="6697"/>
                  <a:pt x="16966" y="4911"/>
                </a:cubicBezTo>
                <a:cubicBezTo>
                  <a:pt x="23664" y="0"/>
                  <a:pt x="27682" y="0"/>
                  <a:pt x="29468" y="0"/>
                </a:cubicBezTo>
                <a:cubicBezTo>
                  <a:pt x="33486" y="0"/>
                  <a:pt x="35272" y="1786"/>
                  <a:pt x="36165" y="2679"/>
                </a:cubicBezTo>
                <a:cubicBezTo>
                  <a:pt x="38398" y="5358"/>
                  <a:pt x="38398" y="7590"/>
                  <a:pt x="38398" y="8930"/>
                </a:cubicBezTo>
                <a:cubicBezTo>
                  <a:pt x="38398" y="14734"/>
                  <a:pt x="35719" y="24557"/>
                  <a:pt x="34379" y="29468"/>
                </a:cubicBezTo>
                <a:lnTo>
                  <a:pt x="24110" y="64294"/>
                </a:lnTo>
                <a:cubicBezTo>
                  <a:pt x="20092" y="78135"/>
                  <a:pt x="20092" y="80367"/>
                  <a:pt x="20092" y="81707"/>
                </a:cubicBezTo>
                <a:cubicBezTo>
                  <a:pt x="20092" y="83939"/>
                  <a:pt x="20985" y="84832"/>
                  <a:pt x="21431" y="85279"/>
                </a:cubicBezTo>
                <a:cubicBezTo>
                  <a:pt x="22771" y="86618"/>
                  <a:pt x="24110" y="86618"/>
                  <a:pt x="25003" y="86618"/>
                </a:cubicBezTo>
                <a:cubicBezTo>
                  <a:pt x="28575" y="86618"/>
                  <a:pt x="32147" y="83939"/>
                  <a:pt x="33933" y="83046"/>
                </a:cubicBezTo>
                <a:cubicBezTo>
                  <a:pt x="39737" y="79028"/>
                  <a:pt x="45988" y="70991"/>
                  <a:pt x="49113" y="66973"/>
                </a:cubicBezTo>
                <a:cubicBezTo>
                  <a:pt x="58489" y="55364"/>
                  <a:pt x="62954" y="47774"/>
                  <a:pt x="64740" y="44648"/>
                </a:cubicBezTo>
                <a:cubicBezTo>
                  <a:pt x="70991" y="33933"/>
                  <a:pt x="75456" y="18306"/>
                  <a:pt x="77688" y="10716"/>
                </a:cubicBezTo>
                <a:lnTo>
                  <a:pt x="80367" y="2679"/>
                </a:lnTo>
                <a:lnTo>
                  <a:pt x="96441" y="2679"/>
                </a:lnTo>
                <a:close/>
                <a:moveTo>
                  <a:pt x="96441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4C0BF-3323-4638-ADAC-06B273C8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14" y="868396"/>
            <a:ext cx="87064" cy="99120"/>
          </a:xfrm>
          <a:custGeom xmlns:a="http://schemas.openxmlformats.org/drawingml/2006/main">
            <a:pathLst>
              <a:path w="87064" h="99120">
                <a:moveTo>
                  <a:pt x="78581" y="73223"/>
                </a:moveTo>
                <a:cubicBezTo>
                  <a:pt x="67419" y="86618"/>
                  <a:pt x="59829" y="90636"/>
                  <a:pt x="55811" y="92869"/>
                </a:cubicBezTo>
                <a:cubicBezTo>
                  <a:pt x="44648" y="99120"/>
                  <a:pt x="36165" y="99120"/>
                  <a:pt x="32147" y="99120"/>
                </a:cubicBezTo>
                <a:cubicBezTo>
                  <a:pt x="16966" y="99120"/>
                  <a:pt x="11609" y="93315"/>
                  <a:pt x="8483" y="90636"/>
                </a:cubicBezTo>
                <a:cubicBezTo>
                  <a:pt x="0" y="82153"/>
                  <a:pt x="0" y="72330"/>
                  <a:pt x="0" y="67419"/>
                </a:cubicBezTo>
                <a:cubicBezTo>
                  <a:pt x="0" y="51346"/>
                  <a:pt x="6251" y="40630"/>
                  <a:pt x="9376" y="35719"/>
                </a:cubicBezTo>
                <a:cubicBezTo>
                  <a:pt x="18306" y="19645"/>
                  <a:pt x="28575" y="13395"/>
                  <a:pt x="33933" y="9823"/>
                </a:cubicBezTo>
                <a:cubicBezTo>
                  <a:pt x="49113" y="0"/>
                  <a:pt x="58936" y="0"/>
                  <a:pt x="63847" y="0"/>
                </a:cubicBezTo>
                <a:cubicBezTo>
                  <a:pt x="75456" y="0"/>
                  <a:pt x="79474" y="3125"/>
                  <a:pt x="81260" y="4911"/>
                </a:cubicBezTo>
                <a:cubicBezTo>
                  <a:pt x="87064" y="9823"/>
                  <a:pt x="87064" y="14734"/>
                  <a:pt x="87064" y="16966"/>
                </a:cubicBezTo>
                <a:cubicBezTo>
                  <a:pt x="87064" y="23664"/>
                  <a:pt x="84386" y="26789"/>
                  <a:pt x="83046" y="28129"/>
                </a:cubicBezTo>
                <a:cubicBezTo>
                  <a:pt x="79921" y="31700"/>
                  <a:pt x="77242" y="31700"/>
                  <a:pt x="75456" y="31700"/>
                </a:cubicBezTo>
                <a:cubicBezTo>
                  <a:pt x="72330" y="31700"/>
                  <a:pt x="70991" y="30361"/>
                  <a:pt x="70098" y="29468"/>
                </a:cubicBezTo>
                <a:cubicBezTo>
                  <a:pt x="67866" y="27236"/>
                  <a:pt x="67866" y="25450"/>
                  <a:pt x="67866" y="24110"/>
                </a:cubicBezTo>
                <a:cubicBezTo>
                  <a:pt x="67866" y="22324"/>
                  <a:pt x="68312" y="20985"/>
                  <a:pt x="68759" y="20538"/>
                </a:cubicBezTo>
                <a:cubicBezTo>
                  <a:pt x="69652" y="18752"/>
                  <a:pt x="71438" y="16966"/>
                  <a:pt x="72330" y="16520"/>
                </a:cubicBezTo>
                <a:cubicBezTo>
                  <a:pt x="74563" y="14288"/>
                  <a:pt x="75009" y="13395"/>
                  <a:pt x="75009" y="12948"/>
                </a:cubicBezTo>
                <a:cubicBezTo>
                  <a:pt x="75456" y="12055"/>
                  <a:pt x="75456" y="11162"/>
                  <a:pt x="75456" y="10716"/>
                </a:cubicBezTo>
                <a:cubicBezTo>
                  <a:pt x="75456" y="8483"/>
                  <a:pt x="74116" y="7590"/>
                  <a:pt x="73670" y="7144"/>
                </a:cubicBezTo>
                <a:cubicBezTo>
                  <a:pt x="70545" y="4911"/>
                  <a:pt x="66526" y="4911"/>
                  <a:pt x="64740" y="4911"/>
                </a:cubicBezTo>
                <a:cubicBezTo>
                  <a:pt x="54471" y="4911"/>
                  <a:pt x="47774" y="9823"/>
                  <a:pt x="44202" y="12055"/>
                </a:cubicBezTo>
                <a:cubicBezTo>
                  <a:pt x="33933" y="19645"/>
                  <a:pt x="29021" y="28575"/>
                  <a:pt x="26789" y="33040"/>
                </a:cubicBezTo>
                <a:cubicBezTo>
                  <a:pt x="17859" y="49560"/>
                  <a:pt x="17859" y="60275"/>
                  <a:pt x="17859" y="66080"/>
                </a:cubicBezTo>
                <a:cubicBezTo>
                  <a:pt x="17859" y="76795"/>
                  <a:pt x="22324" y="81260"/>
                  <a:pt x="24110" y="83046"/>
                </a:cubicBezTo>
                <a:cubicBezTo>
                  <a:pt x="30361" y="89297"/>
                  <a:pt x="37505" y="89297"/>
                  <a:pt x="41077" y="89297"/>
                </a:cubicBezTo>
                <a:cubicBezTo>
                  <a:pt x="49113" y="89297"/>
                  <a:pt x="54471" y="86618"/>
                  <a:pt x="57150" y="85279"/>
                </a:cubicBezTo>
                <a:cubicBezTo>
                  <a:pt x="65187" y="81260"/>
                  <a:pt x="71884" y="74116"/>
                  <a:pt x="75456" y="70545"/>
                </a:cubicBezTo>
                <a:lnTo>
                  <a:pt x="78581" y="73223"/>
                </a:lnTo>
                <a:close/>
                <a:moveTo>
                  <a:pt x="78581" y="732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22546-92B6-4F59-94DB-8E497C0A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60" y="84205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BB55A-AB75-44D6-9A3F-7E1E9234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76" y="825980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BED31-322A-426C-98A7-858143F5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20" y="868396"/>
            <a:ext cx="94655" cy="99120"/>
          </a:xfrm>
          <a:custGeom xmlns:a="http://schemas.openxmlformats.org/drawingml/2006/main">
            <a:pathLst>
              <a:path w="94655" h="99120">
                <a:moveTo>
                  <a:pt x="94655" y="33486"/>
                </a:moveTo>
                <a:cubicBezTo>
                  <a:pt x="94655" y="49560"/>
                  <a:pt x="88850" y="59829"/>
                  <a:pt x="86171" y="65187"/>
                </a:cubicBezTo>
                <a:cubicBezTo>
                  <a:pt x="77688" y="80814"/>
                  <a:pt x="67419" y="86618"/>
                  <a:pt x="62508" y="89743"/>
                </a:cubicBezTo>
                <a:cubicBezTo>
                  <a:pt x="47327" y="99120"/>
                  <a:pt x="37951" y="99120"/>
                  <a:pt x="33040" y="99120"/>
                </a:cubicBezTo>
                <a:cubicBezTo>
                  <a:pt x="18306" y="99120"/>
                  <a:pt x="12502" y="92869"/>
                  <a:pt x="9376" y="89743"/>
                </a:cubicBezTo>
                <a:cubicBezTo>
                  <a:pt x="0" y="80367"/>
                  <a:pt x="0" y="70545"/>
                  <a:pt x="0" y="65633"/>
                </a:cubicBezTo>
                <a:cubicBezTo>
                  <a:pt x="0" y="50006"/>
                  <a:pt x="5804" y="39291"/>
                  <a:pt x="8930" y="34379"/>
                </a:cubicBezTo>
                <a:cubicBezTo>
                  <a:pt x="17859" y="18306"/>
                  <a:pt x="28129" y="12502"/>
                  <a:pt x="33040" y="9376"/>
                </a:cubicBezTo>
                <a:cubicBezTo>
                  <a:pt x="48220" y="0"/>
                  <a:pt x="57596" y="0"/>
                  <a:pt x="62508" y="0"/>
                </a:cubicBezTo>
                <a:cubicBezTo>
                  <a:pt x="76349" y="0"/>
                  <a:pt x="82600" y="6251"/>
                  <a:pt x="85279" y="9376"/>
                </a:cubicBezTo>
                <a:cubicBezTo>
                  <a:pt x="94655" y="18752"/>
                  <a:pt x="94655" y="28575"/>
                  <a:pt x="94655" y="33486"/>
                </a:cubicBezTo>
                <a:close/>
                <a:moveTo>
                  <a:pt x="76795" y="26343"/>
                </a:moveTo>
                <a:cubicBezTo>
                  <a:pt x="76795" y="16073"/>
                  <a:pt x="73670" y="12502"/>
                  <a:pt x="72330" y="10716"/>
                </a:cubicBezTo>
                <a:cubicBezTo>
                  <a:pt x="66973" y="5804"/>
                  <a:pt x="62061" y="5804"/>
                  <a:pt x="59382" y="5804"/>
                </a:cubicBezTo>
                <a:cubicBezTo>
                  <a:pt x="43755" y="5804"/>
                  <a:pt x="34826" y="20538"/>
                  <a:pt x="30807" y="28129"/>
                </a:cubicBezTo>
                <a:cubicBezTo>
                  <a:pt x="17413" y="50453"/>
                  <a:pt x="17413" y="65187"/>
                  <a:pt x="17413" y="72777"/>
                </a:cubicBezTo>
                <a:cubicBezTo>
                  <a:pt x="17413" y="83046"/>
                  <a:pt x="20985" y="86618"/>
                  <a:pt x="22771" y="88404"/>
                </a:cubicBezTo>
                <a:cubicBezTo>
                  <a:pt x="27682" y="93762"/>
                  <a:pt x="33040" y="93762"/>
                  <a:pt x="35272" y="93762"/>
                </a:cubicBezTo>
                <a:cubicBezTo>
                  <a:pt x="50453" y="93762"/>
                  <a:pt x="59382" y="79028"/>
                  <a:pt x="63847" y="71438"/>
                </a:cubicBezTo>
                <a:cubicBezTo>
                  <a:pt x="76795" y="49113"/>
                  <a:pt x="76795" y="33933"/>
                  <a:pt x="76795" y="26343"/>
                </a:cubicBezTo>
                <a:close/>
                <a:moveTo>
                  <a:pt x="76795" y="263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9BCA2-EEC1-442F-8B79-A392A672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17" y="868396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3F107-C020-469B-846A-33A450A4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194" y="868396"/>
            <a:ext cx="96441" cy="99120"/>
          </a:xfrm>
          <a:custGeom xmlns:a="http://schemas.openxmlformats.org/drawingml/2006/main">
            <a:pathLst>
              <a:path w="96441" h="99120">
                <a:moveTo>
                  <a:pt x="96441" y="2679"/>
                </a:moveTo>
                <a:lnTo>
                  <a:pt x="77688" y="66080"/>
                </a:lnTo>
                <a:cubicBezTo>
                  <a:pt x="73670" y="80367"/>
                  <a:pt x="73670" y="83046"/>
                  <a:pt x="73670" y="83939"/>
                </a:cubicBezTo>
                <a:cubicBezTo>
                  <a:pt x="73670" y="86171"/>
                  <a:pt x="74116" y="86618"/>
                  <a:pt x="74116" y="86618"/>
                </a:cubicBezTo>
                <a:cubicBezTo>
                  <a:pt x="75009" y="87511"/>
                  <a:pt x="75902" y="87511"/>
                  <a:pt x="76349" y="87511"/>
                </a:cubicBezTo>
                <a:cubicBezTo>
                  <a:pt x="78135" y="87511"/>
                  <a:pt x="79474" y="86618"/>
                  <a:pt x="80367" y="86171"/>
                </a:cubicBezTo>
                <a:cubicBezTo>
                  <a:pt x="82600" y="84386"/>
                  <a:pt x="88404" y="76795"/>
                  <a:pt x="91529" y="73223"/>
                </a:cubicBezTo>
                <a:lnTo>
                  <a:pt x="94208" y="75456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061" y="99120"/>
                  <a:pt x="60275" y="97334"/>
                  <a:pt x="59382" y="96441"/>
                </a:cubicBezTo>
                <a:cubicBezTo>
                  <a:pt x="57150" y="94655"/>
                  <a:pt x="57150" y="91976"/>
                  <a:pt x="57150" y="90636"/>
                </a:cubicBezTo>
                <a:cubicBezTo>
                  <a:pt x="57150" y="87064"/>
                  <a:pt x="58043" y="83046"/>
                  <a:pt x="58489" y="81260"/>
                </a:cubicBezTo>
                <a:cubicBezTo>
                  <a:pt x="60275" y="73223"/>
                  <a:pt x="65633" y="55811"/>
                  <a:pt x="68312" y="46881"/>
                </a:cubicBezTo>
                <a:cubicBezTo>
                  <a:pt x="50006" y="76795"/>
                  <a:pt x="41970" y="83939"/>
                  <a:pt x="37951" y="87511"/>
                </a:cubicBezTo>
                <a:cubicBezTo>
                  <a:pt x="25450" y="99120"/>
                  <a:pt x="18752" y="99120"/>
                  <a:pt x="15180" y="99120"/>
                </a:cubicBezTo>
                <a:cubicBezTo>
                  <a:pt x="10269" y="99120"/>
                  <a:pt x="8037" y="96887"/>
                  <a:pt x="6697" y="95994"/>
                </a:cubicBezTo>
                <a:cubicBezTo>
                  <a:pt x="3572" y="92422"/>
                  <a:pt x="3572" y="88850"/>
                  <a:pt x="3572" y="87064"/>
                </a:cubicBezTo>
                <a:cubicBezTo>
                  <a:pt x="3572" y="79028"/>
                  <a:pt x="6697" y="67866"/>
                  <a:pt x="8037" y="62508"/>
                </a:cubicBezTo>
                <a:lnTo>
                  <a:pt x="17413" y="29468"/>
                </a:lnTo>
                <a:cubicBezTo>
                  <a:pt x="20985" y="17859"/>
                  <a:pt x="20985" y="16073"/>
                  <a:pt x="20985" y="14734"/>
                </a:cubicBezTo>
                <a:cubicBezTo>
                  <a:pt x="20985" y="13841"/>
                  <a:pt x="20092" y="12948"/>
                  <a:pt x="20092" y="12502"/>
                </a:cubicBezTo>
                <a:cubicBezTo>
                  <a:pt x="19199" y="11609"/>
                  <a:pt x="18306" y="11609"/>
                  <a:pt x="17859" y="11609"/>
                </a:cubicBezTo>
                <a:cubicBezTo>
                  <a:pt x="15627" y="11609"/>
                  <a:pt x="14288" y="12948"/>
                  <a:pt x="13395" y="13395"/>
                </a:cubicBezTo>
                <a:cubicBezTo>
                  <a:pt x="11162" y="15180"/>
                  <a:pt x="5804" y="21878"/>
                  <a:pt x="3572" y="25450"/>
                </a:cubicBezTo>
                <a:lnTo>
                  <a:pt x="0" y="22771"/>
                </a:lnTo>
                <a:cubicBezTo>
                  <a:pt x="8037" y="10269"/>
                  <a:pt x="13841" y="6697"/>
                  <a:pt x="16966" y="4911"/>
                </a:cubicBezTo>
                <a:cubicBezTo>
                  <a:pt x="23664" y="0"/>
                  <a:pt x="27682" y="0"/>
                  <a:pt x="29468" y="0"/>
                </a:cubicBezTo>
                <a:cubicBezTo>
                  <a:pt x="33486" y="0"/>
                  <a:pt x="35272" y="1786"/>
                  <a:pt x="36165" y="2679"/>
                </a:cubicBezTo>
                <a:cubicBezTo>
                  <a:pt x="38398" y="5358"/>
                  <a:pt x="38398" y="7590"/>
                  <a:pt x="38398" y="8930"/>
                </a:cubicBezTo>
                <a:cubicBezTo>
                  <a:pt x="38398" y="14734"/>
                  <a:pt x="35719" y="24557"/>
                  <a:pt x="34379" y="29468"/>
                </a:cubicBezTo>
                <a:lnTo>
                  <a:pt x="24110" y="64294"/>
                </a:lnTo>
                <a:cubicBezTo>
                  <a:pt x="20092" y="78135"/>
                  <a:pt x="20092" y="80367"/>
                  <a:pt x="20092" y="81707"/>
                </a:cubicBezTo>
                <a:cubicBezTo>
                  <a:pt x="20092" y="83939"/>
                  <a:pt x="20985" y="84832"/>
                  <a:pt x="21431" y="85279"/>
                </a:cubicBezTo>
                <a:cubicBezTo>
                  <a:pt x="22771" y="86618"/>
                  <a:pt x="24110" y="86618"/>
                  <a:pt x="25003" y="86618"/>
                </a:cubicBezTo>
                <a:cubicBezTo>
                  <a:pt x="28575" y="86618"/>
                  <a:pt x="32147" y="83939"/>
                  <a:pt x="33933" y="83046"/>
                </a:cubicBezTo>
                <a:cubicBezTo>
                  <a:pt x="39737" y="79028"/>
                  <a:pt x="45988" y="70991"/>
                  <a:pt x="49113" y="66973"/>
                </a:cubicBezTo>
                <a:cubicBezTo>
                  <a:pt x="58489" y="55364"/>
                  <a:pt x="62954" y="47774"/>
                  <a:pt x="64740" y="44648"/>
                </a:cubicBezTo>
                <a:cubicBezTo>
                  <a:pt x="70991" y="33933"/>
                  <a:pt x="75456" y="18306"/>
                  <a:pt x="77688" y="10716"/>
                </a:cubicBezTo>
                <a:lnTo>
                  <a:pt x="80367" y="2679"/>
                </a:lnTo>
                <a:lnTo>
                  <a:pt x="96441" y="2679"/>
                </a:lnTo>
                <a:close/>
                <a:moveTo>
                  <a:pt x="96441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3ACC4-3946-42FE-9080-F1AC8D64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940" y="868396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0FC6C-76FD-4606-8F7F-8EB9478E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382" y="825980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9A4BF-C2C8-45A8-8D94-0E03F623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493" y="868396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B39C1-B11C-4A64-9300-63B4ADA4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900" y="868396"/>
            <a:ext cx="119211" cy="143768"/>
          </a:xfrm>
          <a:custGeom xmlns:a="http://schemas.openxmlformats.org/drawingml/2006/main">
            <a:pathLst>
              <a:path w="119211" h="143768">
                <a:moveTo>
                  <a:pt x="119211" y="6697"/>
                </a:moveTo>
                <a:lnTo>
                  <a:pt x="116086" y="17859"/>
                </a:lnTo>
                <a:lnTo>
                  <a:pt x="98673" y="17859"/>
                </a:lnTo>
                <a:cubicBezTo>
                  <a:pt x="100459" y="23664"/>
                  <a:pt x="100459" y="26789"/>
                  <a:pt x="100459" y="28575"/>
                </a:cubicBezTo>
                <a:cubicBezTo>
                  <a:pt x="100459" y="42416"/>
                  <a:pt x="92869" y="50006"/>
                  <a:pt x="88404" y="53578"/>
                </a:cubicBezTo>
                <a:cubicBezTo>
                  <a:pt x="76349" y="64740"/>
                  <a:pt x="62508" y="65633"/>
                  <a:pt x="55364" y="65633"/>
                </a:cubicBezTo>
                <a:cubicBezTo>
                  <a:pt x="44202" y="69205"/>
                  <a:pt x="40630" y="72330"/>
                  <a:pt x="38398" y="73670"/>
                </a:cubicBezTo>
                <a:cubicBezTo>
                  <a:pt x="36612" y="75456"/>
                  <a:pt x="36612" y="76795"/>
                  <a:pt x="36612" y="77242"/>
                </a:cubicBezTo>
                <a:cubicBezTo>
                  <a:pt x="36612" y="79474"/>
                  <a:pt x="37505" y="80814"/>
                  <a:pt x="38398" y="81260"/>
                </a:cubicBezTo>
                <a:cubicBezTo>
                  <a:pt x="40184" y="83046"/>
                  <a:pt x="45541" y="84386"/>
                  <a:pt x="48220" y="84832"/>
                </a:cubicBezTo>
                <a:lnTo>
                  <a:pt x="68759" y="89743"/>
                </a:lnTo>
                <a:cubicBezTo>
                  <a:pt x="85725" y="93762"/>
                  <a:pt x="89743" y="97334"/>
                  <a:pt x="91529" y="99120"/>
                </a:cubicBezTo>
                <a:cubicBezTo>
                  <a:pt x="96887" y="104924"/>
                  <a:pt x="96887" y="109835"/>
                  <a:pt x="96887" y="112068"/>
                </a:cubicBezTo>
                <a:cubicBezTo>
                  <a:pt x="96887" y="120997"/>
                  <a:pt x="92869" y="125909"/>
                  <a:pt x="90636" y="128141"/>
                </a:cubicBezTo>
                <a:cubicBezTo>
                  <a:pt x="83939" y="135731"/>
                  <a:pt x="75456" y="137964"/>
                  <a:pt x="71884" y="139750"/>
                </a:cubicBezTo>
                <a:cubicBezTo>
                  <a:pt x="59382" y="143768"/>
                  <a:pt x="49113" y="143768"/>
                  <a:pt x="44202" y="143768"/>
                </a:cubicBezTo>
                <a:cubicBezTo>
                  <a:pt x="30807" y="143768"/>
                  <a:pt x="23664" y="141536"/>
                  <a:pt x="20092" y="140643"/>
                </a:cubicBezTo>
                <a:cubicBezTo>
                  <a:pt x="9376" y="137517"/>
                  <a:pt x="5804" y="133945"/>
                  <a:pt x="4465" y="132159"/>
                </a:cubicBezTo>
                <a:cubicBezTo>
                  <a:pt x="0" y="126802"/>
                  <a:pt x="0" y="122783"/>
                  <a:pt x="0" y="120997"/>
                </a:cubicBezTo>
                <a:cubicBezTo>
                  <a:pt x="0" y="116532"/>
                  <a:pt x="1786" y="113407"/>
                  <a:pt x="3125" y="111621"/>
                </a:cubicBezTo>
                <a:cubicBezTo>
                  <a:pt x="5804" y="106263"/>
                  <a:pt x="8930" y="104477"/>
                  <a:pt x="10269" y="103584"/>
                </a:cubicBezTo>
                <a:cubicBezTo>
                  <a:pt x="13395" y="101352"/>
                  <a:pt x="22324" y="96441"/>
                  <a:pt x="26789" y="93762"/>
                </a:cubicBezTo>
                <a:cubicBezTo>
                  <a:pt x="21878" y="89743"/>
                  <a:pt x="21878" y="86618"/>
                  <a:pt x="21878" y="85279"/>
                </a:cubicBezTo>
                <a:cubicBezTo>
                  <a:pt x="21878" y="81260"/>
                  <a:pt x="25003" y="77688"/>
                  <a:pt x="25896" y="76349"/>
                </a:cubicBezTo>
                <a:cubicBezTo>
                  <a:pt x="30361" y="71438"/>
                  <a:pt x="39737" y="67419"/>
                  <a:pt x="44648" y="65633"/>
                </a:cubicBezTo>
                <a:cubicBezTo>
                  <a:pt x="33040" y="63401"/>
                  <a:pt x="28129" y="58489"/>
                  <a:pt x="25896" y="55811"/>
                </a:cubicBezTo>
                <a:cubicBezTo>
                  <a:pt x="19199" y="48220"/>
                  <a:pt x="19199" y="41970"/>
                  <a:pt x="19199" y="38844"/>
                </a:cubicBezTo>
                <a:cubicBezTo>
                  <a:pt x="19199" y="24110"/>
                  <a:pt x="27682" y="16073"/>
                  <a:pt x="32147" y="12055"/>
                </a:cubicBezTo>
                <a:cubicBezTo>
                  <a:pt x="45541" y="0"/>
                  <a:pt x="60275" y="0"/>
                  <a:pt x="67419" y="0"/>
                </a:cubicBezTo>
                <a:cubicBezTo>
                  <a:pt x="75456" y="0"/>
                  <a:pt x="79028" y="893"/>
                  <a:pt x="80814" y="1786"/>
                </a:cubicBezTo>
                <a:cubicBezTo>
                  <a:pt x="85725" y="3125"/>
                  <a:pt x="88850" y="5804"/>
                  <a:pt x="90636" y="6697"/>
                </a:cubicBezTo>
                <a:lnTo>
                  <a:pt x="119211" y="6697"/>
                </a:lnTo>
                <a:close/>
                <a:moveTo>
                  <a:pt x="82600" y="23664"/>
                </a:moveTo>
                <a:cubicBezTo>
                  <a:pt x="82600" y="14734"/>
                  <a:pt x="79474" y="11609"/>
                  <a:pt x="77688" y="9823"/>
                </a:cubicBezTo>
                <a:cubicBezTo>
                  <a:pt x="73223" y="5358"/>
                  <a:pt x="67866" y="5358"/>
                  <a:pt x="65187" y="5358"/>
                </a:cubicBezTo>
                <a:cubicBezTo>
                  <a:pt x="53132" y="5358"/>
                  <a:pt x="47774" y="13395"/>
                  <a:pt x="45541" y="16966"/>
                </a:cubicBezTo>
                <a:cubicBezTo>
                  <a:pt x="37505" y="29021"/>
                  <a:pt x="37505" y="37951"/>
                  <a:pt x="37505" y="42416"/>
                </a:cubicBezTo>
                <a:cubicBezTo>
                  <a:pt x="37505" y="50453"/>
                  <a:pt x="41077" y="54025"/>
                  <a:pt x="42416" y="55811"/>
                </a:cubicBezTo>
                <a:cubicBezTo>
                  <a:pt x="47327" y="61168"/>
                  <a:pt x="52239" y="61168"/>
                  <a:pt x="54918" y="61168"/>
                </a:cubicBezTo>
                <a:cubicBezTo>
                  <a:pt x="60275" y="61168"/>
                  <a:pt x="63847" y="58936"/>
                  <a:pt x="65633" y="58043"/>
                </a:cubicBezTo>
                <a:cubicBezTo>
                  <a:pt x="70991" y="54918"/>
                  <a:pt x="73223" y="51346"/>
                  <a:pt x="74563" y="49560"/>
                </a:cubicBezTo>
                <a:cubicBezTo>
                  <a:pt x="78135" y="44202"/>
                  <a:pt x="79474" y="38398"/>
                  <a:pt x="80367" y="35719"/>
                </a:cubicBezTo>
                <a:cubicBezTo>
                  <a:pt x="82600" y="27236"/>
                  <a:pt x="82600" y="24557"/>
                  <a:pt x="82600" y="23664"/>
                </a:cubicBezTo>
                <a:close/>
                <a:moveTo>
                  <a:pt x="31254" y="96441"/>
                </a:moveTo>
                <a:cubicBezTo>
                  <a:pt x="22771" y="100459"/>
                  <a:pt x="19645" y="104477"/>
                  <a:pt x="18306" y="106710"/>
                </a:cubicBezTo>
                <a:cubicBezTo>
                  <a:pt x="13841" y="112961"/>
                  <a:pt x="13841" y="116532"/>
                  <a:pt x="13841" y="118765"/>
                </a:cubicBezTo>
                <a:cubicBezTo>
                  <a:pt x="13841" y="125909"/>
                  <a:pt x="18306" y="129034"/>
                  <a:pt x="20092" y="130373"/>
                </a:cubicBezTo>
                <a:cubicBezTo>
                  <a:pt x="29468" y="137071"/>
                  <a:pt x="41077" y="137071"/>
                  <a:pt x="46881" y="137071"/>
                </a:cubicBezTo>
                <a:cubicBezTo>
                  <a:pt x="62508" y="137071"/>
                  <a:pt x="69652" y="133499"/>
                  <a:pt x="73223" y="131713"/>
                </a:cubicBezTo>
                <a:cubicBezTo>
                  <a:pt x="83939" y="126802"/>
                  <a:pt x="83939" y="121444"/>
                  <a:pt x="83939" y="118318"/>
                </a:cubicBezTo>
                <a:cubicBezTo>
                  <a:pt x="83939" y="114300"/>
                  <a:pt x="81260" y="112068"/>
                  <a:pt x="79921" y="110728"/>
                </a:cubicBezTo>
                <a:cubicBezTo>
                  <a:pt x="75902" y="106710"/>
                  <a:pt x="68312" y="105370"/>
                  <a:pt x="64740" y="104477"/>
                </a:cubicBezTo>
                <a:cubicBezTo>
                  <a:pt x="58043" y="103138"/>
                  <a:pt x="40184" y="98673"/>
                  <a:pt x="31254" y="96441"/>
                </a:cubicBezTo>
                <a:close/>
                <a:moveTo>
                  <a:pt x="31254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9F899-E4EC-4384-B9A4-F04DC0E5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460" y="868396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2ED7C-1FA9-4682-A53E-6A987BD6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283" y="868396"/>
            <a:ext cx="127248" cy="143321"/>
          </a:xfrm>
          <a:custGeom xmlns:a="http://schemas.openxmlformats.org/drawingml/2006/main">
            <a:pathLst>
              <a:path w="127248" h="143321">
                <a:moveTo>
                  <a:pt x="72330" y="0"/>
                </a:moveTo>
                <a:lnTo>
                  <a:pt x="64740" y="24557"/>
                </a:lnTo>
                <a:cubicBezTo>
                  <a:pt x="76349" y="10716"/>
                  <a:pt x="82600" y="7144"/>
                  <a:pt x="85725" y="5804"/>
                </a:cubicBezTo>
                <a:cubicBezTo>
                  <a:pt x="94655" y="0"/>
                  <a:pt x="101352" y="0"/>
                  <a:pt x="104031" y="0"/>
                </a:cubicBezTo>
                <a:cubicBezTo>
                  <a:pt x="113854" y="0"/>
                  <a:pt x="118318" y="5358"/>
                  <a:pt x="120551" y="7590"/>
                </a:cubicBezTo>
                <a:cubicBezTo>
                  <a:pt x="127248" y="15180"/>
                  <a:pt x="127248" y="23217"/>
                  <a:pt x="127248" y="27236"/>
                </a:cubicBezTo>
                <a:cubicBezTo>
                  <a:pt x="127248" y="50453"/>
                  <a:pt x="114300" y="66526"/>
                  <a:pt x="108049" y="75009"/>
                </a:cubicBezTo>
                <a:cubicBezTo>
                  <a:pt x="88850" y="99120"/>
                  <a:pt x="72330" y="99120"/>
                  <a:pt x="63847" y="99120"/>
                </a:cubicBezTo>
                <a:cubicBezTo>
                  <a:pt x="58489" y="99120"/>
                  <a:pt x="55364" y="98227"/>
                  <a:pt x="54025" y="97780"/>
                </a:cubicBezTo>
                <a:cubicBezTo>
                  <a:pt x="50006" y="96441"/>
                  <a:pt x="46881" y="94655"/>
                  <a:pt x="45095" y="93762"/>
                </a:cubicBezTo>
                <a:lnTo>
                  <a:pt x="37058" y="121444"/>
                </a:lnTo>
                <a:cubicBezTo>
                  <a:pt x="34826" y="129480"/>
                  <a:pt x="34826" y="130820"/>
                  <a:pt x="34826" y="131713"/>
                </a:cubicBezTo>
                <a:cubicBezTo>
                  <a:pt x="34826" y="134392"/>
                  <a:pt x="35719" y="135285"/>
                  <a:pt x="36165" y="135731"/>
                </a:cubicBezTo>
                <a:cubicBezTo>
                  <a:pt x="37505" y="137517"/>
                  <a:pt x="39291" y="137964"/>
                  <a:pt x="40184" y="138410"/>
                </a:cubicBezTo>
                <a:cubicBezTo>
                  <a:pt x="42862" y="139303"/>
                  <a:pt x="48220" y="139303"/>
                  <a:pt x="51346" y="139303"/>
                </a:cubicBezTo>
                <a:lnTo>
                  <a:pt x="50006" y="143321"/>
                </a:lnTo>
                <a:lnTo>
                  <a:pt x="0" y="143321"/>
                </a:lnTo>
                <a:lnTo>
                  <a:pt x="893" y="139303"/>
                </a:lnTo>
                <a:cubicBezTo>
                  <a:pt x="10716" y="138857"/>
                  <a:pt x="13395" y="136624"/>
                  <a:pt x="14288" y="136178"/>
                </a:cubicBezTo>
                <a:cubicBezTo>
                  <a:pt x="17859" y="133052"/>
                  <a:pt x="20538" y="124123"/>
                  <a:pt x="21878" y="119211"/>
                </a:cubicBezTo>
                <a:lnTo>
                  <a:pt x="48667" y="25896"/>
                </a:lnTo>
                <a:cubicBezTo>
                  <a:pt x="51346" y="16966"/>
                  <a:pt x="51346" y="15627"/>
                  <a:pt x="51346" y="15180"/>
                </a:cubicBezTo>
                <a:cubicBezTo>
                  <a:pt x="51346" y="12055"/>
                  <a:pt x="50006" y="11162"/>
                  <a:pt x="49560" y="10269"/>
                </a:cubicBezTo>
                <a:cubicBezTo>
                  <a:pt x="47774" y="8930"/>
                  <a:pt x="45541" y="8930"/>
                  <a:pt x="44202" y="8930"/>
                </a:cubicBezTo>
                <a:cubicBezTo>
                  <a:pt x="41523" y="8930"/>
                  <a:pt x="37505" y="9376"/>
                  <a:pt x="35719" y="9823"/>
                </a:cubicBezTo>
                <a:lnTo>
                  <a:pt x="35719" y="5804"/>
                </a:lnTo>
                <a:lnTo>
                  <a:pt x="72330" y="0"/>
                </a:lnTo>
                <a:close/>
                <a:moveTo>
                  <a:pt x="47327" y="85279"/>
                </a:moveTo>
                <a:cubicBezTo>
                  <a:pt x="54025" y="93315"/>
                  <a:pt x="61615" y="93315"/>
                  <a:pt x="65187" y="93315"/>
                </a:cubicBezTo>
                <a:cubicBezTo>
                  <a:pt x="70991" y="93315"/>
                  <a:pt x="74563" y="91083"/>
                  <a:pt x="76349" y="90190"/>
                </a:cubicBezTo>
                <a:cubicBezTo>
                  <a:pt x="82600" y="87064"/>
                  <a:pt x="85725" y="83046"/>
                  <a:pt x="87957" y="80814"/>
                </a:cubicBezTo>
                <a:cubicBezTo>
                  <a:pt x="93315" y="75009"/>
                  <a:pt x="95994" y="69652"/>
                  <a:pt x="97780" y="66973"/>
                </a:cubicBezTo>
                <a:cubicBezTo>
                  <a:pt x="102245" y="58936"/>
                  <a:pt x="104477" y="51792"/>
                  <a:pt x="105370" y="48220"/>
                </a:cubicBezTo>
                <a:cubicBezTo>
                  <a:pt x="108942" y="37505"/>
                  <a:pt x="108942" y="30361"/>
                  <a:pt x="108942" y="26789"/>
                </a:cubicBezTo>
                <a:cubicBezTo>
                  <a:pt x="108942" y="18306"/>
                  <a:pt x="106263" y="15627"/>
                  <a:pt x="104924" y="13841"/>
                </a:cubicBezTo>
                <a:cubicBezTo>
                  <a:pt x="101352" y="9376"/>
                  <a:pt x="97780" y="9376"/>
                  <a:pt x="95994" y="9376"/>
                </a:cubicBezTo>
                <a:cubicBezTo>
                  <a:pt x="84386" y="9376"/>
                  <a:pt x="76795" y="17859"/>
                  <a:pt x="73223" y="22771"/>
                </a:cubicBezTo>
                <a:cubicBezTo>
                  <a:pt x="62061" y="35719"/>
                  <a:pt x="58489" y="47327"/>
                  <a:pt x="56704" y="53578"/>
                </a:cubicBezTo>
                <a:lnTo>
                  <a:pt x="47327" y="85279"/>
                </a:lnTo>
                <a:close/>
                <a:moveTo>
                  <a:pt x="47327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6624E-04A7-4088-B932-6D6D0302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088" y="868396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51B44-8485-4E40-AE3E-7C2E7303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580" y="868396"/>
            <a:ext cx="94655" cy="99120"/>
          </a:xfrm>
          <a:custGeom xmlns:a="http://schemas.openxmlformats.org/drawingml/2006/main">
            <a:pathLst>
              <a:path w="94655" h="99120">
                <a:moveTo>
                  <a:pt x="94655" y="33486"/>
                </a:moveTo>
                <a:cubicBezTo>
                  <a:pt x="94655" y="49560"/>
                  <a:pt x="88850" y="59829"/>
                  <a:pt x="86171" y="65187"/>
                </a:cubicBezTo>
                <a:cubicBezTo>
                  <a:pt x="77688" y="80814"/>
                  <a:pt x="67419" y="86618"/>
                  <a:pt x="62508" y="89743"/>
                </a:cubicBezTo>
                <a:cubicBezTo>
                  <a:pt x="47327" y="99120"/>
                  <a:pt x="37951" y="99120"/>
                  <a:pt x="33040" y="99120"/>
                </a:cubicBezTo>
                <a:cubicBezTo>
                  <a:pt x="18306" y="99120"/>
                  <a:pt x="12502" y="92869"/>
                  <a:pt x="9376" y="89743"/>
                </a:cubicBezTo>
                <a:cubicBezTo>
                  <a:pt x="0" y="80367"/>
                  <a:pt x="0" y="70545"/>
                  <a:pt x="0" y="65633"/>
                </a:cubicBezTo>
                <a:cubicBezTo>
                  <a:pt x="0" y="50006"/>
                  <a:pt x="5804" y="39291"/>
                  <a:pt x="8930" y="34379"/>
                </a:cubicBezTo>
                <a:cubicBezTo>
                  <a:pt x="17859" y="18306"/>
                  <a:pt x="28129" y="12502"/>
                  <a:pt x="33040" y="9376"/>
                </a:cubicBezTo>
                <a:cubicBezTo>
                  <a:pt x="48220" y="0"/>
                  <a:pt x="57596" y="0"/>
                  <a:pt x="62508" y="0"/>
                </a:cubicBezTo>
                <a:cubicBezTo>
                  <a:pt x="76349" y="0"/>
                  <a:pt x="82600" y="6251"/>
                  <a:pt x="85279" y="9376"/>
                </a:cubicBezTo>
                <a:cubicBezTo>
                  <a:pt x="94655" y="18752"/>
                  <a:pt x="94655" y="28575"/>
                  <a:pt x="94655" y="33486"/>
                </a:cubicBezTo>
                <a:close/>
                <a:moveTo>
                  <a:pt x="76795" y="26343"/>
                </a:moveTo>
                <a:cubicBezTo>
                  <a:pt x="76795" y="16073"/>
                  <a:pt x="73670" y="12502"/>
                  <a:pt x="72330" y="10716"/>
                </a:cubicBezTo>
                <a:cubicBezTo>
                  <a:pt x="66973" y="5804"/>
                  <a:pt x="62061" y="5804"/>
                  <a:pt x="59382" y="5804"/>
                </a:cubicBezTo>
                <a:cubicBezTo>
                  <a:pt x="43755" y="5804"/>
                  <a:pt x="34826" y="20538"/>
                  <a:pt x="30807" y="28129"/>
                </a:cubicBezTo>
                <a:cubicBezTo>
                  <a:pt x="17413" y="50453"/>
                  <a:pt x="17413" y="65187"/>
                  <a:pt x="17413" y="72777"/>
                </a:cubicBezTo>
                <a:cubicBezTo>
                  <a:pt x="17413" y="83046"/>
                  <a:pt x="20985" y="86618"/>
                  <a:pt x="22771" y="88404"/>
                </a:cubicBezTo>
                <a:cubicBezTo>
                  <a:pt x="27682" y="93762"/>
                  <a:pt x="33040" y="93762"/>
                  <a:pt x="35272" y="93762"/>
                </a:cubicBezTo>
                <a:cubicBezTo>
                  <a:pt x="50453" y="93762"/>
                  <a:pt x="59382" y="79028"/>
                  <a:pt x="63847" y="71438"/>
                </a:cubicBezTo>
                <a:cubicBezTo>
                  <a:pt x="76795" y="49113"/>
                  <a:pt x="76795" y="33933"/>
                  <a:pt x="76795" y="26343"/>
                </a:cubicBezTo>
                <a:close/>
                <a:moveTo>
                  <a:pt x="76795" y="263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ED254-8529-4D94-896D-DC585C3E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489" y="84205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FAAB2-041D-4F71-A0E2-CE93548F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93" y="868396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3DE38-BBD0-4676-8DD5-72784B26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772" y="868396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98F20-3735-4D47-B565-09A77538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895" y="868396"/>
            <a:ext cx="87064" cy="99120"/>
          </a:xfrm>
          <a:custGeom xmlns:a="http://schemas.openxmlformats.org/drawingml/2006/main">
            <a:pathLst>
              <a:path w="87064" h="99120">
                <a:moveTo>
                  <a:pt x="78581" y="73223"/>
                </a:moveTo>
                <a:cubicBezTo>
                  <a:pt x="67419" y="86618"/>
                  <a:pt x="59829" y="90636"/>
                  <a:pt x="55811" y="92869"/>
                </a:cubicBezTo>
                <a:cubicBezTo>
                  <a:pt x="44648" y="99120"/>
                  <a:pt x="36165" y="99120"/>
                  <a:pt x="32147" y="99120"/>
                </a:cubicBezTo>
                <a:cubicBezTo>
                  <a:pt x="16966" y="99120"/>
                  <a:pt x="11609" y="93315"/>
                  <a:pt x="8483" y="90636"/>
                </a:cubicBezTo>
                <a:cubicBezTo>
                  <a:pt x="0" y="82153"/>
                  <a:pt x="0" y="72330"/>
                  <a:pt x="0" y="67419"/>
                </a:cubicBezTo>
                <a:cubicBezTo>
                  <a:pt x="0" y="51346"/>
                  <a:pt x="6251" y="40630"/>
                  <a:pt x="9376" y="35719"/>
                </a:cubicBezTo>
                <a:cubicBezTo>
                  <a:pt x="18306" y="19645"/>
                  <a:pt x="28575" y="13395"/>
                  <a:pt x="33933" y="9823"/>
                </a:cubicBezTo>
                <a:cubicBezTo>
                  <a:pt x="49113" y="0"/>
                  <a:pt x="58936" y="0"/>
                  <a:pt x="63847" y="0"/>
                </a:cubicBezTo>
                <a:cubicBezTo>
                  <a:pt x="75456" y="0"/>
                  <a:pt x="79474" y="3125"/>
                  <a:pt x="81260" y="4911"/>
                </a:cubicBezTo>
                <a:cubicBezTo>
                  <a:pt x="87064" y="9823"/>
                  <a:pt x="87064" y="14734"/>
                  <a:pt x="87064" y="16966"/>
                </a:cubicBezTo>
                <a:cubicBezTo>
                  <a:pt x="87064" y="23664"/>
                  <a:pt x="84386" y="26789"/>
                  <a:pt x="83046" y="28129"/>
                </a:cubicBezTo>
                <a:cubicBezTo>
                  <a:pt x="79921" y="31700"/>
                  <a:pt x="77242" y="31700"/>
                  <a:pt x="75456" y="31700"/>
                </a:cubicBezTo>
                <a:cubicBezTo>
                  <a:pt x="72330" y="31700"/>
                  <a:pt x="70991" y="30361"/>
                  <a:pt x="70098" y="29468"/>
                </a:cubicBezTo>
                <a:cubicBezTo>
                  <a:pt x="67866" y="27236"/>
                  <a:pt x="67866" y="25450"/>
                  <a:pt x="67866" y="24110"/>
                </a:cubicBezTo>
                <a:cubicBezTo>
                  <a:pt x="67866" y="22324"/>
                  <a:pt x="68312" y="20985"/>
                  <a:pt x="68759" y="20538"/>
                </a:cubicBezTo>
                <a:cubicBezTo>
                  <a:pt x="69652" y="18752"/>
                  <a:pt x="71438" y="16966"/>
                  <a:pt x="72330" y="16520"/>
                </a:cubicBezTo>
                <a:cubicBezTo>
                  <a:pt x="74563" y="14288"/>
                  <a:pt x="75009" y="13395"/>
                  <a:pt x="75009" y="12948"/>
                </a:cubicBezTo>
                <a:cubicBezTo>
                  <a:pt x="75456" y="12055"/>
                  <a:pt x="75456" y="11162"/>
                  <a:pt x="75456" y="10716"/>
                </a:cubicBezTo>
                <a:cubicBezTo>
                  <a:pt x="75456" y="8483"/>
                  <a:pt x="74116" y="7590"/>
                  <a:pt x="73670" y="7144"/>
                </a:cubicBezTo>
                <a:cubicBezTo>
                  <a:pt x="70545" y="4911"/>
                  <a:pt x="66526" y="4911"/>
                  <a:pt x="64740" y="4911"/>
                </a:cubicBezTo>
                <a:cubicBezTo>
                  <a:pt x="54471" y="4911"/>
                  <a:pt x="47774" y="9823"/>
                  <a:pt x="44202" y="12055"/>
                </a:cubicBezTo>
                <a:cubicBezTo>
                  <a:pt x="33933" y="19645"/>
                  <a:pt x="29021" y="28575"/>
                  <a:pt x="26789" y="33040"/>
                </a:cubicBezTo>
                <a:cubicBezTo>
                  <a:pt x="17859" y="49560"/>
                  <a:pt x="17859" y="60275"/>
                  <a:pt x="17859" y="66080"/>
                </a:cubicBezTo>
                <a:cubicBezTo>
                  <a:pt x="17859" y="76795"/>
                  <a:pt x="22324" y="81260"/>
                  <a:pt x="24110" y="83046"/>
                </a:cubicBezTo>
                <a:cubicBezTo>
                  <a:pt x="30361" y="89297"/>
                  <a:pt x="37505" y="89297"/>
                  <a:pt x="41077" y="89297"/>
                </a:cubicBezTo>
                <a:cubicBezTo>
                  <a:pt x="49113" y="89297"/>
                  <a:pt x="54471" y="86618"/>
                  <a:pt x="57150" y="85279"/>
                </a:cubicBezTo>
                <a:cubicBezTo>
                  <a:pt x="65187" y="81260"/>
                  <a:pt x="71884" y="74116"/>
                  <a:pt x="75456" y="70545"/>
                </a:cubicBezTo>
                <a:lnTo>
                  <a:pt x="78581" y="73223"/>
                </a:lnTo>
                <a:close/>
                <a:moveTo>
                  <a:pt x="78581" y="732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E05FC-7C0E-4D9F-B424-65513662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541" y="84205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2667F-F823-4840-922A-6B9CF0E4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31" y="868396"/>
            <a:ext cx="94655" cy="99120"/>
          </a:xfrm>
          <a:custGeom xmlns:a="http://schemas.openxmlformats.org/drawingml/2006/main">
            <a:pathLst>
              <a:path w="94655" h="99120">
                <a:moveTo>
                  <a:pt x="94655" y="33486"/>
                </a:moveTo>
                <a:cubicBezTo>
                  <a:pt x="94655" y="49560"/>
                  <a:pt x="88850" y="59829"/>
                  <a:pt x="86171" y="65187"/>
                </a:cubicBezTo>
                <a:cubicBezTo>
                  <a:pt x="77688" y="80814"/>
                  <a:pt x="67419" y="86618"/>
                  <a:pt x="62508" y="89743"/>
                </a:cubicBezTo>
                <a:cubicBezTo>
                  <a:pt x="47327" y="99120"/>
                  <a:pt x="37951" y="99120"/>
                  <a:pt x="33040" y="99120"/>
                </a:cubicBezTo>
                <a:cubicBezTo>
                  <a:pt x="18306" y="99120"/>
                  <a:pt x="12502" y="92869"/>
                  <a:pt x="9376" y="89743"/>
                </a:cubicBezTo>
                <a:cubicBezTo>
                  <a:pt x="0" y="80367"/>
                  <a:pt x="0" y="70545"/>
                  <a:pt x="0" y="65633"/>
                </a:cubicBezTo>
                <a:cubicBezTo>
                  <a:pt x="0" y="50006"/>
                  <a:pt x="5804" y="39291"/>
                  <a:pt x="8930" y="34379"/>
                </a:cubicBezTo>
                <a:cubicBezTo>
                  <a:pt x="17859" y="18306"/>
                  <a:pt x="28129" y="12502"/>
                  <a:pt x="33040" y="9376"/>
                </a:cubicBezTo>
                <a:cubicBezTo>
                  <a:pt x="48220" y="0"/>
                  <a:pt x="57596" y="0"/>
                  <a:pt x="62508" y="0"/>
                </a:cubicBezTo>
                <a:cubicBezTo>
                  <a:pt x="76349" y="0"/>
                  <a:pt x="82600" y="6251"/>
                  <a:pt x="85279" y="9376"/>
                </a:cubicBezTo>
                <a:cubicBezTo>
                  <a:pt x="94655" y="18752"/>
                  <a:pt x="94655" y="28575"/>
                  <a:pt x="94655" y="33486"/>
                </a:cubicBezTo>
                <a:close/>
                <a:moveTo>
                  <a:pt x="76795" y="26343"/>
                </a:moveTo>
                <a:cubicBezTo>
                  <a:pt x="76795" y="16073"/>
                  <a:pt x="73670" y="12502"/>
                  <a:pt x="72330" y="10716"/>
                </a:cubicBezTo>
                <a:cubicBezTo>
                  <a:pt x="66973" y="5804"/>
                  <a:pt x="62061" y="5804"/>
                  <a:pt x="59382" y="5804"/>
                </a:cubicBezTo>
                <a:cubicBezTo>
                  <a:pt x="43755" y="5804"/>
                  <a:pt x="34826" y="20538"/>
                  <a:pt x="30807" y="28129"/>
                </a:cubicBezTo>
                <a:cubicBezTo>
                  <a:pt x="17413" y="50453"/>
                  <a:pt x="17413" y="65187"/>
                  <a:pt x="17413" y="72777"/>
                </a:cubicBezTo>
                <a:cubicBezTo>
                  <a:pt x="17413" y="83046"/>
                  <a:pt x="20985" y="86618"/>
                  <a:pt x="22771" y="88404"/>
                </a:cubicBezTo>
                <a:cubicBezTo>
                  <a:pt x="27682" y="93762"/>
                  <a:pt x="33040" y="93762"/>
                  <a:pt x="35272" y="93762"/>
                </a:cubicBezTo>
                <a:cubicBezTo>
                  <a:pt x="50453" y="93762"/>
                  <a:pt x="59382" y="79028"/>
                  <a:pt x="63847" y="71438"/>
                </a:cubicBezTo>
                <a:cubicBezTo>
                  <a:pt x="76795" y="49113"/>
                  <a:pt x="76795" y="33933"/>
                  <a:pt x="76795" y="26343"/>
                </a:cubicBezTo>
                <a:close/>
                <a:moveTo>
                  <a:pt x="76795" y="263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26D58-E94D-491D-AF1F-9FD885D9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775" y="868396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145D4-7F7C-4AA6-866F-3298CAA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081" y="945638"/>
            <a:ext cx="21878" cy="21878"/>
          </a:xfrm>
          <a:custGeom xmlns:a="http://schemas.openxmlformats.org/drawingml/2006/main">
            <a:pathLst>
              <a:path w="21878" h="21878">
                <a:moveTo>
                  <a:pt x="11162" y="0"/>
                </a:moveTo>
                <a:cubicBezTo>
                  <a:pt x="15627" y="0"/>
                  <a:pt x="17413" y="2232"/>
                  <a:pt x="18752" y="3572"/>
                </a:cubicBezTo>
                <a:cubicBezTo>
                  <a:pt x="21878" y="6697"/>
                  <a:pt x="21878" y="9376"/>
                  <a:pt x="21878" y="10716"/>
                </a:cubicBezTo>
                <a:cubicBezTo>
                  <a:pt x="21878" y="15627"/>
                  <a:pt x="19645" y="17859"/>
                  <a:pt x="18752" y="18752"/>
                </a:cubicBezTo>
                <a:cubicBezTo>
                  <a:pt x="15180" y="21878"/>
                  <a:pt x="12502" y="21878"/>
                  <a:pt x="11162" y="21878"/>
                </a:cubicBezTo>
                <a:cubicBezTo>
                  <a:pt x="6251" y="21878"/>
                  <a:pt x="4018" y="19645"/>
                  <a:pt x="3125" y="18752"/>
                </a:cubicBezTo>
                <a:cubicBezTo>
                  <a:pt x="0" y="15627"/>
                  <a:pt x="0" y="12502"/>
                  <a:pt x="0" y="10716"/>
                </a:cubicBezTo>
                <a:cubicBezTo>
                  <a:pt x="0" y="6697"/>
                  <a:pt x="2232" y="4465"/>
                  <a:pt x="3125" y="3572"/>
                </a:cubicBezTo>
                <a:cubicBezTo>
                  <a:pt x="6251" y="0"/>
                  <a:pt x="9376" y="0"/>
                  <a:pt x="11162" y="0"/>
                </a:cubicBezTo>
                <a:close/>
                <a:moveTo>
                  <a:pt x="1116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DE6C7-C309-4527-AF7B-709B9725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348" y="820176"/>
            <a:ext cx="126355" cy="144661"/>
          </a:xfrm>
          <a:custGeom xmlns:a="http://schemas.openxmlformats.org/drawingml/2006/main">
            <a:pathLst>
              <a:path w="126355" h="144661">
                <a:moveTo>
                  <a:pt x="16520" y="0"/>
                </a:moveTo>
                <a:lnTo>
                  <a:pt x="126355" y="0"/>
                </a:lnTo>
                <a:lnTo>
                  <a:pt x="114746" y="38398"/>
                </a:lnTo>
                <a:lnTo>
                  <a:pt x="110728" y="38398"/>
                </a:lnTo>
                <a:cubicBezTo>
                  <a:pt x="112514" y="30361"/>
                  <a:pt x="112514" y="25450"/>
                  <a:pt x="112514" y="23664"/>
                </a:cubicBezTo>
                <a:cubicBezTo>
                  <a:pt x="112514" y="15627"/>
                  <a:pt x="109389" y="13395"/>
                  <a:pt x="107603" y="12055"/>
                </a:cubicBezTo>
                <a:cubicBezTo>
                  <a:pt x="104031" y="8930"/>
                  <a:pt x="94208" y="8930"/>
                  <a:pt x="89297" y="8930"/>
                </a:cubicBezTo>
                <a:lnTo>
                  <a:pt x="77688" y="8930"/>
                </a:lnTo>
                <a:lnTo>
                  <a:pt x="49113" y="108496"/>
                </a:lnTo>
                <a:cubicBezTo>
                  <a:pt x="43755" y="127248"/>
                  <a:pt x="43755" y="129927"/>
                  <a:pt x="43755" y="131713"/>
                </a:cubicBezTo>
                <a:cubicBezTo>
                  <a:pt x="43755" y="135731"/>
                  <a:pt x="45988" y="137071"/>
                  <a:pt x="47327" y="137964"/>
                </a:cubicBezTo>
                <a:cubicBezTo>
                  <a:pt x="50453" y="140643"/>
                  <a:pt x="56257" y="140643"/>
                  <a:pt x="59382" y="140643"/>
                </a:cubicBezTo>
                <a:lnTo>
                  <a:pt x="64294" y="140643"/>
                </a:lnTo>
                <a:lnTo>
                  <a:pt x="62954" y="144661"/>
                </a:lnTo>
                <a:lnTo>
                  <a:pt x="0" y="144661"/>
                </a:lnTo>
                <a:lnTo>
                  <a:pt x="1339" y="140643"/>
                </a:lnTo>
                <a:lnTo>
                  <a:pt x="4018" y="140643"/>
                </a:lnTo>
                <a:cubicBezTo>
                  <a:pt x="12055" y="140643"/>
                  <a:pt x="15180" y="138857"/>
                  <a:pt x="16520" y="137964"/>
                </a:cubicBezTo>
                <a:cubicBezTo>
                  <a:pt x="19645" y="136178"/>
                  <a:pt x="21431" y="133052"/>
                  <a:pt x="22324" y="131713"/>
                </a:cubicBezTo>
                <a:cubicBezTo>
                  <a:pt x="24557" y="126802"/>
                  <a:pt x="27682" y="116532"/>
                  <a:pt x="29468" y="111621"/>
                </a:cubicBezTo>
                <a:lnTo>
                  <a:pt x="59382" y="8930"/>
                </a:lnTo>
                <a:lnTo>
                  <a:pt x="50453" y="8930"/>
                </a:lnTo>
                <a:cubicBezTo>
                  <a:pt x="37951" y="8930"/>
                  <a:pt x="33040" y="11162"/>
                  <a:pt x="30361" y="12055"/>
                </a:cubicBezTo>
                <a:cubicBezTo>
                  <a:pt x="22771" y="15180"/>
                  <a:pt x="19645" y="19199"/>
                  <a:pt x="18306" y="21431"/>
                </a:cubicBezTo>
                <a:cubicBezTo>
                  <a:pt x="13395" y="27236"/>
                  <a:pt x="11609" y="34826"/>
                  <a:pt x="10716" y="38398"/>
                </a:cubicBezTo>
                <a:lnTo>
                  <a:pt x="6697" y="38398"/>
                </a:lnTo>
                <a:lnTo>
                  <a:pt x="16520" y="0"/>
                </a:lnTo>
                <a:close/>
                <a:moveTo>
                  <a:pt x="165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BD525-61F2-492A-A81E-09F2E526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71" y="813479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849CA-44C0-48DB-86EC-9812700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033" y="86839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C0E8A-035A-49A0-BCED-C5BCC6CC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401" y="84205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B7E38-5AD0-4A1D-A9F1-390C9FB4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17" y="825980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40492-462D-4BD0-84AD-42AD2BF0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340" y="84205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E3722-D8A2-4DEF-A746-593A4069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363" y="813479"/>
            <a:ext cx="56257" cy="154037"/>
          </a:xfrm>
          <a:custGeom xmlns:a="http://schemas.openxmlformats.org/drawingml/2006/main">
            <a:pathLst>
              <a:path w="56257" h="154037">
                <a:moveTo>
                  <a:pt x="56257" y="0"/>
                </a:moveTo>
                <a:lnTo>
                  <a:pt x="20092" y="126802"/>
                </a:lnTo>
                <a:cubicBezTo>
                  <a:pt x="17413" y="136178"/>
                  <a:pt x="17413" y="137517"/>
                  <a:pt x="17413" y="138410"/>
                </a:cubicBezTo>
                <a:cubicBezTo>
                  <a:pt x="17413" y="140196"/>
                  <a:pt x="17859" y="140643"/>
                  <a:pt x="18306" y="141089"/>
                </a:cubicBezTo>
                <a:cubicBezTo>
                  <a:pt x="19199" y="141982"/>
                  <a:pt x="20092" y="141982"/>
                  <a:pt x="20985" y="141982"/>
                </a:cubicBezTo>
                <a:cubicBezTo>
                  <a:pt x="22771" y="141982"/>
                  <a:pt x="24110" y="141089"/>
                  <a:pt x="25003" y="140196"/>
                </a:cubicBezTo>
                <a:cubicBezTo>
                  <a:pt x="30807" y="135731"/>
                  <a:pt x="34826" y="129927"/>
                  <a:pt x="36612" y="126802"/>
                </a:cubicBezTo>
                <a:lnTo>
                  <a:pt x="40184" y="129927"/>
                </a:lnTo>
                <a:cubicBezTo>
                  <a:pt x="29914" y="144214"/>
                  <a:pt x="24110" y="148233"/>
                  <a:pt x="21431" y="150019"/>
                </a:cubicBezTo>
                <a:cubicBezTo>
                  <a:pt x="14734" y="154037"/>
                  <a:pt x="11162" y="154037"/>
                  <a:pt x="9376" y="154037"/>
                </a:cubicBezTo>
                <a:cubicBezTo>
                  <a:pt x="5358" y="154037"/>
                  <a:pt x="3572" y="152251"/>
                  <a:pt x="2679" y="151358"/>
                </a:cubicBezTo>
                <a:cubicBezTo>
                  <a:pt x="0" y="148679"/>
                  <a:pt x="0" y="146000"/>
                  <a:pt x="0" y="144661"/>
                </a:cubicBezTo>
                <a:cubicBezTo>
                  <a:pt x="0" y="141089"/>
                  <a:pt x="1786" y="133052"/>
                  <a:pt x="3125" y="129034"/>
                </a:cubicBezTo>
                <a:lnTo>
                  <a:pt x="32147" y="29021"/>
                </a:lnTo>
                <a:cubicBezTo>
                  <a:pt x="35719" y="16966"/>
                  <a:pt x="35719" y="15627"/>
                  <a:pt x="35719" y="14734"/>
                </a:cubicBezTo>
                <a:cubicBezTo>
                  <a:pt x="35719" y="12502"/>
                  <a:pt x="34379" y="11609"/>
                  <a:pt x="33486" y="10716"/>
                </a:cubicBezTo>
                <a:cubicBezTo>
                  <a:pt x="31700" y="9376"/>
                  <a:pt x="29021" y="9376"/>
                  <a:pt x="27236" y="9376"/>
                </a:cubicBezTo>
                <a:cubicBezTo>
                  <a:pt x="25003" y="9376"/>
                  <a:pt x="21431" y="9823"/>
                  <a:pt x="20092" y="9823"/>
                </a:cubicBezTo>
                <a:lnTo>
                  <a:pt x="20092" y="5804"/>
                </a:lnTo>
                <a:lnTo>
                  <a:pt x="56257" y="0"/>
                </a:lnTo>
                <a:close/>
                <a:moveTo>
                  <a:pt x="562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F6DCF-96A1-4CA5-999F-A338C9C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46" y="86839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63E40-F628-4D79-BFF2-92394360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09" y="1082916"/>
            <a:ext cx="67419" cy="62061"/>
          </a:xfrm>
          <a:custGeom xmlns:a="http://schemas.openxmlformats.org/drawingml/2006/main">
            <a:pathLst>
              <a:path w="67419" h="62061">
                <a:moveTo>
                  <a:pt x="38844" y="62061"/>
                </a:moveTo>
                <a:lnTo>
                  <a:pt x="41970" y="31254"/>
                </a:lnTo>
                <a:cubicBezTo>
                  <a:pt x="43309" y="18752"/>
                  <a:pt x="43755" y="17859"/>
                  <a:pt x="43755" y="16966"/>
                </a:cubicBezTo>
                <a:cubicBezTo>
                  <a:pt x="45541" y="9823"/>
                  <a:pt x="46881" y="7590"/>
                  <a:pt x="47774" y="6697"/>
                </a:cubicBezTo>
                <a:cubicBezTo>
                  <a:pt x="49113" y="3572"/>
                  <a:pt x="51346" y="2679"/>
                  <a:pt x="52685" y="1786"/>
                </a:cubicBezTo>
                <a:cubicBezTo>
                  <a:pt x="55811" y="0"/>
                  <a:pt x="58043" y="0"/>
                  <a:pt x="59382" y="0"/>
                </a:cubicBezTo>
                <a:cubicBezTo>
                  <a:pt x="63401" y="0"/>
                  <a:pt x="64740" y="1339"/>
                  <a:pt x="65187" y="2232"/>
                </a:cubicBezTo>
                <a:cubicBezTo>
                  <a:pt x="67419" y="4018"/>
                  <a:pt x="67419" y="6251"/>
                  <a:pt x="67419" y="7590"/>
                </a:cubicBezTo>
                <a:cubicBezTo>
                  <a:pt x="67419" y="10269"/>
                  <a:pt x="66526" y="12948"/>
                  <a:pt x="66080" y="14288"/>
                </a:cubicBezTo>
                <a:cubicBezTo>
                  <a:pt x="61615" y="25450"/>
                  <a:pt x="59829" y="29021"/>
                  <a:pt x="58936" y="30807"/>
                </a:cubicBezTo>
                <a:lnTo>
                  <a:pt x="44202" y="62061"/>
                </a:lnTo>
                <a:lnTo>
                  <a:pt x="38844" y="62061"/>
                </a:lnTo>
                <a:close/>
                <a:moveTo>
                  <a:pt x="0" y="62061"/>
                </a:moveTo>
                <a:lnTo>
                  <a:pt x="3125" y="30807"/>
                </a:lnTo>
                <a:cubicBezTo>
                  <a:pt x="4911" y="17413"/>
                  <a:pt x="5804" y="14288"/>
                  <a:pt x="6251" y="12502"/>
                </a:cubicBezTo>
                <a:cubicBezTo>
                  <a:pt x="8037" y="5804"/>
                  <a:pt x="10716" y="4018"/>
                  <a:pt x="11609" y="3125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3664" y="0"/>
                  <a:pt x="25450" y="1339"/>
                  <a:pt x="25896" y="2232"/>
                </a:cubicBezTo>
                <a:cubicBezTo>
                  <a:pt x="28129" y="4465"/>
                  <a:pt x="28129" y="6697"/>
                  <a:pt x="28129" y="7590"/>
                </a:cubicBezTo>
                <a:cubicBezTo>
                  <a:pt x="28129" y="9823"/>
                  <a:pt x="27682" y="12055"/>
                  <a:pt x="27236" y="12948"/>
                </a:cubicBezTo>
                <a:cubicBezTo>
                  <a:pt x="25896" y="17859"/>
                  <a:pt x="21431" y="26343"/>
                  <a:pt x="19199" y="30807"/>
                </a:cubicBezTo>
                <a:lnTo>
                  <a:pt x="4465" y="62061"/>
                </a:lnTo>
                <a:lnTo>
                  <a:pt x="0" y="62061"/>
                </a:lnTo>
                <a:close/>
                <a:moveTo>
                  <a:pt x="0" y="62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A385F-7FA2-4A9F-B283-84309E0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10" y="1086041"/>
            <a:ext cx="160288" cy="144661"/>
          </a:xfrm>
          <a:custGeom xmlns:a="http://schemas.openxmlformats.org/drawingml/2006/main">
            <a:pathLst>
              <a:path w="160288" h="144661">
                <a:moveTo>
                  <a:pt x="38398" y="4018"/>
                </a:moveTo>
                <a:lnTo>
                  <a:pt x="39737" y="0"/>
                </a:lnTo>
                <a:lnTo>
                  <a:pt x="86171" y="0"/>
                </a:lnTo>
                <a:cubicBezTo>
                  <a:pt x="115639" y="0"/>
                  <a:pt x="125016" y="4911"/>
                  <a:pt x="129480" y="6697"/>
                </a:cubicBezTo>
                <a:cubicBezTo>
                  <a:pt x="143768" y="13841"/>
                  <a:pt x="149126" y="23217"/>
                  <a:pt x="152251" y="28129"/>
                </a:cubicBezTo>
                <a:cubicBezTo>
                  <a:pt x="160288" y="42416"/>
                  <a:pt x="160288" y="53578"/>
                  <a:pt x="160288" y="58936"/>
                </a:cubicBezTo>
                <a:cubicBezTo>
                  <a:pt x="160288" y="73223"/>
                  <a:pt x="157162" y="82153"/>
                  <a:pt x="155377" y="86618"/>
                </a:cubicBezTo>
                <a:cubicBezTo>
                  <a:pt x="150912" y="100012"/>
                  <a:pt x="146447" y="105370"/>
                  <a:pt x="144661" y="108049"/>
                </a:cubicBezTo>
                <a:cubicBezTo>
                  <a:pt x="138410" y="116086"/>
                  <a:pt x="129927" y="122783"/>
                  <a:pt x="125909" y="125909"/>
                </a:cubicBezTo>
                <a:cubicBezTo>
                  <a:pt x="112961" y="135285"/>
                  <a:pt x="103138" y="138410"/>
                  <a:pt x="98227" y="140196"/>
                </a:cubicBezTo>
                <a:cubicBezTo>
                  <a:pt x="83493" y="144661"/>
                  <a:pt x="68759" y="144661"/>
                  <a:pt x="61168" y="144661"/>
                </a:cubicBezTo>
                <a:lnTo>
                  <a:pt x="0" y="144661"/>
                </a:lnTo>
                <a:lnTo>
                  <a:pt x="1339" y="140643"/>
                </a:lnTo>
                <a:cubicBezTo>
                  <a:pt x="9823" y="140643"/>
                  <a:pt x="11609" y="139750"/>
                  <a:pt x="12948" y="139303"/>
                </a:cubicBezTo>
                <a:cubicBezTo>
                  <a:pt x="16966" y="137517"/>
                  <a:pt x="18306" y="135285"/>
                  <a:pt x="19199" y="134392"/>
                </a:cubicBezTo>
                <a:cubicBezTo>
                  <a:pt x="22324" y="129927"/>
                  <a:pt x="25003" y="120997"/>
                  <a:pt x="25896" y="116532"/>
                </a:cubicBezTo>
                <a:lnTo>
                  <a:pt x="51792" y="29021"/>
                </a:lnTo>
                <a:cubicBezTo>
                  <a:pt x="54471" y="18752"/>
                  <a:pt x="54471" y="14734"/>
                  <a:pt x="54471" y="12948"/>
                </a:cubicBezTo>
                <a:cubicBezTo>
                  <a:pt x="54471" y="8483"/>
                  <a:pt x="52685" y="7144"/>
                  <a:pt x="51792" y="6251"/>
                </a:cubicBezTo>
                <a:cubicBezTo>
                  <a:pt x="49113" y="4018"/>
                  <a:pt x="43755" y="4018"/>
                  <a:pt x="41077" y="4018"/>
                </a:cubicBezTo>
                <a:lnTo>
                  <a:pt x="38398" y="4018"/>
                </a:lnTo>
                <a:close/>
                <a:moveTo>
                  <a:pt x="76349" y="8037"/>
                </a:moveTo>
                <a:lnTo>
                  <a:pt x="45095" y="116532"/>
                </a:lnTo>
                <a:cubicBezTo>
                  <a:pt x="41523" y="128588"/>
                  <a:pt x="41523" y="130373"/>
                  <a:pt x="41523" y="131266"/>
                </a:cubicBezTo>
                <a:cubicBezTo>
                  <a:pt x="41523" y="133052"/>
                  <a:pt x="42416" y="134392"/>
                  <a:pt x="42862" y="134838"/>
                </a:cubicBezTo>
                <a:cubicBezTo>
                  <a:pt x="43755" y="136178"/>
                  <a:pt x="45095" y="136624"/>
                  <a:pt x="45988" y="136624"/>
                </a:cubicBezTo>
                <a:cubicBezTo>
                  <a:pt x="48220" y="137964"/>
                  <a:pt x="52685" y="137964"/>
                  <a:pt x="54918" y="137964"/>
                </a:cubicBezTo>
                <a:cubicBezTo>
                  <a:pt x="71438" y="137964"/>
                  <a:pt x="80814" y="135285"/>
                  <a:pt x="85725" y="134392"/>
                </a:cubicBezTo>
                <a:cubicBezTo>
                  <a:pt x="100012" y="130820"/>
                  <a:pt x="106263" y="126355"/>
                  <a:pt x="109389" y="124123"/>
                </a:cubicBezTo>
                <a:cubicBezTo>
                  <a:pt x="122337" y="114300"/>
                  <a:pt x="127248" y="102691"/>
                  <a:pt x="129927" y="96887"/>
                </a:cubicBezTo>
                <a:cubicBezTo>
                  <a:pt x="137964" y="79474"/>
                  <a:pt x="137964" y="64740"/>
                  <a:pt x="137964" y="57150"/>
                </a:cubicBezTo>
                <a:cubicBezTo>
                  <a:pt x="137964" y="32147"/>
                  <a:pt x="129927" y="24110"/>
                  <a:pt x="125909" y="20092"/>
                </a:cubicBezTo>
                <a:cubicBezTo>
                  <a:pt x="113854" y="7590"/>
                  <a:pt x="98673" y="7590"/>
                  <a:pt x="91083" y="7590"/>
                </a:cubicBezTo>
                <a:cubicBezTo>
                  <a:pt x="85279" y="7590"/>
                  <a:pt x="79474" y="8037"/>
                  <a:pt x="76349" y="8037"/>
                </a:cubicBezTo>
                <a:close/>
                <a:moveTo>
                  <a:pt x="76349" y="8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A46B6-5B93-4DA9-95C7-442D55BF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62" y="1134261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89D34-F4AD-41C5-8104-1096334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42" y="1134261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764FD-A0E9-486E-952B-AFC73F44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32" y="1134261"/>
            <a:ext cx="140643" cy="99120"/>
          </a:xfrm>
          <a:custGeom xmlns:a="http://schemas.openxmlformats.org/drawingml/2006/main">
            <a:pathLst>
              <a:path w="140643" h="99120">
                <a:moveTo>
                  <a:pt x="87511" y="0"/>
                </a:moveTo>
                <a:lnTo>
                  <a:pt x="95101" y="79921"/>
                </a:lnTo>
                <a:cubicBezTo>
                  <a:pt x="113854" y="58043"/>
                  <a:pt x="120997" y="45541"/>
                  <a:pt x="125016" y="39291"/>
                </a:cubicBezTo>
                <a:cubicBezTo>
                  <a:pt x="131266" y="28129"/>
                  <a:pt x="131266" y="24557"/>
                  <a:pt x="131266" y="23217"/>
                </a:cubicBezTo>
                <a:cubicBezTo>
                  <a:pt x="131266" y="20538"/>
                  <a:pt x="130373" y="19199"/>
                  <a:pt x="130373" y="18752"/>
                </a:cubicBezTo>
                <a:cubicBezTo>
                  <a:pt x="129927" y="17859"/>
                  <a:pt x="127695" y="16520"/>
                  <a:pt x="126802" y="16073"/>
                </a:cubicBezTo>
                <a:cubicBezTo>
                  <a:pt x="124123" y="14288"/>
                  <a:pt x="123230" y="12948"/>
                  <a:pt x="122783" y="12055"/>
                </a:cubicBezTo>
                <a:cubicBezTo>
                  <a:pt x="121444" y="10269"/>
                  <a:pt x="121444" y="8483"/>
                  <a:pt x="121444" y="8037"/>
                </a:cubicBezTo>
                <a:cubicBezTo>
                  <a:pt x="121444" y="4911"/>
                  <a:pt x="123230" y="3125"/>
                  <a:pt x="124123" y="2232"/>
                </a:cubicBezTo>
                <a:cubicBezTo>
                  <a:pt x="126355" y="0"/>
                  <a:pt x="129034" y="0"/>
                  <a:pt x="130373" y="0"/>
                </a:cubicBezTo>
                <a:cubicBezTo>
                  <a:pt x="134838" y="0"/>
                  <a:pt x="136624" y="2232"/>
                  <a:pt x="137517" y="3125"/>
                </a:cubicBezTo>
                <a:cubicBezTo>
                  <a:pt x="140643" y="6697"/>
                  <a:pt x="140643" y="10269"/>
                  <a:pt x="140643" y="12055"/>
                </a:cubicBezTo>
                <a:cubicBezTo>
                  <a:pt x="140643" y="17413"/>
                  <a:pt x="139750" y="20538"/>
                  <a:pt x="139303" y="22324"/>
                </a:cubicBezTo>
                <a:cubicBezTo>
                  <a:pt x="135731" y="31700"/>
                  <a:pt x="129927" y="41077"/>
                  <a:pt x="126802" y="45988"/>
                </a:cubicBezTo>
                <a:cubicBezTo>
                  <a:pt x="115639" y="63401"/>
                  <a:pt x="107156" y="73223"/>
                  <a:pt x="103584" y="78135"/>
                </a:cubicBezTo>
                <a:cubicBezTo>
                  <a:pt x="91529" y="93315"/>
                  <a:pt x="87511" y="96887"/>
                  <a:pt x="85725" y="99120"/>
                </a:cubicBezTo>
                <a:lnTo>
                  <a:pt x="81707" y="99120"/>
                </a:lnTo>
                <a:lnTo>
                  <a:pt x="74563" y="25450"/>
                </a:lnTo>
                <a:lnTo>
                  <a:pt x="30807" y="99120"/>
                </a:lnTo>
                <a:lnTo>
                  <a:pt x="25896" y="99120"/>
                </a:lnTo>
                <a:cubicBezTo>
                  <a:pt x="25450" y="53578"/>
                  <a:pt x="22771" y="36165"/>
                  <a:pt x="21431" y="27236"/>
                </a:cubicBezTo>
                <a:cubicBezTo>
                  <a:pt x="19645" y="16520"/>
                  <a:pt x="17413" y="13841"/>
                  <a:pt x="16073" y="12948"/>
                </a:cubicBezTo>
                <a:cubicBezTo>
                  <a:pt x="13395" y="10269"/>
                  <a:pt x="9823" y="10269"/>
                  <a:pt x="8037" y="10269"/>
                </a:cubicBezTo>
                <a:cubicBezTo>
                  <a:pt x="4911" y="10269"/>
                  <a:pt x="1786" y="10716"/>
                  <a:pt x="0" y="11162"/>
                </a:cubicBezTo>
                <a:lnTo>
                  <a:pt x="0" y="7144"/>
                </a:lnTo>
                <a:lnTo>
                  <a:pt x="30807" y="0"/>
                </a:lnTo>
                <a:cubicBezTo>
                  <a:pt x="37058" y="17859"/>
                  <a:pt x="38398" y="42416"/>
                  <a:pt x="38844" y="54918"/>
                </a:cubicBezTo>
                <a:cubicBezTo>
                  <a:pt x="39737" y="68759"/>
                  <a:pt x="39737" y="70991"/>
                  <a:pt x="40184" y="72330"/>
                </a:cubicBezTo>
                <a:lnTo>
                  <a:pt x="83939" y="0"/>
                </a:lnTo>
                <a:lnTo>
                  <a:pt x="87511" y="0"/>
                </a:lnTo>
                <a:close/>
                <a:moveTo>
                  <a:pt x="875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4D902-DB0A-40A8-9825-2DD2499A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16" y="1091845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A674F-4EDF-414F-A8FD-8EDEDC71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28" y="1134261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55637-41D6-4131-8825-620AB881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35" y="1134261"/>
            <a:ext cx="119211" cy="143768"/>
          </a:xfrm>
          <a:custGeom xmlns:a="http://schemas.openxmlformats.org/drawingml/2006/main">
            <a:pathLst>
              <a:path w="119211" h="143768">
                <a:moveTo>
                  <a:pt x="119211" y="6697"/>
                </a:moveTo>
                <a:lnTo>
                  <a:pt x="116086" y="17859"/>
                </a:lnTo>
                <a:lnTo>
                  <a:pt x="98673" y="17859"/>
                </a:lnTo>
                <a:cubicBezTo>
                  <a:pt x="100459" y="23664"/>
                  <a:pt x="100459" y="26789"/>
                  <a:pt x="100459" y="28575"/>
                </a:cubicBezTo>
                <a:cubicBezTo>
                  <a:pt x="100459" y="42416"/>
                  <a:pt x="92869" y="50006"/>
                  <a:pt x="88404" y="53578"/>
                </a:cubicBezTo>
                <a:cubicBezTo>
                  <a:pt x="76349" y="64740"/>
                  <a:pt x="62508" y="65633"/>
                  <a:pt x="55364" y="65633"/>
                </a:cubicBezTo>
                <a:cubicBezTo>
                  <a:pt x="44202" y="69205"/>
                  <a:pt x="40630" y="72330"/>
                  <a:pt x="38398" y="73670"/>
                </a:cubicBezTo>
                <a:cubicBezTo>
                  <a:pt x="36612" y="75456"/>
                  <a:pt x="36612" y="76795"/>
                  <a:pt x="36612" y="77242"/>
                </a:cubicBezTo>
                <a:cubicBezTo>
                  <a:pt x="36612" y="79474"/>
                  <a:pt x="37505" y="80814"/>
                  <a:pt x="38398" y="81260"/>
                </a:cubicBezTo>
                <a:cubicBezTo>
                  <a:pt x="40184" y="83046"/>
                  <a:pt x="45541" y="84386"/>
                  <a:pt x="48220" y="84832"/>
                </a:cubicBezTo>
                <a:lnTo>
                  <a:pt x="68759" y="89743"/>
                </a:lnTo>
                <a:cubicBezTo>
                  <a:pt x="85725" y="93762"/>
                  <a:pt x="89743" y="97334"/>
                  <a:pt x="91529" y="99120"/>
                </a:cubicBezTo>
                <a:cubicBezTo>
                  <a:pt x="96887" y="104924"/>
                  <a:pt x="96887" y="109835"/>
                  <a:pt x="96887" y="112068"/>
                </a:cubicBezTo>
                <a:cubicBezTo>
                  <a:pt x="96887" y="120997"/>
                  <a:pt x="92869" y="125909"/>
                  <a:pt x="90636" y="128141"/>
                </a:cubicBezTo>
                <a:cubicBezTo>
                  <a:pt x="83939" y="135731"/>
                  <a:pt x="75456" y="137964"/>
                  <a:pt x="71884" y="139750"/>
                </a:cubicBezTo>
                <a:cubicBezTo>
                  <a:pt x="59382" y="143768"/>
                  <a:pt x="49113" y="143768"/>
                  <a:pt x="44202" y="143768"/>
                </a:cubicBezTo>
                <a:cubicBezTo>
                  <a:pt x="30807" y="143768"/>
                  <a:pt x="23664" y="141536"/>
                  <a:pt x="20092" y="140643"/>
                </a:cubicBezTo>
                <a:cubicBezTo>
                  <a:pt x="9376" y="137517"/>
                  <a:pt x="5804" y="133945"/>
                  <a:pt x="4465" y="132159"/>
                </a:cubicBezTo>
                <a:cubicBezTo>
                  <a:pt x="0" y="126802"/>
                  <a:pt x="0" y="122783"/>
                  <a:pt x="0" y="120997"/>
                </a:cubicBezTo>
                <a:cubicBezTo>
                  <a:pt x="0" y="116532"/>
                  <a:pt x="1786" y="113407"/>
                  <a:pt x="3125" y="111621"/>
                </a:cubicBezTo>
                <a:cubicBezTo>
                  <a:pt x="5804" y="106263"/>
                  <a:pt x="8930" y="104477"/>
                  <a:pt x="10269" y="103584"/>
                </a:cubicBezTo>
                <a:cubicBezTo>
                  <a:pt x="13395" y="101352"/>
                  <a:pt x="22324" y="96441"/>
                  <a:pt x="26789" y="93762"/>
                </a:cubicBezTo>
                <a:cubicBezTo>
                  <a:pt x="21878" y="89743"/>
                  <a:pt x="21878" y="86618"/>
                  <a:pt x="21878" y="85279"/>
                </a:cubicBezTo>
                <a:cubicBezTo>
                  <a:pt x="21878" y="81260"/>
                  <a:pt x="25003" y="77688"/>
                  <a:pt x="25896" y="76349"/>
                </a:cubicBezTo>
                <a:cubicBezTo>
                  <a:pt x="30361" y="71438"/>
                  <a:pt x="39737" y="67419"/>
                  <a:pt x="44648" y="65633"/>
                </a:cubicBezTo>
                <a:cubicBezTo>
                  <a:pt x="33040" y="63401"/>
                  <a:pt x="28129" y="58489"/>
                  <a:pt x="25896" y="55811"/>
                </a:cubicBezTo>
                <a:cubicBezTo>
                  <a:pt x="19199" y="48220"/>
                  <a:pt x="19199" y="41970"/>
                  <a:pt x="19199" y="38844"/>
                </a:cubicBezTo>
                <a:cubicBezTo>
                  <a:pt x="19199" y="24110"/>
                  <a:pt x="27682" y="16073"/>
                  <a:pt x="32147" y="12055"/>
                </a:cubicBezTo>
                <a:cubicBezTo>
                  <a:pt x="45541" y="0"/>
                  <a:pt x="60275" y="0"/>
                  <a:pt x="67419" y="0"/>
                </a:cubicBezTo>
                <a:cubicBezTo>
                  <a:pt x="75456" y="0"/>
                  <a:pt x="79028" y="893"/>
                  <a:pt x="80814" y="1786"/>
                </a:cubicBezTo>
                <a:cubicBezTo>
                  <a:pt x="85725" y="3125"/>
                  <a:pt x="88850" y="5804"/>
                  <a:pt x="90636" y="6697"/>
                </a:cubicBezTo>
                <a:lnTo>
                  <a:pt x="119211" y="6697"/>
                </a:lnTo>
                <a:close/>
                <a:moveTo>
                  <a:pt x="82600" y="23664"/>
                </a:moveTo>
                <a:cubicBezTo>
                  <a:pt x="82600" y="14734"/>
                  <a:pt x="79474" y="11609"/>
                  <a:pt x="77688" y="9823"/>
                </a:cubicBezTo>
                <a:cubicBezTo>
                  <a:pt x="73223" y="5358"/>
                  <a:pt x="67866" y="5358"/>
                  <a:pt x="65187" y="5358"/>
                </a:cubicBezTo>
                <a:cubicBezTo>
                  <a:pt x="53132" y="5358"/>
                  <a:pt x="47774" y="13395"/>
                  <a:pt x="45541" y="16966"/>
                </a:cubicBezTo>
                <a:cubicBezTo>
                  <a:pt x="37505" y="29021"/>
                  <a:pt x="37505" y="37951"/>
                  <a:pt x="37505" y="42416"/>
                </a:cubicBezTo>
                <a:cubicBezTo>
                  <a:pt x="37505" y="50453"/>
                  <a:pt x="41077" y="54025"/>
                  <a:pt x="42416" y="55811"/>
                </a:cubicBezTo>
                <a:cubicBezTo>
                  <a:pt x="47327" y="61168"/>
                  <a:pt x="52239" y="61168"/>
                  <a:pt x="54918" y="61168"/>
                </a:cubicBezTo>
                <a:cubicBezTo>
                  <a:pt x="60275" y="61168"/>
                  <a:pt x="63847" y="58936"/>
                  <a:pt x="65633" y="58043"/>
                </a:cubicBezTo>
                <a:cubicBezTo>
                  <a:pt x="70991" y="54918"/>
                  <a:pt x="73223" y="51346"/>
                  <a:pt x="74563" y="49560"/>
                </a:cubicBezTo>
                <a:cubicBezTo>
                  <a:pt x="78135" y="44202"/>
                  <a:pt x="79474" y="38398"/>
                  <a:pt x="80367" y="35719"/>
                </a:cubicBezTo>
                <a:cubicBezTo>
                  <a:pt x="82600" y="27236"/>
                  <a:pt x="82600" y="24557"/>
                  <a:pt x="82600" y="23664"/>
                </a:cubicBezTo>
                <a:close/>
                <a:moveTo>
                  <a:pt x="31254" y="96441"/>
                </a:moveTo>
                <a:cubicBezTo>
                  <a:pt x="22771" y="100459"/>
                  <a:pt x="19645" y="104477"/>
                  <a:pt x="18306" y="106710"/>
                </a:cubicBezTo>
                <a:cubicBezTo>
                  <a:pt x="13841" y="112961"/>
                  <a:pt x="13841" y="116532"/>
                  <a:pt x="13841" y="118765"/>
                </a:cubicBezTo>
                <a:cubicBezTo>
                  <a:pt x="13841" y="125909"/>
                  <a:pt x="18306" y="129034"/>
                  <a:pt x="20092" y="130373"/>
                </a:cubicBezTo>
                <a:cubicBezTo>
                  <a:pt x="29468" y="137071"/>
                  <a:pt x="41077" y="137071"/>
                  <a:pt x="46881" y="137071"/>
                </a:cubicBezTo>
                <a:cubicBezTo>
                  <a:pt x="62508" y="137071"/>
                  <a:pt x="69652" y="133499"/>
                  <a:pt x="73223" y="131713"/>
                </a:cubicBezTo>
                <a:cubicBezTo>
                  <a:pt x="83939" y="126802"/>
                  <a:pt x="83939" y="121444"/>
                  <a:pt x="83939" y="118318"/>
                </a:cubicBezTo>
                <a:cubicBezTo>
                  <a:pt x="83939" y="114300"/>
                  <a:pt x="81260" y="112068"/>
                  <a:pt x="79921" y="110728"/>
                </a:cubicBezTo>
                <a:cubicBezTo>
                  <a:pt x="75902" y="106710"/>
                  <a:pt x="68312" y="105370"/>
                  <a:pt x="64740" y="104477"/>
                </a:cubicBezTo>
                <a:cubicBezTo>
                  <a:pt x="58043" y="103138"/>
                  <a:pt x="40184" y="98673"/>
                  <a:pt x="31254" y="96441"/>
                </a:cubicBezTo>
                <a:close/>
                <a:moveTo>
                  <a:pt x="31254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21A64-8FA7-439A-AACF-23D532CA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426" y="1086041"/>
            <a:ext cx="141089" cy="144661"/>
          </a:xfrm>
          <a:custGeom xmlns:a="http://schemas.openxmlformats.org/drawingml/2006/main">
            <a:pathLst>
              <a:path w="141089" h="144661">
                <a:moveTo>
                  <a:pt x="39291" y="0"/>
                </a:moveTo>
                <a:lnTo>
                  <a:pt x="95994" y="0"/>
                </a:lnTo>
                <a:cubicBezTo>
                  <a:pt x="118765" y="0"/>
                  <a:pt x="125909" y="6697"/>
                  <a:pt x="129927" y="9823"/>
                </a:cubicBezTo>
                <a:cubicBezTo>
                  <a:pt x="141089" y="19645"/>
                  <a:pt x="141089" y="28575"/>
                  <a:pt x="141089" y="33486"/>
                </a:cubicBezTo>
                <a:cubicBezTo>
                  <a:pt x="141089" y="44648"/>
                  <a:pt x="136178" y="51346"/>
                  <a:pt x="133945" y="54918"/>
                </a:cubicBezTo>
                <a:cubicBezTo>
                  <a:pt x="126802" y="65187"/>
                  <a:pt x="117425" y="69205"/>
                  <a:pt x="112961" y="71438"/>
                </a:cubicBezTo>
                <a:cubicBezTo>
                  <a:pt x="99120" y="77688"/>
                  <a:pt x="88404" y="77688"/>
                  <a:pt x="83046" y="77688"/>
                </a:cubicBezTo>
                <a:cubicBezTo>
                  <a:pt x="73223" y="77688"/>
                  <a:pt x="62508" y="75456"/>
                  <a:pt x="57596" y="74563"/>
                </a:cubicBezTo>
                <a:lnTo>
                  <a:pt x="45988" y="113854"/>
                </a:lnTo>
                <a:cubicBezTo>
                  <a:pt x="41970" y="127695"/>
                  <a:pt x="41970" y="130820"/>
                  <a:pt x="41970" y="132159"/>
                </a:cubicBezTo>
                <a:cubicBezTo>
                  <a:pt x="41970" y="135731"/>
                  <a:pt x="43755" y="137071"/>
                  <a:pt x="45095" y="137964"/>
                </a:cubicBezTo>
                <a:cubicBezTo>
                  <a:pt x="47774" y="140196"/>
                  <a:pt x="54918" y="140643"/>
                  <a:pt x="58489" y="140643"/>
                </a:cubicBezTo>
                <a:lnTo>
                  <a:pt x="57596" y="144661"/>
                </a:lnTo>
                <a:lnTo>
                  <a:pt x="0" y="144661"/>
                </a:lnTo>
                <a:lnTo>
                  <a:pt x="1339" y="140643"/>
                </a:lnTo>
                <a:cubicBezTo>
                  <a:pt x="12502" y="140643"/>
                  <a:pt x="15180" y="138410"/>
                  <a:pt x="16966" y="137071"/>
                </a:cubicBezTo>
                <a:cubicBezTo>
                  <a:pt x="21431" y="133052"/>
                  <a:pt x="25003" y="121444"/>
                  <a:pt x="26343" y="115193"/>
                </a:cubicBezTo>
                <a:lnTo>
                  <a:pt x="50453" y="33040"/>
                </a:lnTo>
                <a:cubicBezTo>
                  <a:pt x="54918" y="18306"/>
                  <a:pt x="54918" y="15180"/>
                  <a:pt x="54918" y="13395"/>
                </a:cubicBezTo>
                <a:cubicBezTo>
                  <a:pt x="54918" y="9376"/>
                  <a:pt x="52685" y="8037"/>
                  <a:pt x="51792" y="7144"/>
                </a:cubicBezTo>
                <a:cubicBezTo>
                  <a:pt x="48667" y="4911"/>
                  <a:pt x="41523" y="4465"/>
                  <a:pt x="37951" y="4018"/>
                </a:cubicBezTo>
                <a:lnTo>
                  <a:pt x="39291" y="0"/>
                </a:lnTo>
                <a:close/>
                <a:moveTo>
                  <a:pt x="59382" y="67419"/>
                </a:moveTo>
                <a:cubicBezTo>
                  <a:pt x="71438" y="70545"/>
                  <a:pt x="76349" y="70545"/>
                  <a:pt x="78581" y="70545"/>
                </a:cubicBezTo>
                <a:cubicBezTo>
                  <a:pt x="90190" y="70545"/>
                  <a:pt x="96441" y="67419"/>
                  <a:pt x="100012" y="65633"/>
                </a:cubicBezTo>
                <a:cubicBezTo>
                  <a:pt x="109389" y="61168"/>
                  <a:pt x="112961" y="54918"/>
                  <a:pt x="114746" y="51346"/>
                </a:cubicBezTo>
                <a:cubicBezTo>
                  <a:pt x="120104" y="41970"/>
                  <a:pt x="120104" y="35272"/>
                  <a:pt x="120104" y="31700"/>
                </a:cubicBezTo>
                <a:cubicBezTo>
                  <a:pt x="120104" y="20985"/>
                  <a:pt x="115639" y="16520"/>
                  <a:pt x="113854" y="14734"/>
                </a:cubicBezTo>
                <a:cubicBezTo>
                  <a:pt x="106710" y="8037"/>
                  <a:pt x="97780" y="8037"/>
                  <a:pt x="93762" y="8037"/>
                </a:cubicBezTo>
                <a:cubicBezTo>
                  <a:pt x="86171" y="8037"/>
                  <a:pt x="79474" y="9376"/>
                  <a:pt x="75902" y="9823"/>
                </a:cubicBezTo>
                <a:lnTo>
                  <a:pt x="59382" y="67419"/>
                </a:lnTo>
                <a:close/>
                <a:moveTo>
                  <a:pt x="59382" y="674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1990F-864E-496B-80DF-A2784E16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87" y="1091845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74066-9957-4F7D-B47E-21425167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577" y="1134261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32CBA-C5D7-4077-BB05-6FF42630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749" y="1082916"/>
            <a:ext cx="138857" cy="151358"/>
          </a:xfrm>
          <a:custGeom xmlns:a="http://schemas.openxmlformats.org/drawingml/2006/main">
            <a:pathLst>
              <a:path w="138857" h="151358">
                <a:moveTo>
                  <a:pt x="138857" y="0"/>
                </a:moveTo>
                <a:lnTo>
                  <a:pt x="128141" y="46881"/>
                </a:lnTo>
                <a:lnTo>
                  <a:pt x="124123" y="46881"/>
                </a:lnTo>
                <a:lnTo>
                  <a:pt x="123676" y="35272"/>
                </a:lnTo>
                <a:cubicBezTo>
                  <a:pt x="123230" y="28575"/>
                  <a:pt x="121890" y="25450"/>
                  <a:pt x="121444" y="23664"/>
                </a:cubicBezTo>
                <a:cubicBezTo>
                  <a:pt x="119211" y="18752"/>
                  <a:pt x="116979" y="16073"/>
                  <a:pt x="115639" y="15180"/>
                </a:cubicBezTo>
                <a:cubicBezTo>
                  <a:pt x="111621" y="11162"/>
                  <a:pt x="107603" y="9823"/>
                  <a:pt x="105817" y="8930"/>
                </a:cubicBezTo>
                <a:cubicBezTo>
                  <a:pt x="100012" y="7144"/>
                  <a:pt x="95101" y="7144"/>
                  <a:pt x="92869" y="7144"/>
                </a:cubicBezTo>
                <a:cubicBezTo>
                  <a:pt x="73670" y="7144"/>
                  <a:pt x="64294" y="14288"/>
                  <a:pt x="59382" y="17859"/>
                </a:cubicBezTo>
                <a:cubicBezTo>
                  <a:pt x="41077" y="30807"/>
                  <a:pt x="34379" y="47327"/>
                  <a:pt x="30807" y="55364"/>
                </a:cubicBezTo>
                <a:cubicBezTo>
                  <a:pt x="22324" y="75456"/>
                  <a:pt x="22324" y="88850"/>
                  <a:pt x="22324" y="95994"/>
                </a:cubicBezTo>
                <a:cubicBezTo>
                  <a:pt x="22324" y="116979"/>
                  <a:pt x="30361" y="125462"/>
                  <a:pt x="34826" y="129480"/>
                </a:cubicBezTo>
                <a:cubicBezTo>
                  <a:pt x="46881" y="141982"/>
                  <a:pt x="59829" y="141982"/>
                  <a:pt x="66526" y="141982"/>
                </a:cubicBezTo>
                <a:cubicBezTo>
                  <a:pt x="81260" y="141982"/>
                  <a:pt x="88850" y="137517"/>
                  <a:pt x="92869" y="135285"/>
                </a:cubicBezTo>
                <a:cubicBezTo>
                  <a:pt x="104477" y="128588"/>
                  <a:pt x="111175" y="119658"/>
                  <a:pt x="114300" y="115193"/>
                </a:cubicBezTo>
                <a:lnTo>
                  <a:pt x="119211" y="115193"/>
                </a:lnTo>
                <a:cubicBezTo>
                  <a:pt x="107603" y="133499"/>
                  <a:pt x="98227" y="139303"/>
                  <a:pt x="93315" y="142429"/>
                </a:cubicBezTo>
                <a:cubicBezTo>
                  <a:pt x="79028" y="151358"/>
                  <a:pt x="65633" y="151358"/>
                  <a:pt x="58936" y="151358"/>
                </a:cubicBezTo>
                <a:cubicBezTo>
                  <a:pt x="41523" y="151358"/>
                  <a:pt x="32593" y="146447"/>
                  <a:pt x="27682" y="143768"/>
                </a:cubicBezTo>
                <a:cubicBezTo>
                  <a:pt x="14288" y="136624"/>
                  <a:pt x="9376" y="127695"/>
                  <a:pt x="7144" y="122783"/>
                </a:cubicBezTo>
                <a:cubicBezTo>
                  <a:pt x="0" y="109389"/>
                  <a:pt x="0" y="99120"/>
                  <a:pt x="0" y="94208"/>
                </a:cubicBezTo>
                <a:cubicBezTo>
                  <a:pt x="0" y="70545"/>
                  <a:pt x="8483" y="55364"/>
                  <a:pt x="12502" y="48220"/>
                </a:cubicBezTo>
                <a:cubicBezTo>
                  <a:pt x="25003" y="25450"/>
                  <a:pt x="40184" y="16966"/>
                  <a:pt x="47327" y="12948"/>
                </a:cubicBezTo>
                <a:cubicBezTo>
                  <a:pt x="69652" y="0"/>
                  <a:pt x="84386" y="0"/>
                  <a:pt x="91976" y="0"/>
                </a:cubicBezTo>
                <a:cubicBezTo>
                  <a:pt x="102691" y="0"/>
                  <a:pt x="111175" y="3572"/>
                  <a:pt x="115639" y="4911"/>
                </a:cubicBezTo>
                <a:cubicBezTo>
                  <a:pt x="121444" y="7144"/>
                  <a:pt x="123230" y="7144"/>
                  <a:pt x="124123" y="7144"/>
                </a:cubicBezTo>
                <a:cubicBezTo>
                  <a:pt x="126355" y="7144"/>
                  <a:pt x="127695" y="6697"/>
                  <a:pt x="128588" y="6251"/>
                </a:cubicBezTo>
                <a:cubicBezTo>
                  <a:pt x="130373" y="4911"/>
                  <a:pt x="133499" y="1786"/>
                  <a:pt x="134838" y="0"/>
                </a:cubicBezTo>
                <a:lnTo>
                  <a:pt x="138857" y="0"/>
                </a:lnTo>
                <a:close/>
                <a:moveTo>
                  <a:pt x="1388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4099A-C0E5-4370-A784-77874017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760" y="1079344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1FEDA-69A2-48B1-B9B6-9DA6EFCD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436" y="1134261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75E0C-A406-44A5-9AB8-97555245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220" y="1134261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15F25-89BA-4590-86DD-D7580250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17" y="1107919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8A45E-E165-4393-9546-3437597F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825" y="1134261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92049-1FA4-44CE-8091-D0F24C4B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44" y="1082916"/>
            <a:ext cx="67419" cy="62061"/>
          </a:xfrm>
          <a:custGeom xmlns:a="http://schemas.openxmlformats.org/drawingml/2006/main">
            <a:pathLst>
              <a:path w="67419" h="62061">
                <a:moveTo>
                  <a:pt x="38844" y="62061"/>
                </a:moveTo>
                <a:lnTo>
                  <a:pt x="41970" y="31254"/>
                </a:lnTo>
                <a:cubicBezTo>
                  <a:pt x="43309" y="18752"/>
                  <a:pt x="43755" y="17859"/>
                  <a:pt x="43755" y="16966"/>
                </a:cubicBezTo>
                <a:cubicBezTo>
                  <a:pt x="45541" y="9823"/>
                  <a:pt x="46881" y="7590"/>
                  <a:pt x="47774" y="6697"/>
                </a:cubicBezTo>
                <a:cubicBezTo>
                  <a:pt x="49113" y="3572"/>
                  <a:pt x="51346" y="2679"/>
                  <a:pt x="52685" y="1786"/>
                </a:cubicBezTo>
                <a:cubicBezTo>
                  <a:pt x="55811" y="0"/>
                  <a:pt x="58043" y="0"/>
                  <a:pt x="59382" y="0"/>
                </a:cubicBezTo>
                <a:cubicBezTo>
                  <a:pt x="63401" y="0"/>
                  <a:pt x="64740" y="1339"/>
                  <a:pt x="65187" y="2232"/>
                </a:cubicBezTo>
                <a:cubicBezTo>
                  <a:pt x="67419" y="4018"/>
                  <a:pt x="67419" y="6251"/>
                  <a:pt x="67419" y="7590"/>
                </a:cubicBezTo>
                <a:cubicBezTo>
                  <a:pt x="67419" y="10269"/>
                  <a:pt x="66526" y="12948"/>
                  <a:pt x="66080" y="14288"/>
                </a:cubicBezTo>
                <a:cubicBezTo>
                  <a:pt x="61615" y="25450"/>
                  <a:pt x="59829" y="29021"/>
                  <a:pt x="58936" y="30807"/>
                </a:cubicBezTo>
                <a:lnTo>
                  <a:pt x="44202" y="62061"/>
                </a:lnTo>
                <a:lnTo>
                  <a:pt x="38844" y="62061"/>
                </a:lnTo>
                <a:close/>
                <a:moveTo>
                  <a:pt x="0" y="62061"/>
                </a:moveTo>
                <a:lnTo>
                  <a:pt x="3125" y="30807"/>
                </a:lnTo>
                <a:cubicBezTo>
                  <a:pt x="4911" y="17413"/>
                  <a:pt x="5804" y="14288"/>
                  <a:pt x="6251" y="12502"/>
                </a:cubicBezTo>
                <a:cubicBezTo>
                  <a:pt x="8037" y="5804"/>
                  <a:pt x="10716" y="4018"/>
                  <a:pt x="11609" y="3125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3664" y="0"/>
                  <a:pt x="25450" y="1339"/>
                  <a:pt x="25896" y="2232"/>
                </a:cubicBezTo>
                <a:cubicBezTo>
                  <a:pt x="28129" y="4465"/>
                  <a:pt x="28129" y="6697"/>
                  <a:pt x="28129" y="7590"/>
                </a:cubicBezTo>
                <a:cubicBezTo>
                  <a:pt x="28129" y="9823"/>
                  <a:pt x="27682" y="12055"/>
                  <a:pt x="27236" y="12948"/>
                </a:cubicBezTo>
                <a:cubicBezTo>
                  <a:pt x="25896" y="17859"/>
                  <a:pt x="21431" y="26343"/>
                  <a:pt x="19199" y="30807"/>
                </a:cubicBezTo>
                <a:lnTo>
                  <a:pt x="4465" y="62061"/>
                </a:lnTo>
                <a:lnTo>
                  <a:pt x="0" y="62061"/>
                </a:lnTo>
                <a:close/>
                <a:moveTo>
                  <a:pt x="0" y="62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D549F-907D-49C8-AE86-3EE3269E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34" y="1091845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D7526-DF83-491F-AD45-C8E98D15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494" y="1134261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D6415-91EE-4A98-B196-7A685B53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193" y="1079344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E5158-4DA9-4070-A66C-DBEB2271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780" y="1091845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3E1EA-11A4-4FB5-9631-333F0D7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641" y="1134261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084E6-382D-4DAF-8541-4FDFBED4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596" y="1134261"/>
            <a:ext cx="127248" cy="143321"/>
          </a:xfrm>
          <a:custGeom xmlns:a="http://schemas.openxmlformats.org/drawingml/2006/main">
            <a:pathLst>
              <a:path w="127248" h="143321">
                <a:moveTo>
                  <a:pt x="72330" y="0"/>
                </a:moveTo>
                <a:lnTo>
                  <a:pt x="64740" y="24557"/>
                </a:lnTo>
                <a:cubicBezTo>
                  <a:pt x="76349" y="10716"/>
                  <a:pt x="82600" y="7144"/>
                  <a:pt x="85725" y="5804"/>
                </a:cubicBezTo>
                <a:cubicBezTo>
                  <a:pt x="94655" y="0"/>
                  <a:pt x="101352" y="0"/>
                  <a:pt x="104031" y="0"/>
                </a:cubicBezTo>
                <a:cubicBezTo>
                  <a:pt x="113854" y="0"/>
                  <a:pt x="118318" y="5358"/>
                  <a:pt x="120551" y="7590"/>
                </a:cubicBezTo>
                <a:cubicBezTo>
                  <a:pt x="127248" y="15180"/>
                  <a:pt x="127248" y="23217"/>
                  <a:pt x="127248" y="27236"/>
                </a:cubicBezTo>
                <a:cubicBezTo>
                  <a:pt x="127248" y="50453"/>
                  <a:pt x="114300" y="66526"/>
                  <a:pt x="108049" y="75009"/>
                </a:cubicBezTo>
                <a:cubicBezTo>
                  <a:pt x="88850" y="99120"/>
                  <a:pt x="72330" y="99120"/>
                  <a:pt x="63847" y="99120"/>
                </a:cubicBezTo>
                <a:cubicBezTo>
                  <a:pt x="58489" y="99120"/>
                  <a:pt x="55364" y="98227"/>
                  <a:pt x="54025" y="97780"/>
                </a:cubicBezTo>
                <a:cubicBezTo>
                  <a:pt x="50006" y="96441"/>
                  <a:pt x="46881" y="94655"/>
                  <a:pt x="45095" y="93762"/>
                </a:cubicBezTo>
                <a:lnTo>
                  <a:pt x="37058" y="121444"/>
                </a:lnTo>
                <a:cubicBezTo>
                  <a:pt x="34826" y="129480"/>
                  <a:pt x="34826" y="130820"/>
                  <a:pt x="34826" y="131713"/>
                </a:cubicBezTo>
                <a:cubicBezTo>
                  <a:pt x="34826" y="134392"/>
                  <a:pt x="35719" y="135285"/>
                  <a:pt x="36165" y="135731"/>
                </a:cubicBezTo>
                <a:cubicBezTo>
                  <a:pt x="37505" y="137517"/>
                  <a:pt x="39291" y="137964"/>
                  <a:pt x="40184" y="138410"/>
                </a:cubicBezTo>
                <a:cubicBezTo>
                  <a:pt x="42862" y="139303"/>
                  <a:pt x="48220" y="139303"/>
                  <a:pt x="51346" y="139303"/>
                </a:cubicBezTo>
                <a:lnTo>
                  <a:pt x="50006" y="143321"/>
                </a:lnTo>
                <a:lnTo>
                  <a:pt x="0" y="143321"/>
                </a:lnTo>
                <a:lnTo>
                  <a:pt x="893" y="139303"/>
                </a:lnTo>
                <a:cubicBezTo>
                  <a:pt x="10716" y="138857"/>
                  <a:pt x="13395" y="136624"/>
                  <a:pt x="14288" y="136178"/>
                </a:cubicBezTo>
                <a:cubicBezTo>
                  <a:pt x="17859" y="133052"/>
                  <a:pt x="20538" y="124123"/>
                  <a:pt x="21878" y="119211"/>
                </a:cubicBezTo>
                <a:lnTo>
                  <a:pt x="48667" y="25896"/>
                </a:lnTo>
                <a:cubicBezTo>
                  <a:pt x="51346" y="16966"/>
                  <a:pt x="51346" y="15627"/>
                  <a:pt x="51346" y="15180"/>
                </a:cubicBezTo>
                <a:cubicBezTo>
                  <a:pt x="51346" y="12055"/>
                  <a:pt x="50006" y="11162"/>
                  <a:pt x="49560" y="10269"/>
                </a:cubicBezTo>
                <a:cubicBezTo>
                  <a:pt x="47774" y="8930"/>
                  <a:pt x="45541" y="8930"/>
                  <a:pt x="44202" y="8930"/>
                </a:cubicBezTo>
                <a:cubicBezTo>
                  <a:pt x="41523" y="8930"/>
                  <a:pt x="37505" y="9376"/>
                  <a:pt x="35719" y="9823"/>
                </a:cubicBezTo>
                <a:lnTo>
                  <a:pt x="35719" y="5804"/>
                </a:lnTo>
                <a:lnTo>
                  <a:pt x="72330" y="0"/>
                </a:lnTo>
                <a:close/>
                <a:moveTo>
                  <a:pt x="47327" y="85279"/>
                </a:moveTo>
                <a:cubicBezTo>
                  <a:pt x="54025" y="93315"/>
                  <a:pt x="61615" y="93315"/>
                  <a:pt x="65187" y="93315"/>
                </a:cubicBezTo>
                <a:cubicBezTo>
                  <a:pt x="70991" y="93315"/>
                  <a:pt x="74563" y="91083"/>
                  <a:pt x="76349" y="90190"/>
                </a:cubicBezTo>
                <a:cubicBezTo>
                  <a:pt x="82600" y="87064"/>
                  <a:pt x="85725" y="83046"/>
                  <a:pt x="87957" y="80814"/>
                </a:cubicBezTo>
                <a:cubicBezTo>
                  <a:pt x="93315" y="75009"/>
                  <a:pt x="95994" y="69652"/>
                  <a:pt x="97780" y="66973"/>
                </a:cubicBezTo>
                <a:cubicBezTo>
                  <a:pt x="102245" y="58936"/>
                  <a:pt x="104477" y="51792"/>
                  <a:pt x="105370" y="48220"/>
                </a:cubicBezTo>
                <a:cubicBezTo>
                  <a:pt x="108942" y="37505"/>
                  <a:pt x="108942" y="30361"/>
                  <a:pt x="108942" y="26789"/>
                </a:cubicBezTo>
                <a:cubicBezTo>
                  <a:pt x="108942" y="18306"/>
                  <a:pt x="106263" y="15627"/>
                  <a:pt x="104924" y="13841"/>
                </a:cubicBezTo>
                <a:cubicBezTo>
                  <a:pt x="101352" y="9376"/>
                  <a:pt x="97780" y="9376"/>
                  <a:pt x="95994" y="9376"/>
                </a:cubicBezTo>
                <a:cubicBezTo>
                  <a:pt x="84386" y="9376"/>
                  <a:pt x="76795" y="17859"/>
                  <a:pt x="73223" y="22771"/>
                </a:cubicBezTo>
                <a:cubicBezTo>
                  <a:pt x="62061" y="35719"/>
                  <a:pt x="58489" y="47327"/>
                  <a:pt x="56704" y="53578"/>
                </a:cubicBezTo>
                <a:lnTo>
                  <a:pt x="47327" y="85279"/>
                </a:lnTo>
                <a:close/>
                <a:moveTo>
                  <a:pt x="47327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E6E09-DD0C-4FF6-A647-B488A68E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419" y="1079344"/>
            <a:ext cx="56257" cy="154037"/>
          </a:xfrm>
          <a:custGeom xmlns:a="http://schemas.openxmlformats.org/drawingml/2006/main">
            <a:pathLst>
              <a:path w="56257" h="154037">
                <a:moveTo>
                  <a:pt x="56257" y="0"/>
                </a:moveTo>
                <a:lnTo>
                  <a:pt x="20092" y="126802"/>
                </a:lnTo>
                <a:cubicBezTo>
                  <a:pt x="17413" y="136178"/>
                  <a:pt x="17413" y="137517"/>
                  <a:pt x="17413" y="138410"/>
                </a:cubicBezTo>
                <a:cubicBezTo>
                  <a:pt x="17413" y="140196"/>
                  <a:pt x="17859" y="140643"/>
                  <a:pt x="18306" y="141089"/>
                </a:cubicBezTo>
                <a:cubicBezTo>
                  <a:pt x="19199" y="141982"/>
                  <a:pt x="20092" y="141982"/>
                  <a:pt x="20985" y="141982"/>
                </a:cubicBezTo>
                <a:cubicBezTo>
                  <a:pt x="22771" y="141982"/>
                  <a:pt x="24110" y="141089"/>
                  <a:pt x="25003" y="140196"/>
                </a:cubicBezTo>
                <a:cubicBezTo>
                  <a:pt x="30807" y="135731"/>
                  <a:pt x="34826" y="129927"/>
                  <a:pt x="36612" y="126802"/>
                </a:cubicBezTo>
                <a:lnTo>
                  <a:pt x="40184" y="129927"/>
                </a:lnTo>
                <a:cubicBezTo>
                  <a:pt x="29914" y="144214"/>
                  <a:pt x="24110" y="148233"/>
                  <a:pt x="21431" y="150019"/>
                </a:cubicBezTo>
                <a:cubicBezTo>
                  <a:pt x="14734" y="154037"/>
                  <a:pt x="11162" y="154037"/>
                  <a:pt x="9376" y="154037"/>
                </a:cubicBezTo>
                <a:cubicBezTo>
                  <a:pt x="5358" y="154037"/>
                  <a:pt x="3572" y="152251"/>
                  <a:pt x="2679" y="151358"/>
                </a:cubicBezTo>
                <a:cubicBezTo>
                  <a:pt x="0" y="148679"/>
                  <a:pt x="0" y="146000"/>
                  <a:pt x="0" y="144661"/>
                </a:cubicBezTo>
                <a:cubicBezTo>
                  <a:pt x="0" y="141089"/>
                  <a:pt x="1786" y="133052"/>
                  <a:pt x="3125" y="129034"/>
                </a:cubicBezTo>
                <a:lnTo>
                  <a:pt x="32147" y="29021"/>
                </a:lnTo>
                <a:cubicBezTo>
                  <a:pt x="35719" y="16966"/>
                  <a:pt x="35719" y="15627"/>
                  <a:pt x="35719" y="14734"/>
                </a:cubicBezTo>
                <a:cubicBezTo>
                  <a:pt x="35719" y="12502"/>
                  <a:pt x="34379" y="11609"/>
                  <a:pt x="33486" y="10716"/>
                </a:cubicBezTo>
                <a:cubicBezTo>
                  <a:pt x="31700" y="9376"/>
                  <a:pt x="29021" y="9376"/>
                  <a:pt x="27236" y="9376"/>
                </a:cubicBezTo>
                <a:cubicBezTo>
                  <a:pt x="25003" y="9376"/>
                  <a:pt x="21431" y="9823"/>
                  <a:pt x="20092" y="9823"/>
                </a:cubicBezTo>
                <a:lnTo>
                  <a:pt x="20092" y="5804"/>
                </a:lnTo>
                <a:lnTo>
                  <a:pt x="56257" y="0"/>
                </a:lnTo>
                <a:close/>
                <a:moveTo>
                  <a:pt x="562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EDE8F-67E8-4E1A-80F7-C318EE7D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317" y="1134261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C4CB8-584F-4966-9A9F-46461D8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776" y="1134261"/>
            <a:ext cx="113407" cy="143768"/>
          </a:xfrm>
          <a:custGeom xmlns:a="http://schemas.openxmlformats.org/drawingml/2006/main">
            <a:pathLst>
              <a:path w="113407" h="143768">
                <a:moveTo>
                  <a:pt x="52685" y="0"/>
                </a:moveTo>
                <a:cubicBezTo>
                  <a:pt x="56257" y="6251"/>
                  <a:pt x="57150" y="9823"/>
                  <a:pt x="57596" y="11609"/>
                </a:cubicBezTo>
                <a:cubicBezTo>
                  <a:pt x="58936" y="16966"/>
                  <a:pt x="59829" y="27236"/>
                  <a:pt x="60275" y="33040"/>
                </a:cubicBezTo>
                <a:lnTo>
                  <a:pt x="65187" y="85279"/>
                </a:lnTo>
                <a:cubicBezTo>
                  <a:pt x="71438" y="77688"/>
                  <a:pt x="79474" y="66526"/>
                  <a:pt x="83493" y="60722"/>
                </a:cubicBezTo>
                <a:cubicBezTo>
                  <a:pt x="89297" y="52685"/>
                  <a:pt x="95101" y="43755"/>
                  <a:pt x="98227" y="38844"/>
                </a:cubicBezTo>
                <a:cubicBezTo>
                  <a:pt x="103584" y="30361"/>
                  <a:pt x="104031" y="28129"/>
                  <a:pt x="104477" y="26789"/>
                </a:cubicBezTo>
                <a:cubicBezTo>
                  <a:pt x="105370" y="25450"/>
                  <a:pt x="105370" y="24110"/>
                  <a:pt x="105370" y="23664"/>
                </a:cubicBezTo>
                <a:cubicBezTo>
                  <a:pt x="105370" y="22324"/>
                  <a:pt x="104924" y="21878"/>
                  <a:pt x="104477" y="21431"/>
                </a:cubicBezTo>
                <a:cubicBezTo>
                  <a:pt x="103584" y="20538"/>
                  <a:pt x="101352" y="20092"/>
                  <a:pt x="100459" y="19645"/>
                </a:cubicBezTo>
                <a:cubicBezTo>
                  <a:pt x="97334" y="18752"/>
                  <a:pt x="95994" y="16966"/>
                  <a:pt x="95548" y="16073"/>
                </a:cubicBezTo>
                <a:cubicBezTo>
                  <a:pt x="93315" y="13395"/>
                  <a:pt x="93315" y="10716"/>
                  <a:pt x="93315" y="9823"/>
                </a:cubicBezTo>
                <a:cubicBezTo>
                  <a:pt x="93315" y="5358"/>
                  <a:pt x="95101" y="3572"/>
                  <a:pt x="95994" y="2679"/>
                </a:cubicBezTo>
                <a:cubicBezTo>
                  <a:pt x="98227" y="0"/>
                  <a:pt x="100905" y="0"/>
                  <a:pt x="102245" y="0"/>
                </a:cubicBezTo>
                <a:cubicBezTo>
                  <a:pt x="107156" y="0"/>
                  <a:pt x="108942" y="2679"/>
                  <a:pt x="110282" y="4018"/>
                </a:cubicBezTo>
                <a:cubicBezTo>
                  <a:pt x="113407" y="7590"/>
                  <a:pt x="113407" y="12502"/>
                  <a:pt x="113407" y="14734"/>
                </a:cubicBezTo>
                <a:cubicBezTo>
                  <a:pt x="113407" y="23217"/>
                  <a:pt x="109389" y="30361"/>
                  <a:pt x="107603" y="33933"/>
                </a:cubicBezTo>
                <a:cubicBezTo>
                  <a:pt x="101798" y="44648"/>
                  <a:pt x="91083" y="59829"/>
                  <a:pt x="85725" y="66973"/>
                </a:cubicBezTo>
                <a:cubicBezTo>
                  <a:pt x="69205" y="89297"/>
                  <a:pt x="53578" y="107156"/>
                  <a:pt x="45988" y="116086"/>
                </a:cubicBezTo>
                <a:cubicBezTo>
                  <a:pt x="29468" y="134392"/>
                  <a:pt x="24557" y="137071"/>
                  <a:pt x="21878" y="138857"/>
                </a:cubicBezTo>
                <a:cubicBezTo>
                  <a:pt x="14288" y="143768"/>
                  <a:pt x="10269" y="143768"/>
                  <a:pt x="8483" y="143768"/>
                </a:cubicBezTo>
                <a:cubicBezTo>
                  <a:pt x="5358" y="143768"/>
                  <a:pt x="3572" y="141982"/>
                  <a:pt x="2679" y="141089"/>
                </a:cubicBezTo>
                <a:cubicBezTo>
                  <a:pt x="0" y="138410"/>
                  <a:pt x="0" y="136178"/>
                  <a:pt x="0" y="135285"/>
                </a:cubicBezTo>
                <a:cubicBezTo>
                  <a:pt x="0" y="131266"/>
                  <a:pt x="2679" y="129034"/>
                  <a:pt x="3572" y="127695"/>
                </a:cubicBezTo>
                <a:cubicBezTo>
                  <a:pt x="7144" y="124569"/>
                  <a:pt x="9823" y="124569"/>
                  <a:pt x="11162" y="124569"/>
                </a:cubicBezTo>
                <a:cubicBezTo>
                  <a:pt x="13395" y="124569"/>
                  <a:pt x="14288" y="125016"/>
                  <a:pt x="14734" y="125462"/>
                </a:cubicBezTo>
                <a:cubicBezTo>
                  <a:pt x="15627" y="125909"/>
                  <a:pt x="16520" y="127248"/>
                  <a:pt x="16520" y="128141"/>
                </a:cubicBezTo>
                <a:cubicBezTo>
                  <a:pt x="17859" y="130820"/>
                  <a:pt x="18306" y="131266"/>
                  <a:pt x="18306" y="131713"/>
                </a:cubicBezTo>
                <a:cubicBezTo>
                  <a:pt x="18752" y="132159"/>
                  <a:pt x="19645" y="132159"/>
                  <a:pt x="19645" y="132159"/>
                </a:cubicBezTo>
                <a:cubicBezTo>
                  <a:pt x="20538" y="132159"/>
                  <a:pt x="21431" y="131713"/>
                  <a:pt x="21878" y="131266"/>
                </a:cubicBezTo>
                <a:cubicBezTo>
                  <a:pt x="27682" y="127695"/>
                  <a:pt x="33040" y="122337"/>
                  <a:pt x="35719" y="119658"/>
                </a:cubicBezTo>
                <a:cubicBezTo>
                  <a:pt x="45988" y="109389"/>
                  <a:pt x="49113" y="104924"/>
                  <a:pt x="50899" y="102691"/>
                </a:cubicBezTo>
                <a:lnTo>
                  <a:pt x="45095" y="35272"/>
                </a:lnTo>
                <a:cubicBezTo>
                  <a:pt x="43309" y="18306"/>
                  <a:pt x="41523" y="16073"/>
                  <a:pt x="40184" y="14734"/>
                </a:cubicBezTo>
                <a:cubicBezTo>
                  <a:pt x="37505" y="11162"/>
                  <a:pt x="32593" y="11162"/>
                  <a:pt x="30361" y="11162"/>
                </a:cubicBezTo>
                <a:cubicBezTo>
                  <a:pt x="28129" y="11162"/>
                  <a:pt x="24110" y="11609"/>
                  <a:pt x="22324" y="11609"/>
                </a:cubicBezTo>
                <a:lnTo>
                  <a:pt x="21431" y="7590"/>
                </a:lnTo>
                <a:lnTo>
                  <a:pt x="52685" y="0"/>
                </a:lnTo>
                <a:close/>
                <a:moveTo>
                  <a:pt x="5268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4EE4B-4FF8-4EBC-9E22-F962478B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853" y="1134261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B1532-1AA3-4F65-A51F-DC6B181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694" y="1079344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5CCE3-CFC8-4DBA-BA18-75F2B9CA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431" y="1134261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03F8B-E6D0-4531-A91E-F84A472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679" y="1107919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12DA0-26D9-46BB-97A9-F5C3214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764" y="1107919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3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C5A1B-3B16-443F-8A64-0F74CB20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768" y="1079344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99266-7F1D-4CC1-A014-4F76537E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230" y="1134261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D3003-190E-4A45-B9ED-BAA7C428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598" y="1107919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1D018-0730-42FA-BC6C-9D2D7C8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89" y="1134261"/>
            <a:ext cx="94655" cy="99120"/>
          </a:xfrm>
          <a:custGeom xmlns:a="http://schemas.openxmlformats.org/drawingml/2006/main">
            <a:pathLst>
              <a:path w="94655" h="99120">
                <a:moveTo>
                  <a:pt x="94655" y="33486"/>
                </a:moveTo>
                <a:cubicBezTo>
                  <a:pt x="94655" y="49560"/>
                  <a:pt x="88850" y="59829"/>
                  <a:pt x="86171" y="65187"/>
                </a:cubicBezTo>
                <a:cubicBezTo>
                  <a:pt x="77688" y="80814"/>
                  <a:pt x="67419" y="86618"/>
                  <a:pt x="62508" y="89743"/>
                </a:cubicBezTo>
                <a:cubicBezTo>
                  <a:pt x="47327" y="99120"/>
                  <a:pt x="37951" y="99120"/>
                  <a:pt x="33040" y="99120"/>
                </a:cubicBezTo>
                <a:cubicBezTo>
                  <a:pt x="18306" y="99120"/>
                  <a:pt x="12502" y="92869"/>
                  <a:pt x="9376" y="89743"/>
                </a:cubicBezTo>
                <a:cubicBezTo>
                  <a:pt x="0" y="80367"/>
                  <a:pt x="0" y="70545"/>
                  <a:pt x="0" y="65633"/>
                </a:cubicBezTo>
                <a:cubicBezTo>
                  <a:pt x="0" y="50006"/>
                  <a:pt x="5804" y="39291"/>
                  <a:pt x="8930" y="34379"/>
                </a:cubicBezTo>
                <a:cubicBezTo>
                  <a:pt x="17859" y="18306"/>
                  <a:pt x="28129" y="12502"/>
                  <a:pt x="33040" y="9376"/>
                </a:cubicBezTo>
                <a:cubicBezTo>
                  <a:pt x="48220" y="0"/>
                  <a:pt x="57596" y="0"/>
                  <a:pt x="62508" y="0"/>
                </a:cubicBezTo>
                <a:cubicBezTo>
                  <a:pt x="76349" y="0"/>
                  <a:pt x="82600" y="6251"/>
                  <a:pt x="85279" y="9376"/>
                </a:cubicBezTo>
                <a:cubicBezTo>
                  <a:pt x="94655" y="18752"/>
                  <a:pt x="94655" y="28575"/>
                  <a:pt x="94655" y="33486"/>
                </a:cubicBezTo>
                <a:close/>
                <a:moveTo>
                  <a:pt x="76795" y="26343"/>
                </a:moveTo>
                <a:cubicBezTo>
                  <a:pt x="76795" y="16073"/>
                  <a:pt x="73670" y="12502"/>
                  <a:pt x="72330" y="10716"/>
                </a:cubicBezTo>
                <a:cubicBezTo>
                  <a:pt x="66973" y="5804"/>
                  <a:pt x="62061" y="5804"/>
                  <a:pt x="59382" y="5804"/>
                </a:cubicBezTo>
                <a:cubicBezTo>
                  <a:pt x="43755" y="5804"/>
                  <a:pt x="34826" y="20538"/>
                  <a:pt x="30807" y="28129"/>
                </a:cubicBezTo>
                <a:cubicBezTo>
                  <a:pt x="17413" y="50453"/>
                  <a:pt x="17413" y="65187"/>
                  <a:pt x="17413" y="72777"/>
                </a:cubicBezTo>
                <a:cubicBezTo>
                  <a:pt x="17413" y="83046"/>
                  <a:pt x="20985" y="86618"/>
                  <a:pt x="22771" y="88404"/>
                </a:cubicBezTo>
                <a:cubicBezTo>
                  <a:pt x="27682" y="93762"/>
                  <a:pt x="33040" y="93762"/>
                  <a:pt x="35272" y="93762"/>
                </a:cubicBezTo>
                <a:cubicBezTo>
                  <a:pt x="50453" y="93762"/>
                  <a:pt x="59382" y="79028"/>
                  <a:pt x="63847" y="71438"/>
                </a:cubicBezTo>
                <a:cubicBezTo>
                  <a:pt x="76795" y="49113"/>
                  <a:pt x="76795" y="33933"/>
                  <a:pt x="76795" y="26343"/>
                </a:cubicBezTo>
                <a:close/>
                <a:moveTo>
                  <a:pt x="76795" y="263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2F7D2-5DF4-4F1E-9588-37AF6EB6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257" y="1134261"/>
            <a:ext cx="127248" cy="143321"/>
          </a:xfrm>
          <a:custGeom xmlns:a="http://schemas.openxmlformats.org/drawingml/2006/main">
            <a:pathLst>
              <a:path w="127248" h="143321">
                <a:moveTo>
                  <a:pt x="72330" y="0"/>
                </a:moveTo>
                <a:lnTo>
                  <a:pt x="64740" y="24557"/>
                </a:lnTo>
                <a:cubicBezTo>
                  <a:pt x="76349" y="10716"/>
                  <a:pt x="82600" y="7144"/>
                  <a:pt x="85725" y="5804"/>
                </a:cubicBezTo>
                <a:cubicBezTo>
                  <a:pt x="94655" y="0"/>
                  <a:pt x="101352" y="0"/>
                  <a:pt x="104031" y="0"/>
                </a:cubicBezTo>
                <a:cubicBezTo>
                  <a:pt x="113854" y="0"/>
                  <a:pt x="118318" y="5358"/>
                  <a:pt x="120551" y="7590"/>
                </a:cubicBezTo>
                <a:cubicBezTo>
                  <a:pt x="127248" y="15180"/>
                  <a:pt x="127248" y="23217"/>
                  <a:pt x="127248" y="27236"/>
                </a:cubicBezTo>
                <a:cubicBezTo>
                  <a:pt x="127248" y="50453"/>
                  <a:pt x="114300" y="66526"/>
                  <a:pt x="108049" y="75009"/>
                </a:cubicBezTo>
                <a:cubicBezTo>
                  <a:pt x="88850" y="99120"/>
                  <a:pt x="72330" y="99120"/>
                  <a:pt x="63847" y="99120"/>
                </a:cubicBezTo>
                <a:cubicBezTo>
                  <a:pt x="58489" y="99120"/>
                  <a:pt x="55364" y="98227"/>
                  <a:pt x="54025" y="97780"/>
                </a:cubicBezTo>
                <a:cubicBezTo>
                  <a:pt x="50006" y="96441"/>
                  <a:pt x="46881" y="94655"/>
                  <a:pt x="45095" y="93762"/>
                </a:cubicBezTo>
                <a:lnTo>
                  <a:pt x="37058" y="121444"/>
                </a:lnTo>
                <a:cubicBezTo>
                  <a:pt x="34826" y="129480"/>
                  <a:pt x="34826" y="130820"/>
                  <a:pt x="34826" y="131713"/>
                </a:cubicBezTo>
                <a:cubicBezTo>
                  <a:pt x="34826" y="134392"/>
                  <a:pt x="35719" y="135285"/>
                  <a:pt x="36165" y="135731"/>
                </a:cubicBezTo>
                <a:cubicBezTo>
                  <a:pt x="37505" y="137517"/>
                  <a:pt x="39291" y="137964"/>
                  <a:pt x="40184" y="138410"/>
                </a:cubicBezTo>
                <a:cubicBezTo>
                  <a:pt x="42862" y="139303"/>
                  <a:pt x="48220" y="139303"/>
                  <a:pt x="51346" y="139303"/>
                </a:cubicBezTo>
                <a:lnTo>
                  <a:pt x="50006" y="143321"/>
                </a:lnTo>
                <a:lnTo>
                  <a:pt x="0" y="143321"/>
                </a:lnTo>
                <a:lnTo>
                  <a:pt x="893" y="139303"/>
                </a:lnTo>
                <a:cubicBezTo>
                  <a:pt x="10716" y="138857"/>
                  <a:pt x="13395" y="136624"/>
                  <a:pt x="14288" y="136178"/>
                </a:cubicBezTo>
                <a:cubicBezTo>
                  <a:pt x="17859" y="133052"/>
                  <a:pt x="20538" y="124123"/>
                  <a:pt x="21878" y="119211"/>
                </a:cubicBezTo>
                <a:lnTo>
                  <a:pt x="48667" y="25896"/>
                </a:lnTo>
                <a:cubicBezTo>
                  <a:pt x="51346" y="16966"/>
                  <a:pt x="51346" y="15627"/>
                  <a:pt x="51346" y="15180"/>
                </a:cubicBezTo>
                <a:cubicBezTo>
                  <a:pt x="51346" y="12055"/>
                  <a:pt x="50006" y="11162"/>
                  <a:pt x="49560" y="10269"/>
                </a:cubicBezTo>
                <a:cubicBezTo>
                  <a:pt x="47774" y="8930"/>
                  <a:pt x="45541" y="8930"/>
                  <a:pt x="44202" y="8930"/>
                </a:cubicBezTo>
                <a:cubicBezTo>
                  <a:pt x="41523" y="8930"/>
                  <a:pt x="37505" y="9376"/>
                  <a:pt x="35719" y="9823"/>
                </a:cubicBezTo>
                <a:lnTo>
                  <a:pt x="35719" y="5804"/>
                </a:lnTo>
                <a:lnTo>
                  <a:pt x="72330" y="0"/>
                </a:lnTo>
                <a:close/>
                <a:moveTo>
                  <a:pt x="47327" y="85279"/>
                </a:moveTo>
                <a:cubicBezTo>
                  <a:pt x="54025" y="93315"/>
                  <a:pt x="61615" y="93315"/>
                  <a:pt x="65187" y="93315"/>
                </a:cubicBezTo>
                <a:cubicBezTo>
                  <a:pt x="70991" y="93315"/>
                  <a:pt x="74563" y="91083"/>
                  <a:pt x="76349" y="90190"/>
                </a:cubicBezTo>
                <a:cubicBezTo>
                  <a:pt x="82600" y="87064"/>
                  <a:pt x="85725" y="83046"/>
                  <a:pt x="87957" y="80814"/>
                </a:cubicBezTo>
                <a:cubicBezTo>
                  <a:pt x="93315" y="75009"/>
                  <a:pt x="95994" y="69652"/>
                  <a:pt x="97780" y="66973"/>
                </a:cubicBezTo>
                <a:cubicBezTo>
                  <a:pt x="102245" y="58936"/>
                  <a:pt x="104477" y="51792"/>
                  <a:pt x="105370" y="48220"/>
                </a:cubicBezTo>
                <a:cubicBezTo>
                  <a:pt x="108942" y="37505"/>
                  <a:pt x="108942" y="30361"/>
                  <a:pt x="108942" y="26789"/>
                </a:cubicBezTo>
                <a:cubicBezTo>
                  <a:pt x="108942" y="18306"/>
                  <a:pt x="106263" y="15627"/>
                  <a:pt x="104924" y="13841"/>
                </a:cubicBezTo>
                <a:cubicBezTo>
                  <a:pt x="101352" y="9376"/>
                  <a:pt x="97780" y="9376"/>
                  <a:pt x="95994" y="9376"/>
                </a:cubicBezTo>
                <a:cubicBezTo>
                  <a:pt x="84386" y="9376"/>
                  <a:pt x="76795" y="17859"/>
                  <a:pt x="73223" y="22771"/>
                </a:cubicBezTo>
                <a:cubicBezTo>
                  <a:pt x="62061" y="35719"/>
                  <a:pt x="58489" y="47327"/>
                  <a:pt x="56704" y="53578"/>
                </a:cubicBezTo>
                <a:lnTo>
                  <a:pt x="47327" y="85279"/>
                </a:lnTo>
                <a:close/>
                <a:moveTo>
                  <a:pt x="47327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A8083-0F72-4018-91B1-DB96E1EF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88" y="1091845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042D8-F077-494A-8A13-79F8BC60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700" y="1134261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683FD-088C-4A50-8093-058C884E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31" y="1400126"/>
            <a:ext cx="127248" cy="143321"/>
          </a:xfrm>
          <a:custGeom xmlns:a="http://schemas.openxmlformats.org/drawingml/2006/main">
            <a:pathLst>
              <a:path w="127248" h="143321">
                <a:moveTo>
                  <a:pt x="72330" y="0"/>
                </a:moveTo>
                <a:lnTo>
                  <a:pt x="64740" y="24557"/>
                </a:lnTo>
                <a:cubicBezTo>
                  <a:pt x="76349" y="10716"/>
                  <a:pt x="82600" y="7144"/>
                  <a:pt x="85725" y="5804"/>
                </a:cubicBezTo>
                <a:cubicBezTo>
                  <a:pt x="94655" y="0"/>
                  <a:pt x="101352" y="0"/>
                  <a:pt x="104031" y="0"/>
                </a:cubicBezTo>
                <a:cubicBezTo>
                  <a:pt x="113854" y="0"/>
                  <a:pt x="118318" y="5358"/>
                  <a:pt x="120551" y="7590"/>
                </a:cubicBezTo>
                <a:cubicBezTo>
                  <a:pt x="127248" y="15180"/>
                  <a:pt x="127248" y="23217"/>
                  <a:pt x="127248" y="27236"/>
                </a:cubicBezTo>
                <a:cubicBezTo>
                  <a:pt x="127248" y="50453"/>
                  <a:pt x="114300" y="66526"/>
                  <a:pt x="108049" y="75009"/>
                </a:cubicBezTo>
                <a:cubicBezTo>
                  <a:pt x="88850" y="99120"/>
                  <a:pt x="72330" y="99120"/>
                  <a:pt x="63847" y="99120"/>
                </a:cubicBezTo>
                <a:cubicBezTo>
                  <a:pt x="58489" y="99120"/>
                  <a:pt x="55364" y="98227"/>
                  <a:pt x="54025" y="97780"/>
                </a:cubicBezTo>
                <a:cubicBezTo>
                  <a:pt x="50006" y="96441"/>
                  <a:pt x="46881" y="94655"/>
                  <a:pt x="45095" y="93762"/>
                </a:cubicBezTo>
                <a:lnTo>
                  <a:pt x="37058" y="121444"/>
                </a:lnTo>
                <a:cubicBezTo>
                  <a:pt x="34826" y="129480"/>
                  <a:pt x="34826" y="130820"/>
                  <a:pt x="34826" y="131713"/>
                </a:cubicBezTo>
                <a:cubicBezTo>
                  <a:pt x="34826" y="134392"/>
                  <a:pt x="35719" y="135285"/>
                  <a:pt x="36165" y="135731"/>
                </a:cubicBezTo>
                <a:cubicBezTo>
                  <a:pt x="37505" y="137517"/>
                  <a:pt x="39291" y="137964"/>
                  <a:pt x="40184" y="138410"/>
                </a:cubicBezTo>
                <a:cubicBezTo>
                  <a:pt x="42862" y="139303"/>
                  <a:pt x="48220" y="139303"/>
                  <a:pt x="51346" y="139303"/>
                </a:cubicBezTo>
                <a:lnTo>
                  <a:pt x="50006" y="143321"/>
                </a:lnTo>
                <a:lnTo>
                  <a:pt x="0" y="143321"/>
                </a:lnTo>
                <a:lnTo>
                  <a:pt x="893" y="139303"/>
                </a:lnTo>
                <a:cubicBezTo>
                  <a:pt x="10716" y="138857"/>
                  <a:pt x="13395" y="136624"/>
                  <a:pt x="14288" y="136178"/>
                </a:cubicBezTo>
                <a:cubicBezTo>
                  <a:pt x="17859" y="133052"/>
                  <a:pt x="20538" y="124123"/>
                  <a:pt x="21878" y="119211"/>
                </a:cubicBezTo>
                <a:lnTo>
                  <a:pt x="48667" y="25896"/>
                </a:lnTo>
                <a:cubicBezTo>
                  <a:pt x="51346" y="16966"/>
                  <a:pt x="51346" y="15627"/>
                  <a:pt x="51346" y="15180"/>
                </a:cubicBezTo>
                <a:cubicBezTo>
                  <a:pt x="51346" y="12055"/>
                  <a:pt x="50006" y="11162"/>
                  <a:pt x="49560" y="10269"/>
                </a:cubicBezTo>
                <a:cubicBezTo>
                  <a:pt x="47774" y="8930"/>
                  <a:pt x="45541" y="8930"/>
                  <a:pt x="44202" y="8930"/>
                </a:cubicBezTo>
                <a:cubicBezTo>
                  <a:pt x="41523" y="8930"/>
                  <a:pt x="37505" y="9376"/>
                  <a:pt x="35719" y="9823"/>
                </a:cubicBezTo>
                <a:lnTo>
                  <a:pt x="35719" y="5804"/>
                </a:lnTo>
                <a:lnTo>
                  <a:pt x="72330" y="0"/>
                </a:lnTo>
                <a:close/>
                <a:moveTo>
                  <a:pt x="47327" y="85279"/>
                </a:moveTo>
                <a:cubicBezTo>
                  <a:pt x="54025" y="93315"/>
                  <a:pt x="61615" y="93315"/>
                  <a:pt x="65187" y="93315"/>
                </a:cubicBezTo>
                <a:cubicBezTo>
                  <a:pt x="70991" y="93315"/>
                  <a:pt x="74563" y="91083"/>
                  <a:pt x="76349" y="90190"/>
                </a:cubicBezTo>
                <a:cubicBezTo>
                  <a:pt x="82600" y="87064"/>
                  <a:pt x="85725" y="83046"/>
                  <a:pt x="87957" y="80814"/>
                </a:cubicBezTo>
                <a:cubicBezTo>
                  <a:pt x="93315" y="75009"/>
                  <a:pt x="95994" y="69652"/>
                  <a:pt x="97780" y="66973"/>
                </a:cubicBezTo>
                <a:cubicBezTo>
                  <a:pt x="102245" y="58936"/>
                  <a:pt x="104477" y="51792"/>
                  <a:pt x="105370" y="48220"/>
                </a:cubicBezTo>
                <a:cubicBezTo>
                  <a:pt x="108942" y="37505"/>
                  <a:pt x="108942" y="30361"/>
                  <a:pt x="108942" y="26789"/>
                </a:cubicBezTo>
                <a:cubicBezTo>
                  <a:pt x="108942" y="18306"/>
                  <a:pt x="106263" y="15627"/>
                  <a:pt x="104924" y="13841"/>
                </a:cubicBezTo>
                <a:cubicBezTo>
                  <a:pt x="101352" y="9376"/>
                  <a:pt x="97780" y="9376"/>
                  <a:pt x="95994" y="9376"/>
                </a:cubicBezTo>
                <a:cubicBezTo>
                  <a:pt x="84386" y="9376"/>
                  <a:pt x="76795" y="17859"/>
                  <a:pt x="73223" y="22771"/>
                </a:cubicBezTo>
                <a:cubicBezTo>
                  <a:pt x="62061" y="35719"/>
                  <a:pt x="58489" y="47327"/>
                  <a:pt x="56704" y="53578"/>
                </a:cubicBezTo>
                <a:lnTo>
                  <a:pt x="47327" y="85279"/>
                </a:lnTo>
                <a:close/>
                <a:moveTo>
                  <a:pt x="47327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0433F-8823-4E13-AA7A-CEC90AE0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1" y="1400126"/>
            <a:ext cx="96441" cy="99120"/>
          </a:xfrm>
          <a:custGeom xmlns:a="http://schemas.openxmlformats.org/drawingml/2006/main">
            <a:pathLst>
              <a:path w="96441" h="99120">
                <a:moveTo>
                  <a:pt x="96441" y="2679"/>
                </a:moveTo>
                <a:lnTo>
                  <a:pt x="77688" y="66080"/>
                </a:lnTo>
                <a:cubicBezTo>
                  <a:pt x="73670" y="80367"/>
                  <a:pt x="73670" y="83046"/>
                  <a:pt x="73670" y="83939"/>
                </a:cubicBezTo>
                <a:cubicBezTo>
                  <a:pt x="73670" y="86171"/>
                  <a:pt x="74116" y="86618"/>
                  <a:pt x="74116" y="86618"/>
                </a:cubicBezTo>
                <a:cubicBezTo>
                  <a:pt x="75009" y="87511"/>
                  <a:pt x="75902" y="87511"/>
                  <a:pt x="76349" y="87511"/>
                </a:cubicBezTo>
                <a:cubicBezTo>
                  <a:pt x="78135" y="87511"/>
                  <a:pt x="79474" y="86618"/>
                  <a:pt x="80367" y="86171"/>
                </a:cubicBezTo>
                <a:cubicBezTo>
                  <a:pt x="82600" y="84386"/>
                  <a:pt x="88404" y="76795"/>
                  <a:pt x="91529" y="73223"/>
                </a:cubicBezTo>
                <a:lnTo>
                  <a:pt x="94208" y="75456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061" y="99120"/>
                  <a:pt x="60275" y="97334"/>
                  <a:pt x="59382" y="96441"/>
                </a:cubicBezTo>
                <a:cubicBezTo>
                  <a:pt x="57150" y="94655"/>
                  <a:pt x="57150" y="91976"/>
                  <a:pt x="57150" y="90636"/>
                </a:cubicBezTo>
                <a:cubicBezTo>
                  <a:pt x="57150" y="87064"/>
                  <a:pt x="58043" y="83046"/>
                  <a:pt x="58489" y="81260"/>
                </a:cubicBezTo>
                <a:cubicBezTo>
                  <a:pt x="60275" y="73223"/>
                  <a:pt x="65633" y="55811"/>
                  <a:pt x="68312" y="46881"/>
                </a:cubicBezTo>
                <a:cubicBezTo>
                  <a:pt x="50006" y="76795"/>
                  <a:pt x="41970" y="83939"/>
                  <a:pt x="37951" y="87511"/>
                </a:cubicBezTo>
                <a:cubicBezTo>
                  <a:pt x="25450" y="99120"/>
                  <a:pt x="18752" y="99120"/>
                  <a:pt x="15180" y="99120"/>
                </a:cubicBezTo>
                <a:cubicBezTo>
                  <a:pt x="10269" y="99120"/>
                  <a:pt x="8037" y="96887"/>
                  <a:pt x="6697" y="95994"/>
                </a:cubicBezTo>
                <a:cubicBezTo>
                  <a:pt x="3572" y="92422"/>
                  <a:pt x="3572" y="88850"/>
                  <a:pt x="3572" y="87064"/>
                </a:cubicBezTo>
                <a:cubicBezTo>
                  <a:pt x="3572" y="79028"/>
                  <a:pt x="6697" y="67866"/>
                  <a:pt x="8037" y="62508"/>
                </a:cubicBezTo>
                <a:lnTo>
                  <a:pt x="17413" y="29468"/>
                </a:lnTo>
                <a:cubicBezTo>
                  <a:pt x="20985" y="17859"/>
                  <a:pt x="20985" y="16073"/>
                  <a:pt x="20985" y="14734"/>
                </a:cubicBezTo>
                <a:cubicBezTo>
                  <a:pt x="20985" y="13841"/>
                  <a:pt x="20092" y="12948"/>
                  <a:pt x="20092" y="12502"/>
                </a:cubicBezTo>
                <a:cubicBezTo>
                  <a:pt x="19199" y="11609"/>
                  <a:pt x="18306" y="11609"/>
                  <a:pt x="17859" y="11609"/>
                </a:cubicBezTo>
                <a:cubicBezTo>
                  <a:pt x="15627" y="11609"/>
                  <a:pt x="14288" y="12948"/>
                  <a:pt x="13395" y="13395"/>
                </a:cubicBezTo>
                <a:cubicBezTo>
                  <a:pt x="11162" y="15180"/>
                  <a:pt x="5804" y="21878"/>
                  <a:pt x="3572" y="25450"/>
                </a:cubicBezTo>
                <a:lnTo>
                  <a:pt x="0" y="22771"/>
                </a:lnTo>
                <a:cubicBezTo>
                  <a:pt x="8037" y="10269"/>
                  <a:pt x="13841" y="6697"/>
                  <a:pt x="16966" y="4911"/>
                </a:cubicBezTo>
                <a:cubicBezTo>
                  <a:pt x="23664" y="0"/>
                  <a:pt x="27682" y="0"/>
                  <a:pt x="29468" y="0"/>
                </a:cubicBezTo>
                <a:cubicBezTo>
                  <a:pt x="33486" y="0"/>
                  <a:pt x="35272" y="1786"/>
                  <a:pt x="36165" y="2679"/>
                </a:cubicBezTo>
                <a:cubicBezTo>
                  <a:pt x="38398" y="5358"/>
                  <a:pt x="38398" y="7590"/>
                  <a:pt x="38398" y="8930"/>
                </a:cubicBezTo>
                <a:cubicBezTo>
                  <a:pt x="38398" y="14734"/>
                  <a:pt x="35719" y="24557"/>
                  <a:pt x="34379" y="29468"/>
                </a:cubicBezTo>
                <a:lnTo>
                  <a:pt x="24110" y="64294"/>
                </a:lnTo>
                <a:cubicBezTo>
                  <a:pt x="20092" y="78135"/>
                  <a:pt x="20092" y="80367"/>
                  <a:pt x="20092" y="81707"/>
                </a:cubicBezTo>
                <a:cubicBezTo>
                  <a:pt x="20092" y="83939"/>
                  <a:pt x="20985" y="84832"/>
                  <a:pt x="21431" y="85279"/>
                </a:cubicBezTo>
                <a:cubicBezTo>
                  <a:pt x="22771" y="86618"/>
                  <a:pt x="24110" y="86618"/>
                  <a:pt x="25003" y="86618"/>
                </a:cubicBezTo>
                <a:cubicBezTo>
                  <a:pt x="28575" y="86618"/>
                  <a:pt x="32147" y="83939"/>
                  <a:pt x="33933" y="83046"/>
                </a:cubicBezTo>
                <a:cubicBezTo>
                  <a:pt x="39737" y="79028"/>
                  <a:pt x="45988" y="70991"/>
                  <a:pt x="49113" y="66973"/>
                </a:cubicBezTo>
                <a:cubicBezTo>
                  <a:pt x="58489" y="55364"/>
                  <a:pt x="62954" y="47774"/>
                  <a:pt x="64740" y="44648"/>
                </a:cubicBezTo>
                <a:cubicBezTo>
                  <a:pt x="70991" y="33933"/>
                  <a:pt x="75456" y="18306"/>
                  <a:pt x="77688" y="10716"/>
                </a:cubicBezTo>
                <a:lnTo>
                  <a:pt x="80367" y="2679"/>
                </a:lnTo>
                <a:lnTo>
                  <a:pt x="96441" y="2679"/>
                </a:lnTo>
                <a:close/>
                <a:moveTo>
                  <a:pt x="96441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F083D-F242-4C4E-9AB8-110CB22F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65" y="1400126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66A7C-AB75-4C51-B76D-FD2CC811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23" y="1400126"/>
            <a:ext cx="127248" cy="143321"/>
          </a:xfrm>
          <a:custGeom xmlns:a="http://schemas.openxmlformats.org/drawingml/2006/main">
            <a:pathLst>
              <a:path w="127248" h="143321">
                <a:moveTo>
                  <a:pt x="72330" y="0"/>
                </a:moveTo>
                <a:lnTo>
                  <a:pt x="64740" y="24557"/>
                </a:lnTo>
                <a:cubicBezTo>
                  <a:pt x="76349" y="10716"/>
                  <a:pt x="82600" y="7144"/>
                  <a:pt x="85725" y="5804"/>
                </a:cubicBezTo>
                <a:cubicBezTo>
                  <a:pt x="94655" y="0"/>
                  <a:pt x="101352" y="0"/>
                  <a:pt x="104031" y="0"/>
                </a:cubicBezTo>
                <a:cubicBezTo>
                  <a:pt x="113854" y="0"/>
                  <a:pt x="118318" y="5358"/>
                  <a:pt x="120551" y="7590"/>
                </a:cubicBezTo>
                <a:cubicBezTo>
                  <a:pt x="127248" y="15180"/>
                  <a:pt x="127248" y="23217"/>
                  <a:pt x="127248" y="27236"/>
                </a:cubicBezTo>
                <a:cubicBezTo>
                  <a:pt x="127248" y="50453"/>
                  <a:pt x="114300" y="66526"/>
                  <a:pt x="108049" y="75009"/>
                </a:cubicBezTo>
                <a:cubicBezTo>
                  <a:pt x="88850" y="99120"/>
                  <a:pt x="72330" y="99120"/>
                  <a:pt x="63847" y="99120"/>
                </a:cubicBezTo>
                <a:cubicBezTo>
                  <a:pt x="58489" y="99120"/>
                  <a:pt x="55364" y="98227"/>
                  <a:pt x="54025" y="97780"/>
                </a:cubicBezTo>
                <a:cubicBezTo>
                  <a:pt x="50006" y="96441"/>
                  <a:pt x="46881" y="94655"/>
                  <a:pt x="45095" y="93762"/>
                </a:cubicBezTo>
                <a:lnTo>
                  <a:pt x="37058" y="121444"/>
                </a:lnTo>
                <a:cubicBezTo>
                  <a:pt x="34826" y="129480"/>
                  <a:pt x="34826" y="130820"/>
                  <a:pt x="34826" y="131713"/>
                </a:cubicBezTo>
                <a:cubicBezTo>
                  <a:pt x="34826" y="134392"/>
                  <a:pt x="35719" y="135285"/>
                  <a:pt x="36165" y="135731"/>
                </a:cubicBezTo>
                <a:cubicBezTo>
                  <a:pt x="37505" y="137517"/>
                  <a:pt x="39291" y="137964"/>
                  <a:pt x="40184" y="138410"/>
                </a:cubicBezTo>
                <a:cubicBezTo>
                  <a:pt x="42862" y="139303"/>
                  <a:pt x="48220" y="139303"/>
                  <a:pt x="51346" y="139303"/>
                </a:cubicBezTo>
                <a:lnTo>
                  <a:pt x="50006" y="143321"/>
                </a:lnTo>
                <a:lnTo>
                  <a:pt x="0" y="143321"/>
                </a:lnTo>
                <a:lnTo>
                  <a:pt x="893" y="139303"/>
                </a:lnTo>
                <a:cubicBezTo>
                  <a:pt x="10716" y="138857"/>
                  <a:pt x="13395" y="136624"/>
                  <a:pt x="14288" y="136178"/>
                </a:cubicBezTo>
                <a:cubicBezTo>
                  <a:pt x="17859" y="133052"/>
                  <a:pt x="20538" y="124123"/>
                  <a:pt x="21878" y="119211"/>
                </a:cubicBezTo>
                <a:lnTo>
                  <a:pt x="48667" y="25896"/>
                </a:lnTo>
                <a:cubicBezTo>
                  <a:pt x="51346" y="16966"/>
                  <a:pt x="51346" y="15627"/>
                  <a:pt x="51346" y="15180"/>
                </a:cubicBezTo>
                <a:cubicBezTo>
                  <a:pt x="51346" y="12055"/>
                  <a:pt x="50006" y="11162"/>
                  <a:pt x="49560" y="10269"/>
                </a:cubicBezTo>
                <a:cubicBezTo>
                  <a:pt x="47774" y="8930"/>
                  <a:pt x="45541" y="8930"/>
                  <a:pt x="44202" y="8930"/>
                </a:cubicBezTo>
                <a:cubicBezTo>
                  <a:pt x="41523" y="8930"/>
                  <a:pt x="37505" y="9376"/>
                  <a:pt x="35719" y="9823"/>
                </a:cubicBezTo>
                <a:lnTo>
                  <a:pt x="35719" y="5804"/>
                </a:lnTo>
                <a:lnTo>
                  <a:pt x="72330" y="0"/>
                </a:lnTo>
                <a:close/>
                <a:moveTo>
                  <a:pt x="47327" y="85279"/>
                </a:moveTo>
                <a:cubicBezTo>
                  <a:pt x="54025" y="93315"/>
                  <a:pt x="61615" y="93315"/>
                  <a:pt x="65187" y="93315"/>
                </a:cubicBezTo>
                <a:cubicBezTo>
                  <a:pt x="70991" y="93315"/>
                  <a:pt x="74563" y="91083"/>
                  <a:pt x="76349" y="90190"/>
                </a:cubicBezTo>
                <a:cubicBezTo>
                  <a:pt x="82600" y="87064"/>
                  <a:pt x="85725" y="83046"/>
                  <a:pt x="87957" y="80814"/>
                </a:cubicBezTo>
                <a:cubicBezTo>
                  <a:pt x="93315" y="75009"/>
                  <a:pt x="95994" y="69652"/>
                  <a:pt x="97780" y="66973"/>
                </a:cubicBezTo>
                <a:cubicBezTo>
                  <a:pt x="102245" y="58936"/>
                  <a:pt x="104477" y="51792"/>
                  <a:pt x="105370" y="48220"/>
                </a:cubicBezTo>
                <a:cubicBezTo>
                  <a:pt x="108942" y="37505"/>
                  <a:pt x="108942" y="30361"/>
                  <a:pt x="108942" y="26789"/>
                </a:cubicBezTo>
                <a:cubicBezTo>
                  <a:pt x="108942" y="18306"/>
                  <a:pt x="106263" y="15627"/>
                  <a:pt x="104924" y="13841"/>
                </a:cubicBezTo>
                <a:cubicBezTo>
                  <a:pt x="101352" y="9376"/>
                  <a:pt x="97780" y="9376"/>
                  <a:pt x="95994" y="9376"/>
                </a:cubicBezTo>
                <a:cubicBezTo>
                  <a:pt x="84386" y="9376"/>
                  <a:pt x="76795" y="17859"/>
                  <a:pt x="73223" y="22771"/>
                </a:cubicBezTo>
                <a:cubicBezTo>
                  <a:pt x="62061" y="35719"/>
                  <a:pt x="58489" y="47327"/>
                  <a:pt x="56704" y="53578"/>
                </a:cubicBezTo>
                <a:lnTo>
                  <a:pt x="47327" y="85279"/>
                </a:lnTo>
                <a:close/>
                <a:moveTo>
                  <a:pt x="47327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B7FED-F6E6-4510-B8A6-6178820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6" y="1345209"/>
            <a:ext cx="56257" cy="154037"/>
          </a:xfrm>
          <a:custGeom xmlns:a="http://schemas.openxmlformats.org/drawingml/2006/main">
            <a:pathLst>
              <a:path w="56257" h="154037">
                <a:moveTo>
                  <a:pt x="56257" y="0"/>
                </a:moveTo>
                <a:lnTo>
                  <a:pt x="20092" y="126802"/>
                </a:lnTo>
                <a:cubicBezTo>
                  <a:pt x="17413" y="136178"/>
                  <a:pt x="17413" y="137517"/>
                  <a:pt x="17413" y="138410"/>
                </a:cubicBezTo>
                <a:cubicBezTo>
                  <a:pt x="17413" y="140196"/>
                  <a:pt x="17859" y="140643"/>
                  <a:pt x="18306" y="141089"/>
                </a:cubicBezTo>
                <a:cubicBezTo>
                  <a:pt x="19199" y="141982"/>
                  <a:pt x="20092" y="141982"/>
                  <a:pt x="20985" y="141982"/>
                </a:cubicBezTo>
                <a:cubicBezTo>
                  <a:pt x="22771" y="141982"/>
                  <a:pt x="24110" y="141089"/>
                  <a:pt x="25003" y="140196"/>
                </a:cubicBezTo>
                <a:cubicBezTo>
                  <a:pt x="30807" y="135731"/>
                  <a:pt x="34826" y="129927"/>
                  <a:pt x="36612" y="126802"/>
                </a:cubicBezTo>
                <a:lnTo>
                  <a:pt x="40184" y="129927"/>
                </a:lnTo>
                <a:cubicBezTo>
                  <a:pt x="29914" y="144214"/>
                  <a:pt x="24110" y="148233"/>
                  <a:pt x="21431" y="150019"/>
                </a:cubicBezTo>
                <a:cubicBezTo>
                  <a:pt x="14734" y="154037"/>
                  <a:pt x="11162" y="154037"/>
                  <a:pt x="9376" y="154037"/>
                </a:cubicBezTo>
                <a:cubicBezTo>
                  <a:pt x="5358" y="154037"/>
                  <a:pt x="3572" y="152251"/>
                  <a:pt x="2679" y="151358"/>
                </a:cubicBezTo>
                <a:cubicBezTo>
                  <a:pt x="0" y="148679"/>
                  <a:pt x="0" y="146000"/>
                  <a:pt x="0" y="144661"/>
                </a:cubicBezTo>
                <a:cubicBezTo>
                  <a:pt x="0" y="141089"/>
                  <a:pt x="1786" y="133052"/>
                  <a:pt x="3125" y="129034"/>
                </a:cubicBezTo>
                <a:lnTo>
                  <a:pt x="32147" y="29021"/>
                </a:lnTo>
                <a:cubicBezTo>
                  <a:pt x="35719" y="16966"/>
                  <a:pt x="35719" y="15627"/>
                  <a:pt x="35719" y="14734"/>
                </a:cubicBezTo>
                <a:cubicBezTo>
                  <a:pt x="35719" y="12502"/>
                  <a:pt x="34379" y="11609"/>
                  <a:pt x="33486" y="10716"/>
                </a:cubicBezTo>
                <a:cubicBezTo>
                  <a:pt x="31700" y="9376"/>
                  <a:pt x="29021" y="9376"/>
                  <a:pt x="27236" y="9376"/>
                </a:cubicBezTo>
                <a:cubicBezTo>
                  <a:pt x="25003" y="9376"/>
                  <a:pt x="21431" y="9823"/>
                  <a:pt x="20092" y="9823"/>
                </a:cubicBezTo>
                <a:lnTo>
                  <a:pt x="20092" y="5804"/>
                </a:lnTo>
                <a:lnTo>
                  <a:pt x="56257" y="0"/>
                </a:lnTo>
                <a:close/>
                <a:moveTo>
                  <a:pt x="562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9530D-65FB-47DA-AC63-503AFB28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29" y="140012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BE337-75DB-4AD8-A99D-C80B22BB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97" y="137378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EF913-6640-4A63-94BF-201AF93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34" y="140012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0856F-5A1C-4D84-AD31-77EEF12D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20" y="1400126"/>
            <a:ext cx="103584" cy="99120"/>
          </a:xfrm>
          <a:custGeom xmlns:a="http://schemas.openxmlformats.org/drawingml/2006/main">
            <a:pathLst>
              <a:path w="103584" h="99120">
                <a:moveTo>
                  <a:pt x="45988" y="0"/>
                </a:moveTo>
                <a:cubicBezTo>
                  <a:pt x="50899" y="5804"/>
                  <a:pt x="52685" y="9376"/>
                  <a:pt x="53578" y="11162"/>
                </a:cubicBezTo>
                <a:cubicBezTo>
                  <a:pt x="55811" y="15180"/>
                  <a:pt x="58489" y="25896"/>
                  <a:pt x="59829" y="31254"/>
                </a:cubicBezTo>
                <a:lnTo>
                  <a:pt x="69205" y="16966"/>
                </a:lnTo>
                <a:cubicBezTo>
                  <a:pt x="73223" y="12055"/>
                  <a:pt x="76795" y="8930"/>
                  <a:pt x="78135" y="7590"/>
                </a:cubicBezTo>
                <a:cubicBezTo>
                  <a:pt x="83939" y="2679"/>
                  <a:pt x="86618" y="1786"/>
                  <a:pt x="87511" y="893"/>
                </a:cubicBezTo>
                <a:cubicBezTo>
                  <a:pt x="90190" y="0"/>
                  <a:pt x="92422" y="0"/>
                  <a:pt x="93315" y="0"/>
                </a:cubicBezTo>
                <a:cubicBezTo>
                  <a:pt x="97780" y="0"/>
                  <a:pt x="99566" y="1786"/>
                  <a:pt x="100905" y="2679"/>
                </a:cubicBezTo>
                <a:cubicBezTo>
                  <a:pt x="103584" y="4911"/>
                  <a:pt x="103584" y="7144"/>
                  <a:pt x="103584" y="8483"/>
                </a:cubicBezTo>
                <a:cubicBezTo>
                  <a:pt x="103584" y="12502"/>
                  <a:pt x="102245" y="13395"/>
                  <a:pt x="101798" y="14288"/>
                </a:cubicBezTo>
                <a:cubicBezTo>
                  <a:pt x="98673" y="16966"/>
                  <a:pt x="96441" y="16966"/>
                  <a:pt x="95101" y="16966"/>
                </a:cubicBezTo>
                <a:cubicBezTo>
                  <a:pt x="92869" y="16966"/>
                  <a:pt x="91083" y="16073"/>
                  <a:pt x="90190" y="15627"/>
                </a:cubicBezTo>
                <a:cubicBezTo>
                  <a:pt x="85279" y="14288"/>
                  <a:pt x="83939" y="14288"/>
                  <a:pt x="83493" y="14288"/>
                </a:cubicBezTo>
                <a:cubicBezTo>
                  <a:pt x="80814" y="14288"/>
                  <a:pt x="78581" y="16073"/>
                  <a:pt x="77688" y="16966"/>
                </a:cubicBezTo>
                <a:cubicBezTo>
                  <a:pt x="70991" y="22771"/>
                  <a:pt x="64740" y="33040"/>
                  <a:pt x="61615" y="38398"/>
                </a:cubicBezTo>
                <a:lnTo>
                  <a:pt x="70545" y="75009"/>
                </a:lnTo>
                <a:cubicBezTo>
                  <a:pt x="72330" y="83493"/>
                  <a:pt x="73223" y="84832"/>
                  <a:pt x="73670" y="85279"/>
                </a:cubicBezTo>
                <a:cubicBezTo>
                  <a:pt x="75456" y="86618"/>
                  <a:pt x="76349" y="86618"/>
                  <a:pt x="76795" y="86618"/>
                </a:cubicBezTo>
                <a:cubicBezTo>
                  <a:pt x="78581" y="86618"/>
                  <a:pt x="80814" y="85279"/>
                  <a:pt x="81707" y="84386"/>
                </a:cubicBezTo>
                <a:cubicBezTo>
                  <a:pt x="87511" y="79474"/>
                  <a:pt x="90190" y="74116"/>
                  <a:pt x="91976" y="71438"/>
                </a:cubicBezTo>
                <a:lnTo>
                  <a:pt x="95548" y="73670"/>
                </a:lnTo>
                <a:cubicBezTo>
                  <a:pt x="88850" y="86171"/>
                  <a:pt x="82153" y="91529"/>
                  <a:pt x="78581" y="94655"/>
                </a:cubicBezTo>
                <a:cubicBezTo>
                  <a:pt x="72777" y="99120"/>
                  <a:pt x="70098" y="99120"/>
                  <a:pt x="68312" y="99120"/>
                </a:cubicBezTo>
                <a:cubicBezTo>
                  <a:pt x="62508" y="99120"/>
                  <a:pt x="60275" y="94655"/>
                  <a:pt x="58936" y="92422"/>
                </a:cubicBezTo>
                <a:cubicBezTo>
                  <a:pt x="57150" y="87957"/>
                  <a:pt x="52239" y="66973"/>
                  <a:pt x="49560" y="56704"/>
                </a:cubicBezTo>
                <a:cubicBezTo>
                  <a:pt x="33040" y="85725"/>
                  <a:pt x="26789" y="91083"/>
                  <a:pt x="23217" y="93762"/>
                </a:cubicBezTo>
                <a:cubicBezTo>
                  <a:pt x="16966" y="99120"/>
                  <a:pt x="12502" y="99120"/>
                  <a:pt x="10716" y="99120"/>
                </a:cubicBezTo>
                <a:cubicBezTo>
                  <a:pt x="6251" y="99120"/>
                  <a:pt x="4018" y="96887"/>
                  <a:pt x="2679" y="95994"/>
                </a:cubicBezTo>
                <a:cubicBezTo>
                  <a:pt x="0" y="93762"/>
                  <a:pt x="0" y="91083"/>
                  <a:pt x="0" y="89743"/>
                </a:cubicBezTo>
                <a:cubicBezTo>
                  <a:pt x="0" y="86171"/>
                  <a:pt x="1786" y="84832"/>
                  <a:pt x="2679" y="83939"/>
                </a:cubicBezTo>
                <a:cubicBezTo>
                  <a:pt x="4911" y="81707"/>
                  <a:pt x="7144" y="81707"/>
                  <a:pt x="8037" y="81707"/>
                </a:cubicBezTo>
                <a:cubicBezTo>
                  <a:pt x="11609" y="81707"/>
                  <a:pt x="14288" y="83939"/>
                  <a:pt x="15627" y="84832"/>
                </a:cubicBezTo>
                <a:cubicBezTo>
                  <a:pt x="18306" y="87511"/>
                  <a:pt x="19199" y="87511"/>
                  <a:pt x="19645" y="87511"/>
                </a:cubicBezTo>
                <a:cubicBezTo>
                  <a:pt x="20985" y="87511"/>
                  <a:pt x="22324" y="86171"/>
                  <a:pt x="23217" y="85725"/>
                </a:cubicBezTo>
                <a:cubicBezTo>
                  <a:pt x="28129" y="81707"/>
                  <a:pt x="33933" y="72777"/>
                  <a:pt x="37058" y="68312"/>
                </a:cubicBezTo>
                <a:cubicBezTo>
                  <a:pt x="45541" y="54918"/>
                  <a:pt x="47327" y="50899"/>
                  <a:pt x="48220" y="48667"/>
                </a:cubicBezTo>
                <a:cubicBezTo>
                  <a:pt x="41523" y="22771"/>
                  <a:pt x="41077" y="21878"/>
                  <a:pt x="41077" y="21431"/>
                </a:cubicBezTo>
                <a:cubicBezTo>
                  <a:pt x="38398" y="14734"/>
                  <a:pt x="36165" y="12502"/>
                  <a:pt x="34826" y="11609"/>
                </a:cubicBezTo>
                <a:cubicBezTo>
                  <a:pt x="30807" y="8483"/>
                  <a:pt x="25450" y="8483"/>
                  <a:pt x="22771" y="8483"/>
                </a:cubicBezTo>
                <a:cubicBezTo>
                  <a:pt x="20538" y="8483"/>
                  <a:pt x="18306" y="8930"/>
                  <a:pt x="17413" y="8930"/>
                </a:cubicBezTo>
                <a:lnTo>
                  <a:pt x="17413" y="5358"/>
                </a:lnTo>
                <a:lnTo>
                  <a:pt x="45988" y="0"/>
                </a:lnTo>
                <a:close/>
                <a:moveTo>
                  <a:pt x="459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E624E-8711-489B-A11C-6976907B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07" y="137378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801C9-B915-44CF-B3F9-FFD46E03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91" y="1477368"/>
            <a:ext cx="21878" cy="21878"/>
          </a:xfrm>
          <a:custGeom xmlns:a="http://schemas.openxmlformats.org/drawingml/2006/main">
            <a:pathLst>
              <a:path w="21878" h="21878">
                <a:moveTo>
                  <a:pt x="11162" y="0"/>
                </a:moveTo>
                <a:cubicBezTo>
                  <a:pt x="15627" y="0"/>
                  <a:pt x="17413" y="2232"/>
                  <a:pt x="18752" y="3572"/>
                </a:cubicBezTo>
                <a:cubicBezTo>
                  <a:pt x="21878" y="6697"/>
                  <a:pt x="21878" y="9376"/>
                  <a:pt x="21878" y="10716"/>
                </a:cubicBezTo>
                <a:cubicBezTo>
                  <a:pt x="21878" y="15627"/>
                  <a:pt x="19645" y="17859"/>
                  <a:pt x="18752" y="18752"/>
                </a:cubicBezTo>
                <a:cubicBezTo>
                  <a:pt x="15180" y="21878"/>
                  <a:pt x="12502" y="21878"/>
                  <a:pt x="11162" y="21878"/>
                </a:cubicBezTo>
                <a:cubicBezTo>
                  <a:pt x="6251" y="21878"/>
                  <a:pt x="4018" y="19645"/>
                  <a:pt x="3125" y="18752"/>
                </a:cubicBezTo>
                <a:cubicBezTo>
                  <a:pt x="0" y="15627"/>
                  <a:pt x="0" y="12502"/>
                  <a:pt x="0" y="10716"/>
                </a:cubicBezTo>
                <a:cubicBezTo>
                  <a:pt x="0" y="6697"/>
                  <a:pt x="2232" y="4465"/>
                  <a:pt x="3125" y="3572"/>
                </a:cubicBezTo>
                <a:cubicBezTo>
                  <a:pt x="6251" y="0"/>
                  <a:pt x="9376" y="0"/>
                  <a:pt x="11162" y="0"/>
                </a:cubicBezTo>
                <a:close/>
                <a:moveTo>
                  <a:pt x="1116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D0800-562B-42B4-B359-418329EB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57" y="1351906"/>
            <a:ext cx="126355" cy="144661"/>
          </a:xfrm>
          <a:custGeom xmlns:a="http://schemas.openxmlformats.org/drawingml/2006/main">
            <a:pathLst>
              <a:path w="126355" h="144661">
                <a:moveTo>
                  <a:pt x="16520" y="0"/>
                </a:moveTo>
                <a:lnTo>
                  <a:pt x="126355" y="0"/>
                </a:lnTo>
                <a:lnTo>
                  <a:pt x="114746" y="38398"/>
                </a:lnTo>
                <a:lnTo>
                  <a:pt x="110728" y="38398"/>
                </a:lnTo>
                <a:cubicBezTo>
                  <a:pt x="112514" y="30361"/>
                  <a:pt x="112514" y="25450"/>
                  <a:pt x="112514" y="23664"/>
                </a:cubicBezTo>
                <a:cubicBezTo>
                  <a:pt x="112514" y="15627"/>
                  <a:pt x="109389" y="13395"/>
                  <a:pt x="107603" y="12055"/>
                </a:cubicBezTo>
                <a:cubicBezTo>
                  <a:pt x="104031" y="8930"/>
                  <a:pt x="94208" y="8930"/>
                  <a:pt x="89297" y="8930"/>
                </a:cubicBezTo>
                <a:lnTo>
                  <a:pt x="77688" y="8930"/>
                </a:lnTo>
                <a:lnTo>
                  <a:pt x="49113" y="108496"/>
                </a:lnTo>
                <a:cubicBezTo>
                  <a:pt x="43755" y="127248"/>
                  <a:pt x="43755" y="129927"/>
                  <a:pt x="43755" y="131713"/>
                </a:cubicBezTo>
                <a:cubicBezTo>
                  <a:pt x="43755" y="135731"/>
                  <a:pt x="45988" y="137071"/>
                  <a:pt x="47327" y="137964"/>
                </a:cubicBezTo>
                <a:cubicBezTo>
                  <a:pt x="50453" y="140643"/>
                  <a:pt x="56257" y="140643"/>
                  <a:pt x="59382" y="140643"/>
                </a:cubicBezTo>
                <a:lnTo>
                  <a:pt x="64294" y="140643"/>
                </a:lnTo>
                <a:lnTo>
                  <a:pt x="62954" y="144661"/>
                </a:lnTo>
                <a:lnTo>
                  <a:pt x="0" y="144661"/>
                </a:lnTo>
                <a:lnTo>
                  <a:pt x="1339" y="140643"/>
                </a:lnTo>
                <a:lnTo>
                  <a:pt x="4018" y="140643"/>
                </a:lnTo>
                <a:cubicBezTo>
                  <a:pt x="12055" y="140643"/>
                  <a:pt x="15180" y="138857"/>
                  <a:pt x="16520" y="137964"/>
                </a:cubicBezTo>
                <a:cubicBezTo>
                  <a:pt x="19645" y="136178"/>
                  <a:pt x="21431" y="133052"/>
                  <a:pt x="22324" y="131713"/>
                </a:cubicBezTo>
                <a:cubicBezTo>
                  <a:pt x="24557" y="126802"/>
                  <a:pt x="27682" y="116532"/>
                  <a:pt x="29468" y="111621"/>
                </a:cubicBezTo>
                <a:lnTo>
                  <a:pt x="59382" y="8930"/>
                </a:lnTo>
                <a:lnTo>
                  <a:pt x="50453" y="8930"/>
                </a:lnTo>
                <a:cubicBezTo>
                  <a:pt x="37951" y="8930"/>
                  <a:pt x="33040" y="11162"/>
                  <a:pt x="30361" y="12055"/>
                </a:cubicBezTo>
                <a:cubicBezTo>
                  <a:pt x="22771" y="15180"/>
                  <a:pt x="19645" y="19199"/>
                  <a:pt x="18306" y="21431"/>
                </a:cubicBezTo>
                <a:cubicBezTo>
                  <a:pt x="13395" y="27236"/>
                  <a:pt x="11609" y="34826"/>
                  <a:pt x="10716" y="38398"/>
                </a:cubicBezTo>
                <a:lnTo>
                  <a:pt x="6697" y="38398"/>
                </a:lnTo>
                <a:lnTo>
                  <a:pt x="16520" y="0"/>
                </a:lnTo>
                <a:close/>
                <a:moveTo>
                  <a:pt x="165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F96AA-1BB8-41D9-AB6D-79EF9775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180" y="1345209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122C2-02D4-4B1E-9972-CB49F1E6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42" y="140012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7C512-7843-4084-9B9B-286AFDA8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970" y="1400126"/>
            <a:ext cx="127248" cy="143321"/>
          </a:xfrm>
          <a:custGeom xmlns:a="http://schemas.openxmlformats.org/drawingml/2006/main">
            <a:pathLst>
              <a:path w="127248" h="143321">
                <a:moveTo>
                  <a:pt x="72330" y="0"/>
                </a:moveTo>
                <a:lnTo>
                  <a:pt x="64740" y="24557"/>
                </a:lnTo>
                <a:cubicBezTo>
                  <a:pt x="76349" y="10716"/>
                  <a:pt x="82600" y="7144"/>
                  <a:pt x="85725" y="5804"/>
                </a:cubicBezTo>
                <a:cubicBezTo>
                  <a:pt x="94655" y="0"/>
                  <a:pt x="101352" y="0"/>
                  <a:pt x="104031" y="0"/>
                </a:cubicBezTo>
                <a:cubicBezTo>
                  <a:pt x="113854" y="0"/>
                  <a:pt x="118318" y="5358"/>
                  <a:pt x="120551" y="7590"/>
                </a:cubicBezTo>
                <a:cubicBezTo>
                  <a:pt x="127248" y="15180"/>
                  <a:pt x="127248" y="23217"/>
                  <a:pt x="127248" y="27236"/>
                </a:cubicBezTo>
                <a:cubicBezTo>
                  <a:pt x="127248" y="50453"/>
                  <a:pt x="114300" y="66526"/>
                  <a:pt x="108049" y="75009"/>
                </a:cubicBezTo>
                <a:cubicBezTo>
                  <a:pt x="88850" y="99120"/>
                  <a:pt x="72330" y="99120"/>
                  <a:pt x="63847" y="99120"/>
                </a:cubicBezTo>
                <a:cubicBezTo>
                  <a:pt x="58489" y="99120"/>
                  <a:pt x="55364" y="98227"/>
                  <a:pt x="54025" y="97780"/>
                </a:cubicBezTo>
                <a:cubicBezTo>
                  <a:pt x="50006" y="96441"/>
                  <a:pt x="46881" y="94655"/>
                  <a:pt x="45095" y="93762"/>
                </a:cubicBezTo>
                <a:lnTo>
                  <a:pt x="37058" y="121444"/>
                </a:lnTo>
                <a:cubicBezTo>
                  <a:pt x="34826" y="129480"/>
                  <a:pt x="34826" y="130820"/>
                  <a:pt x="34826" y="131713"/>
                </a:cubicBezTo>
                <a:cubicBezTo>
                  <a:pt x="34826" y="134392"/>
                  <a:pt x="35719" y="135285"/>
                  <a:pt x="36165" y="135731"/>
                </a:cubicBezTo>
                <a:cubicBezTo>
                  <a:pt x="37505" y="137517"/>
                  <a:pt x="39291" y="137964"/>
                  <a:pt x="40184" y="138410"/>
                </a:cubicBezTo>
                <a:cubicBezTo>
                  <a:pt x="42862" y="139303"/>
                  <a:pt x="48220" y="139303"/>
                  <a:pt x="51346" y="139303"/>
                </a:cubicBezTo>
                <a:lnTo>
                  <a:pt x="50006" y="143321"/>
                </a:lnTo>
                <a:lnTo>
                  <a:pt x="0" y="143321"/>
                </a:lnTo>
                <a:lnTo>
                  <a:pt x="893" y="139303"/>
                </a:lnTo>
                <a:cubicBezTo>
                  <a:pt x="10716" y="138857"/>
                  <a:pt x="13395" y="136624"/>
                  <a:pt x="14288" y="136178"/>
                </a:cubicBezTo>
                <a:cubicBezTo>
                  <a:pt x="17859" y="133052"/>
                  <a:pt x="20538" y="124123"/>
                  <a:pt x="21878" y="119211"/>
                </a:cubicBezTo>
                <a:lnTo>
                  <a:pt x="48667" y="25896"/>
                </a:lnTo>
                <a:cubicBezTo>
                  <a:pt x="51346" y="16966"/>
                  <a:pt x="51346" y="15627"/>
                  <a:pt x="51346" y="15180"/>
                </a:cubicBezTo>
                <a:cubicBezTo>
                  <a:pt x="51346" y="12055"/>
                  <a:pt x="50006" y="11162"/>
                  <a:pt x="49560" y="10269"/>
                </a:cubicBezTo>
                <a:cubicBezTo>
                  <a:pt x="47774" y="8930"/>
                  <a:pt x="45541" y="8930"/>
                  <a:pt x="44202" y="8930"/>
                </a:cubicBezTo>
                <a:cubicBezTo>
                  <a:pt x="41523" y="8930"/>
                  <a:pt x="37505" y="9376"/>
                  <a:pt x="35719" y="9823"/>
                </a:cubicBezTo>
                <a:lnTo>
                  <a:pt x="35719" y="5804"/>
                </a:lnTo>
                <a:lnTo>
                  <a:pt x="72330" y="0"/>
                </a:lnTo>
                <a:close/>
                <a:moveTo>
                  <a:pt x="47327" y="85279"/>
                </a:moveTo>
                <a:cubicBezTo>
                  <a:pt x="54025" y="93315"/>
                  <a:pt x="61615" y="93315"/>
                  <a:pt x="65187" y="93315"/>
                </a:cubicBezTo>
                <a:cubicBezTo>
                  <a:pt x="70991" y="93315"/>
                  <a:pt x="74563" y="91083"/>
                  <a:pt x="76349" y="90190"/>
                </a:cubicBezTo>
                <a:cubicBezTo>
                  <a:pt x="82600" y="87064"/>
                  <a:pt x="85725" y="83046"/>
                  <a:pt x="87957" y="80814"/>
                </a:cubicBezTo>
                <a:cubicBezTo>
                  <a:pt x="93315" y="75009"/>
                  <a:pt x="95994" y="69652"/>
                  <a:pt x="97780" y="66973"/>
                </a:cubicBezTo>
                <a:cubicBezTo>
                  <a:pt x="102245" y="58936"/>
                  <a:pt x="104477" y="51792"/>
                  <a:pt x="105370" y="48220"/>
                </a:cubicBezTo>
                <a:cubicBezTo>
                  <a:pt x="108942" y="37505"/>
                  <a:pt x="108942" y="30361"/>
                  <a:pt x="108942" y="26789"/>
                </a:cubicBezTo>
                <a:cubicBezTo>
                  <a:pt x="108942" y="18306"/>
                  <a:pt x="106263" y="15627"/>
                  <a:pt x="104924" y="13841"/>
                </a:cubicBezTo>
                <a:cubicBezTo>
                  <a:pt x="101352" y="9376"/>
                  <a:pt x="97780" y="9376"/>
                  <a:pt x="95994" y="9376"/>
                </a:cubicBezTo>
                <a:cubicBezTo>
                  <a:pt x="84386" y="9376"/>
                  <a:pt x="76795" y="17859"/>
                  <a:pt x="73223" y="22771"/>
                </a:cubicBezTo>
                <a:cubicBezTo>
                  <a:pt x="62061" y="35719"/>
                  <a:pt x="58489" y="47327"/>
                  <a:pt x="56704" y="53578"/>
                </a:cubicBezTo>
                <a:lnTo>
                  <a:pt x="47327" y="85279"/>
                </a:lnTo>
                <a:close/>
                <a:moveTo>
                  <a:pt x="47327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BA42B-D557-4BEE-A9AF-60136458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686" y="1357710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22E7A-C1F8-43F4-AD9E-67AA54D8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477" y="140012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C7C03-FB26-48F3-8661-16B1FA61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719" y="1400126"/>
            <a:ext cx="87064" cy="99120"/>
          </a:xfrm>
          <a:custGeom xmlns:a="http://schemas.openxmlformats.org/drawingml/2006/main">
            <a:pathLst>
              <a:path w="87064" h="99120">
                <a:moveTo>
                  <a:pt x="78581" y="73223"/>
                </a:moveTo>
                <a:cubicBezTo>
                  <a:pt x="67419" y="86618"/>
                  <a:pt x="59829" y="90636"/>
                  <a:pt x="55811" y="92869"/>
                </a:cubicBezTo>
                <a:cubicBezTo>
                  <a:pt x="44648" y="99120"/>
                  <a:pt x="36165" y="99120"/>
                  <a:pt x="32147" y="99120"/>
                </a:cubicBezTo>
                <a:cubicBezTo>
                  <a:pt x="16966" y="99120"/>
                  <a:pt x="11609" y="93315"/>
                  <a:pt x="8483" y="90636"/>
                </a:cubicBezTo>
                <a:cubicBezTo>
                  <a:pt x="0" y="82153"/>
                  <a:pt x="0" y="72330"/>
                  <a:pt x="0" y="67419"/>
                </a:cubicBezTo>
                <a:cubicBezTo>
                  <a:pt x="0" y="51346"/>
                  <a:pt x="6251" y="40630"/>
                  <a:pt x="9376" y="35719"/>
                </a:cubicBezTo>
                <a:cubicBezTo>
                  <a:pt x="18306" y="19645"/>
                  <a:pt x="28575" y="13395"/>
                  <a:pt x="33933" y="9823"/>
                </a:cubicBezTo>
                <a:cubicBezTo>
                  <a:pt x="49113" y="0"/>
                  <a:pt x="58936" y="0"/>
                  <a:pt x="63847" y="0"/>
                </a:cubicBezTo>
                <a:cubicBezTo>
                  <a:pt x="75456" y="0"/>
                  <a:pt x="79474" y="3125"/>
                  <a:pt x="81260" y="4911"/>
                </a:cubicBezTo>
                <a:cubicBezTo>
                  <a:pt x="87064" y="9823"/>
                  <a:pt x="87064" y="14734"/>
                  <a:pt x="87064" y="16966"/>
                </a:cubicBezTo>
                <a:cubicBezTo>
                  <a:pt x="87064" y="23664"/>
                  <a:pt x="84386" y="26789"/>
                  <a:pt x="83046" y="28129"/>
                </a:cubicBezTo>
                <a:cubicBezTo>
                  <a:pt x="79921" y="31700"/>
                  <a:pt x="77242" y="31700"/>
                  <a:pt x="75456" y="31700"/>
                </a:cubicBezTo>
                <a:cubicBezTo>
                  <a:pt x="72330" y="31700"/>
                  <a:pt x="70991" y="30361"/>
                  <a:pt x="70098" y="29468"/>
                </a:cubicBezTo>
                <a:cubicBezTo>
                  <a:pt x="67866" y="27236"/>
                  <a:pt x="67866" y="25450"/>
                  <a:pt x="67866" y="24110"/>
                </a:cubicBezTo>
                <a:cubicBezTo>
                  <a:pt x="67866" y="22324"/>
                  <a:pt x="68312" y="20985"/>
                  <a:pt x="68759" y="20538"/>
                </a:cubicBezTo>
                <a:cubicBezTo>
                  <a:pt x="69652" y="18752"/>
                  <a:pt x="71438" y="16966"/>
                  <a:pt x="72330" y="16520"/>
                </a:cubicBezTo>
                <a:cubicBezTo>
                  <a:pt x="74563" y="14288"/>
                  <a:pt x="75009" y="13395"/>
                  <a:pt x="75009" y="12948"/>
                </a:cubicBezTo>
                <a:cubicBezTo>
                  <a:pt x="75456" y="12055"/>
                  <a:pt x="75456" y="11162"/>
                  <a:pt x="75456" y="10716"/>
                </a:cubicBezTo>
                <a:cubicBezTo>
                  <a:pt x="75456" y="8483"/>
                  <a:pt x="74116" y="7590"/>
                  <a:pt x="73670" y="7144"/>
                </a:cubicBezTo>
                <a:cubicBezTo>
                  <a:pt x="70545" y="4911"/>
                  <a:pt x="66526" y="4911"/>
                  <a:pt x="64740" y="4911"/>
                </a:cubicBezTo>
                <a:cubicBezTo>
                  <a:pt x="54471" y="4911"/>
                  <a:pt x="47774" y="9823"/>
                  <a:pt x="44202" y="12055"/>
                </a:cubicBezTo>
                <a:cubicBezTo>
                  <a:pt x="33933" y="19645"/>
                  <a:pt x="29021" y="28575"/>
                  <a:pt x="26789" y="33040"/>
                </a:cubicBezTo>
                <a:cubicBezTo>
                  <a:pt x="17859" y="49560"/>
                  <a:pt x="17859" y="60275"/>
                  <a:pt x="17859" y="66080"/>
                </a:cubicBezTo>
                <a:cubicBezTo>
                  <a:pt x="17859" y="76795"/>
                  <a:pt x="22324" y="81260"/>
                  <a:pt x="24110" y="83046"/>
                </a:cubicBezTo>
                <a:cubicBezTo>
                  <a:pt x="30361" y="89297"/>
                  <a:pt x="37505" y="89297"/>
                  <a:pt x="41077" y="89297"/>
                </a:cubicBezTo>
                <a:cubicBezTo>
                  <a:pt x="49113" y="89297"/>
                  <a:pt x="54471" y="86618"/>
                  <a:pt x="57150" y="85279"/>
                </a:cubicBezTo>
                <a:cubicBezTo>
                  <a:pt x="65187" y="81260"/>
                  <a:pt x="71884" y="74116"/>
                  <a:pt x="75456" y="70545"/>
                </a:cubicBezTo>
                <a:lnTo>
                  <a:pt x="78581" y="73223"/>
                </a:lnTo>
                <a:close/>
                <a:moveTo>
                  <a:pt x="78581" y="732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2FD6CB-AC86-4F77-990B-6C98EE00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900" y="1345209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F33CA-5F6D-49C4-9CD3-FBD58471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576" y="1400126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B6B87-580B-42D4-B491-2383EFC2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359" y="1400126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72C91-4E9B-4E42-89BD-4AB6403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656" y="137378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16535-7E2D-4051-B58C-F6B8EE67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579" y="1400126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55AFB-B7EF-407E-8E11-E6973F32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109" y="1345209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50555-AFA8-4DA9-A6D5-E0FDD6A8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124" y="1400126"/>
            <a:ext cx="94655" cy="99120"/>
          </a:xfrm>
          <a:custGeom xmlns:a="http://schemas.openxmlformats.org/drawingml/2006/main">
            <a:pathLst>
              <a:path w="94655" h="99120">
                <a:moveTo>
                  <a:pt x="94655" y="33486"/>
                </a:moveTo>
                <a:cubicBezTo>
                  <a:pt x="94655" y="49560"/>
                  <a:pt x="88850" y="59829"/>
                  <a:pt x="86171" y="65187"/>
                </a:cubicBezTo>
                <a:cubicBezTo>
                  <a:pt x="77688" y="80814"/>
                  <a:pt x="67419" y="86618"/>
                  <a:pt x="62508" y="89743"/>
                </a:cubicBezTo>
                <a:cubicBezTo>
                  <a:pt x="47327" y="99120"/>
                  <a:pt x="37951" y="99120"/>
                  <a:pt x="33040" y="99120"/>
                </a:cubicBezTo>
                <a:cubicBezTo>
                  <a:pt x="18306" y="99120"/>
                  <a:pt x="12502" y="92869"/>
                  <a:pt x="9376" y="89743"/>
                </a:cubicBezTo>
                <a:cubicBezTo>
                  <a:pt x="0" y="80367"/>
                  <a:pt x="0" y="70545"/>
                  <a:pt x="0" y="65633"/>
                </a:cubicBezTo>
                <a:cubicBezTo>
                  <a:pt x="0" y="50006"/>
                  <a:pt x="5804" y="39291"/>
                  <a:pt x="8930" y="34379"/>
                </a:cubicBezTo>
                <a:cubicBezTo>
                  <a:pt x="17859" y="18306"/>
                  <a:pt x="28129" y="12502"/>
                  <a:pt x="33040" y="9376"/>
                </a:cubicBezTo>
                <a:cubicBezTo>
                  <a:pt x="48220" y="0"/>
                  <a:pt x="57596" y="0"/>
                  <a:pt x="62508" y="0"/>
                </a:cubicBezTo>
                <a:cubicBezTo>
                  <a:pt x="76349" y="0"/>
                  <a:pt x="82600" y="6251"/>
                  <a:pt x="85279" y="9376"/>
                </a:cubicBezTo>
                <a:cubicBezTo>
                  <a:pt x="94655" y="18752"/>
                  <a:pt x="94655" y="28575"/>
                  <a:pt x="94655" y="33486"/>
                </a:cubicBezTo>
                <a:close/>
                <a:moveTo>
                  <a:pt x="76795" y="26343"/>
                </a:moveTo>
                <a:cubicBezTo>
                  <a:pt x="76795" y="16073"/>
                  <a:pt x="73670" y="12502"/>
                  <a:pt x="72330" y="10716"/>
                </a:cubicBezTo>
                <a:cubicBezTo>
                  <a:pt x="66973" y="5804"/>
                  <a:pt x="62061" y="5804"/>
                  <a:pt x="59382" y="5804"/>
                </a:cubicBezTo>
                <a:cubicBezTo>
                  <a:pt x="43755" y="5804"/>
                  <a:pt x="34826" y="20538"/>
                  <a:pt x="30807" y="28129"/>
                </a:cubicBezTo>
                <a:cubicBezTo>
                  <a:pt x="17413" y="50453"/>
                  <a:pt x="17413" y="65187"/>
                  <a:pt x="17413" y="72777"/>
                </a:cubicBezTo>
                <a:cubicBezTo>
                  <a:pt x="17413" y="83046"/>
                  <a:pt x="20985" y="86618"/>
                  <a:pt x="22771" y="88404"/>
                </a:cubicBezTo>
                <a:cubicBezTo>
                  <a:pt x="27682" y="93762"/>
                  <a:pt x="33040" y="93762"/>
                  <a:pt x="35272" y="93762"/>
                </a:cubicBezTo>
                <a:cubicBezTo>
                  <a:pt x="50453" y="93762"/>
                  <a:pt x="59382" y="79028"/>
                  <a:pt x="63847" y="71438"/>
                </a:cubicBezTo>
                <a:cubicBezTo>
                  <a:pt x="76795" y="49113"/>
                  <a:pt x="76795" y="33933"/>
                  <a:pt x="76795" y="26343"/>
                </a:cubicBezTo>
                <a:close/>
                <a:moveTo>
                  <a:pt x="76795" y="263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53408-C701-44D7-A514-B97A82A8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75" y="1400126"/>
            <a:ext cx="140643" cy="99120"/>
          </a:xfrm>
          <a:custGeom xmlns:a="http://schemas.openxmlformats.org/drawingml/2006/main">
            <a:pathLst>
              <a:path w="140643" h="99120">
                <a:moveTo>
                  <a:pt x="87511" y="0"/>
                </a:moveTo>
                <a:lnTo>
                  <a:pt x="95101" y="79921"/>
                </a:lnTo>
                <a:cubicBezTo>
                  <a:pt x="113854" y="58043"/>
                  <a:pt x="120997" y="45541"/>
                  <a:pt x="125016" y="39291"/>
                </a:cubicBezTo>
                <a:cubicBezTo>
                  <a:pt x="131266" y="28129"/>
                  <a:pt x="131266" y="24557"/>
                  <a:pt x="131266" y="23217"/>
                </a:cubicBezTo>
                <a:cubicBezTo>
                  <a:pt x="131266" y="20538"/>
                  <a:pt x="130373" y="19199"/>
                  <a:pt x="130373" y="18752"/>
                </a:cubicBezTo>
                <a:cubicBezTo>
                  <a:pt x="129927" y="17859"/>
                  <a:pt x="127695" y="16520"/>
                  <a:pt x="126802" y="16073"/>
                </a:cubicBezTo>
                <a:cubicBezTo>
                  <a:pt x="124123" y="14288"/>
                  <a:pt x="123230" y="12948"/>
                  <a:pt x="122783" y="12055"/>
                </a:cubicBezTo>
                <a:cubicBezTo>
                  <a:pt x="121444" y="10269"/>
                  <a:pt x="121444" y="8483"/>
                  <a:pt x="121444" y="8037"/>
                </a:cubicBezTo>
                <a:cubicBezTo>
                  <a:pt x="121444" y="4911"/>
                  <a:pt x="123230" y="3125"/>
                  <a:pt x="124123" y="2232"/>
                </a:cubicBezTo>
                <a:cubicBezTo>
                  <a:pt x="126355" y="0"/>
                  <a:pt x="129034" y="0"/>
                  <a:pt x="130373" y="0"/>
                </a:cubicBezTo>
                <a:cubicBezTo>
                  <a:pt x="134838" y="0"/>
                  <a:pt x="136624" y="2232"/>
                  <a:pt x="137517" y="3125"/>
                </a:cubicBezTo>
                <a:cubicBezTo>
                  <a:pt x="140643" y="6697"/>
                  <a:pt x="140643" y="10269"/>
                  <a:pt x="140643" y="12055"/>
                </a:cubicBezTo>
                <a:cubicBezTo>
                  <a:pt x="140643" y="17413"/>
                  <a:pt x="139750" y="20538"/>
                  <a:pt x="139303" y="22324"/>
                </a:cubicBezTo>
                <a:cubicBezTo>
                  <a:pt x="135731" y="31700"/>
                  <a:pt x="129927" y="41077"/>
                  <a:pt x="126802" y="45988"/>
                </a:cubicBezTo>
                <a:cubicBezTo>
                  <a:pt x="115639" y="63401"/>
                  <a:pt x="107156" y="73223"/>
                  <a:pt x="103584" y="78135"/>
                </a:cubicBezTo>
                <a:cubicBezTo>
                  <a:pt x="91529" y="93315"/>
                  <a:pt x="87511" y="96887"/>
                  <a:pt x="85725" y="99120"/>
                </a:cubicBezTo>
                <a:lnTo>
                  <a:pt x="81707" y="99120"/>
                </a:lnTo>
                <a:lnTo>
                  <a:pt x="74563" y="25450"/>
                </a:lnTo>
                <a:lnTo>
                  <a:pt x="30807" y="99120"/>
                </a:lnTo>
                <a:lnTo>
                  <a:pt x="25896" y="99120"/>
                </a:lnTo>
                <a:cubicBezTo>
                  <a:pt x="25450" y="53578"/>
                  <a:pt x="22771" y="36165"/>
                  <a:pt x="21431" y="27236"/>
                </a:cubicBezTo>
                <a:cubicBezTo>
                  <a:pt x="19645" y="16520"/>
                  <a:pt x="17413" y="13841"/>
                  <a:pt x="16073" y="12948"/>
                </a:cubicBezTo>
                <a:cubicBezTo>
                  <a:pt x="13395" y="10269"/>
                  <a:pt x="9823" y="10269"/>
                  <a:pt x="8037" y="10269"/>
                </a:cubicBezTo>
                <a:cubicBezTo>
                  <a:pt x="4911" y="10269"/>
                  <a:pt x="1786" y="10716"/>
                  <a:pt x="0" y="11162"/>
                </a:cubicBezTo>
                <a:lnTo>
                  <a:pt x="0" y="7144"/>
                </a:lnTo>
                <a:lnTo>
                  <a:pt x="30807" y="0"/>
                </a:lnTo>
                <a:cubicBezTo>
                  <a:pt x="37058" y="17859"/>
                  <a:pt x="38398" y="42416"/>
                  <a:pt x="38844" y="54918"/>
                </a:cubicBezTo>
                <a:cubicBezTo>
                  <a:pt x="39737" y="68759"/>
                  <a:pt x="39737" y="70991"/>
                  <a:pt x="40184" y="72330"/>
                </a:cubicBezTo>
                <a:lnTo>
                  <a:pt x="83939" y="0"/>
                </a:lnTo>
                <a:lnTo>
                  <a:pt x="87511" y="0"/>
                </a:lnTo>
                <a:close/>
                <a:moveTo>
                  <a:pt x="875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B4E96-BE18-4292-9CA0-021335F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151" y="1400126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1C6B6-7B34-4527-9545-491D0A18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761" y="137378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39FC7-237B-49C7-A913-F7D39EF1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765" y="1345209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53BCF-60CF-4294-A06E-7FAD38B9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995" y="1400126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BBF8E-ECA8-4099-B406-67BC3A32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33" y="140012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C8E35-9ACB-4F34-A96C-BD7D933C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453" y="140012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C4C2C-8086-4339-B0D7-718EE40F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659" y="1400126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3041C-EBD4-4C38-8F56-CFC2823B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421" y="140012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DFC8B-57CA-49CB-97E5-1727DE56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440" y="1400126"/>
            <a:ext cx="119211" cy="143768"/>
          </a:xfrm>
          <a:custGeom xmlns:a="http://schemas.openxmlformats.org/drawingml/2006/main">
            <a:pathLst>
              <a:path w="119211" h="143768">
                <a:moveTo>
                  <a:pt x="119211" y="6697"/>
                </a:moveTo>
                <a:lnTo>
                  <a:pt x="116086" y="17859"/>
                </a:lnTo>
                <a:lnTo>
                  <a:pt x="98673" y="17859"/>
                </a:lnTo>
                <a:cubicBezTo>
                  <a:pt x="100459" y="23664"/>
                  <a:pt x="100459" y="26789"/>
                  <a:pt x="100459" y="28575"/>
                </a:cubicBezTo>
                <a:cubicBezTo>
                  <a:pt x="100459" y="42416"/>
                  <a:pt x="92869" y="50006"/>
                  <a:pt x="88404" y="53578"/>
                </a:cubicBezTo>
                <a:cubicBezTo>
                  <a:pt x="76349" y="64740"/>
                  <a:pt x="62508" y="65633"/>
                  <a:pt x="55364" y="65633"/>
                </a:cubicBezTo>
                <a:cubicBezTo>
                  <a:pt x="44202" y="69205"/>
                  <a:pt x="40630" y="72330"/>
                  <a:pt x="38398" y="73670"/>
                </a:cubicBezTo>
                <a:cubicBezTo>
                  <a:pt x="36612" y="75456"/>
                  <a:pt x="36612" y="76795"/>
                  <a:pt x="36612" y="77242"/>
                </a:cubicBezTo>
                <a:cubicBezTo>
                  <a:pt x="36612" y="79474"/>
                  <a:pt x="37505" y="80814"/>
                  <a:pt x="38398" y="81260"/>
                </a:cubicBezTo>
                <a:cubicBezTo>
                  <a:pt x="40184" y="83046"/>
                  <a:pt x="45541" y="84386"/>
                  <a:pt x="48220" y="84832"/>
                </a:cubicBezTo>
                <a:lnTo>
                  <a:pt x="68759" y="89743"/>
                </a:lnTo>
                <a:cubicBezTo>
                  <a:pt x="85725" y="93762"/>
                  <a:pt x="89743" y="97334"/>
                  <a:pt x="91529" y="99120"/>
                </a:cubicBezTo>
                <a:cubicBezTo>
                  <a:pt x="96887" y="104924"/>
                  <a:pt x="96887" y="109835"/>
                  <a:pt x="96887" y="112068"/>
                </a:cubicBezTo>
                <a:cubicBezTo>
                  <a:pt x="96887" y="120997"/>
                  <a:pt x="92869" y="125909"/>
                  <a:pt x="90636" y="128141"/>
                </a:cubicBezTo>
                <a:cubicBezTo>
                  <a:pt x="83939" y="135731"/>
                  <a:pt x="75456" y="137964"/>
                  <a:pt x="71884" y="139750"/>
                </a:cubicBezTo>
                <a:cubicBezTo>
                  <a:pt x="59382" y="143768"/>
                  <a:pt x="49113" y="143768"/>
                  <a:pt x="44202" y="143768"/>
                </a:cubicBezTo>
                <a:cubicBezTo>
                  <a:pt x="30807" y="143768"/>
                  <a:pt x="23664" y="141536"/>
                  <a:pt x="20092" y="140643"/>
                </a:cubicBezTo>
                <a:cubicBezTo>
                  <a:pt x="9376" y="137517"/>
                  <a:pt x="5804" y="133945"/>
                  <a:pt x="4465" y="132159"/>
                </a:cubicBezTo>
                <a:cubicBezTo>
                  <a:pt x="0" y="126802"/>
                  <a:pt x="0" y="122783"/>
                  <a:pt x="0" y="120997"/>
                </a:cubicBezTo>
                <a:cubicBezTo>
                  <a:pt x="0" y="116532"/>
                  <a:pt x="1786" y="113407"/>
                  <a:pt x="3125" y="111621"/>
                </a:cubicBezTo>
                <a:cubicBezTo>
                  <a:pt x="5804" y="106263"/>
                  <a:pt x="8930" y="104477"/>
                  <a:pt x="10269" y="103584"/>
                </a:cubicBezTo>
                <a:cubicBezTo>
                  <a:pt x="13395" y="101352"/>
                  <a:pt x="22324" y="96441"/>
                  <a:pt x="26789" y="93762"/>
                </a:cubicBezTo>
                <a:cubicBezTo>
                  <a:pt x="21878" y="89743"/>
                  <a:pt x="21878" y="86618"/>
                  <a:pt x="21878" y="85279"/>
                </a:cubicBezTo>
                <a:cubicBezTo>
                  <a:pt x="21878" y="81260"/>
                  <a:pt x="25003" y="77688"/>
                  <a:pt x="25896" y="76349"/>
                </a:cubicBezTo>
                <a:cubicBezTo>
                  <a:pt x="30361" y="71438"/>
                  <a:pt x="39737" y="67419"/>
                  <a:pt x="44648" y="65633"/>
                </a:cubicBezTo>
                <a:cubicBezTo>
                  <a:pt x="33040" y="63401"/>
                  <a:pt x="28129" y="58489"/>
                  <a:pt x="25896" y="55811"/>
                </a:cubicBezTo>
                <a:cubicBezTo>
                  <a:pt x="19199" y="48220"/>
                  <a:pt x="19199" y="41970"/>
                  <a:pt x="19199" y="38844"/>
                </a:cubicBezTo>
                <a:cubicBezTo>
                  <a:pt x="19199" y="24110"/>
                  <a:pt x="27682" y="16073"/>
                  <a:pt x="32147" y="12055"/>
                </a:cubicBezTo>
                <a:cubicBezTo>
                  <a:pt x="45541" y="0"/>
                  <a:pt x="60275" y="0"/>
                  <a:pt x="67419" y="0"/>
                </a:cubicBezTo>
                <a:cubicBezTo>
                  <a:pt x="75456" y="0"/>
                  <a:pt x="79028" y="893"/>
                  <a:pt x="80814" y="1786"/>
                </a:cubicBezTo>
                <a:cubicBezTo>
                  <a:pt x="85725" y="3125"/>
                  <a:pt x="88850" y="5804"/>
                  <a:pt x="90636" y="6697"/>
                </a:cubicBezTo>
                <a:lnTo>
                  <a:pt x="119211" y="6697"/>
                </a:lnTo>
                <a:close/>
                <a:moveTo>
                  <a:pt x="82600" y="23664"/>
                </a:moveTo>
                <a:cubicBezTo>
                  <a:pt x="82600" y="14734"/>
                  <a:pt x="79474" y="11609"/>
                  <a:pt x="77688" y="9823"/>
                </a:cubicBezTo>
                <a:cubicBezTo>
                  <a:pt x="73223" y="5358"/>
                  <a:pt x="67866" y="5358"/>
                  <a:pt x="65187" y="5358"/>
                </a:cubicBezTo>
                <a:cubicBezTo>
                  <a:pt x="53132" y="5358"/>
                  <a:pt x="47774" y="13395"/>
                  <a:pt x="45541" y="16966"/>
                </a:cubicBezTo>
                <a:cubicBezTo>
                  <a:pt x="37505" y="29021"/>
                  <a:pt x="37505" y="37951"/>
                  <a:pt x="37505" y="42416"/>
                </a:cubicBezTo>
                <a:cubicBezTo>
                  <a:pt x="37505" y="50453"/>
                  <a:pt x="41077" y="54025"/>
                  <a:pt x="42416" y="55811"/>
                </a:cubicBezTo>
                <a:cubicBezTo>
                  <a:pt x="47327" y="61168"/>
                  <a:pt x="52239" y="61168"/>
                  <a:pt x="54918" y="61168"/>
                </a:cubicBezTo>
                <a:cubicBezTo>
                  <a:pt x="60275" y="61168"/>
                  <a:pt x="63847" y="58936"/>
                  <a:pt x="65633" y="58043"/>
                </a:cubicBezTo>
                <a:cubicBezTo>
                  <a:pt x="70991" y="54918"/>
                  <a:pt x="73223" y="51346"/>
                  <a:pt x="74563" y="49560"/>
                </a:cubicBezTo>
                <a:cubicBezTo>
                  <a:pt x="78135" y="44202"/>
                  <a:pt x="79474" y="38398"/>
                  <a:pt x="80367" y="35719"/>
                </a:cubicBezTo>
                <a:cubicBezTo>
                  <a:pt x="82600" y="27236"/>
                  <a:pt x="82600" y="24557"/>
                  <a:pt x="82600" y="23664"/>
                </a:cubicBezTo>
                <a:close/>
                <a:moveTo>
                  <a:pt x="31254" y="96441"/>
                </a:moveTo>
                <a:cubicBezTo>
                  <a:pt x="22771" y="100459"/>
                  <a:pt x="19645" y="104477"/>
                  <a:pt x="18306" y="106710"/>
                </a:cubicBezTo>
                <a:cubicBezTo>
                  <a:pt x="13841" y="112961"/>
                  <a:pt x="13841" y="116532"/>
                  <a:pt x="13841" y="118765"/>
                </a:cubicBezTo>
                <a:cubicBezTo>
                  <a:pt x="13841" y="125909"/>
                  <a:pt x="18306" y="129034"/>
                  <a:pt x="20092" y="130373"/>
                </a:cubicBezTo>
                <a:cubicBezTo>
                  <a:pt x="29468" y="137071"/>
                  <a:pt x="41077" y="137071"/>
                  <a:pt x="46881" y="137071"/>
                </a:cubicBezTo>
                <a:cubicBezTo>
                  <a:pt x="62508" y="137071"/>
                  <a:pt x="69652" y="133499"/>
                  <a:pt x="73223" y="131713"/>
                </a:cubicBezTo>
                <a:cubicBezTo>
                  <a:pt x="83939" y="126802"/>
                  <a:pt x="83939" y="121444"/>
                  <a:pt x="83939" y="118318"/>
                </a:cubicBezTo>
                <a:cubicBezTo>
                  <a:pt x="83939" y="114300"/>
                  <a:pt x="81260" y="112068"/>
                  <a:pt x="79921" y="110728"/>
                </a:cubicBezTo>
                <a:cubicBezTo>
                  <a:pt x="75902" y="106710"/>
                  <a:pt x="68312" y="105370"/>
                  <a:pt x="64740" y="104477"/>
                </a:cubicBezTo>
                <a:cubicBezTo>
                  <a:pt x="58043" y="103138"/>
                  <a:pt x="40184" y="98673"/>
                  <a:pt x="31254" y="96441"/>
                </a:cubicBezTo>
                <a:close/>
                <a:moveTo>
                  <a:pt x="31254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0316E-8E95-45D2-B88B-A426D6D9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046" y="1400126"/>
            <a:ext cx="144661" cy="99120"/>
          </a:xfrm>
          <a:custGeom xmlns:a="http://schemas.openxmlformats.org/drawingml/2006/main">
            <a:pathLst>
              <a:path w="144661" h="99120">
                <a:moveTo>
                  <a:pt x="43755" y="0"/>
                </a:moveTo>
                <a:lnTo>
                  <a:pt x="29914" y="48220"/>
                </a:lnTo>
                <a:cubicBezTo>
                  <a:pt x="38844" y="31254"/>
                  <a:pt x="43309" y="25450"/>
                  <a:pt x="45541" y="22771"/>
                </a:cubicBezTo>
                <a:cubicBezTo>
                  <a:pt x="55811" y="9376"/>
                  <a:pt x="62061" y="5358"/>
                  <a:pt x="65187" y="3572"/>
                </a:cubicBezTo>
                <a:cubicBezTo>
                  <a:pt x="70991" y="0"/>
                  <a:pt x="75009" y="0"/>
                  <a:pt x="77242" y="0"/>
                </a:cubicBezTo>
                <a:cubicBezTo>
                  <a:pt x="82600" y="0"/>
                  <a:pt x="84832" y="2232"/>
                  <a:pt x="85725" y="3572"/>
                </a:cubicBezTo>
                <a:cubicBezTo>
                  <a:pt x="89297" y="7144"/>
                  <a:pt x="89297" y="10269"/>
                  <a:pt x="89297" y="12055"/>
                </a:cubicBezTo>
                <a:cubicBezTo>
                  <a:pt x="89297" y="17413"/>
                  <a:pt x="87957" y="23217"/>
                  <a:pt x="87064" y="25896"/>
                </a:cubicBezTo>
                <a:lnTo>
                  <a:pt x="79474" y="53132"/>
                </a:lnTo>
                <a:cubicBezTo>
                  <a:pt x="96887" y="20538"/>
                  <a:pt x="107156" y="11609"/>
                  <a:pt x="112514" y="7144"/>
                </a:cubicBezTo>
                <a:cubicBezTo>
                  <a:pt x="120997" y="0"/>
                  <a:pt x="126802" y="0"/>
                  <a:pt x="129480" y="0"/>
                </a:cubicBezTo>
                <a:cubicBezTo>
                  <a:pt x="134392" y="0"/>
                  <a:pt x="136178" y="2232"/>
                  <a:pt x="137517" y="3572"/>
                </a:cubicBezTo>
                <a:cubicBezTo>
                  <a:pt x="140643" y="6697"/>
                  <a:pt x="140643" y="11609"/>
                  <a:pt x="140643" y="13841"/>
                </a:cubicBezTo>
                <a:cubicBezTo>
                  <a:pt x="140643" y="20092"/>
                  <a:pt x="139303" y="24557"/>
                  <a:pt x="138857" y="26789"/>
                </a:cubicBezTo>
                <a:lnTo>
                  <a:pt x="126802" y="68312"/>
                </a:lnTo>
                <a:cubicBezTo>
                  <a:pt x="123230" y="82153"/>
                  <a:pt x="123230" y="83046"/>
                  <a:pt x="123230" y="83493"/>
                </a:cubicBezTo>
                <a:cubicBezTo>
                  <a:pt x="123230" y="84832"/>
                  <a:pt x="123676" y="85725"/>
                  <a:pt x="124123" y="86171"/>
                </a:cubicBezTo>
                <a:cubicBezTo>
                  <a:pt x="125016" y="86618"/>
                  <a:pt x="125462" y="86618"/>
                  <a:pt x="125909" y="86618"/>
                </a:cubicBezTo>
                <a:cubicBezTo>
                  <a:pt x="126802" y="86618"/>
                  <a:pt x="128588" y="85279"/>
                  <a:pt x="129480" y="84832"/>
                </a:cubicBezTo>
                <a:cubicBezTo>
                  <a:pt x="135731" y="79921"/>
                  <a:pt x="139303" y="75009"/>
                  <a:pt x="141089" y="72330"/>
                </a:cubicBezTo>
                <a:lnTo>
                  <a:pt x="144661" y="74563"/>
                </a:lnTo>
                <a:cubicBezTo>
                  <a:pt x="141982" y="78581"/>
                  <a:pt x="137071" y="83939"/>
                  <a:pt x="135285" y="86618"/>
                </a:cubicBezTo>
                <a:cubicBezTo>
                  <a:pt x="128141" y="93762"/>
                  <a:pt x="125016" y="95548"/>
                  <a:pt x="123676" y="96441"/>
                </a:cubicBezTo>
                <a:cubicBezTo>
                  <a:pt x="118765" y="99120"/>
                  <a:pt x="116086" y="99120"/>
                  <a:pt x="114746" y="99120"/>
                </a:cubicBezTo>
                <a:cubicBezTo>
                  <a:pt x="110728" y="99120"/>
                  <a:pt x="109389" y="97334"/>
                  <a:pt x="108496" y="96441"/>
                </a:cubicBezTo>
                <a:cubicBezTo>
                  <a:pt x="105817" y="94208"/>
                  <a:pt x="105817" y="91529"/>
                  <a:pt x="105817" y="90190"/>
                </a:cubicBezTo>
                <a:cubicBezTo>
                  <a:pt x="105817" y="85279"/>
                  <a:pt x="108942" y="75009"/>
                  <a:pt x="110282" y="69652"/>
                </a:cubicBezTo>
                <a:lnTo>
                  <a:pt x="120104" y="35719"/>
                </a:lnTo>
                <a:cubicBezTo>
                  <a:pt x="123230" y="23664"/>
                  <a:pt x="123676" y="22771"/>
                  <a:pt x="123676" y="22324"/>
                </a:cubicBezTo>
                <a:cubicBezTo>
                  <a:pt x="123676" y="20092"/>
                  <a:pt x="123676" y="19199"/>
                  <a:pt x="123676" y="18306"/>
                </a:cubicBezTo>
                <a:cubicBezTo>
                  <a:pt x="123676" y="15627"/>
                  <a:pt x="123230" y="14734"/>
                  <a:pt x="122783" y="14288"/>
                </a:cubicBezTo>
                <a:cubicBezTo>
                  <a:pt x="121444" y="12948"/>
                  <a:pt x="120104" y="12948"/>
                  <a:pt x="119658" y="12948"/>
                </a:cubicBezTo>
                <a:cubicBezTo>
                  <a:pt x="115193" y="12948"/>
                  <a:pt x="112068" y="16073"/>
                  <a:pt x="110282" y="17413"/>
                </a:cubicBezTo>
                <a:cubicBezTo>
                  <a:pt x="95548" y="30807"/>
                  <a:pt x="87064" y="46881"/>
                  <a:pt x="82600" y="55364"/>
                </a:cubicBezTo>
                <a:cubicBezTo>
                  <a:pt x="74563" y="71438"/>
                  <a:pt x="69205" y="87957"/>
                  <a:pt x="66973" y="96441"/>
                </a:cubicBezTo>
                <a:lnTo>
                  <a:pt x="50899" y="96441"/>
                </a:lnTo>
                <a:lnTo>
                  <a:pt x="69205" y="32147"/>
                </a:lnTo>
                <a:cubicBezTo>
                  <a:pt x="72330" y="21431"/>
                  <a:pt x="72330" y="19199"/>
                  <a:pt x="72330" y="17859"/>
                </a:cubicBezTo>
                <a:cubicBezTo>
                  <a:pt x="72330" y="15180"/>
                  <a:pt x="71438" y="14288"/>
                  <a:pt x="70991" y="13841"/>
                </a:cubicBezTo>
                <a:cubicBezTo>
                  <a:pt x="69652" y="12502"/>
                  <a:pt x="68759" y="12502"/>
                  <a:pt x="67866" y="12502"/>
                </a:cubicBezTo>
                <a:cubicBezTo>
                  <a:pt x="64740" y="12502"/>
                  <a:pt x="62061" y="14288"/>
                  <a:pt x="60722" y="15180"/>
                </a:cubicBezTo>
                <a:cubicBezTo>
                  <a:pt x="54471" y="19199"/>
                  <a:pt x="47327" y="28129"/>
                  <a:pt x="44202" y="33040"/>
                </a:cubicBezTo>
                <a:cubicBezTo>
                  <a:pt x="33933" y="46434"/>
                  <a:pt x="30361" y="54918"/>
                  <a:pt x="28575" y="58936"/>
                </a:cubicBezTo>
                <a:cubicBezTo>
                  <a:pt x="25896" y="64740"/>
                  <a:pt x="19199" y="86171"/>
                  <a:pt x="16073" y="96441"/>
                </a:cubicBezTo>
                <a:lnTo>
                  <a:pt x="0" y="96441"/>
                </a:lnTo>
                <a:lnTo>
                  <a:pt x="19645" y="27236"/>
                </a:lnTo>
                <a:lnTo>
                  <a:pt x="22324" y="18306"/>
                </a:lnTo>
                <a:cubicBezTo>
                  <a:pt x="23217" y="16520"/>
                  <a:pt x="23217" y="16073"/>
                  <a:pt x="23217" y="15627"/>
                </a:cubicBezTo>
                <a:cubicBezTo>
                  <a:pt x="23217" y="13395"/>
                  <a:pt x="21878" y="12055"/>
                  <a:pt x="20985" y="11162"/>
                </a:cubicBezTo>
                <a:cubicBezTo>
                  <a:pt x="18752" y="9376"/>
                  <a:pt x="16520" y="9376"/>
                  <a:pt x="15627" y="9376"/>
                </a:cubicBezTo>
                <a:cubicBezTo>
                  <a:pt x="14288" y="9376"/>
                  <a:pt x="9823" y="10269"/>
                  <a:pt x="7590" y="10716"/>
                </a:cubicBezTo>
                <a:lnTo>
                  <a:pt x="6697" y="6697"/>
                </a:lnTo>
                <a:lnTo>
                  <a:pt x="43755" y="0"/>
                </a:lnTo>
                <a:close/>
                <a:moveTo>
                  <a:pt x="4375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7A2A9-9942-4B3D-ACD3-22ED5F4C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161" y="1400126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73A4C-7AD8-489A-8915-1FFE2D44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002" y="1400126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9A46E-3CE7-4A8C-ACA4-4F3D39C2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143" y="1373784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00ECC-002A-4E79-9201-C37831FE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51" y="1400126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C0F1B-8155-4CE3-BCB3-36E320F6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5" y="1607360"/>
            <a:ext cx="56257" cy="154037"/>
          </a:xfrm>
          <a:custGeom xmlns:a="http://schemas.openxmlformats.org/drawingml/2006/main">
            <a:pathLst>
              <a:path w="56257" h="154037">
                <a:moveTo>
                  <a:pt x="56257" y="0"/>
                </a:moveTo>
                <a:lnTo>
                  <a:pt x="20092" y="126802"/>
                </a:lnTo>
                <a:cubicBezTo>
                  <a:pt x="17413" y="136178"/>
                  <a:pt x="17413" y="137517"/>
                  <a:pt x="17413" y="138410"/>
                </a:cubicBezTo>
                <a:cubicBezTo>
                  <a:pt x="17413" y="140196"/>
                  <a:pt x="17859" y="140643"/>
                  <a:pt x="18306" y="141089"/>
                </a:cubicBezTo>
                <a:cubicBezTo>
                  <a:pt x="19199" y="141982"/>
                  <a:pt x="20092" y="141982"/>
                  <a:pt x="20985" y="141982"/>
                </a:cubicBezTo>
                <a:cubicBezTo>
                  <a:pt x="22771" y="141982"/>
                  <a:pt x="24110" y="141089"/>
                  <a:pt x="25003" y="140196"/>
                </a:cubicBezTo>
                <a:cubicBezTo>
                  <a:pt x="30807" y="135731"/>
                  <a:pt x="34826" y="129927"/>
                  <a:pt x="36612" y="126802"/>
                </a:cubicBezTo>
                <a:lnTo>
                  <a:pt x="40184" y="129927"/>
                </a:lnTo>
                <a:cubicBezTo>
                  <a:pt x="29914" y="144214"/>
                  <a:pt x="24110" y="148233"/>
                  <a:pt x="21431" y="150019"/>
                </a:cubicBezTo>
                <a:cubicBezTo>
                  <a:pt x="14734" y="154037"/>
                  <a:pt x="11162" y="154037"/>
                  <a:pt x="9376" y="154037"/>
                </a:cubicBezTo>
                <a:cubicBezTo>
                  <a:pt x="5358" y="154037"/>
                  <a:pt x="3572" y="152251"/>
                  <a:pt x="2679" y="151358"/>
                </a:cubicBezTo>
                <a:cubicBezTo>
                  <a:pt x="0" y="148679"/>
                  <a:pt x="0" y="146000"/>
                  <a:pt x="0" y="144661"/>
                </a:cubicBezTo>
                <a:cubicBezTo>
                  <a:pt x="0" y="141089"/>
                  <a:pt x="1786" y="133052"/>
                  <a:pt x="3125" y="129034"/>
                </a:cubicBezTo>
                <a:lnTo>
                  <a:pt x="32147" y="29021"/>
                </a:lnTo>
                <a:cubicBezTo>
                  <a:pt x="35719" y="16966"/>
                  <a:pt x="35719" y="15627"/>
                  <a:pt x="35719" y="14734"/>
                </a:cubicBezTo>
                <a:cubicBezTo>
                  <a:pt x="35719" y="12502"/>
                  <a:pt x="34379" y="11609"/>
                  <a:pt x="33486" y="10716"/>
                </a:cubicBezTo>
                <a:cubicBezTo>
                  <a:pt x="31700" y="9376"/>
                  <a:pt x="29021" y="9376"/>
                  <a:pt x="27236" y="9376"/>
                </a:cubicBezTo>
                <a:cubicBezTo>
                  <a:pt x="25003" y="9376"/>
                  <a:pt x="21431" y="9823"/>
                  <a:pt x="20092" y="9823"/>
                </a:cubicBezTo>
                <a:lnTo>
                  <a:pt x="20092" y="5804"/>
                </a:lnTo>
                <a:lnTo>
                  <a:pt x="56257" y="0"/>
                </a:lnTo>
                <a:close/>
                <a:moveTo>
                  <a:pt x="562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BECCF-3E85-4535-AFB3-8048C38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93" y="1662277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EA642-E4F9-4178-9ED8-C9B00CE1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16" y="1607360"/>
            <a:ext cx="96441" cy="154037"/>
          </a:xfrm>
          <a:custGeom xmlns:a="http://schemas.openxmlformats.org/drawingml/2006/main">
            <a:pathLst>
              <a:path w="96441" h="154037">
                <a:moveTo>
                  <a:pt x="57150" y="0"/>
                </a:moveTo>
                <a:lnTo>
                  <a:pt x="36165" y="73670"/>
                </a:lnTo>
                <a:cubicBezTo>
                  <a:pt x="46434" y="62954"/>
                  <a:pt x="51346" y="60275"/>
                  <a:pt x="54025" y="58936"/>
                </a:cubicBezTo>
                <a:cubicBezTo>
                  <a:pt x="61615" y="54918"/>
                  <a:pt x="66973" y="54918"/>
                  <a:pt x="70098" y="54918"/>
                </a:cubicBezTo>
                <a:cubicBezTo>
                  <a:pt x="81707" y="54918"/>
                  <a:pt x="86618" y="60275"/>
                  <a:pt x="89297" y="62508"/>
                </a:cubicBezTo>
                <a:cubicBezTo>
                  <a:pt x="96441" y="70545"/>
                  <a:pt x="96441" y="79474"/>
                  <a:pt x="96441" y="83939"/>
                </a:cubicBezTo>
                <a:cubicBezTo>
                  <a:pt x="96441" y="101352"/>
                  <a:pt x="90190" y="112068"/>
                  <a:pt x="86618" y="117872"/>
                </a:cubicBezTo>
                <a:cubicBezTo>
                  <a:pt x="76795" y="134838"/>
                  <a:pt x="66973" y="141536"/>
                  <a:pt x="62061" y="144661"/>
                </a:cubicBezTo>
                <a:cubicBezTo>
                  <a:pt x="47327" y="154037"/>
                  <a:pt x="37505" y="154037"/>
                  <a:pt x="33040" y="154037"/>
                </a:cubicBezTo>
                <a:cubicBezTo>
                  <a:pt x="16966" y="154037"/>
                  <a:pt x="5358" y="146000"/>
                  <a:pt x="0" y="141982"/>
                </a:cubicBezTo>
                <a:lnTo>
                  <a:pt x="32147" y="30361"/>
                </a:lnTo>
                <a:cubicBezTo>
                  <a:pt x="35719" y="17413"/>
                  <a:pt x="35719" y="16073"/>
                  <a:pt x="35719" y="15180"/>
                </a:cubicBezTo>
                <a:cubicBezTo>
                  <a:pt x="35719" y="12502"/>
                  <a:pt x="34826" y="11609"/>
                  <a:pt x="34379" y="11162"/>
                </a:cubicBezTo>
                <a:cubicBezTo>
                  <a:pt x="31700" y="9376"/>
                  <a:pt x="28575" y="9376"/>
                  <a:pt x="26789" y="9376"/>
                </a:cubicBezTo>
                <a:cubicBezTo>
                  <a:pt x="24557" y="9376"/>
                  <a:pt x="21878" y="9823"/>
                  <a:pt x="20092" y="9823"/>
                </a:cubicBezTo>
                <a:lnTo>
                  <a:pt x="20092" y="5804"/>
                </a:lnTo>
                <a:lnTo>
                  <a:pt x="57150" y="0"/>
                </a:lnTo>
                <a:close/>
                <a:moveTo>
                  <a:pt x="15627" y="142875"/>
                </a:moveTo>
                <a:cubicBezTo>
                  <a:pt x="26343" y="149126"/>
                  <a:pt x="32147" y="149126"/>
                  <a:pt x="34379" y="149126"/>
                </a:cubicBezTo>
                <a:cubicBezTo>
                  <a:pt x="43755" y="149126"/>
                  <a:pt x="50899" y="144214"/>
                  <a:pt x="54025" y="141982"/>
                </a:cubicBezTo>
                <a:cubicBezTo>
                  <a:pt x="63847" y="135285"/>
                  <a:pt x="69205" y="124123"/>
                  <a:pt x="71438" y="119211"/>
                </a:cubicBezTo>
                <a:cubicBezTo>
                  <a:pt x="79028" y="102691"/>
                  <a:pt x="79028" y="91529"/>
                  <a:pt x="79028" y="86171"/>
                </a:cubicBezTo>
                <a:cubicBezTo>
                  <a:pt x="79028" y="76349"/>
                  <a:pt x="75456" y="72330"/>
                  <a:pt x="74116" y="70545"/>
                </a:cubicBezTo>
                <a:cubicBezTo>
                  <a:pt x="69205" y="65187"/>
                  <a:pt x="64740" y="65187"/>
                  <a:pt x="62508" y="65187"/>
                </a:cubicBezTo>
                <a:cubicBezTo>
                  <a:pt x="52685" y="65187"/>
                  <a:pt x="46434" y="70545"/>
                  <a:pt x="43309" y="72777"/>
                </a:cubicBezTo>
                <a:cubicBezTo>
                  <a:pt x="33933" y="81260"/>
                  <a:pt x="31254" y="90636"/>
                  <a:pt x="29914" y="95101"/>
                </a:cubicBezTo>
                <a:lnTo>
                  <a:pt x="15627" y="142875"/>
                </a:lnTo>
                <a:close/>
                <a:moveTo>
                  <a:pt x="15627" y="1428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737C3-B90D-4C0B-8AD3-C625454B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38" y="1662277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8DEE3-EEC5-4FD1-A9CB-F01D11A8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44" y="1607360"/>
            <a:ext cx="56257" cy="154037"/>
          </a:xfrm>
          <a:custGeom xmlns:a="http://schemas.openxmlformats.org/drawingml/2006/main">
            <a:pathLst>
              <a:path w="56257" h="154037">
                <a:moveTo>
                  <a:pt x="56257" y="0"/>
                </a:moveTo>
                <a:lnTo>
                  <a:pt x="20092" y="126802"/>
                </a:lnTo>
                <a:cubicBezTo>
                  <a:pt x="17413" y="136178"/>
                  <a:pt x="17413" y="137517"/>
                  <a:pt x="17413" y="138410"/>
                </a:cubicBezTo>
                <a:cubicBezTo>
                  <a:pt x="17413" y="140196"/>
                  <a:pt x="17859" y="140643"/>
                  <a:pt x="18306" y="141089"/>
                </a:cubicBezTo>
                <a:cubicBezTo>
                  <a:pt x="19199" y="141982"/>
                  <a:pt x="20092" y="141982"/>
                  <a:pt x="20985" y="141982"/>
                </a:cubicBezTo>
                <a:cubicBezTo>
                  <a:pt x="22771" y="141982"/>
                  <a:pt x="24110" y="141089"/>
                  <a:pt x="25003" y="140196"/>
                </a:cubicBezTo>
                <a:cubicBezTo>
                  <a:pt x="30807" y="135731"/>
                  <a:pt x="34826" y="129927"/>
                  <a:pt x="36612" y="126802"/>
                </a:cubicBezTo>
                <a:lnTo>
                  <a:pt x="40184" y="129927"/>
                </a:lnTo>
                <a:cubicBezTo>
                  <a:pt x="29914" y="144214"/>
                  <a:pt x="24110" y="148233"/>
                  <a:pt x="21431" y="150019"/>
                </a:cubicBezTo>
                <a:cubicBezTo>
                  <a:pt x="14734" y="154037"/>
                  <a:pt x="11162" y="154037"/>
                  <a:pt x="9376" y="154037"/>
                </a:cubicBezTo>
                <a:cubicBezTo>
                  <a:pt x="5358" y="154037"/>
                  <a:pt x="3572" y="152251"/>
                  <a:pt x="2679" y="151358"/>
                </a:cubicBezTo>
                <a:cubicBezTo>
                  <a:pt x="0" y="148679"/>
                  <a:pt x="0" y="146000"/>
                  <a:pt x="0" y="144661"/>
                </a:cubicBezTo>
                <a:cubicBezTo>
                  <a:pt x="0" y="141089"/>
                  <a:pt x="1786" y="133052"/>
                  <a:pt x="3125" y="129034"/>
                </a:cubicBezTo>
                <a:lnTo>
                  <a:pt x="32147" y="29021"/>
                </a:lnTo>
                <a:cubicBezTo>
                  <a:pt x="35719" y="16966"/>
                  <a:pt x="35719" y="15627"/>
                  <a:pt x="35719" y="14734"/>
                </a:cubicBezTo>
                <a:cubicBezTo>
                  <a:pt x="35719" y="12502"/>
                  <a:pt x="34379" y="11609"/>
                  <a:pt x="33486" y="10716"/>
                </a:cubicBezTo>
                <a:cubicBezTo>
                  <a:pt x="31700" y="9376"/>
                  <a:pt x="29021" y="9376"/>
                  <a:pt x="27236" y="9376"/>
                </a:cubicBezTo>
                <a:cubicBezTo>
                  <a:pt x="25003" y="9376"/>
                  <a:pt x="21431" y="9823"/>
                  <a:pt x="20092" y="9823"/>
                </a:cubicBezTo>
                <a:lnTo>
                  <a:pt x="20092" y="5804"/>
                </a:lnTo>
                <a:lnTo>
                  <a:pt x="56257" y="0"/>
                </a:lnTo>
                <a:close/>
                <a:moveTo>
                  <a:pt x="562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6D36A-D555-4102-A4A4-8D7E099F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28" y="1662277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F4A87-248D-47CC-8490-C0C0CF3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69" y="1607360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6CFEB-5977-4042-A7AC-4FF016D4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49" y="1610932"/>
            <a:ext cx="67419" cy="62061"/>
          </a:xfrm>
          <a:custGeom xmlns:a="http://schemas.openxmlformats.org/drawingml/2006/main">
            <a:pathLst>
              <a:path w="67419" h="62061">
                <a:moveTo>
                  <a:pt x="38844" y="62061"/>
                </a:moveTo>
                <a:lnTo>
                  <a:pt x="41970" y="31254"/>
                </a:lnTo>
                <a:cubicBezTo>
                  <a:pt x="43309" y="18752"/>
                  <a:pt x="43755" y="17859"/>
                  <a:pt x="43755" y="16966"/>
                </a:cubicBezTo>
                <a:cubicBezTo>
                  <a:pt x="45541" y="9823"/>
                  <a:pt x="46881" y="7590"/>
                  <a:pt x="47774" y="6697"/>
                </a:cubicBezTo>
                <a:cubicBezTo>
                  <a:pt x="49113" y="3572"/>
                  <a:pt x="51346" y="2679"/>
                  <a:pt x="52685" y="1786"/>
                </a:cubicBezTo>
                <a:cubicBezTo>
                  <a:pt x="55811" y="0"/>
                  <a:pt x="58043" y="0"/>
                  <a:pt x="59382" y="0"/>
                </a:cubicBezTo>
                <a:cubicBezTo>
                  <a:pt x="63401" y="0"/>
                  <a:pt x="64740" y="1339"/>
                  <a:pt x="65187" y="2232"/>
                </a:cubicBezTo>
                <a:cubicBezTo>
                  <a:pt x="67419" y="4018"/>
                  <a:pt x="67419" y="6251"/>
                  <a:pt x="67419" y="7590"/>
                </a:cubicBezTo>
                <a:cubicBezTo>
                  <a:pt x="67419" y="10269"/>
                  <a:pt x="66526" y="12948"/>
                  <a:pt x="66080" y="14288"/>
                </a:cubicBezTo>
                <a:cubicBezTo>
                  <a:pt x="61615" y="25450"/>
                  <a:pt x="59829" y="29021"/>
                  <a:pt x="58936" y="30807"/>
                </a:cubicBezTo>
                <a:lnTo>
                  <a:pt x="44202" y="62061"/>
                </a:lnTo>
                <a:lnTo>
                  <a:pt x="38844" y="62061"/>
                </a:lnTo>
                <a:close/>
                <a:moveTo>
                  <a:pt x="0" y="62061"/>
                </a:moveTo>
                <a:lnTo>
                  <a:pt x="3125" y="30807"/>
                </a:lnTo>
                <a:cubicBezTo>
                  <a:pt x="4911" y="17413"/>
                  <a:pt x="5804" y="14288"/>
                  <a:pt x="6251" y="12502"/>
                </a:cubicBezTo>
                <a:cubicBezTo>
                  <a:pt x="8037" y="5804"/>
                  <a:pt x="10716" y="4018"/>
                  <a:pt x="11609" y="3125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3664" y="0"/>
                  <a:pt x="25450" y="1339"/>
                  <a:pt x="25896" y="2232"/>
                </a:cubicBezTo>
                <a:cubicBezTo>
                  <a:pt x="28129" y="4465"/>
                  <a:pt x="28129" y="6697"/>
                  <a:pt x="28129" y="7590"/>
                </a:cubicBezTo>
                <a:cubicBezTo>
                  <a:pt x="28129" y="9823"/>
                  <a:pt x="27682" y="12055"/>
                  <a:pt x="27236" y="12948"/>
                </a:cubicBezTo>
                <a:cubicBezTo>
                  <a:pt x="25896" y="17859"/>
                  <a:pt x="21431" y="26343"/>
                  <a:pt x="19199" y="30807"/>
                </a:cubicBezTo>
                <a:lnTo>
                  <a:pt x="4465" y="62061"/>
                </a:lnTo>
                <a:lnTo>
                  <a:pt x="0" y="62061"/>
                </a:lnTo>
                <a:close/>
                <a:moveTo>
                  <a:pt x="0" y="62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B69FD-E667-4117-859D-8012A5E2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37" y="1614057"/>
            <a:ext cx="142875" cy="144661"/>
          </a:xfrm>
          <a:custGeom xmlns:a="http://schemas.openxmlformats.org/drawingml/2006/main">
            <a:pathLst>
              <a:path w="142875" h="144661">
                <a:moveTo>
                  <a:pt x="75456" y="8037"/>
                </a:moveTo>
                <a:lnTo>
                  <a:pt x="58936" y="65187"/>
                </a:lnTo>
                <a:lnTo>
                  <a:pt x="72777" y="65187"/>
                </a:lnTo>
                <a:cubicBezTo>
                  <a:pt x="87064" y="65187"/>
                  <a:pt x="91529" y="62061"/>
                  <a:pt x="93762" y="60722"/>
                </a:cubicBezTo>
                <a:cubicBezTo>
                  <a:pt x="100012" y="56257"/>
                  <a:pt x="103138" y="48220"/>
                  <a:pt x="104477" y="44648"/>
                </a:cubicBezTo>
                <a:lnTo>
                  <a:pt x="108496" y="44648"/>
                </a:lnTo>
                <a:lnTo>
                  <a:pt x="93762" y="96887"/>
                </a:lnTo>
                <a:lnTo>
                  <a:pt x="89743" y="96887"/>
                </a:lnTo>
                <a:cubicBezTo>
                  <a:pt x="91529" y="90190"/>
                  <a:pt x="91529" y="87064"/>
                  <a:pt x="91529" y="85279"/>
                </a:cubicBezTo>
                <a:cubicBezTo>
                  <a:pt x="91529" y="80814"/>
                  <a:pt x="90190" y="79028"/>
                  <a:pt x="89743" y="78135"/>
                </a:cubicBezTo>
                <a:cubicBezTo>
                  <a:pt x="87511" y="75456"/>
                  <a:pt x="85279" y="74563"/>
                  <a:pt x="84386" y="74116"/>
                </a:cubicBezTo>
                <a:cubicBezTo>
                  <a:pt x="81260" y="72777"/>
                  <a:pt x="74563" y="72777"/>
                  <a:pt x="70991" y="72777"/>
                </a:cubicBezTo>
                <a:lnTo>
                  <a:pt x="57150" y="72777"/>
                </a:lnTo>
                <a:lnTo>
                  <a:pt x="43309" y="120551"/>
                </a:lnTo>
                <a:cubicBezTo>
                  <a:pt x="41077" y="127248"/>
                  <a:pt x="41077" y="129927"/>
                  <a:pt x="41077" y="131266"/>
                </a:cubicBezTo>
                <a:cubicBezTo>
                  <a:pt x="41077" y="133945"/>
                  <a:pt x="42862" y="135285"/>
                  <a:pt x="43755" y="135731"/>
                </a:cubicBezTo>
                <a:cubicBezTo>
                  <a:pt x="45541" y="137517"/>
                  <a:pt x="50453" y="137517"/>
                  <a:pt x="52685" y="137517"/>
                </a:cubicBezTo>
                <a:lnTo>
                  <a:pt x="65633" y="137517"/>
                </a:lnTo>
                <a:cubicBezTo>
                  <a:pt x="86171" y="137517"/>
                  <a:pt x="94655" y="132606"/>
                  <a:pt x="98673" y="130373"/>
                </a:cubicBezTo>
                <a:cubicBezTo>
                  <a:pt x="111621" y="122783"/>
                  <a:pt x="117872" y="110728"/>
                  <a:pt x="121444" y="104477"/>
                </a:cubicBezTo>
                <a:lnTo>
                  <a:pt x="125016" y="104477"/>
                </a:lnTo>
                <a:lnTo>
                  <a:pt x="111621" y="144661"/>
                </a:lnTo>
                <a:lnTo>
                  <a:pt x="0" y="144661"/>
                </a:lnTo>
                <a:lnTo>
                  <a:pt x="1339" y="140643"/>
                </a:lnTo>
                <a:cubicBezTo>
                  <a:pt x="9376" y="140643"/>
                  <a:pt x="11609" y="139750"/>
                  <a:pt x="12502" y="139303"/>
                </a:cubicBezTo>
                <a:cubicBezTo>
                  <a:pt x="16520" y="137517"/>
                  <a:pt x="17859" y="135285"/>
                  <a:pt x="18752" y="134392"/>
                </a:cubicBezTo>
                <a:cubicBezTo>
                  <a:pt x="21431" y="129927"/>
                  <a:pt x="24110" y="120551"/>
                  <a:pt x="25450" y="116086"/>
                </a:cubicBezTo>
                <a:lnTo>
                  <a:pt x="50899" y="29021"/>
                </a:lnTo>
                <a:cubicBezTo>
                  <a:pt x="54025" y="18306"/>
                  <a:pt x="54025" y="14734"/>
                  <a:pt x="54025" y="12948"/>
                </a:cubicBezTo>
                <a:cubicBezTo>
                  <a:pt x="54025" y="8483"/>
                  <a:pt x="51792" y="7144"/>
                  <a:pt x="50899" y="6251"/>
                </a:cubicBezTo>
                <a:cubicBezTo>
                  <a:pt x="48220" y="4018"/>
                  <a:pt x="42862" y="4018"/>
                  <a:pt x="40184" y="4018"/>
                </a:cubicBezTo>
                <a:lnTo>
                  <a:pt x="37505" y="4018"/>
                </a:lnTo>
                <a:lnTo>
                  <a:pt x="38844" y="0"/>
                </a:lnTo>
                <a:lnTo>
                  <a:pt x="142875" y="0"/>
                </a:lnTo>
                <a:lnTo>
                  <a:pt x="133945" y="35272"/>
                </a:lnTo>
                <a:lnTo>
                  <a:pt x="129927" y="35272"/>
                </a:lnTo>
                <a:cubicBezTo>
                  <a:pt x="130820" y="30361"/>
                  <a:pt x="130820" y="28129"/>
                  <a:pt x="130820" y="26789"/>
                </a:cubicBezTo>
                <a:cubicBezTo>
                  <a:pt x="130820" y="21431"/>
                  <a:pt x="129034" y="18752"/>
                  <a:pt x="127695" y="17413"/>
                </a:cubicBezTo>
                <a:cubicBezTo>
                  <a:pt x="124123" y="12502"/>
                  <a:pt x="119658" y="10716"/>
                  <a:pt x="117425" y="9823"/>
                </a:cubicBezTo>
                <a:cubicBezTo>
                  <a:pt x="112514" y="8037"/>
                  <a:pt x="100012" y="8037"/>
                  <a:pt x="93762" y="8037"/>
                </a:cubicBezTo>
                <a:lnTo>
                  <a:pt x="75456" y="8037"/>
                </a:lnTo>
                <a:close/>
                <a:moveTo>
                  <a:pt x="75456" y="8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28D12-D089-4946-A5DB-509D5252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193" y="1662277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330E6-5FD1-4A6E-BFDC-BB5C085D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00" y="1662277"/>
            <a:ext cx="119211" cy="143768"/>
          </a:xfrm>
          <a:custGeom xmlns:a="http://schemas.openxmlformats.org/drawingml/2006/main">
            <a:pathLst>
              <a:path w="119211" h="143768">
                <a:moveTo>
                  <a:pt x="119211" y="6697"/>
                </a:moveTo>
                <a:lnTo>
                  <a:pt x="116086" y="17859"/>
                </a:lnTo>
                <a:lnTo>
                  <a:pt x="98673" y="17859"/>
                </a:lnTo>
                <a:cubicBezTo>
                  <a:pt x="100459" y="23664"/>
                  <a:pt x="100459" y="26789"/>
                  <a:pt x="100459" y="28575"/>
                </a:cubicBezTo>
                <a:cubicBezTo>
                  <a:pt x="100459" y="42416"/>
                  <a:pt x="92869" y="50006"/>
                  <a:pt x="88404" y="53578"/>
                </a:cubicBezTo>
                <a:cubicBezTo>
                  <a:pt x="76349" y="64740"/>
                  <a:pt x="62508" y="65633"/>
                  <a:pt x="55364" y="65633"/>
                </a:cubicBezTo>
                <a:cubicBezTo>
                  <a:pt x="44202" y="69205"/>
                  <a:pt x="40630" y="72330"/>
                  <a:pt x="38398" y="73670"/>
                </a:cubicBezTo>
                <a:cubicBezTo>
                  <a:pt x="36612" y="75456"/>
                  <a:pt x="36612" y="76795"/>
                  <a:pt x="36612" y="77242"/>
                </a:cubicBezTo>
                <a:cubicBezTo>
                  <a:pt x="36612" y="79474"/>
                  <a:pt x="37505" y="80814"/>
                  <a:pt x="38398" y="81260"/>
                </a:cubicBezTo>
                <a:cubicBezTo>
                  <a:pt x="40184" y="83046"/>
                  <a:pt x="45541" y="84386"/>
                  <a:pt x="48220" y="84832"/>
                </a:cubicBezTo>
                <a:lnTo>
                  <a:pt x="68759" y="89743"/>
                </a:lnTo>
                <a:cubicBezTo>
                  <a:pt x="85725" y="93762"/>
                  <a:pt x="89743" y="97334"/>
                  <a:pt x="91529" y="99120"/>
                </a:cubicBezTo>
                <a:cubicBezTo>
                  <a:pt x="96887" y="104924"/>
                  <a:pt x="96887" y="109835"/>
                  <a:pt x="96887" y="112068"/>
                </a:cubicBezTo>
                <a:cubicBezTo>
                  <a:pt x="96887" y="120997"/>
                  <a:pt x="92869" y="125909"/>
                  <a:pt x="90636" y="128141"/>
                </a:cubicBezTo>
                <a:cubicBezTo>
                  <a:pt x="83939" y="135731"/>
                  <a:pt x="75456" y="137964"/>
                  <a:pt x="71884" y="139750"/>
                </a:cubicBezTo>
                <a:cubicBezTo>
                  <a:pt x="59382" y="143768"/>
                  <a:pt x="49113" y="143768"/>
                  <a:pt x="44202" y="143768"/>
                </a:cubicBezTo>
                <a:cubicBezTo>
                  <a:pt x="30807" y="143768"/>
                  <a:pt x="23664" y="141536"/>
                  <a:pt x="20092" y="140643"/>
                </a:cubicBezTo>
                <a:cubicBezTo>
                  <a:pt x="9376" y="137517"/>
                  <a:pt x="5804" y="133945"/>
                  <a:pt x="4465" y="132159"/>
                </a:cubicBezTo>
                <a:cubicBezTo>
                  <a:pt x="0" y="126802"/>
                  <a:pt x="0" y="122783"/>
                  <a:pt x="0" y="120997"/>
                </a:cubicBezTo>
                <a:cubicBezTo>
                  <a:pt x="0" y="116532"/>
                  <a:pt x="1786" y="113407"/>
                  <a:pt x="3125" y="111621"/>
                </a:cubicBezTo>
                <a:cubicBezTo>
                  <a:pt x="5804" y="106263"/>
                  <a:pt x="8930" y="104477"/>
                  <a:pt x="10269" y="103584"/>
                </a:cubicBezTo>
                <a:cubicBezTo>
                  <a:pt x="13395" y="101352"/>
                  <a:pt x="22324" y="96441"/>
                  <a:pt x="26789" y="93762"/>
                </a:cubicBezTo>
                <a:cubicBezTo>
                  <a:pt x="21878" y="89743"/>
                  <a:pt x="21878" y="86618"/>
                  <a:pt x="21878" y="85279"/>
                </a:cubicBezTo>
                <a:cubicBezTo>
                  <a:pt x="21878" y="81260"/>
                  <a:pt x="25003" y="77688"/>
                  <a:pt x="25896" y="76349"/>
                </a:cubicBezTo>
                <a:cubicBezTo>
                  <a:pt x="30361" y="71438"/>
                  <a:pt x="39737" y="67419"/>
                  <a:pt x="44648" y="65633"/>
                </a:cubicBezTo>
                <a:cubicBezTo>
                  <a:pt x="33040" y="63401"/>
                  <a:pt x="28129" y="58489"/>
                  <a:pt x="25896" y="55811"/>
                </a:cubicBezTo>
                <a:cubicBezTo>
                  <a:pt x="19199" y="48220"/>
                  <a:pt x="19199" y="41970"/>
                  <a:pt x="19199" y="38844"/>
                </a:cubicBezTo>
                <a:cubicBezTo>
                  <a:pt x="19199" y="24110"/>
                  <a:pt x="27682" y="16073"/>
                  <a:pt x="32147" y="12055"/>
                </a:cubicBezTo>
                <a:cubicBezTo>
                  <a:pt x="45541" y="0"/>
                  <a:pt x="60275" y="0"/>
                  <a:pt x="67419" y="0"/>
                </a:cubicBezTo>
                <a:cubicBezTo>
                  <a:pt x="75456" y="0"/>
                  <a:pt x="79028" y="893"/>
                  <a:pt x="80814" y="1786"/>
                </a:cubicBezTo>
                <a:cubicBezTo>
                  <a:pt x="85725" y="3125"/>
                  <a:pt x="88850" y="5804"/>
                  <a:pt x="90636" y="6697"/>
                </a:cubicBezTo>
                <a:lnTo>
                  <a:pt x="119211" y="6697"/>
                </a:lnTo>
                <a:close/>
                <a:moveTo>
                  <a:pt x="82600" y="23664"/>
                </a:moveTo>
                <a:cubicBezTo>
                  <a:pt x="82600" y="14734"/>
                  <a:pt x="79474" y="11609"/>
                  <a:pt x="77688" y="9823"/>
                </a:cubicBezTo>
                <a:cubicBezTo>
                  <a:pt x="73223" y="5358"/>
                  <a:pt x="67866" y="5358"/>
                  <a:pt x="65187" y="5358"/>
                </a:cubicBezTo>
                <a:cubicBezTo>
                  <a:pt x="53132" y="5358"/>
                  <a:pt x="47774" y="13395"/>
                  <a:pt x="45541" y="16966"/>
                </a:cubicBezTo>
                <a:cubicBezTo>
                  <a:pt x="37505" y="29021"/>
                  <a:pt x="37505" y="37951"/>
                  <a:pt x="37505" y="42416"/>
                </a:cubicBezTo>
                <a:cubicBezTo>
                  <a:pt x="37505" y="50453"/>
                  <a:pt x="41077" y="54025"/>
                  <a:pt x="42416" y="55811"/>
                </a:cubicBezTo>
                <a:cubicBezTo>
                  <a:pt x="47327" y="61168"/>
                  <a:pt x="52239" y="61168"/>
                  <a:pt x="54918" y="61168"/>
                </a:cubicBezTo>
                <a:cubicBezTo>
                  <a:pt x="60275" y="61168"/>
                  <a:pt x="63847" y="58936"/>
                  <a:pt x="65633" y="58043"/>
                </a:cubicBezTo>
                <a:cubicBezTo>
                  <a:pt x="70991" y="54918"/>
                  <a:pt x="73223" y="51346"/>
                  <a:pt x="74563" y="49560"/>
                </a:cubicBezTo>
                <a:cubicBezTo>
                  <a:pt x="78135" y="44202"/>
                  <a:pt x="79474" y="38398"/>
                  <a:pt x="80367" y="35719"/>
                </a:cubicBezTo>
                <a:cubicBezTo>
                  <a:pt x="82600" y="27236"/>
                  <a:pt x="82600" y="24557"/>
                  <a:pt x="82600" y="23664"/>
                </a:cubicBezTo>
                <a:close/>
                <a:moveTo>
                  <a:pt x="31254" y="96441"/>
                </a:moveTo>
                <a:cubicBezTo>
                  <a:pt x="22771" y="100459"/>
                  <a:pt x="19645" y="104477"/>
                  <a:pt x="18306" y="106710"/>
                </a:cubicBezTo>
                <a:cubicBezTo>
                  <a:pt x="13841" y="112961"/>
                  <a:pt x="13841" y="116532"/>
                  <a:pt x="13841" y="118765"/>
                </a:cubicBezTo>
                <a:cubicBezTo>
                  <a:pt x="13841" y="125909"/>
                  <a:pt x="18306" y="129034"/>
                  <a:pt x="20092" y="130373"/>
                </a:cubicBezTo>
                <a:cubicBezTo>
                  <a:pt x="29468" y="137071"/>
                  <a:pt x="41077" y="137071"/>
                  <a:pt x="46881" y="137071"/>
                </a:cubicBezTo>
                <a:cubicBezTo>
                  <a:pt x="62508" y="137071"/>
                  <a:pt x="69652" y="133499"/>
                  <a:pt x="73223" y="131713"/>
                </a:cubicBezTo>
                <a:cubicBezTo>
                  <a:pt x="83939" y="126802"/>
                  <a:pt x="83939" y="121444"/>
                  <a:pt x="83939" y="118318"/>
                </a:cubicBezTo>
                <a:cubicBezTo>
                  <a:pt x="83939" y="114300"/>
                  <a:pt x="81260" y="112068"/>
                  <a:pt x="79921" y="110728"/>
                </a:cubicBezTo>
                <a:cubicBezTo>
                  <a:pt x="75902" y="106710"/>
                  <a:pt x="68312" y="105370"/>
                  <a:pt x="64740" y="104477"/>
                </a:cubicBezTo>
                <a:cubicBezTo>
                  <a:pt x="58043" y="103138"/>
                  <a:pt x="40184" y="98673"/>
                  <a:pt x="31254" y="96441"/>
                </a:cubicBezTo>
                <a:close/>
                <a:moveTo>
                  <a:pt x="31254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2D9B8-6B2F-4B68-9124-2331E13B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117" y="1607360"/>
            <a:ext cx="56257" cy="154037"/>
          </a:xfrm>
          <a:custGeom xmlns:a="http://schemas.openxmlformats.org/drawingml/2006/main">
            <a:pathLst>
              <a:path w="56257" h="154037">
                <a:moveTo>
                  <a:pt x="56257" y="0"/>
                </a:moveTo>
                <a:lnTo>
                  <a:pt x="20092" y="126802"/>
                </a:lnTo>
                <a:cubicBezTo>
                  <a:pt x="17413" y="136178"/>
                  <a:pt x="17413" y="137517"/>
                  <a:pt x="17413" y="138410"/>
                </a:cubicBezTo>
                <a:cubicBezTo>
                  <a:pt x="17413" y="140196"/>
                  <a:pt x="17859" y="140643"/>
                  <a:pt x="18306" y="141089"/>
                </a:cubicBezTo>
                <a:cubicBezTo>
                  <a:pt x="19199" y="141982"/>
                  <a:pt x="20092" y="141982"/>
                  <a:pt x="20985" y="141982"/>
                </a:cubicBezTo>
                <a:cubicBezTo>
                  <a:pt x="22771" y="141982"/>
                  <a:pt x="24110" y="141089"/>
                  <a:pt x="25003" y="140196"/>
                </a:cubicBezTo>
                <a:cubicBezTo>
                  <a:pt x="30807" y="135731"/>
                  <a:pt x="34826" y="129927"/>
                  <a:pt x="36612" y="126802"/>
                </a:cubicBezTo>
                <a:lnTo>
                  <a:pt x="40184" y="129927"/>
                </a:lnTo>
                <a:cubicBezTo>
                  <a:pt x="29914" y="144214"/>
                  <a:pt x="24110" y="148233"/>
                  <a:pt x="21431" y="150019"/>
                </a:cubicBezTo>
                <a:cubicBezTo>
                  <a:pt x="14734" y="154037"/>
                  <a:pt x="11162" y="154037"/>
                  <a:pt x="9376" y="154037"/>
                </a:cubicBezTo>
                <a:cubicBezTo>
                  <a:pt x="5358" y="154037"/>
                  <a:pt x="3572" y="152251"/>
                  <a:pt x="2679" y="151358"/>
                </a:cubicBezTo>
                <a:cubicBezTo>
                  <a:pt x="0" y="148679"/>
                  <a:pt x="0" y="146000"/>
                  <a:pt x="0" y="144661"/>
                </a:cubicBezTo>
                <a:cubicBezTo>
                  <a:pt x="0" y="141089"/>
                  <a:pt x="1786" y="133052"/>
                  <a:pt x="3125" y="129034"/>
                </a:cubicBezTo>
                <a:lnTo>
                  <a:pt x="32147" y="29021"/>
                </a:lnTo>
                <a:cubicBezTo>
                  <a:pt x="35719" y="16966"/>
                  <a:pt x="35719" y="15627"/>
                  <a:pt x="35719" y="14734"/>
                </a:cubicBezTo>
                <a:cubicBezTo>
                  <a:pt x="35719" y="12502"/>
                  <a:pt x="34379" y="11609"/>
                  <a:pt x="33486" y="10716"/>
                </a:cubicBezTo>
                <a:cubicBezTo>
                  <a:pt x="31700" y="9376"/>
                  <a:pt x="29021" y="9376"/>
                  <a:pt x="27236" y="9376"/>
                </a:cubicBezTo>
                <a:cubicBezTo>
                  <a:pt x="25003" y="9376"/>
                  <a:pt x="21431" y="9823"/>
                  <a:pt x="20092" y="9823"/>
                </a:cubicBezTo>
                <a:lnTo>
                  <a:pt x="20092" y="5804"/>
                </a:lnTo>
                <a:lnTo>
                  <a:pt x="56257" y="0"/>
                </a:lnTo>
                <a:close/>
                <a:moveTo>
                  <a:pt x="562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57057-D8F6-4363-95DD-0E59696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15" y="1662277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64BF0-CB68-4A91-9768-584DBD41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352" y="1662277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B8646-3AED-42B0-A149-899F5D24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581" y="1607360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1059E-E0C5-4B24-8A5C-23B97F5C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60" y="1739519"/>
            <a:ext cx="31254" cy="46881"/>
          </a:xfrm>
          <a:custGeom xmlns:a="http://schemas.openxmlformats.org/drawingml/2006/main">
            <a:pathLst>
              <a:path w="31254" h="46881">
                <a:moveTo>
                  <a:pt x="0" y="43309"/>
                </a:moveTo>
                <a:cubicBezTo>
                  <a:pt x="8037" y="39737"/>
                  <a:pt x="11162" y="36165"/>
                  <a:pt x="12948" y="33933"/>
                </a:cubicBezTo>
                <a:cubicBezTo>
                  <a:pt x="16520" y="29914"/>
                  <a:pt x="16520" y="27236"/>
                  <a:pt x="16520" y="25896"/>
                </a:cubicBezTo>
                <a:cubicBezTo>
                  <a:pt x="16520" y="24110"/>
                  <a:pt x="16073" y="22771"/>
                  <a:pt x="16073" y="22324"/>
                </a:cubicBezTo>
                <a:cubicBezTo>
                  <a:pt x="15627" y="21431"/>
                  <a:pt x="13841" y="19645"/>
                  <a:pt x="12948" y="19199"/>
                </a:cubicBezTo>
                <a:cubicBezTo>
                  <a:pt x="10716" y="16520"/>
                  <a:pt x="10269" y="15627"/>
                  <a:pt x="10269" y="15627"/>
                </a:cubicBezTo>
                <a:cubicBezTo>
                  <a:pt x="9376" y="13841"/>
                  <a:pt x="9376" y="12055"/>
                  <a:pt x="9376" y="11162"/>
                </a:cubicBezTo>
                <a:cubicBezTo>
                  <a:pt x="9376" y="6697"/>
                  <a:pt x="11609" y="4465"/>
                  <a:pt x="12502" y="3572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4557" y="0"/>
                  <a:pt x="26789" y="2232"/>
                  <a:pt x="27682" y="3572"/>
                </a:cubicBezTo>
                <a:cubicBezTo>
                  <a:pt x="31254" y="7144"/>
                  <a:pt x="31254" y="10716"/>
                  <a:pt x="31254" y="12502"/>
                </a:cubicBezTo>
                <a:cubicBezTo>
                  <a:pt x="31254" y="21878"/>
                  <a:pt x="26343" y="28575"/>
                  <a:pt x="23664" y="31700"/>
                </a:cubicBezTo>
                <a:cubicBezTo>
                  <a:pt x="16073" y="41523"/>
                  <a:pt x="6697" y="45095"/>
                  <a:pt x="2232" y="46881"/>
                </a:cubicBezTo>
                <a:lnTo>
                  <a:pt x="0" y="43309"/>
                </a:lnTo>
                <a:close/>
                <a:moveTo>
                  <a:pt x="0" y="433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C86BD-C691-4743-901E-457BF7DE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62" y="1610932"/>
            <a:ext cx="67419" cy="62061"/>
          </a:xfrm>
          <a:custGeom xmlns:a="http://schemas.openxmlformats.org/drawingml/2006/main">
            <a:pathLst>
              <a:path w="67419" h="62061">
                <a:moveTo>
                  <a:pt x="38844" y="62061"/>
                </a:moveTo>
                <a:lnTo>
                  <a:pt x="41970" y="31254"/>
                </a:lnTo>
                <a:cubicBezTo>
                  <a:pt x="43309" y="18752"/>
                  <a:pt x="43755" y="17859"/>
                  <a:pt x="43755" y="16966"/>
                </a:cubicBezTo>
                <a:cubicBezTo>
                  <a:pt x="45541" y="9823"/>
                  <a:pt x="46881" y="7590"/>
                  <a:pt x="47774" y="6697"/>
                </a:cubicBezTo>
                <a:cubicBezTo>
                  <a:pt x="49113" y="3572"/>
                  <a:pt x="51346" y="2679"/>
                  <a:pt x="52685" y="1786"/>
                </a:cubicBezTo>
                <a:cubicBezTo>
                  <a:pt x="55811" y="0"/>
                  <a:pt x="58043" y="0"/>
                  <a:pt x="59382" y="0"/>
                </a:cubicBezTo>
                <a:cubicBezTo>
                  <a:pt x="63401" y="0"/>
                  <a:pt x="64740" y="1339"/>
                  <a:pt x="65187" y="2232"/>
                </a:cubicBezTo>
                <a:cubicBezTo>
                  <a:pt x="67419" y="4018"/>
                  <a:pt x="67419" y="6251"/>
                  <a:pt x="67419" y="7590"/>
                </a:cubicBezTo>
                <a:cubicBezTo>
                  <a:pt x="67419" y="10269"/>
                  <a:pt x="66526" y="12948"/>
                  <a:pt x="66080" y="14288"/>
                </a:cubicBezTo>
                <a:cubicBezTo>
                  <a:pt x="61615" y="25450"/>
                  <a:pt x="59829" y="29021"/>
                  <a:pt x="58936" y="30807"/>
                </a:cubicBezTo>
                <a:lnTo>
                  <a:pt x="44202" y="62061"/>
                </a:lnTo>
                <a:lnTo>
                  <a:pt x="38844" y="62061"/>
                </a:lnTo>
                <a:close/>
                <a:moveTo>
                  <a:pt x="0" y="62061"/>
                </a:moveTo>
                <a:lnTo>
                  <a:pt x="3125" y="30807"/>
                </a:lnTo>
                <a:cubicBezTo>
                  <a:pt x="4911" y="17413"/>
                  <a:pt x="5804" y="14288"/>
                  <a:pt x="6251" y="12502"/>
                </a:cubicBezTo>
                <a:cubicBezTo>
                  <a:pt x="8037" y="5804"/>
                  <a:pt x="10716" y="4018"/>
                  <a:pt x="11609" y="3125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3664" y="0"/>
                  <a:pt x="25450" y="1339"/>
                  <a:pt x="25896" y="2232"/>
                </a:cubicBezTo>
                <a:cubicBezTo>
                  <a:pt x="28129" y="4465"/>
                  <a:pt x="28129" y="6697"/>
                  <a:pt x="28129" y="7590"/>
                </a:cubicBezTo>
                <a:cubicBezTo>
                  <a:pt x="28129" y="9823"/>
                  <a:pt x="27682" y="12055"/>
                  <a:pt x="27236" y="12948"/>
                </a:cubicBezTo>
                <a:cubicBezTo>
                  <a:pt x="25896" y="17859"/>
                  <a:pt x="21431" y="26343"/>
                  <a:pt x="19199" y="30807"/>
                </a:cubicBezTo>
                <a:lnTo>
                  <a:pt x="4465" y="62061"/>
                </a:lnTo>
                <a:lnTo>
                  <a:pt x="0" y="62061"/>
                </a:lnTo>
                <a:close/>
                <a:moveTo>
                  <a:pt x="0" y="62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E0F78-CEFA-4959-8458-9756658F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29" y="1610932"/>
            <a:ext cx="67419" cy="62061"/>
          </a:xfrm>
          <a:custGeom xmlns:a="http://schemas.openxmlformats.org/drawingml/2006/main">
            <a:pathLst>
              <a:path w="67419" h="62061">
                <a:moveTo>
                  <a:pt x="38844" y="62061"/>
                </a:moveTo>
                <a:lnTo>
                  <a:pt x="41970" y="31254"/>
                </a:lnTo>
                <a:cubicBezTo>
                  <a:pt x="43309" y="18752"/>
                  <a:pt x="43755" y="17859"/>
                  <a:pt x="43755" y="16966"/>
                </a:cubicBezTo>
                <a:cubicBezTo>
                  <a:pt x="45541" y="9823"/>
                  <a:pt x="46881" y="7590"/>
                  <a:pt x="47774" y="6697"/>
                </a:cubicBezTo>
                <a:cubicBezTo>
                  <a:pt x="49113" y="3572"/>
                  <a:pt x="51346" y="2679"/>
                  <a:pt x="52685" y="1786"/>
                </a:cubicBezTo>
                <a:cubicBezTo>
                  <a:pt x="55811" y="0"/>
                  <a:pt x="58043" y="0"/>
                  <a:pt x="59382" y="0"/>
                </a:cubicBezTo>
                <a:cubicBezTo>
                  <a:pt x="63401" y="0"/>
                  <a:pt x="64740" y="1339"/>
                  <a:pt x="65187" y="2232"/>
                </a:cubicBezTo>
                <a:cubicBezTo>
                  <a:pt x="67419" y="4018"/>
                  <a:pt x="67419" y="6251"/>
                  <a:pt x="67419" y="7590"/>
                </a:cubicBezTo>
                <a:cubicBezTo>
                  <a:pt x="67419" y="10269"/>
                  <a:pt x="66526" y="12948"/>
                  <a:pt x="66080" y="14288"/>
                </a:cubicBezTo>
                <a:cubicBezTo>
                  <a:pt x="61615" y="25450"/>
                  <a:pt x="59829" y="29021"/>
                  <a:pt x="58936" y="30807"/>
                </a:cubicBezTo>
                <a:lnTo>
                  <a:pt x="44202" y="62061"/>
                </a:lnTo>
                <a:lnTo>
                  <a:pt x="38844" y="62061"/>
                </a:lnTo>
                <a:close/>
                <a:moveTo>
                  <a:pt x="0" y="62061"/>
                </a:moveTo>
                <a:lnTo>
                  <a:pt x="3125" y="30807"/>
                </a:lnTo>
                <a:cubicBezTo>
                  <a:pt x="4911" y="17413"/>
                  <a:pt x="5804" y="14288"/>
                  <a:pt x="6251" y="12502"/>
                </a:cubicBezTo>
                <a:cubicBezTo>
                  <a:pt x="8037" y="5804"/>
                  <a:pt x="10716" y="4018"/>
                  <a:pt x="11609" y="3125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3664" y="0"/>
                  <a:pt x="25450" y="1339"/>
                  <a:pt x="25896" y="2232"/>
                </a:cubicBezTo>
                <a:cubicBezTo>
                  <a:pt x="28129" y="4465"/>
                  <a:pt x="28129" y="6697"/>
                  <a:pt x="28129" y="7590"/>
                </a:cubicBezTo>
                <a:cubicBezTo>
                  <a:pt x="28129" y="9823"/>
                  <a:pt x="27682" y="12055"/>
                  <a:pt x="27236" y="12948"/>
                </a:cubicBezTo>
                <a:cubicBezTo>
                  <a:pt x="25896" y="17859"/>
                  <a:pt x="21431" y="26343"/>
                  <a:pt x="19199" y="30807"/>
                </a:cubicBezTo>
                <a:lnTo>
                  <a:pt x="4465" y="62061"/>
                </a:lnTo>
                <a:lnTo>
                  <a:pt x="0" y="62061"/>
                </a:lnTo>
                <a:close/>
                <a:moveTo>
                  <a:pt x="0" y="62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D0DD9-78A3-404A-9B76-4B1F8708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4" y="1614057"/>
            <a:ext cx="96441" cy="144661"/>
          </a:xfrm>
          <a:custGeom xmlns:a="http://schemas.openxmlformats.org/drawingml/2006/main">
            <a:pathLst>
              <a:path w="96441" h="144661">
                <a:moveTo>
                  <a:pt x="60722" y="140643"/>
                </a:moveTo>
                <a:lnTo>
                  <a:pt x="59829" y="144661"/>
                </a:lnTo>
                <a:lnTo>
                  <a:pt x="0" y="144661"/>
                </a:lnTo>
                <a:lnTo>
                  <a:pt x="1786" y="140643"/>
                </a:lnTo>
                <a:cubicBezTo>
                  <a:pt x="10716" y="140643"/>
                  <a:pt x="12502" y="139750"/>
                  <a:pt x="13395" y="139303"/>
                </a:cubicBezTo>
                <a:cubicBezTo>
                  <a:pt x="18306" y="137517"/>
                  <a:pt x="19645" y="135285"/>
                  <a:pt x="20538" y="134392"/>
                </a:cubicBezTo>
                <a:cubicBezTo>
                  <a:pt x="24110" y="129480"/>
                  <a:pt x="26789" y="120551"/>
                  <a:pt x="27682" y="116532"/>
                </a:cubicBezTo>
                <a:lnTo>
                  <a:pt x="52685" y="29021"/>
                </a:lnTo>
                <a:cubicBezTo>
                  <a:pt x="56257" y="18306"/>
                  <a:pt x="56257" y="14734"/>
                  <a:pt x="56257" y="12948"/>
                </a:cubicBezTo>
                <a:cubicBezTo>
                  <a:pt x="56257" y="9823"/>
                  <a:pt x="55364" y="8483"/>
                  <a:pt x="54918" y="8037"/>
                </a:cubicBezTo>
                <a:cubicBezTo>
                  <a:pt x="53132" y="6251"/>
                  <a:pt x="51346" y="5804"/>
                  <a:pt x="50453" y="5358"/>
                </a:cubicBezTo>
                <a:cubicBezTo>
                  <a:pt x="47774" y="4018"/>
                  <a:pt x="41970" y="4018"/>
                  <a:pt x="39291" y="4018"/>
                </a:cubicBezTo>
                <a:lnTo>
                  <a:pt x="40630" y="0"/>
                </a:lnTo>
                <a:lnTo>
                  <a:pt x="96441" y="0"/>
                </a:lnTo>
                <a:lnTo>
                  <a:pt x="95548" y="4018"/>
                </a:lnTo>
                <a:cubicBezTo>
                  <a:pt x="88404" y="4018"/>
                  <a:pt x="86618" y="5358"/>
                  <a:pt x="85279" y="5804"/>
                </a:cubicBezTo>
                <a:cubicBezTo>
                  <a:pt x="80367" y="7590"/>
                  <a:pt x="78581" y="10269"/>
                  <a:pt x="77688" y="11609"/>
                </a:cubicBezTo>
                <a:cubicBezTo>
                  <a:pt x="75456" y="15627"/>
                  <a:pt x="72777" y="25003"/>
                  <a:pt x="71438" y="29021"/>
                </a:cubicBezTo>
                <a:lnTo>
                  <a:pt x="46434" y="116532"/>
                </a:lnTo>
                <a:cubicBezTo>
                  <a:pt x="43309" y="128588"/>
                  <a:pt x="43309" y="130820"/>
                  <a:pt x="43309" y="131713"/>
                </a:cubicBezTo>
                <a:cubicBezTo>
                  <a:pt x="43309" y="134392"/>
                  <a:pt x="44202" y="135731"/>
                  <a:pt x="44648" y="136178"/>
                </a:cubicBezTo>
                <a:cubicBezTo>
                  <a:pt x="45988" y="137964"/>
                  <a:pt x="47774" y="138857"/>
                  <a:pt x="48667" y="139303"/>
                </a:cubicBezTo>
                <a:cubicBezTo>
                  <a:pt x="51792" y="140196"/>
                  <a:pt x="57596" y="140643"/>
                  <a:pt x="60722" y="140643"/>
                </a:cubicBezTo>
                <a:close/>
                <a:moveTo>
                  <a:pt x="60722" y="1406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DE606-900E-4243-A051-15830D0C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172" y="1662277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62469-FD8B-4986-BF6F-E024A5C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10" y="1662277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B57E1-A864-464B-8E44-9628A3CD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417" y="1607360"/>
            <a:ext cx="56257" cy="154037"/>
          </a:xfrm>
          <a:custGeom xmlns:a="http://schemas.openxmlformats.org/drawingml/2006/main">
            <a:pathLst>
              <a:path w="56257" h="154037">
                <a:moveTo>
                  <a:pt x="56257" y="0"/>
                </a:moveTo>
                <a:lnTo>
                  <a:pt x="20092" y="126802"/>
                </a:lnTo>
                <a:cubicBezTo>
                  <a:pt x="17413" y="136178"/>
                  <a:pt x="17413" y="137517"/>
                  <a:pt x="17413" y="138410"/>
                </a:cubicBezTo>
                <a:cubicBezTo>
                  <a:pt x="17413" y="140196"/>
                  <a:pt x="17859" y="140643"/>
                  <a:pt x="18306" y="141089"/>
                </a:cubicBezTo>
                <a:cubicBezTo>
                  <a:pt x="19199" y="141982"/>
                  <a:pt x="20092" y="141982"/>
                  <a:pt x="20985" y="141982"/>
                </a:cubicBezTo>
                <a:cubicBezTo>
                  <a:pt x="22771" y="141982"/>
                  <a:pt x="24110" y="141089"/>
                  <a:pt x="25003" y="140196"/>
                </a:cubicBezTo>
                <a:cubicBezTo>
                  <a:pt x="30807" y="135731"/>
                  <a:pt x="34826" y="129927"/>
                  <a:pt x="36612" y="126802"/>
                </a:cubicBezTo>
                <a:lnTo>
                  <a:pt x="40184" y="129927"/>
                </a:lnTo>
                <a:cubicBezTo>
                  <a:pt x="29914" y="144214"/>
                  <a:pt x="24110" y="148233"/>
                  <a:pt x="21431" y="150019"/>
                </a:cubicBezTo>
                <a:cubicBezTo>
                  <a:pt x="14734" y="154037"/>
                  <a:pt x="11162" y="154037"/>
                  <a:pt x="9376" y="154037"/>
                </a:cubicBezTo>
                <a:cubicBezTo>
                  <a:pt x="5358" y="154037"/>
                  <a:pt x="3572" y="152251"/>
                  <a:pt x="2679" y="151358"/>
                </a:cubicBezTo>
                <a:cubicBezTo>
                  <a:pt x="0" y="148679"/>
                  <a:pt x="0" y="146000"/>
                  <a:pt x="0" y="144661"/>
                </a:cubicBezTo>
                <a:cubicBezTo>
                  <a:pt x="0" y="141089"/>
                  <a:pt x="1786" y="133052"/>
                  <a:pt x="3125" y="129034"/>
                </a:cubicBezTo>
                <a:lnTo>
                  <a:pt x="32147" y="29021"/>
                </a:lnTo>
                <a:cubicBezTo>
                  <a:pt x="35719" y="16966"/>
                  <a:pt x="35719" y="15627"/>
                  <a:pt x="35719" y="14734"/>
                </a:cubicBezTo>
                <a:cubicBezTo>
                  <a:pt x="35719" y="12502"/>
                  <a:pt x="34379" y="11609"/>
                  <a:pt x="33486" y="10716"/>
                </a:cubicBezTo>
                <a:cubicBezTo>
                  <a:pt x="31700" y="9376"/>
                  <a:pt x="29021" y="9376"/>
                  <a:pt x="27236" y="9376"/>
                </a:cubicBezTo>
                <a:cubicBezTo>
                  <a:pt x="25003" y="9376"/>
                  <a:pt x="21431" y="9823"/>
                  <a:pt x="20092" y="9823"/>
                </a:cubicBezTo>
                <a:lnTo>
                  <a:pt x="20092" y="5804"/>
                </a:lnTo>
                <a:lnTo>
                  <a:pt x="56257" y="0"/>
                </a:lnTo>
                <a:close/>
                <a:moveTo>
                  <a:pt x="562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FE6F5-7A33-4F37-9963-7DFB2E11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314" y="1662277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2ABC9-B785-4CD6-A8CC-63723CA0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51" y="1662277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FEC2F-E0AE-4EC0-851F-8AAA7BF0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881" y="1607360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7740A-9851-45F6-8039-B413CB39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859" y="1739519"/>
            <a:ext cx="31254" cy="46881"/>
          </a:xfrm>
          <a:custGeom xmlns:a="http://schemas.openxmlformats.org/drawingml/2006/main">
            <a:pathLst>
              <a:path w="31254" h="46881">
                <a:moveTo>
                  <a:pt x="0" y="43309"/>
                </a:moveTo>
                <a:cubicBezTo>
                  <a:pt x="8037" y="39737"/>
                  <a:pt x="11162" y="36165"/>
                  <a:pt x="12948" y="33933"/>
                </a:cubicBezTo>
                <a:cubicBezTo>
                  <a:pt x="16520" y="29914"/>
                  <a:pt x="16520" y="27236"/>
                  <a:pt x="16520" y="25896"/>
                </a:cubicBezTo>
                <a:cubicBezTo>
                  <a:pt x="16520" y="24110"/>
                  <a:pt x="16073" y="22771"/>
                  <a:pt x="16073" y="22324"/>
                </a:cubicBezTo>
                <a:cubicBezTo>
                  <a:pt x="15627" y="21431"/>
                  <a:pt x="13841" y="19645"/>
                  <a:pt x="12948" y="19199"/>
                </a:cubicBezTo>
                <a:cubicBezTo>
                  <a:pt x="10716" y="16520"/>
                  <a:pt x="10269" y="15627"/>
                  <a:pt x="10269" y="15627"/>
                </a:cubicBezTo>
                <a:cubicBezTo>
                  <a:pt x="9376" y="13841"/>
                  <a:pt x="9376" y="12055"/>
                  <a:pt x="9376" y="11162"/>
                </a:cubicBezTo>
                <a:cubicBezTo>
                  <a:pt x="9376" y="6697"/>
                  <a:pt x="11609" y="4465"/>
                  <a:pt x="12502" y="3572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4557" y="0"/>
                  <a:pt x="26789" y="2232"/>
                  <a:pt x="27682" y="3572"/>
                </a:cubicBezTo>
                <a:cubicBezTo>
                  <a:pt x="31254" y="7144"/>
                  <a:pt x="31254" y="10716"/>
                  <a:pt x="31254" y="12502"/>
                </a:cubicBezTo>
                <a:cubicBezTo>
                  <a:pt x="31254" y="21878"/>
                  <a:pt x="26343" y="28575"/>
                  <a:pt x="23664" y="31700"/>
                </a:cubicBezTo>
                <a:cubicBezTo>
                  <a:pt x="16073" y="41523"/>
                  <a:pt x="6697" y="45095"/>
                  <a:pt x="2232" y="46881"/>
                </a:cubicBezTo>
                <a:lnTo>
                  <a:pt x="0" y="43309"/>
                </a:lnTo>
                <a:close/>
                <a:moveTo>
                  <a:pt x="0" y="433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1210C-F9B4-4289-B347-809307B5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961" y="1610932"/>
            <a:ext cx="67419" cy="62061"/>
          </a:xfrm>
          <a:custGeom xmlns:a="http://schemas.openxmlformats.org/drawingml/2006/main">
            <a:pathLst>
              <a:path w="67419" h="62061">
                <a:moveTo>
                  <a:pt x="38844" y="62061"/>
                </a:moveTo>
                <a:lnTo>
                  <a:pt x="41970" y="31254"/>
                </a:lnTo>
                <a:cubicBezTo>
                  <a:pt x="43309" y="18752"/>
                  <a:pt x="43755" y="17859"/>
                  <a:pt x="43755" y="16966"/>
                </a:cubicBezTo>
                <a:cubicBezTo>
                  <a:pt x="45541" y="9823"/>
                  <a:pt x="46881" y="7590"/>
                  <a:pt x="47774" y="6697"/>
                </a:cubicBezTo>
                <a:cubicBezTo>
                  <a:pt x="49113" y="3572"/>
                  <a:pt x="51346" y="2679"/>
                  <a:pt x="52685" y="1786"/>
                </a:cubicBezTo>
                <a:cubicBezTo>
                  <a:pt x="55811" y="0"/>
                  <a:pt x="58043" y="0"/>
                  <a:pt x="59382" y="0"/>
                </a:cubicBezTo>
                <a:cubicBezTo>
                  <a:pt x="63401" y="0"/>
                  <a:pt x="64740" y="1339"/>
                  <a:pt x="65187" y="2232"/>
                </a:cubicBezTo>
                <a:cubicBezTo>
                  <a:pt x="67419" y="4018"/>
                  <a:pt x="67419" y="6251"/>
                  <a:pt x="67419" y="7590"/>
                </a:cubicBezTo>
                <a:cubicBezTo>
                  <a:pt x="67419" y="10269"/>
                  <a:pt x="66526" y="12948"/>
                  <a:pt x="66080" y="14288"/>
                </a:cubicBezTo>
                <a:cubicBezTo>
                  <a:pt x="61615" y="25450"/>
                  <a:pt x="59829" y="29021"/>
                  <a:pt x="58936" y="30807"/>
                </a:cubicBezTo>
                <a:lnTo>
                  <a:pt x="44202" y="62061"/>
                </a:lnTo>
                <a:lnTo>
                  <a:pt x="38844" y="62061"/>
                </a:lnTo>
                <a:close/>
                <a:moveTo>
                  <a:pt x="0" y="62061"/>
                </a:moveTo>
                <a:lnTo>
                  <a:pt x="3125" y="30807"/>
                </a:lnTo>
                <a:cubicBezTo>
                  <a:pt x="4911" y="17413"/>
                  <a:pt x="5804" y="14288"/>
                  <a:pt x="6251" y="12502"/>
                </a:cubicBezTo>
                <a:cubicBezTo>
                  <a:pt x="8037" y="5804"/>
                  <a:pt x="10716" y="4018"/>
                  <a:pt x="11609" y="3125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3664" y="0"/>
                  <a:pt x="25450" y="1339"/>
                  <a:pt x="25896" y="2232"/>
                </a:cubicBezTo>
                <a:cubicBezTo>
                  <a:pt x="28129" y="4465"/>
                  <a:pt x="28129" y="6697"/>
                  <a:pt x="28129" y="7590"/>
                </a:cubicBezTo>
                <a:cubicBezTo>
                  <a:pt x="28129" y="9823"/>
                  <a:pt x="27682" y="12055"/>
                  <a:pt x="27236" y="12948"/>
                </a:cubicBezTo>
                <a:cubicBezTo>
                  <a:pt x="25896" y="17859"/>
                  <a:pt x="21431" y="26343"/>
                  <a:pt x="19199" y="30807"/>
                </a:cubicBezTo>
                <a:lnTo>
                  <a:pt x="4465" y="62061"/>
                </a:lnTo>
                <a:lnTo>
                  <a:pt x="0" y="62061"/>
                </a:lnTo>
                <a:close/>
                <a:moveTo>
                  <a:pt x="0" y="62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E94AC-D245-47CB-970E-1A7BF0F8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6" y="1662277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E84FA-9B59-4DA3-83D2-A7BA9B79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322" y="1662277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229BC-D21D-4FB8-9060-62CA13AF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552" y="1607360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83701-B5D4-4D70-B148-18E6BF4A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32" y="1610932"/>
            <a:ext cx="67419" cy="62061"/>
          </a:xfrm>
          <a:custGeom xmlns:a="http://schemas.openxmlformats.org/drawingml/2006/main">
            <a:pathLst>
              <a:path w="67419" h="62061">
                <a:moveTo>
                  <a:pt x="38844" y="62061"/>
                </a:moveTo>
                <a:lnTo>
                  <a:pt x="41970" y="31254"/>
                </a:lnTo>
                <a:cubicBezTo>
                  <a:pt x="43309" y="18752"/>
                  <a:pt x="43755" y="17859"/>
                  <a:pt x="43755" y="16966"/>
                </a:cubicBezTo>
                <a:cubicBezTo>
                  <a:pt x="45541" y="9823"/>
                  <a:pt x="46881" y="7590"/>
                  <a:pt x="47774" y="6697"/>
                </a:cubicBezTo>
                <a:cubicBezTo>
                  <a:pt x="49113" y="3572"/>
                  <a:pt x="51346" y="2679"/>
                  <a:pt x="52685" y="1786"/>
                </a:cubicBezTo>
                <a:cubicBezTo>
                  <a:pt x="55811" y="0"/>
                  <a:pt x="58043" y="0"/>
                  <a:pt x="59382" y="0"/>
                </a:cubicBezTo>
                <a:cubicBezTo>
                  <a:pt x="63401" y="0"/>
                  <a:pt x="64740" y="1339"/>
                  <a:pt x="65187" y="2232"/>
                </a:cubicBezTo>
                <a:cubicBezTo>
                  <a:pt x="67419" y="4018"/>
                  <a:pt x="67419" y="6251"/>
                  <a:pt x="67419" y="7590"/>
                </a:cubicBezTo>
                <a:cubicBezTo>
                  <a:pt x="67419" y="10269"/>
                  <a:pt x="66526" y="12948"/>
                  <a:pt x="66080" y="14288"/>
                </a:cubicBezTo>
                <a:cubicBezTo>
                  <a:pt x="61615" y="25450"/>
                  <a:pt x="59829" y="29021"/>
                  <a:pt x="58936" y="30807"/>
                </a:cubicBezTo>
                <a:lnTo>
                  <a:pt x="44202" y="62061"/>
                </a:lnTo>
                <a:lnTo>
                  <a:pt x="38844" y="62061"/>
                </a:lnTo>
                <a:close/>
                <a:moveTo>
                  <a:pt x="0" y="62061"/>
                </a:moveTo>
                <a:lnTo>
                  <a:pt x="3125" y="30807"/>
                </a:lnTo>
                <a:cubicBezTo>
                  <a:pt x="4911" y="17413"/>
                  <a:pt x="5804" y="14288"/>
                  <a:pt x="6251" y="12502"/>
                </a:cubicBezTo>
                <a:cubicBezTo>
                  <a:pt x="8037" y="5804"/>
                  <a:pt x="10716" y="4018"/>
                  <a:pt x="11609" y="3125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3664" y="0"/>
                  <a:pt x="25450" y="1339"/>
                  <a:pt x="25896" y="2232"/>
                </a:cubicBezTo>
                <a:cubicBezTo>
                  <a:pt x="28129" y="4465"/>
                  <a:pt x="28129" y="6697"/>
                  <a:pt x="28129" y="7590"/>
                </a:cubicBezTo>
                <a:cubicBezTo>
                  <a:pt x="28129" y="9823"/>
                  <a:pt x="27682" y="12055"/>
                  <a:pt x="27236" y="12948"/>
                </a:cubicBezTo>
                <a:cubicBezTo>
                  <a:pt x="25896" y="17859"/>
                  <a:pt x="21431" y="26343"/>
                  <a:pt x="19199" y="30807"/>
                </a:cubicBezTo>
                <a:lnTo>
                  <a:pt x="4465" y="62061"/>
                </a:lnTo>
                <a:lnTo>
                  <a:pt x="0" y="62061"/>
                </a:lnTo>
                <a:close/>
                <a:moveTo>
                  <a:pt x="0" y="62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FBF4B-CA17-4F87-8A8A-88FDA4EC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474" y="1614057"/>
            <a:ext cx="179487" cy="148233"/>
          </a:xfrm>
          <a:custGeom xmlns:a="http://schemas.openxmlformats.org/drawingml/2006/main">
            <a:pathLst>
              <a:path w="179487" h="148233">
                <a:moveTo>
                  <a:pt x="3125" y="148233"/>
                </a:moveTo>
                <a:lnTo>
                  <a:pt x="15627" y="27682"/>
                </a:lnTo>
                <a:cubicBezTo>
                  <a:pt x="16073" y="20538"/>
                  <a:pt x="16073" y="18306"/>
                  <a:pt x="16073" y="16966"/>
                </a:cubicBezTo>
                <a:cubicBezTo>
                  <a:pt x="16073" y="10716"/>
                  <a:pt x="13841" y="8483"/>
                  <a:pt x="12948" y="7590"/>
                </a:cubicBezTo>
                <a:cubicBezTo>
                  <a:pt x="9376" y="4465"/>
                  <a:pt x="3125" y="4465"/>
                  <a:pt x="0" y="4018"/>
                </a:cubicBezTo>
                <a:lnTo>
                  <a:pt x="1339" y="0"/>
                </a:lnTo>
                <a:lnTo>
                  <a:pt x="55364" y="0"/>
                </a:lnTo>
                <a:lnTo>
                  <a:pt x="54025" y="4018"/>
                </a:lnTo>
                <a:cubicBezTo>
                  <a:pt x="43309" y="4018"/>
                  <a:pt x="40630" y="6697"/>
                  <a:pt x="39291" y="8037"/>
                </a:cubicBezTo>
                <a:cubicBezTo>
                  <a:pt x="35272" y="12055"/>
                  <a:pt x="34379" y="22324"/>
                  <a:pt x="33933" y="27682"/>
                </a:cubicBezTo>
                <a:lnTo>
                  <a:pt x="25896" y="105370"/>
                </a:lnTo>
                <a:lnTo>
                  <a:pt x="80814" y="20985"/>
                </a:lnTo>
                <a:cubicBezTo>
                  <a:pt x="80814" y="18752"/>
                  <a:pt x="80814" y="17859"/>
                  <a:pt x="80814" y="17413"/>
                </a:cubicBezTo>
                <a:cubicBezTo>
                  <a:pt x="80814" y="11162"/>
                  <a:pt x="78581" y="8930"/>
                  <a:pt x="77242" y="8037"/>
                </a:cubicBezTo>
                <a:cubicBezTo>
                  <a:pt x="73670" y="4911"/>
                  <a:pt x="66080" y="4465"/>
                  <a:pt x="62508" y="4018"/>
                </a:cubicBezTo>
                <a:lnTo>
                  <a:pt x="62954" y="0"/>
                </a:lnTo>
                <a:lnTo>
                  <a:pt x="121890" y="0"/>
                </a:lnTo>
                <a:lnTo>
                  <a:pt x="120551" y="4018"/>
                </a:lnTo>
                <a:cubicBezTo>
                  <a:pt x="110282" y="4465"/>
                  <a:pt x="108049" y="5358"/>
                  <a:pt x="106710" y="5804"/>
                </a:cubicBezTo>
                <a:cubicBezTo>
                  <a:pt x="104031" y="7144"/>
                  <a:pt x="103138" y="8930"/>
                  <a:pt x="102691" y="9823"/>
                </a:cubicBezTo>
                <a:cubicBezTo>
                  <a:pt x="100905" y="12502"/>
                  <a:pt x="100012" y="16520"/>
                  <a:pt x="99566" y="18306"/>
                </a:cubicBezTo>
                <a:cubicBezTo>
                  <a:pt x="99566" y="20538"/>
                  <a:pt x="97780" y="35719"/>
                  <a:pt x="96887" y="43309"/>
                </a:cubicBezTo>
                <a:cubicBezTo>
                  <a:pt x="94655" y="66080"/>
                  <a:pt x="91976" y="92422"/>
                  <a:pt x="90190" y="105370"/>
                </a:cubicBezTo>
                <a:lnTo>
                  <a:pt x="135731" y="36165"/>
                </a:lnTo>
                <a:cubicBezTo>
                  <a:pt x="143321" y="25003"/>
                  <a:pt x="144661" y="21878"/>
                  <a:pt x="145107" y="20092"/>
                </a:cubicBezTo>
                <a:cubicBezTo>
                  <a:pt x="147340" y="15627"/>
                  <a:pt x="147340" y="13395"/>
                  <a:pt x="147340" y="12502"/>
                </a:cubicBezTo>
                <a:cubicBezTo>
                  <a:pt x="147340" y="9376"/>
                  <a:pt x="145554" y="7590"/>
                  <a:pt x="144661" y="7144"/>
                </a:cubicBezTo>
                <a:cubicBezTo>
                  <a:pt x="141982" y="4911"/>
                  <a:pt x="137964" y="4465"/>
                  <a:pt x="135731" y="4018"/>
                </a:cubicBezTo>
                <a:lnTo>
                  <a:pt x="136624" y="0"/>
                </a:lnTo>
                <a:lnTo>
                  <a:pt x="179487" y="0"/>
                </a:lnTo>
                <a:lnTo>
                  <a:pt x="178594" y="4018"/>
                </a:lnTo>
                <a:cubicBezTo>
                  <a:pt x="172789" y="4465"/>
                  <a:pt x="170111" y="6251"/>
                  <a:pt x="168771" y="6697"/>
                </a:cubicBezTo>
                <a:cubicBezTo>
                  <a:pt x="164306" y="9376"/>
                  <a:pt x="160288" y="13841"/>
                  <a:pt x="158055" y="15627"/>
                </a:cubicBezTo>
                <a:cubicBezTo>
                  <a:pt x="154930" y="19645"/>
                  <a:pt x="147786" y="30807"/>
                  <a:pt x="144214" y="36165"/>
                </a:cubicBezTo>
                <a:lnTo>
                  <a:pt x="71438" y="148233"/>
                </a:lnTo>
                <a:lnTo>
                  <a:pt x="67419" y="148233"/>
                </a:lnTo>
                <a:lnTo>
                  <a:pt x="79474" y="36165"/>
                </a:lnTo>
                <a:lnTo>
                  <a:pt x="6697" y="148233"/>
                </a:lnTo>
                <a:lnTo>
                  <a:pt x="3125" y="148233"/>
                </a:lnTo>
                <a:close/>
                <a:moveTo>
                  <a:pt x="3125" y="1482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71276-C0F2-427D-8ED3-65D7F683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397" y="1662277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C5452-0C70-43C7-B2C9-46566417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198" y="1607360"/>
            <a:ext cx="56257" cy="154037"/>
          </a:xfrm>
          <a:custGeom xmlns:a="http://schemas.openxmlformats.org/drawingml/2006/main">
            <a:pathLst>
              <a:path w="56257" h="154037">
                <a:moveTo>
                  <a:pt x="56257" y="0"/>
                </a:moveTo>
                <a:lnTo>
                  <a:pt x="20092" y="126802"/>
                </a:lnTo>
                <a:cubicBezTo>
                  <a:pt x="17413" y="136178"/>
                  <a:pt x="17413" y="137517"/>
                  <a:pt x="17413" y="138410"/>
                </a:cubicBezTo>
                <a:cubicBezTo>
                  <a:pt x="17413" y="140196"/>
                  <a:pt x="17859" y="140643"/>
                  <a:pt x="18306" y="141089"/>
                </a:cubicBezTo>
                <a:cubicBezTo>
                  <a:pt x="19199" y="141982"/>
                  <a:pt x="20092" y="141982"/>
                  <a:pt x="20985" y="141982"/>
                </a:cubicBezTo>
                <a:cubicBezTo>
                  <a:pt x="22771" y="141982"/>
                  <a:pt x="24110" y="141089"/>
                  <a:pt x="25003" y="140196"/>
                </a:cubicBezTo>
                <a:cubicBezTo>
                  <a:pt x="30807" y="135731"/>
                  <a:pt x="34826" y="129927"/>
                  <a:pt x="36612" y="126802"/>
                </a:cubicBezTo>
                <a:lnTo>
                  <a:pt x="40184" y="129927"/>
                </a:lnTo>
                <a:cubicBezTo>
                  <a:pt x="29914" y="144214"/>
                  <a:pt x="24110" y="148233"/>
                  <a:pt x="21431" y="150019"/>
                </a:cubicBezTo>
                <a:cubicBezTo>
                  <a:pt x="14734" y="154037"/>
                  <a:pt x="11162" y="154037"/>
                  <a:pt x="9376" y="154037"/>
                </a:cubicBezTo>
                <a:cubicBezTo>
                  <a:pt x="5358" y="154037"/>
                  <a:pt x="3572" y="152251"/>
                  <a:pt x="2679" y="151358"/>
                </a:cubicBezTo>
                <a:cubicBezTo>
                  <a:pt x="0" y="148679"/>
                  <a:pt x="0" y="146000"/>
                  <a:pt x="0" y="144661"/>
                </a:cubicBezTo>
                <a:cubicBezTo>
                  <a:pt x="0" y="141089"/>
                  <a:pt x="1786" y="133052"/>
                  <a:pt x="3125" y="129034"/>
                </a:cubicBezTo>
                <a:lnTo>
                  <a:pt x="32147" y="29021"/>
                </a:lnTo>
                <a:cubicBezTo>
                  <a:pt x="35719" y="16966"/>
                  <a:pt x="35719" y="15627"/>
                  <a:pt x="35719" y="14734"/>
                </a:cubicBezTo>
                <a:cubicBezTo>
                  <a:pt x="35719" y="12502"/>
                  <a:pt x="34379" y="11609"/>
                  <a:pt x="33486" y="10716"/>
                </a:cubicBezTo>
                <a:cubicBezTo>
                  <a:pt x="31700" y="9376"/>
                  <a:pt x="29021" y="9376"/>
                  <a:pt x="27236" y="9376"/>
                </a:cubicBezTo>
                <a:cubicBezTo>
                  <a:pt x="25003" y="9376"/>
                  <a:pt x="21431" y="9823"/>
                  <a:pt x="20092" y="9823"/>
                </a:cubicBezTo>
                <a:lnTo>
                  <a:pt x="20092" y="5804"/>
                </a:lnTo>
                <a:lnTo>
                  <a:pt x="56257" y="0"/>
                </a:lnTo>
                <a:close/>
                <a:moveTo>
                  <a:pt x="562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28852-CC2E-4F04-A84A-4EACAF33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882" y="1662277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EB8A7-462C-4040-BC32-4831450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472" y="1662277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80141-1214-499D-9F5E-2B32CC51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305" y="1739519"/>
            <a:ext cx="31254" cy="46881"/>
          </a:xfrm>
          <a:custGeom xmlns:a="http://schemas.openxmlformats.org/drawingml/2006/main">
            <a:pathLst>
              <a:path w="31254" h="46881">
                <a:moveTo>
                  <a:pt x="0" y="43309"/>
                </a:moveTo>
                <a:cubicBezTo>
                  <a:pt x="8037" y="39737"/>
                  <a:pt x="11162" y="36165"/>
                  <a:pt x="12948" y="33933"/>
                </a:cubicBezTo>
                <a:cubicBezTo>
                  <a:pt x="16520" y="29914"/>
                  <a:pt x="16520" y="27236"/>
                  <a:pt x="16520" y="25896"/>
                </a:cubicBezTo>
                <a:cubicBezTo>
                  <a:pt x="16520" y="24110"/>
                  <a:pt x="16073" y="22771"/>
                  <a:pt x="16073" y="22324"/>
                </a:cubicBezTo>
                <a:cubicBezTo>
                  <a:pt x="15627" y="21431"/>
                  <a:pt x="13841" y="19645"/>
                  <a:pt x="12948" y="19199"/>
                </a:cubicBezTo>
                <a:cubicBezTo>
                  <a:pt x="10716" y="16520"/>
                  <a:pt x="10269" y="15627"/>
                  <a:pt x="10269" y="15627"/>
                </a:cubicBezTo>
                <a:cubicBezTo>
                  <a:pt x="9376" y="13841"/>
                  <a:pt x="9376" y="12055"/>
                  <a:pt x="9376" y="11162"/>
                </a:cubicBezTo>
                <a:cubicBezTo>
                  <a:pt x="9376" y="6697"/>
                  <a:pt x="11609" y="4465"/>
                  <a:pt x="12502" y="3572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4557" y="0"/>
                  <a:pt x="26789" y="2232"/>
                  <a:pt x="27682" y="3572"/>
                </a:cubicBezTo>
                <a:cubicBezTo>
                  <a:pt x="31254" y="7144"/>
                  <a:pt x="31254" y="10716"/>
                  <a:pt x="31254" y="12502"/>
                </a:cubicBezTo>
                <a:cubicBezTo>
                  <a:pt x="31254" y="21878"/>
                  <a:pt x="26343" y="28575"/>
                  <a:pt x="23664" y="31700"/>
                </a:cubicBezTo>
                <a:cubicBezTo>
                  <a:pt x="16073" y="41523"/>
                  <a:pt x="6697" y="45095"/>
                  <a:pt x="2232" y="46881"/>
                </a:cubicBezTo>
                <a:lnTo>
                  <a:pt x="0" y="43309"/>
                </a:lnTo>
                <a:close/>
                <a:moveTo>
                  <a:pt x="0" y="433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AD1D5-62DF-4DFB-A865-DAA8E7C4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06" y="1610932"/>
            <a:ext cx="67419" cy="62061"/>
          </a:xfrm>
          <a:custGeom xmlns:a="http://schemas.openxmlformats.org/drawingml/2006/main">
            <a:pathLst>
              <a:path w="67419" h="62061">
                <a:moveTo>
                  <a:pt x="38844" y="62061"/>
                </a:moveTo>
                <a:lnTo>
                  <a:pt x="41970" y="31254"/>
                </a:lnTo>
                <a:cubicBezTo>
                  <a:pt x="43309" y="18752"/>
                  <a:pt x="43755" y="17859"/>
                  <a:pt x="43755" y="16966"/>
                </a:cubicBezTo>
                <a:cubicBezTo>
                  <a:pt x="45541" y="9823"/>
                  <a:pt x="46881" y="7590"/>
                  <a:pt x="47774" y="6697"/>
                </a:cubicBezTo>
                <a:cubicBezTo>
                  <a:pt x="49113" y="3572"/>
                  <a:pt x="51346" y="2679"/>
                  <a:pt x="52685" y="1786"/>
                </a:cubicBezTo>
                <a:cubicBezTo>
                  <a:pt x="55811" y="0"/>
                  <a:pt x="58043" y="0"/>
                  <a:pt x="59382" y="0"/>
                </a:cubicBezTo>
                <a:cubicBezTo>
                  <a:pt x="63401" y="0"/>
                  <a:pt x="64740" y="1339"/>
                  <a:pt x="65187" y="2232"/>
                </a:cubicBezTo>
                <a:cubicBezTo>
                  <a:pt x="67419" y="4018"/>
                  <a:pt x="67419" y="6251"/>
                  <a:pt x="67419" y="7590"/>
                </a:cubicBezTo>
                <a:cubicBezTo>
                  <a:pt x="67419" y="10269"/>
                  <a:pt x="66526" y="12948"/>
                  <a:pt x="66080" y="14288"/>
                </a:cubicBezTo>
                <a:cubicBezTo>
                  <a:pt x="61615" y="25450"/>
                  <a:pt x="59829" y="29021"/>
                  <a:pt x="58936" y="30807"/>
                </a:cubicBezTo>
                <a:lnTo>
                  <a:pt x="44202" y="62061"/>
                </a:lnTo>
                <a:lnTo>
                  <a:pt x="38844" y="62061"/>
                </a:lnTo>
                <a:close/>
                <a:moveTo>
                  <a:pt x="0" y="62061"/>
                </a:moveTo>
                <a:lnTo>
                  <a:pt x="3125" y="30807"/>
                </a:lnTo>
                <a:cubicBezTo>
                  <a:pt x="4911" y="17413"/>
                  <a:pt x="5804" y="14288"/>
                  <a:pt x="6251" y="12502"/>
                </a:cubicBezTo>
                <a:cubicBezTo>
                  <a:pt x="8037" y="5804"/>
                  <a:pt x="10716" y="4018"/>
                  <a:pt x="11609" y="3125"/>
                </a:cubicBezTo>
                <a:cubicBezTo>
                  <a:pt x="15627" y="0"/>
                  <a:pt x="18752" y="0"/>
                  <a:pt x="20092" y="0"/>
                </a:cubicBezTo>
                <a:cubicBezTo>
                  <a:pt x="23664" y="0"/>
                  <a:pt x="25450" y="1339"/>
                  <a:pt x="25896" y="2232"/>
                </a:cubicBezTo>
                <a:cubicBezTo>
                  <a:pt x="28129" y="4465"/>
                  <a:pt x="28129" y="6697"/>
                  <a:pt x="28129" y="7590"/>
                </a:cubicBezTo>
                <a:cubicBezTo>
                  <a:pt x="28129" y="9823"/>
                  <a:pt x="27682" y="12055"/>
                  <a:pt x="27236" y="12948"/>
                </a:cubicBezTo>
                <a:cubicBezTo>
                  <a:pt x="25896" y="17859"/>
                  <a:pt x="21431" y="26343"/>
                  <a:pt x="19199" y="30807"/>
                </a:cubicBezTo>
                <a:lnTo>
                  <a:pt x="4465" y="62061"/>
                </a:lnTo>
                <a:lnTo>
                  <a:pt x="0" y="62061"/>
                </a:lnTo>
                <a:close/>
                <a:moveTo>
                  <a:pt x="0" y="62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64B38-07F1-4918-9CE6-9A4A240F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092" y="1662277"/>
            <a:ext cx="140643" cy="99120"/>
          </a:xfrm>
          <a:custGeom xmlns:a="http://schemas.openxmlformats.org/drawingml/2006/main">
            <a:pathLst>
              <a:path w="140643" h="99120">
                <a:moveTo>
                  <a:pt x="87511" y="0"/>
                </a:moveTo>
                <a:lnTo>
                  <a:pt x="95101" y="79921"/>
                </a:lnTo>
                <a:cubicBezTo>
                  <a:pt x="113854" y="58043"/>
                  <a:pt x="120997" y="45541"/>
                  <a:pt x="125016" y="39291"/>
                </a:cubicBezTo>
                <a:cubicBezTo>
                  <a:pt x="131266" y="28129"/>
                  <a:pt x="131266" y="24557"/>
                  <a:pt x="131266" y="23217"/>
                </a:cubicBezTo>
                <a:cubicBezTo>
                  <a:pt x="131266" y="20538"/>
                  <a:pt x="130373" y="19199"/>
                  <a:pt x="130373" y="18752"/>
                </a:cubicBezTo>
                <a:cubicBezTo>
                  <a:pt x="129927" y="17859"/>
                  <a:pt x="127695" y="16520"/>
                  <a:pt x="126802" y="16073"/>
                </a:cubicBezTo>
                <a:cubicBezTo>
                  <a:pt x="124123" y="14288"/>
                  <a:pt x="123230" y="12948"/>
                  <a:pt x="122783" y="12055"/>
                </a:cubicBezTo>
                <a:cubicBezTo>
                  <a:pt x="121444" y="10269"/>
                  <a:pt x="121444" y="8483"/>
                  <a:pt x="121444" y="8037"/>
                </a:cubicBezTo>
                <a:cubicBezTo>
                  <a:pt x="121444" y="4911"/>
                  <a:pt x="123230" y="3125"/>
                  <a:pt x="124123" y="2232"/>
                </a:cubicBezTo>
                <a:cubicBezTo>
                  <a:pt x="126355" y="0"/>
                  <a:pt x="129034" y="0"/>
                  <a:pt x="130373" y="0"/>
                </a:cubicBezTo>
                <a:cubicBezTo>
                  <a:pt x="134838" y="0"/>
                  <a:pt x="136624" y="2232"/>
                  <a:pt x="137517" y="3125"/>
                </a:cubicBezTo>
                <a:cubicBezTo>
                  <a:pt x="140643" y="6697"/>
                  <a:pt x="140643" y="10269"/>
                  <a:pt x="140643" y="12055"/>
                </a:cubicBezTo>
                <a:cubicBezTo>
                  <a:pt x="140643" y="17413"/>
                  <a:pt x="139750" y="20538"/>
                  <a:pt x="139303" y="22324"/>
                </a:cubicBezTo>
                <a:cubicBezTo>
                  <a:pt x="135731" y="31700"/>
                  <a:pt x="129927" y="41077"/>
                  <a:pt x="126802" y="45988"/>
                </a:cubicBezTo>
                <a:cubicBezTo>
                  <a:pt x="115639" y="63401"/>
                  <a:pt x="107156" y="73223"/>
                  <a:pt x="103584" y="78135"/>
                </a:cubicBezTo>
                <a:cubicBezTo>
                  <a:pt x="91529" y="93315"/>
                  <a:pt x="87511" y="96887"/>
                  <a:pt x="85725" y="99120"/>
                </a:cubicBezTo>
                <a:lnTo>
                  <a:pt x="81707" y="99120"/>
                </a:lnTo>
                <a:lnTo>
                  <a:pt x="74563" y="25450"/>
                </a:lnTo>
                <a:lnTo>
                  <a:pt x="30807" y="99120"/>
                </a:lnTo>
                <a:lnTo>
                  <a:pt x="25896" y="99120"/>
                </a:lnTo>
                <a:cubicBezTo>
                  <a:pt x="25450" y="53578"/>
                  <a:pt x="22771" y="36165"/>
                  <a:pt x="21431" y="27236"/>
                </a:cubicBezTo>
                <a:cubicBezTo>
                  <a:pt x="19645" y="16520"/>
                  <a:pt x="17413" y="13841"/>
                  <a:pt x="16073" y="12948"/>
                </a:cubicBezTo>
                <a:cubicBezTo>
                  <a:pt x="13395" y="10269"/>
                  <a:pt x="9823" y="10269"/>
                  <a:pt x="8037" y="10269"/>
                </a:cubicBezTo>
                <a:cubicBezTo>
                  <a:pt x="4911" y="10269"/>
                  <a:pt x="1786" y="10716"/>
                  <a:pt x="0" y="11162"/>
                </a:cubicBezTo>
                <a:lnTo>
                  <a:pt x="0" y="7144"/>
                </a:lnTo>
                <a:lnTo>
                  <a:pt x="30807" y="0"/>
                </a:lnTo>
                <a:cubicBezTo>
                  <a:pt x="37058" y="17859"/>
                  <a:pt x="38398" y="42416"/>
                  <a:pt x="38844" y="54918"/>
                </a:cubicBezTo>
                <a:cubicBezTo>
                  <a:pt x="39737" y="68759"/>
                  <a:pt x="39737" y="70991"/>
                  <a:pt x="40184" y="72330"/>
                </a:cubicBezTo>
                <a:lnTo>
                  <a:pt x="83939" y="0"/>
                </a:lnTo>
                <a:lnTo>
                  <a:pt x="87511" y="0"/>
                </a:lnTo>
                <a:close/>
                <a:moveTo>
                  <a:pt x="875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511DB-EF7F-47C7-9294-71C7FAF9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176" y="1619861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4E0A2-AA57-46FC-86AE-5A06FE7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199" y="1635935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48A0E-FA75-447B-9A5E-85175C13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204" y="1607360"/>
            <a:ext cx="95548" cy="154037"/>
          </a:xfrm>
          <a:custGeom xmlns:a="http://schemas.openxmlformats.org/drawingml/2006/main">
            <a:pathLst>
              <a:path w="95548" h="154037">
                <a:moveTo>
                  <a:pt x="59382" y="0"/>
                </a:moveTo>
                <a:lnTo>
                  <a:pt x="29468" y="103138"/>
                </a:lnTo>
                <a:cubicBezTo>
                  <a:pt x="49113" y="74116"/>
                  <a:pt x="56257" y="67866"/>
                  <a:pt x="59829" y="64740"/>
                </a:cubicBezTo>
                <a:cubicBezTo>
                  <a:pt x="70545" y="54918"/>
                  <a:pt x="77242" y="54918"/>
                  <a:pt x="80814" y="54918"/>
                </a:cubicBezTo>
                <a:cubicBezTo>
                  <a:pt x="85725" y="54918"/>
                  <a:pt x="87957" y="57150"/>
                  <a:pt x="89297" y="58489"/>
                </a:cubicBezTo>
                <a:cubicBezTo>
                  <a:pt x="92422" y="62061"/>
                  <a:pt x="92422" y="66080"/>
                  <a:pt x="92422" y="67866"/>
                </a:cubicBezTo>
                <a:cubicBezTo>
                  <a:pt x="92422" y="75009"/>
                  <a:pt x="90636" y="81707"/>
                  <a:pt x="89743" y="84832"/>
                </a:cubicBezTo>
                <a:lnTo>
                  <a:pt x="76349" y="129480"/>
                </a:lnTo>
                <a:cubicBezTo>
                  <a:pt x="74116" y="137964"/>
                  <a:pt x="74116" y="138410"/>
                  <a:pt x="74116" y="138410"/>
                </a:cubicBezTo>
                <a:cubicBezTo>
                  <a:pt x="74116" y="140196"/>
                  <a:pt x="75009" y="140643"/>
                  <a:pt x="75009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474" y="141089"/>
                  <a:pt x="80367" y="140643"/>
                </a:cubicBezTo>
                <a:cubicBezTo>
                  <a:pt x="86171" y="135731"/>
                  <a:pt x="90190" y="130373"/>
                  <a:pt x="92422" y="127695"/>
                </a:cubicBezTo>
                <a:lnTo>
                  <a:pt x="95548" y="129480"/>
                </a:lnTo>
                <a:cubicBezTo>
                  <a:pt x="91976" y="135285"/>
                  <a:pt x="87511" y="139750"/>
                  <a:pt x="85279" y="141982"/>
                </a:cubicBezTo>
                <a:cubicBezTo>
                  <a:pt x="79028" y="148679"/>
                  <a:pt x="75902" y="150465"/>
                  <a:pt x="74563" y="151358"/>
                </a:cubicBezTo>
                <a:cubicBezTo>
                  <a:pt x="69652" y="154037"/>
                  <a:pt x="67419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150" y="149126"/>
                  <a:pt x="57150" y="146447"/>
                  <a:pt x="57150" y="145107"/>
                </a:cubicBezTo>
                <a:cubicBezTo>
                  <a:pt x="57150" y="140643"/>
                  <a:pt x="59829" y="131713"/>
                  <a:pt x="61168" y="127695"/>
                </a:cubicBezTo>
                <a:lnTo>
                  <a:pt x="73223" y="84832"/>
                </a:lnTo>
                <a:cubicBezTo>
                  <a:pt x="75456" y="76795"/>
                  <a:pt x="75456" y="73670"/>
                  <a:pt x="75456" y="72330"/>
                </a:cubicBezTo>
                <a:cubicBezTo>
                  <a:pt x="75456" y="70098"/>
                  <a:pt x="75009" y="69652"/>
                  <a:pt x="74563" y="69205"/>
                </a:cubicBezTo>
                <a:cubicBezTo>
                  <a:pt x="72777" y="67866"/>
                  <a:pt x="71438" y="67866"/>
                  <a:pt x="70991" y="67866"/>
                </a:cubicBezTo>
                <a:cubicBezTo>
                  <a:pt x="67866" y="67866"/>
                  <a:pt x="65187" y="69205"/>
                  <a:pt x="63847" y="70098"/>
                </a:cubicBezTo>
                <a:cubicBezTo>
                  <a:pt x="56257" y="74563"/>
                  <a:pt x="50006" y="82600"/>
                  <a:pt x="46881" y="86618"/>
                </a:cubicBezTo>
                <a:cubicBezTo>
                  <a:pt x="44648" y="90190"/>
                  <a:pt x="34826" y="105370"/>
                  <a:pt x="29914" y="113407"/>
                </a:cubicBezTo>
                <a:cubicBezTo>
                  <a:pt x="25450" y="120997"/>
                  <a:pt x="23664" y="126802"/>
                  <a:pt x="22771" y="129480"/>
                </a:cubicBezTo>
                <a:lnTo>
                  <a:pt x="15627" y="151358"/>
                </a:lnTo>
                <a:lnTo>
                  <a:pt x="0" y="151358"/>
                </a:lnTo>
                <a:lnTo>
                  <a:pt x="34826" y="29468"/>
                </a:lnTo>
                <a:lnTo>
                  <a:pt x="38398" y="16073"/>
                </a:lnTo>
                <a:cubicBezTo>
                  <a:pt x="38398" y="13395"/>
                  <a:pt x="37058" y="12055"/>
                  <a:pt x="36165" y="11609"/>
                </a:cubicBezTo>
                <a:cubicBezTo>
                  <a:pt x="33933" y="9376"/>
                  <a:pt x="31700" y="9376"/>
                  <a:pt x="30807" y="9376"/>
                </a:cubicBezTo>
                <a:cubicBezTo>
                  <a:pt x="28575" y="9376"/>
                  <a:pt x="25896" y="9823"/>
                  <a:pt x="25003" y="9823"/>
                </a:cubicBezTo>
                <a:lnTo>
                  <a:pt x="22771" y="10269"/>
                </a:lnTo>
                <a:lnTo>
                  <a:pt x="22771" y="5804"/>
                </a:ln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876D1-F77E-4D52-A5AB-D2D4C08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56" y="1928142"/>
            <a:ext cx="87064" cy="99120"/>
          </a:xfrm>
          <a:custGeom xmlns:a="http://schemas.openxmlformats.org/drawingml/2006/main">
            <a:pathLst>
              <a:path w="87064" h="99120">
                <a:moveTo>
                  <a:pt x="78581" y="73223"/>
                </a:moveTo>
                <a:cubicBezTo>
                  <a:pt x="67419" y="86618"/>
                  <a:pt x="59829" y="90636"/>
                  <a:pt x="55811" y="92869"/>
                </a:cubicBezTo>
                <a:cubicBezTo>
                  <a:pt x="44648" y="99120"/>
                  <a:pt x="36165" y="99120"/>
                  <a:pt x="32147" y="99120"/>
                </a:cubicBezTo>
                <a:cubicBezTo>
                  <a:pt x="16966" y="99120"/>
                  <a:pt x="11609" y="93315"/>
                  <a:pt x="8483" y="90636"/>
                </a:cubicBezTo>
                <a:cubicBezTo>
                  <a:pt x="0" y="82153"/>
                  <a:pt x="0" y="72330"/>
                  <a:pt x="0" y="67419"/>
                </a:cubicBezTo>
                <a:cubicBezTo>
                  <a:pt x="0" y="51346"/>
                  <a:pt x="6251" y="40630"/>
                  <a:pt x="9376" y="35719"/>
                </a:cubicBezTo>
                <a:cubicBezTo>
                  <a:pt x="18306" y="19645"/>
                  <a:pt x="28575" y="13395"/>
                  <a:pt x="33933" y="9823"/>
                </a:cubicBezTo>
                <a:cubicBezTo>
                  <a:pt x="49113" y="0"/>
                  <a:pt x="58936" y="0"/>
                  <a:pt x="63847" y="0"/>
                </a:cubicBezTo>
                <a:cubicBezTo>
                  <a:pt x="75456" y="0"/>
                  <a:pt x="79474" y="3125"/>
                  <a:pt x="81260" y="4911"/>
                </a:cubicBezTo>
                <a:cubicBezTo>
                  <a:pt x="87064" y="9823"/>
                  <a:pt x="87064" y="14734"/>
                  <a:pt x="87064" y="16966"/>
                </a:cubicBezTo>
                <a:cubicBezTo>
                  <a:pt x="87064" y="23664"/>
                  <a:pt x="84386" y="26789"/>
                  <a:pt x="83046" y="28129"/>
                </a:cubicBezTo>
                <a:cubicBezTo>
                  <a:pt x="79921" y="31700"/>
                  <a:pt x="77242" y="31700"/>
                  <a:pt x="75456" y="31700"/>
                </a:cubicBezTo>
                <a:cubicBezTo>
                  <a:pt x="72330" y="31700"/>
                  <a:pt x="70991" y="30361"/>
                  <a:pt x="70098" y="29468"/>
                </a:cubicBezTo>
                <a:cubicBezTo>
                  <a:pt x="67866" y="27236"/>
                  <a:pt x="67866" y="25450"/>
                  <a:pt x="67866" y="24110"/>
                </a:cubicBezTo>
                <a:cubicBezTo>
                  <a:pt x="67866" y="22324"/>
                  <a:pt x="68312" y="20985"/>
                  <a:pt x="68759" y="20538"/>
                </a:cubicBezTo>
                <a:cubicBezTo>
                  <a:pt x="69652" y="18752"/>
                  <a:pt x="71438" y="16966"/>
                  <a:pt x="72330" y="16520"/>
                </a:cubicBezTo>
                <a:cubicBezTo>
                  <a:pt x="74563" y="14288"/>
                  <a:pt x="75009" y="13395"/>
                  <a:pt x="75009" y="12948"/>
                </a:cubicBezTo>
                <a:cubicBezTo>
                  <a:pt x="75456" y="12055"/>
                  <a:pt x="75456" y="11162"/>
                  <a:pt x="75456" y="10716"/>
                </a:cubicBezTo>
                <a:cubicBezTo>
                  <a:pt x="75456" y="8483"/>
                  <a:pt x="74116" y="7590"/>
                  <a:pt x="73670" y="7144"/>
                </a:cubicBezTo>
                <a:cubicBezTo>
                  <a:pt x="70545" y="4911"/>
                  <a:pt x="66526" y="4911"/>
                  <a:pt x="64740" y="4911"/>
                </a:cubicBezTo>
                <a:cubicBezTo>
                  <a:pt x="54471" y="4911"/>
                  <a:pt x="47774" y="9823"/>
                  <a:pt x="44202" y="12055"/>
                </a:cubicBezTo>
                <a:cubicBezTo>
                  <a:pt x="33933" y="19645"/>
                  <a:pt x="29021" y="28575"/>
                  <a:pt x="26789" y="33040"/>
                </a:cubicBezTo>
                <a:cubicBezTo>
                  <a:pt x="17859" y="49560"/>
                  <a:pt x="17859" y="60275"/>
                  <a:pt x="17859" y="66080"/>
                </a:cubicBezTo>
                <a:cubicBezTo>
                  <a:pt x="17859" y="76795"/>
                  <a:pt x="22324" y="81260"/>
                  <a:pt x="24110" y="83046"/>
                </a:cubicBezTo>
                <a:cubicBezTo>
                  <a:pt x="30361" y="89297"/>
                  <a:pt x="37505" y="89297"/>
                  <a:pt x="41077" y="89297"/>
                </a:cubicBezTo>
                <a:cubicBezTo>
                  <a:pt x="49113" y="89297"/>
                  <a:pt x="54471" y="86618"/>
                  <a:pt x="57150" y="85279"/>
                </a:cubicBezTo>
                <a:cubicBezTo>
                  <a:pt x="65187" y="81260"/>
                  <a:pt x="71884" y="74116"/>
                  <a:pt x="75456" y="70545"/>
                </a:cubicBezTo>
                <a:lnTo>
                  <a:pt x="78581" y="73223"/>
                </a:lnTo>
                <a:close/>
                <a:moveTo>
                  <a:pt x="78581" y="732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6E5BD-0A4A-4267-9DFF-708C4A8E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22" y="1928142"/>
            <a:ext cx="94655" cy="99120"/>
          </a:xfrm>
          <a:custGeom xmlns:a="http://schemas.openxmlformats.org/drawingml/2006/main">
            <a:pathLst>
              <a:path w="94655" h="99120">
                <a:moveTo>
                  <a:pt x="94655" y="33486"/>
                </a:moveTo>
                <a:cubicBezTo>
                  <a:pt x="94655" y="49560"/>
                  <a:pt x="88850" y="59829"/>
                  <a:pt x="86171" y="65187"/>
                </a:cubicBezTo>
                <a:cubicBezTo>
                  <a:pt x="77688" y="80814"/>
                  <a:pt x="67419" y="86618"/>
                  <a:pt x="62508" y="89743"/>
                </a:cubicBezTo>
                <a:cubicBezTo>
                  <a:pt x="47327" y="99120"/>
                  <a:pt x="37951" y="99120"/>
                  <a:pt x="33040" y="99120"/>
                </a:cubicBezTo>
                <a:cubicBezTo>
                  <a:pt x="18306" y="99120"/>
                  <a:pt x="12502" y="92869"/>
                  <a:pt x="9376" y="89743"/>
                </a:cubicBezTo>
                <a:cubicBezTo>
                  <a:pt x="0" y="80367"/>
                  <a:pt x="0" y="70545"/>
                  <a:pt x="0" y="65633"/>
                </a:cubicBezTo>
                <a:cubicBezTo>
                  <a:pt x="0" y="50006"/>
                  <a:pt x="5804" y="39291"/>
                  <a:pt x="8930" y="34379"/>
                </a:cubicBezTo>
                <a:cubicBezTo>
                  <a:pt x="17859" y="18306"/>
                  <a:pt x="28129" y="12502"/>
                  <a:pt x="33040" y="9376"/>
                </a:cubicBezTo>
                <a:cubicBezTo>
                  <a:pt x="48220" y="0"/>
                  <a:pt x="57596" y="0"/>
                  <a:pt x="62508" y="0"/>
                </a:cubicBezTo>
                <a:cubicBezTo>
                  <a:pt x="76349" y="0"/>
                  <a:pt x="82600" y="6251"/>
                  <a:pt x="85279" y="9376"/>
                </a:cubicBezTo>
                <a:cubicBezTo>
                  <a:pt x="94655" y="18752"/>
                  <a:pt x="94655" y="28575"/>
                  <a:pt x="94655" y="33486"/>
                </a:cubicBezTo>
                <a:close/>
                <a:moveTo>
                  <a:pt x="76795" y="26343"/>
                </a:moveTo>
                <a:cubicBezTo>
                  <a:pt x="76795" y="16073"/>
                  <a:pt x="73670" y="12502"/>
                  <a:pt x="72330" y="10716"/>
                </a:cubicBezTo>
                <a:cubicBezTo>
                  <a:pt x="66973" y="5804"/>
                  <a:pt x="62061" y="5804"/>
                  <a:pt x="59382" y="5804"/>
                </a:cubicBezTo>
                <a:cubicBezTo>
                  <a:pt x="43755" y="5804"/>
                  <a:pt x="34826" y="20538"/>
                  <a:pt x="30807" y="28129"/>
                </a:cubicBezTo>
                <a:cubicBezTo>
                  <a:pt x="17413" y="50453"/>
                  <a:pt x="17413" y="65187"/>
                  <a:pt x="17413" y="72777"/>
                </a:cubicBezTo>
                <a:cubicBezTo>
                  <a:pt x="17413" y="83046"/>
                  <a:pt x="20985" y="86618"/>
                  <a:pt x="22771" y="88404"/>
                </a:cubicBezTo>
                <a:cubicBezTo>
                  <a:pt x="27682" y="93762"/>
                  <a:pt x="33040" y="93762"/>
                  <a:pt x="35272" y="93762"/>
                </a:cubicBezTo>
                <a:cubicBezTo>
                  <a:pt x="50453" y="93762"/>
                  <a:pt x="59382" y="79028"/>
                  <a:pt x="63847" y="71438"/>
                </a:cubicBezTo>
                <a:cubicBezTo>
                  <a:pt x="76795" y="49113"/>
                  <a:pt x="76795" y="33933"/>
                  <a:pt x="76795" y="26343"/>
                </a:cubicBezTo>
                <a:close/>
                <a:moveTo>
                  <a:pt x="76795" y="263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3D3D5-9EDE-45B4-AD6B-2ADA49C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66" y="1928142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8B59B-83BE-4E91-A90A-DE6EDF0C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99" y="1928142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E8361-860D-4B4B-871C-038707CD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37" y="1928142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57900-97EF-4D66-9FBC-13FE547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28" y="1928142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12842-9193-4A81-B526-18A5EE56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82" y="1928142"/>
            <a:ext cx="127248" cy="143321"/>
          </a:xfrm>
          <a:custGeom xmlns:a="http://schemas.openxmlformats.org/drawingml/2006/main">
            <a:pathLst>
              <a:path w="127248" h="143321">
                <a:moveTo>
                  <a:pt x="72330" y="0"/>
                </a:moveTo>
                <a:lnTo>
                  <a:pt x="64740" y="24557"/>
                </a:lnTo>
                <a:cubicBezTo>
                  <a:pt x="76349" y="10716"/>
                  <a:pt x="82600" y="7144"/>
                  <a:pt x="85725" y="5804"/>
                </a:cubicBezTo>
                <a:cubicBezTo>
                  <a:pt x="94655" y="0"/>
                  <a:pt x="101352" y="0"/>
                  <a:pt x="104031" y="0"/>
                </a:cubicBezTo>
                <a:cubicBezTo>
                  <a:pt x="113854" y="0"/>
                  <a:pt x="118318" y="5358"/>
                  <a:pt x="120551" y="7590"/>
                </a:cubicBezTo>
                <a:cubicBezTo>
                  <a:pt x="127248" y="15180"/>
                  <a:pt x="127248" y="23217"/>
                  <a:pt x="127248" y="27236"/>
                </a:cubicBezTo>
                <a:cubicBezTo>
                  <a:pt x="127248" y="50453"/>
                  <a:pt x="114300" y="66526"/>
                  <a:pt x="108049" y="75009"/>
                </a:cubicBezTo>
                <a:cubicBezTo>
                  <a:pt x="88850" y="99120"/>
                  <a:pt x="72330" y="99120"/>
                  <a:pt x="63847" y="99120"/>
                </a:cubicBezTo>
                <a:cubicBezTo>
                  <a:pt x="58489" y="99120"/>
                  <a:pt x="55364" y="98227"/>
                  <a:pt x="54025" y="97780"/>
                </a:cubicBezTo>
                <a:cubicBezTo>
                  <a:pt x="50006" y="96441"/>
                  <a:pt x="46881" y="94655"/>
                  <a:pt x="45095" y="93762"/>
                </a:cubicBezTo>
                <a:lnTo>
                  <a:pt x="37058" y="121444"/>
                </a:lnTo>
                <a:cubicBezTo>
                  <a:pt x="34826" y="129480"/>
                  <a:pt x="34826" y="130820"/>
                  <a:pt x="34826" y="131713"/>
                </a:cubicBezTo>
                <a:cubicBezTo>
                  <a:pt x="34826" y="134392"/>
                  <a:pt x="35719" y="135285"/>
                  <a:pt x="36165" y="135731"/>
                </a:cubicBezTo>
                <a:cubicBezTo>
                  <a:pt x="37505" y="137517"/>
                  <a:pt x="39291" y="137964"/>
                  <a:pt x="40184" y="138410"/>
                </a:cubicBezTo>
                <a:cubicBezTo>
                  <a:pt x="42862" y="139303"/>
                  <a:pt x="48220" y="139303"/>
                  <a:pt x="51346" y="139303"/>
                </a:cubicBezTo>
                <a:lnTo>
                  <a:pt x="50006" y="143321"/>
                </a:lnTo>
                <a:lnTo>
                  <a:pt x="0" y="143321"/>
                </a:lnTo>
                <a:lnTo>
                  <a:pt x="893" y="139303"/>
                </a:lnTo>
                <a:cubicBezTo>
                  <a:pt x="10716" y="138857"/>
                  <a:pt x="13395" y="136624"/>
                  <a:pt x="14288" y="136178"/>
                </a:cubicBezTo>
                <a:cubicBezTo>
                  <a:pt x="17859" y="133052"/>
                  <a:pt x="20538" y="124123"/>
                  <a:pt x="21878" y="119211"/>
                </a:cubicBezTo>
                <a:lnTo>
                  <a:pt x="48667" y="25896"/>
                </a:lnTo>
                <a:cubicBezTo>
                  <a:pt x="51346" y="16966"/>
                  <a:pt x="51346" y="15627"/>
                  <a:pt x="51346" y="15180"/>
                </a:cubicBezTo>
                <a:cubicBezTo>
                  <a:pt x="51346" y="12055"/>
                  <a:pt x="50006" y="11162"/>
                  <a:pt x="49560" y="10269"/>
                </a:cubicBezTo>
                <a:cubicBezTo>
                  <a:pt x="47774" y="8930"/>
                  <a:pt x="45541" y="8930"/>
                  <a:pt x="44202" y="8930"/>
                </a:cubicBezTo>
                <a:cubicBezTo>
                  <a:pt x="41523" y="8930"/>
                  <a:pt x="37505" y="9376"/>
                  <a:pt x="35719" y="9823"/>
                </a:cubicBezTo>
                <a:lnTo>
                  <a:pt x="35719" y="5804"/>
                </a:lnTo>
                <a:lnTo>
                  <a:pt x="72330" y="0"/>
                </a:lnTo>
                <a:close/>
                <a:moveTo>
                  <a:pt x="47327" y="85279"/>
                </a:moveTo>
                <a:cubicBezTo>
                  <a:pt x="54025" y="93315"/>
                  <a:pt x="61615" y="93315"/>
                  <a:pt x="65187" y="93315"/>
                </a:cubicBezTo>
                <a:cubicBezTo>
                  <a:pt x="70991" y="93315"/>
                  <a:pt x="74563" y="91083"/>
                  <a:pt x="76349" y="90190"/>
                </a:cubicBezTo>
                <a:cubicBezTo>
                  <a:pt x="82600" y="87064"/>
                  <a:pt x="85725" y="83046"/>
                  <a:pt x="87957" y="80814"/>
                </a:cubicBezTo>
                <a:cubicBezTo>
                  <a:pt x="93315" y="75009"/>
                  <a:pt x="95994" y="69652"/>
                  <a:pt x="97780" y="66973"/>
                </a:cubicBezTo>
                <a:cubicBezTo>
                  <a:pt x="102245" y="58936"/>
                  <a:pt x="104477" y="51792"/>
                  <a:pt x="105370" y="48220"/>
                </a:cubicBezTo>
                <a:cubicBezTo>
                  <a:pt x="108942" y="37505"/>
                  <a:pt x="108942" y="30361"/>
                  <a:pt x="108942" y="26789"/>
                </a:cubicBezTo>
                <a:cubicBezTo>
                  <a:pt x="108942" y="18306"/>
                  <a:pt x="106263" y="15627"/>
                  <a:pt x="104924" y="13841"/>
                </a:cubicBezTo>
                <a:cubicBezTo>
                  <a:pt x="101352" y="9376"/>
                  <a:pt x="97780" y="9376"/>
                  <a:pt x="95994" y="9376"/>
                </a:cubicBezTo>
                <a:cubicBezTo>
                  <a:pt x="84386" y="9376"/>
                  <a:pt x="76795" y="17859"/>
                  <a:pt x="73223" y="22771"/>
                </a:cubicBezTo>
                <a:cubicBezTo>
                  <a:pt x="62061" y="35719"/>
                  <a:pt x="58489" y="47327"/>
                  <a:pt x="56704" y="53578"/>
                </a:cubicBezTo>
                <a:lnTo>
                  <a:pt x="47327" y="85279"/>
                </a:lnTo>
                <a:close/>
                <a:moveTo>
                  <a:pt x="47327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848550-AA85-4F91-83F8-52D50A71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73" y="1928142"/>
            <a:ext cx="94655" cy="99120"/>
          </a:xfrm>
          <a:custGeom xmlns:a="http://schemas.openxmlformats.org/drawingml/2006/main">
            <a:pathLst>
              <a:path w="94655" h="99120">
                <a:moveTo>
                  <a:pt x="94655" y="33486"/>
                </a:moveTo>
                <a:cubicBezTo>
                  <a:pt x="94655" y="49560"/>
                  <a:pt x="88850" y="59829"/>
                  <a:pt x="86171" y="65187"/>
                </a:cubicBezTo>
                <a:cubicBezTo>
                  <a:pt x="77688" y="80814"/>
                  <a:pt x="67419" y="86618"/>
                  <a:pt x="62508" y="89743"/>
                </a:cubicBezTo>
                <a:cubicBezTo>
                  <a:pt x="47327" y="99120"/>
                  <a:pt x="37951" y="99120"/>
                  <a:pt x="33040" y="99120"/>
                </a:cubicBezTo>
                <a:cubicBezTo>
                  <a:pt x="18306" y="99120"/>
                  <a:pt x="12502" y="92869"/>
                  <a:pt x="9376" y="89743"/>
                </a:cubicBezTo>
                <a:cubicBezTo>
                  <a:pt x="0" y="80367"/>
                  <a:pt x="0" y="70545"/>
                  <a:pt x="0" y="65633"/>
                </a:cubicBezTo>
                <a:cubicBezTo>
                  <a:pt x="0" y="50006"/>
                  <a:pt x="5804" y="39291"/>
                  <a:pt x="8930" y="34379"/>
                </a:cubicBezTo>
                <a:cubicBezTo>
                  <a:pt x="17859" y="18306"/>
                  <a:pt x="28129" y="12502"/>
                  <a:pt x="33040" y="9376"/>
                </a:cubicBezTo>
                <a:cubicBezTo>
                  <a:pt x="48220" y="0"/>
                  <a:pt x="57596" y="0"/>
                  <a:pt x="62508" y="0"/>
                </a:cubicBezTo>
                <a:cubicBezTo>
                  <a:pt x="76349" y="0"/>
                  <a:pt x="82600" y="6251"/>
                  <a:pt x="85279" y="9376"/>
                </a:cubicBezTo>
                <a:cubicBezTo>
                  <a:pt x="94655" y="18752"/>
                  <a:pt x="94655" y="28575"/>
                  <a:pt x="94655" y="33486"/>
                </a:cubicBezTo>
                <a:close/>
                <a:moveTo>
                  <a:pt x="76795" y="26343"/>
                </a:moveTo>
                <a:cubicBezTo>
                  <a:pt x="76795" y="16073"/>
                  <a:pt x="73670" y="12502"/>
                  <a:pt x="72330" y="10716"/>
                </a:cubicBezTo>
                <a:cubicBezTo>
                  <a:pt x="66973" y="5804"/>
                  <a:pt x="62061" y="5804"/>
                  <a:pt x="59382" y="5804"/>
                </a:cubicBezTo>
                <a:cubicBezTo>
                  <a:pt x="43755" y="5804"/>
                  <a:pt x="34826" y="20538"/>
                  <a:pt x="30807" y="28129"/>
                </a:cubicBezTo>
                <a:cubicBezTo>
                  <a:pt x="17413" y="50453"/>
                  <a:pt x="17413" y="65187"/>
                  <a:pt x="17413" y="72777"/>
                </a:cubicBezTo>
                <a:cubicBezTo>
                  <a:pt x="17413" y="83046"/>
                  <a:pt x="20985" y="86618"/>
                  <a:pt x="22771" y="88404"/>
                </a:cubicBezTo>
                <a:cubicBezTo>
                  <a:pt x="27682" y="93762"/>
                  <a:pt x="33040" y="93762"/>
                  <a:pt x="35272" y="93762"/>
                </a:cubicBezTo>
                <a:cubicBezTo>
                  <a:pt x="50453" y="93762"/>
                  <a:pt x="59382" y="79028"/>
                  <a:pt x="63847" y="71438"/>
                </a:cubicBezTo>
                <a:cubicBezTo>
                  <a:pt x="76795" y="49113"/>
                  <a:pt x="76795" y="33933"/>
                  <a:pt x="76795" y="26343"/>
                </a:cubicBezTo>
                <a:close/>
                <a:moveTo>
                  <a:pt x="76795" y="263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5C37B-1753-4499-B119-D68E53E8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0" y="1928142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B5665-3215-473A-9DFB-3D19C581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0" y="1873225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2E0D7-A8FF-4A19-8062-9784512F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87" y="1885726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A6022-B8DD-4D4C-89D3-953A1579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299" y="1928142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451D8-098D-4B8A-9304-551A36D3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706" y="1928142"/>
            <a:ext cx="119211" cy="143768"/>
          </a:xfrm>
          <a:custGeom xmlns:a="http://schemas.openxmlformats.org/drawingml/2006/main">
            <a:pathLst>
              <a:path w="119211" h="143768">
                <a:moveTo>
                  <a:pt x="119211" y="6697"/>
                </a:moveTo>
                <a:lnTo>
                  <a:pt x="116086" y="17859"/>
                </a:lnTo>
                <a:lnTo>
                  <a:pt x="98673" y="17859"/>
                </a:lnTo>
                <a:cubicBezTo>
                  <a:pt x="100459" y="23664"/>
                  <a:pt x="100459" y="26789"/>
                  <a:pt x="100459" y="28575"/>
                </a:cubicBezTo>
                <a:cubicBezTo>
                  <a:pt x="100459" y="42416"/>
                  <a:pt x="92869" y="50006"/>
                  <a:pt x="88404" y="53578"/>
                </a:cubicBezTo>
                <a:cubicBezTo>
                  <a:pt x="76349" y="64740"/>
                  <a:pt x="62508" y="65633"/>
                  <a:pt x="55364" y="65633"/>
                </a:cubicBezTo>
                <a:cubicBezTo>
                  <a:pt x="44202" y="69205"/>
                  <a:pt x="40630" y="72330"/>
                  <a:pt x="38398" y="73670"/>
                </a:cubicBezTo>
                <a:cubicBezTo>
                  <a:pt x="36612" y="75456"/>
                  <a:pt x="36612" y="76795"/>
                  <a:pt x="36612" y="77242"/>
                </a:cubicBezTo>
                <a:cubicBezTo>
                  <a:pt x="36612" y="79474"/>
                  <a:pt x="37505" y="80814"/>
                  <a:pt x="38398" y="81260"/>
                </a:cubicBezTo>
                <a:cubicBezTo>
                  <a:pt x="40184" y="83046"/>
                  <a:pt x="45541" y="84386"/>
                  <a:pt x="48220" y="84832"/>
                </a:cubicBezTo>
                <a:lnTo>
                  <a:pt x="68759" y="89743"/>
                </a:lnTo>
                <a:cubicBezTo>
                  <a:pt x="85725" y="93762"/>
                  <a:pt x="89743" y="97334"/>
                  <a:pt x="91529" y="99120"/>
                </a:cubicBezTo>
                <a:cubicBezTo>
                  <a:pt x="96887" y="104924"/>
                  <a:pt x="96887" y="109835"/>
                  <a:pt x="96887" y="112068"/>
                </a:cubicBezTo>
                <a:cubicBezTo>
                  <a:pt x="96887" y="120997"/>
                  <a:pt x="92869" y="125909"/>
                  <a:pt x="90636" y="128141"/>
                </a:cubicBezTo>
                <a:cubicBezTo>
                  <a:pt x="83939" y="135731"/>
                  <a:pt x="75456" y="137964"/>
                  <a:pt x="71884" y="139750"/>
                </a:cubicBezTo>
                <a:cubicBezTo>
                  <a:pt x="59382" y="143768"/>
                  <a:pt x="49113" y="143768"/>
                  <a:pt x="44202" y="143768"/>
                </a:cubicBezTo>
                <a:cubicBezTo>
                  <a:pt x="30807" y="143768"/>
                  <a:pt x="23664" y="141536"/>
                  <a:pt x="20092" y="140643"/>
                </a:cubicBezTo>
                <a:cubicBezTo>
                  <a:pt x="9376" y="137517"/>
                  <a:pt x="5804" y="133945"/>
                  <a:pt x="4465" y="132159"/>
                </a:cubicBezTo>
                <a:cubicBezTo>
                  <a:pt x="0" y="126802"/>
                  <a:pt x="0" y="122783"/>
                  <a:pt x="0" y="120997"/>
                </a:cubicBezTo>
                <a:cubicBezTo>
                  <a:pt x="0" y="116532"/>
                  <a:pt x="1786" y="113407"/>
                  <a:pt x="3125" y="111621"/>
                </a:cubicBezTo>
                <a:cubicBezTo>
                  <a:pt x="5804" y="106263"/>
                  <a:pt x="8930" y="104477"/>
                  <a:pt x="10269" y="103584"/>
                </a:cubicBezTo>
                <a:cubicBezTo>
                  <a:pt x="13395" y="101352"/>
                  <a:pt x="22324" y="96441"/>
                  <a:pt x="26789" y="93762"/>
                </a:cubicBezTo>
                <a:cubicBezTo>
                  <a:pt x="21878" y="89743"/>
                  <a:pt x="21878" y="86618"/>
                  <a:pt x="21878" y="85279"/>
                </a:cubicBezTo>
                <a:cubicBezTo>
                  <a:pt x="21878" y="81260"/>
                  <a:pt x="25003" y="77688"/>
                  <a:pt x="25896" y="76349"/>
                </a:cubicBezTo>
                <a:cubicBezTo>
                  <a:pt x="30361" y="71438"/>
                  <a:pt x="39737" y="67419"/>
                  <a:pt x="44648" y="65633"/>
                </a:cubicBezTo>
                <a:cubicBezTo>
                  <a:pt x="33040" y="63401"/>
                  <a:pt x="28129" y="58489"/>
                  <a:pt x="25896" y="55811"/>
                </a:cubicBezTo>
                <a:cubicBezTo>
                  <a:pt x="19199" y="48220"/>
                  <a:pt x="19199" y="41970"/>
                  <a:pt x="19199" y="38844"/>
                </a:cubicBezTo>
                <a:cubicBezTo>
                  <a:pt x="19199" y="24110"/>
                  <a:pt x="27682" y="16073"/>
                  <a:pt x="32147" y="12055"/>
                </a:cubicBezTo>
                <a:cubicBezTo>
                  <a:pt x="45541" y="0"/>
                  <a:pt x="60275" y="0"/>
                  <a:pt x="67419" y="0"/>
                </a:cubicBezTo>
                <a:cubicBezTo>
                  <a:pt x="75456" y="0"/>
                  <a:pt x="79028" y="893"/>
                  <a:pt x="80814" y="1786"/>
                </a:cubicBezTo>
                <a:cubicBezTo>
                  <a:pt x="85725" y="3125"/>
                  <a:pt x="88850" y="5804"/>
                  <a:pt x="90636" y="6697"/>
                </a:cubicBezTo>
                <a:lnTo>
                  <a:pt x="119211" y="6697"/>
                </a:lnTo>
                <a:close/>
                <a:moveTo>
                  <a:pt x="82600" y="23664"/>
                </a:moveTo>
                <a:cubicBezTo>
                  <a:pt x="82600" y="14734"/>
                  <a:pt x="79474" y="11609"/>
                  <a:pt x="77688" y="9823"/>
                </a:cubicBezTo>
                <a:cubicBezTo>
                  <a:pt x="73223" y="5358"/>
                  <a:pt x="67866" y="5358"/>
                  <a:pt x="65187" y="5358"/>
                </a:cubicBezTo>
                <a:cubicBezTo>
                  <a:pt x="53132" y="5358"/>
                  <a:pt x="47774" y="13395"/>
                  <a:pt x="45541" y="16966"/>
                </a:cubicBezTo>
                <a:cubicBezTo>
                  <a:pt x="37505" y="29021"/>
                  <a:pt x="37505" y="37951"/>
                  <a:pt x="37505" y="42416"/>
                </a:cubicBezTo>
                <a:cubicBezTo>
                  <a:pt x="37505" y="50453"/>
                  <a:pt x="41077" y="54025"/>
                  <a:pt x="42416" y="55811"/>
                </a:cubicBezTo>
                <a:cubicBezTo>
                  <a:pt x="47327" y="61168"/>
                  <a:pt x="52239" y="61168"/>
                  <a:pt x="54918" y="61168"/>
                </a:cubicBezTo>
                <a:cubicBezTo>
                  <a:pt x="60275" y="61168"/>
                  <a:pt x="63847" y="58936"/>
                  <a:pt x="65633" y="58043"/>
                </a:cubicBezTo>
                <a:cubicBezTo>
                  <a:pt x="70991" y="54918"/>
                  <a:pt x="73223" y="51346"/>
                  <a:pt x="74563" y="49560"/>
                </a:cubicBezTo>
                <a:cubicBezTo>
                  <a:pt x="78135" y="44202"/>
                  <a:pt x="79474" y="38398"/>
                  <a:pt x="80367" y="35719"/>
                </a:cubicBezTo>
                <a:cubicBezTo>
                  <a:pt x="82600" y="27236"/>
                  <a:pt x="82600" y="24557"/>
                  <a:pt x="82600" y="23664"/>
                </a:cubicBezTo>
                <a:close/>
                <a:moveTo>
                  <a:pt x="31254" y="96441"/>
                </a:moveTo>
                <a:cubicBezTo>
                  <a:pt x="22771" y="100459"/>
                  <a:pt x="19645" y="104477"/>
                  <a:pt x="18306" y="106710"/>
                </a:cubicBezTo>
                <a:cubicBezTo>
                  <a:pt x="13841" y="112961"/>
                  <a:pt x="13841" y="116532"/>
                  <a:pt x="13841" y="118765"/>
                </a:cubicBezTo>
                <a:cubicBezTo>
                  <a:pt x="13841" y="125909"/>
                  <a:pt x="18306" y="129034"/>
                  <a:pt x="20092" y="130373"/>
                </a:cubicBezTo>
                <a:cubicBezTo>
                  <a:pt x="29468" y="137071"/>
                  <a:pt x="41077" y="137071"/>
                  <a:pt x="46881" y="137071"/>
                </a:cubicBezTo>
                <a:cubicBezTo>
                  <a:pt x="62508" y="137071"/>
                  <a:pt x="69652" y="133499"/>
                  <a:pt x="73223" y="131713"/>
                </a:cubicBezTo>
                <a:cubicBezTo>
                  <a:pt x="83939" y="126802"/>
                  <a:pt x="83939" y="121444"/>
                  <a:pt x="83939" y="118318"/>
                </a:cubicBezTo>
                <a:cubicBezTo>
                  <a:pt x="83939" y="114300"/>
                  <a:pt x="81260" y="112068"/>
                  <a:pt x="79921" y="110728"/>
                </a:cubicBezTo>
                <a:cubicBezTo>
                  <a:pt x="75902" y="106710"/>
                  <a:pt x="68312" y="105370"/>
                  <a:pt x="64740" y="104477"/>
                </a:cubicBezTo>
                <a:cubicBezTo>
                  <a:pt x="58043" y="103138"/>
                  <a:pt x="40184" y="98673"/>
                  <a:pt x="31254" y="96441"/>
                </a:cubicBezTo>
                <a:close/>
                <a:moveTo>
                  <a:pt x="31254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BCD31-EBC0-47BC-9C93-29E557A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66" y="1928142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19339-B303-4F73-A7C3-35F5ACDE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603" y="1928142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17655-99AE-4447-8328-E51728A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010" y="1928142"/>
            <a:ext cx="119211" cy="143768"/>
          </a:xfrm>
          <a:custGeom xmlns:a="http://schemas.openxmlformats.org/drawingml/2006/main">
            <a:pathLst>
              <a:path w="119211" h="143768">
                <a:moveTo>
                  <a:pt x="119211" y="6697"/>
                </a:moveTo>
                <a:lnTo>
                  <a:pt x="116086" y="17859"/>
                </a:lnTo>
                <a:lnTo>
                  <a:pt x="98673" y="17859"/>
                </a:lnTo>
                <a:cubicBezTo>
                  <a:pt x="100459" y="23664"/>
                  <a:pt x="100459" y="26789"/>
                  <a:pt x="100459" y="28575"/>
                </a:cubicBezTo>
                <a:cubicBezTo>
                  <a:pt x="100459" y="42416"/>
                  <a:pt x="92869" y="50006"/>
                  <a:pt x="88404" y="53578"/>
                </a:cubicBezTo>
                <a:cubicBezTo>
                  <a:pt x="76349" y="64740"/>
                  <a:pt x="62508" y="65633"/>
                  <a:pt x="55364" y="65633"/>
                </a:cubicBezTo>
                <a:cubicBezTo>
                  <a:pt x="44202" y="69205"/>
                  <a:pt x="40630" y="72330"/>
                  <a:pt x="38398" y="73670"/>
                </a:cubicBezTo>
                <a:cubicBezTo>
                  <a:pt x="36612" y="75456"/>
                  <a:pt x="36612" y="76795"/>
                  <a:pt x="36612" y="77242"/>
                </a:cubicBezTo>
                <a:cubicBezTo>
                  <a:pt x="36612" y="79474"/>
                  <a:pt x="37505" y="80814"/>
                  <a:pt x="38398" y="81260"/>
                </a:cubicBezTo>
                <a:cubicBezTo>
                  <a:pt x="40184" y="83046"/>
                  <a:pt x="45541" y="84386"/>
                  <a:pt x="48220" y="84832"/>
                </a:cubicBezTo>
                <a:lnTo>
                  <a:pt x="68759" y="89743"/>
                </a:lnTo>
                <a:cubicBezTo>
                  <a:pt x="85725" y="93762"/>
                  <a:pt x="89743" y="97334"/>
                  <a:pt x="91529" y="99120"/>
                </a:cubicBezTo>
                <a:cubicBezTo>
                  <a:pt x="96887" y="104924"/>
                  <a:pt x="96887" y="109835"/>
                  <a:pt x="96887" y="112068"/>
                </a:cubicBezTo>
                <a:cubicBezTo>
                  <a:pt x="96887" y="120997"/>
                  <a:pt x="92869" y="125909"/>
                  <a:pt x="90636" y="128141"/>
                </a:cubicBezTo>
                <a:cubicBezTo>
                  <a:pt x="83939" y="135731"/>
                  <a:pt x="75456" y="137964"/>
                  <a:pt x="71884" y="139750"/>
                </a:cubicBezTo>
                <a:cubicBezTo>
                  <a:pt x="59382" y="143768"/>
                  <a:pt x="49113" y="143768"/>
                  <a:pt x="44202" y="143768"/>
                </a:cubicBezTo>
                <a:cubicBezTo>
                  <a:pt x="30807" y="143768"/>
                  <a:pt x="23664" y="141536"/>
                  <a:pt x="20092" y="140643"/>
                </a:cubicBezTo>
                <a:cubicBezTo>
                  <a:pt x="9376" y="137517"/>
                  <a:pt x="5804" y="133945"/>
                  <a:pt x="4465" y="132159"/>
                </a:cubicBezTo>
                <a:cubicBezTo>
                  <a:pt x="0" y="126802"/>
                  <a:pt x="0" y="122783"/>
                  <a:pt x="0" y="120997"/>
                </a:cubicBezTo>
                <a:cubicBezTo>
                  <a:pt x="0" y="116532"/>
                  <a:pt x="1786" y="113407"/>
                  <a:pt x="3125" y="111621"/>
                </a:cubicBezTo>
                <a:cubicBezTo>
                  <a:pt x="5804" y="106263"/>
                  <a:pt x="8930" y="104477"/>
                  <a:pt x="10269" y="103584"/>
                </a:cubicBezTo>
                <a:cubicBezTo>
                  <a:pt x="13395" y="101352"/>
                  <a:pt x="22324" y="96441"/>
                  <a:pt x="26789" y="93762"/>
                </a:cubicBezTo>
                <a:cubicBezTo>
                  <a:pt x="21878" y="89743"/>
                  <a:pt x="21878" y="86618"/>
                  <a:pt x="21878" y="85279"/>
                </a:cubicBezTo>
                <a:cubicBezTo>
                  <a:pt x="21878" y="81260"/>
                  <a:pt x="25003" y="77688"/>
                  <a:pt x="25896" y="76349"/>
                </a:cubicBezTo>
                <a:cubicBezTo>
                  <a:pt x="30361" y="71438"/>
                  <a:pt x="39737" y="67419"/>
                  <a:pt x="44648" y="65633"/>
                </a:cubicBezTo>
                <a:cubicBezTo>
                  <a:pt x="33040" y="63401"/>
                  <a:pt x="28129" y="58489"/>
                  <a:pt x="25896" y="55811"/>
                </a:cubicBezTo>
                <a:cubicBezTo>
                  <a:pt x="19199" y="48220"/>
                  <a:pt x="19199" y="41970"/>
                  <a:pt x="19199" y="38844"/>
                </a:cubicBezTo>
                <a:cubicBezTo>
                  <a:pt x="19199" y="24110"/>
                  <a:pt x="27682" y="16073"/>
                  <a:pt x="32147" y="12055"/>
                </a:cubicBezTo>
                <a:cubicBezTo>
                  <a:pt x="45541" y="0"/>
                  <a:pt x="60275" y="0"/>
                  <a:pt x="67419" y="0"/>
                </a:cubicBezTo>
                <a:cubicBezTo>
                  <a:pt x="75456" y="0"/>
                  <a:pt x="79028" y="893"/>
                  <a:pt x="80814" y="1786"/>
                </a:cubicBezTo>
                <a:cubicBezTo>
                  <a:pt x="85725" y="3125"/>
                  <a:pt x="88850" y="5804"/>
                  <a:pt x="90636" y="6697"/>
                </a:cubicBezTo>
                <a:lnTo>
                  <a:pt x="119211" y="6697"/>
                </a:lnTo>
                <a:close/>
                <a:moveTo>
                  <a:pt x="82600" y="23664"/>
                </a:moveTo>
                <a:cubicBezTo>
                  <a:pt x="82600" y="14734"/>
                  <a:pt x="79474" y="11609"/>
                  <a:pt x="77688" y="9823"/>
                </a:cubicBezTo>
                <a:cubicBezTo>
                  <a:pt x="73223" y="5358"/>
                  <a:pt x="67866" y="5358"/>
                  <a:pt x="65187" y="5358"/>
                </a:cubicBezTo>
                <a:cubicBezTo>
                  <a:pt x="53132" y="5358"/>
                  <a:pt x="47774" y="13395"/>
                  <a:pt x="45541" y="16966"/>
                </a:cubicBezTo>
                <a:cubicBezTo>
                  <a:pt x="37505" y="29021"/>
                  <a:pt x="37505" y="37951"/>
                  <a:pt x="37505" y="42416"/>
                </a:cubicBezTo>
                <a:cubicBezTo>
                  <a:pt x="37505" y="50453"/>
                  <a:pt x="41077" y="54025"/>
                  <a:pt x="42416" y="55811"/>
                </a:cubicBezTo>
                <a:cubicBezTo>
                  <a:pt x="47327" y="61168"/>
                  <a:pt x="52239" y="61168"/>
                  <a:pt x="54918" y="61168"/>
                </a:cubicBezTo>
                <a:cubicBezTo>
                  <a:pt x="60275" y="61168"/>
                  <a:pt x="63847" y="58936"/>
                  <a:pt x="65633" y="58043"/>
                </a:cubicBezTo>
                <a:cubicBezTo>
                  <a:pt x="70991" y="54918"/>
                  <a:pt x="73223" y="51346"/>
                  <a:pt x="74563" y="49560"/>
                </a:cubicBezTo>
                <a:cubicBezTo>
                  <a:pt x="78135" y="44202"/>
                  <a:pt x="79474" y="38398"/>
                  <a:pt x="80367" y="35719"/>
                </a:cubicBezTo>
                <a:cubicBezTo>
                  <a:pt x="82600" y="27236"/>
                  <a:pt x="82600" y="24557"/>
                  <a:pt x="82600" y="23664"/>
                </a:cubicBezTo>
                <a:close/>
                <a:moveTo>
                  <a:pt x="31254" y="96441"/>
                </a:moveTo>
                <a:cubicBezTo>
                  <a:pt x="22771" y="100459"/>
                  <a:pt x="19645" y="104477"/>
                  <a:pt x="18306" y="106710"/>
                </a:cubicBezTo>
                <a:cubicBezTo>
                  <a:pt x="13841" y="112961"/>
                  <a:pt x="13841" y="116532"/>
                  <a:pt x="13841" y="118765"/>
                </a:cubicBezTo>
                <a:cubicBezTo>
                  <a:pt x="13841" y="125909"/>
                  <a:pt x="18306" y="129034"/>
                  <a:pt x="20092" y="130373"/>
                </a:cubicBezTo>
                <a:cubicBezTo>
                  <a:pt x="29468" y="137071"/>
                  <a:pt x="41077" y="137071"/>
                  <a:pt x="46881" y="137071"/>
                </a:cubicBezTo>
                <a:cubicBezTo>
                  <a:pt x="62508" y="137071"/>
                  <a:pt x="69652" y="133499"/>
                  <a:pt x="73223" y="131713"/>
                </a:cubicBezTo>
                <a:cubicBezTo>
                  <a:pt x="83939" y="126802"/>
                  <a:pt x="83939" y="121444"/>
                  <a:pt x="83939" y="118318"/>
                </a:cubicBezTo>
                <a:cubicBezTo>
                  <a:pt x="83939" y="114300"/>
                  <a:pt x="81260" y="112068"/>
                  <a:pt x="79921" y="110728"/>
                </a:cubicBezTo>
                <a:cubicBezTo>
                  <a:pt x="75902" y="106710"/>
                  <a:pt x="68312" y="105370"/>
                  <a:pt x="64740" y="104477"/>
                </a:cubicBezTo>
                <a:cubicBezTo>
                  <a:pt x="58043" y="103138"/>
                  <a:pt x="40184" y="98673"/>
                  <a:pt x="31254" y="96441"/>
                </a:cubicBezTo>
                <a:close/>
                <a:moveTo>
                  <a:pt x="31254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A4B21-9B18-4467-B3E4-E555BBA2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27" y="1873225"/>
            <a:ext cx="56257" cy="154037"/>
          </a:xfrm>
          <a:custGeom xmlns:a="http://schemas.openxmlformats.org/drawingml/2006/main">
            <a:pathLst>
              <a:path w="56257" h="154037">
                <a:moveTo>
                  <a:pt x="56257" y="0"/>
                </a:moveTo>
                <a:lnTo>
                  <a:pt x="20092" y="126802"/>
                </a:lnTo>
                <a:cubicBezTo>
                  <a:pt x="17413" y="136178"/>
                  <a:pt x="17413" y="137517"/>
                  <a:pt x="17413" y="138410"/>
                </a:cubicBezTo>
                <a:cubicBezTo>
                  <a:pt x="17413" y="140196"/>
                  <a:pt x="17859" y="140643"/>
                  <a:pt x="18306" y="141089"/>
                </a:cubicBezTo>
                <a:cubicBezTo>
                  <a:pt x="19199" y="141982"/>
                  <a:pt x="20092" y="141982"/>
                  <a:pt x="20985" y="141982"/>
                </a:cubicBezTo>
                <a:cubicBezTo>
                  <a:pt x="22771" y="141982"/>
                  <a:pt x="24110" y="141089"/>
                  <a:pt x="25003" y="140196"/>
                </a:cubicBezTo>
                <a:cubicBezTo>
                  <a:pt x="30807" y="135731"/>
                  <a:pt x="34826" y="129927"/>
                  <a:pt x="36612" y="126802"/>
                </a:cubicBezTo>
                <a:lnTo>
                  <a:pt x="40184" y="129927"/>
                </a:lnTo>
                <a:cubicBezTo>
                  <a:pt x="29914" y="144214"/>
                  <a:pt x="24110" y="148233"/>
                  <a:pt x="21431" y="150019"/>
                </a:cubicBezTo>
                <a:cubicBezTo>
                  <a:pt x="14734" y="154037"/>
                  <a:pt x="11162" y="154037"/>
                  <a:pt x="9376" y="154037"/>
                </a:cubicBezTo>
                <a:cubicBezTo>
                  <a:pt x="5358" y="154037"/>
                  <a:pt x="3572" y="152251"/>
                  <a:pt x="2679" y="151358"/>
                </a:cubicBezTo>
                <a:cubicBezTo>
                  <a:pt x="0" y="148679"/>
                  <a:pt x="0" y="146000"/>
                  <a:pt x="0" y="144661"/>
                </a:cubicBezTo>
                <a:cubicBezTo>
                  <a:pt x="0" y="141089"/>
                  <a:pt x="1786" y="133052"/>
                  <a:pt x="3125" y="129034"/>
                </a:cubicBezTo>
                <a:lnTo>
                  <a:pt x="32147" y="29021"/>
                </a:lnTo>
                <a:cubicBezTo>
                  <a:pt x="35719" y="16966"/>
                  <a:pt x="35719" y="15627"/>
                  <a:pt x="35719" y="14734"/>
                </a:cubicBezTo>
                <a:cubicBezTo>
                  <a:pt x="35719" y="12502"/>
                  <a:pt x="34379" y="11609"/>
                  <a:pt x="33486" y="10716"/>
                </a:cubicBezTo>
                <a:cubicBezTo>
                  <a:pt x="31700" y="9376"/>
                  <a:pt x="29021" y="9376"/>
                  <a:pt x="27236" y="9376"/>
                </a:cubicBezTo>
                <a:cubicBezTo>
                  <a:pt x="25003" y="9376"/>
                  <a:pt x="21431" y="9823"/>
                  <a:pt x="20092" y="9823"/>
                </a:cubicBezTo>
                <a:lnTo>
                  <a:pt x="20092" y="5804"/>
                </a:lnTo>
                <a:lnTo>
                  <a:pt x="56257" y="0"/>
                </a:lnTo>
                <a:close/>
                <a:moveTo>
                  <a:pt x="562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795E42-6E89-4C13-802A-1C14EDFB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11" y="1928142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F51665-82C6-4246-81B4-0EC6FEC1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220" y="1928142"/>
            <a:ext cx="144661" cy="99120"/>
          </a:xfrm>
          <a:custGeom xmlns:a="http://schemas.openxmlformats.org/drawingml/2006/main">
            <a:pathLst>
              <a:path w="144661" h="99120">
                <a:moveTo>
                  <a:pt x="43755" y="0"/>
                </a:moveTo>
                <a:lnTo>
                  <a:pt x="29914" y="48220"/>
                </a:lnTo>
                <a:cubicBezTo>
                  <a:pt x="38844" y="31254"/>
                  <a:pt x="43309" y="25450"/>
                  <a:pt x="45541" y="22771"/>
                </a:cubicBezTo>
                <a:cubicBezTo>
                  <a:pt x="55811" y="9376"/>
                  <a:pt x="62061" y="5358"/>
                  <a:pt x="65187" y="3572"/>
                </a:cubicBezTo>
                <a:cubicBezTo>
                  <a:pt x="70991" y="0"/>
                  <a:pt x="75009" y="0"/>
                  <a:pt x="77242" y="0"/>
                </a:cubicBezTo>
                <a:cubicBezTo>
                  <a:pt x="82600" y="0"/>
                  <a:pt x="84832" y="2232"/>
                  <a:pt x="85725" y="3572"/>
                </a:cubicBezTo>
                <a:cubicBezTo>
                  <a:pt x="89297" y="7144"/>
                  <a:pt x="89297" y="10269"/>
                  <a:pt x="89297" y="12055"/>
                </a:cubicBezTo>
                <a:cubicBezTo>
                  <a:pt x="89297" y="17413"/>
                  <a:pt x="87957" y="23217"/>
                  <a:pt x="87064" y="25896"/>
                </a:cubicBezTo>
                <a:lnTo>
                  <a:pt x="79474" y="53132"/>
                </a:lnTo>
                <a:cubicBezTo>
                  <a:pt x="96887" y="20538"/>
                  <a:pt x="107156" y="11609"/>
                  <a:pt x="112514" y="7144"/>
                </a:cubicBezTo>
                <a:cubicBezTo>
                  <a:pt x="120997" y="0"/>
                  <a:pt x="126802" y="0"/>
                  <a:pt x="129480" y="0"/>
                </a:cubicBezTo>
                <a:cubicBezTo>
                  <a:pt x="134392" y="0"/>
                  <a:pt x="136178" y="2232"/>
                  <a:pt x="137517" y="3572"/>
                </a:cubicBezTo>
                <a:cubicBezTo>
                  <a:pt x="140643" y="6697"/>
                  <a:pt x="140643" y="11609"/>
                  <a:pt x="140643" y="13841"/>
                </a:cubicBezTo>
                <a:cubicBezTo>
                  <a:pt x="140643" y="20092"/>
                  <a:pt x="139303" y="24557"/>
                  <a:pt x="138857" y="26789"/>
                </a:cubicBezTo>
                <a:lnTo>
                  <a:pt x="126802" y="68312"/>
                </a:lnTo>
                <a:cubicBezTo>
                  <a:pt x="123230" y="82153"/>
                  <a:pt x="123230" y="83046"/>
                  <a:pt x="123230" y="83493"/>
                </a:cubicBezTo>
                <a:cubicBezTo>
                  <a:pt x="123230" y="84832"/>
                  <a:pt x="123676" y="85725"/>
                  <a:pt x="124123" y="86171"/>
                </a:cubicBezTo>
                <a:cubicBezTo>
                  <a:pt x="125016" y="86618"/>
                  <a:pt x="125462" y="86618"/>
                  <a:pt x="125909" y="86618"/>
                </a:cubicBezTo>
                <a:cubicBezTo>
                  <a:pt x="126802" y="86618"/>
                  <a:pt x="128588" y="85279"/>
                  <a:pt x="129480" y="84832"/>
                </a:cubicBezTo>
                <a:cubicBezTo>
                  <a:pt x="135731" y="79921"/>
                  <a:pt x="139303" y="75009"/>
                  <a:pt x="141089" y="72330"/>
                </a:cubicBezTo>
                <a:lnTo>
                  <a:pt x="144661" y="74563"/>
                </a:lnTo>
                <a:cubicBezTo>
                  <a:pt x="141982" y="78581"/>
                  <a:pt x="137071" y="83939"/>
                  <a:pt x="135285" y="86618"/>
                </a:cubicBezTo>
                <a:cubicBezTo>
                  <a:pt x="128141" y="93762"/>
                  <a:pt x="125016" y="95548"/>
                  <a:pt x="123676" y="96441"/>
                </a:cubicBezTo>
                <a:cubicBezTo>
                  <a:pt x="118765" y="99120"/>
                  <a:pt x="116086" y="99120"/>
                  <a:pt x="114746" y="99120"/>
                </a:cubicBezTo>
                <a:cubicBezTo>
                  <a:pt x="110728" y="99120"/>
                  <a:pt x="109389" y="97334"/>
                  <a:pt x="108496" y="96441"/>
                </a:cubicBezTo>
                <a:cubicBezTo>
                  <a:pt x="105817" y="94208"/>
                  <a:pt x="105817" y="91529"/>
                  <a:pt x="105817" y="90190"/>
                </a:cubicBezTo>
                <a:cubicBezTo>
                  <a:pt x="105817" y="85279"/>
                  <a:pt x="108942" y="75009"/>
                  <a:pt x="110282" y="69652"/>
                </a:cubicBezTo>
                <a:lnTo>
                  <a:pt x="120104" y="35719"/>
                </a:lnTo>
                <a:cubicBezTo>
                  <a:pt x="123230" y="23664"/>
                  <a:pt x="123676" y="22771"/>
                  <a:pt x="123676" y="22324"/>
                </a:cubicBezTo>
                <a:cubicBezTo>
                  <a:pt x="123676" y="20092"/>
                  <a:pt x="123676" y="19199"/>
                  <a:pt x="123676" y="18306"/>
                </a:cubicBezTo>
                <a:cubicBezTo>
                  <a:pt x="123676" y="15627"/>
                  <a:pt x="123230" y="14734"/>
                  <a:pt x="122783" y="14288"/>
                </a:cubicBezTo>
                <a:cubicBezTo>
                  <a:pt x="121444" y="12948"/>
                  <a:pt x="120104" y="12948"/>
                  <a:pt x="119658" y="12948"/>
                </a:cubicBezTo>
                <a:cubicBezTo>
                  <a:pt x="115193" y="12948"/>
                  <a:pt x="112068" y="16073"/>
                  <a:pt x="110282" y="17413"/>
                </a:cubicBezTo>
                <a:cubicBezTo>
                  <a:pt x="95548" y="30807"/>
                  <a:pt x="87064" y="46881"/>
                  <a:pt x="82600" y="55364"/>
                </a:cubicBezTo>
                <a:cubicBezTo>
                  <a:pt x="74563" y="71438"/>
                  <a:pt x="69205" y="87957"/>
                  <a:pt x="66973" y="96441"/>
                </a:cubicBezTo>
                <a:lnTo>
                  <a:pt x="50899" y="96441"/>
                </a:lnTo>
                <a:lnTo>
                  <a:pt x="69205" y="32147"/>
                </a:lnTo>
                <a:cubicBezTo>
                  <a:pt x="72330" y="21431"/>
                  <a:pt x="72330" y="19199"/>
                  <a:pt x="72330" y="17859"/>
                </a:cubicBezTo>
                <a:cubicBezTo>
                  <a:pt x="72330" y="15180"/>
                  <a:pt x="71438" y="14288"/>
                  <a:pt x="70991" y="13841"/>
                </a:cubicBezTo>
                <a:cubicBezTo>
                  <a:pt x="69652" y="12502"/>
                  <a:pt x="68759" y="12502"/>
                  <a:pt x="67866" y="12502"/>
                </a:cubicBezTo>
                <a:cubicBezTo>
                  <a:pt x="64740" y="12502"/>
                  <a:pt x="62061" y="14288"/>
                  <a:pt x="60722" y="15180"/>
                </a:cubicBezTo>
                <a:cubicBezTo>
                  <a:pt x="54471" y="19199"/>
                  <a:pt x="47327" y="28129"/>
                  <a:pt x="44202" y="33040"/>
                </a:cubicBezTo>
                <a:cubicBezTo>
                  <a:pt x="33933" y="46434"/>
                  <a:pt x="30361" y="54918"/>
                  <a:pt x="28575" y="58936"/>
                </a:cubicBezTo>
                <a:cubicBezTo>
                  <a:pt x="25896" y="64740"/>
                  <a:pt x="19199" y="86171"/>
                  <a:pt x="16073" y="96441"/>
                </a:cubicBezTo>
                <a:lnTo>
                  <a:pt x="0" y="96441"/>
                </a:lnTo>
                <a:lnTo>
                  <a:pt x="19645" y="27236"/>
                </a:lnTo>
                <a:lnTo>
                  <a:pt x="22324" y="18306"/>
                </a:lnTo>
                <a:cubicBezTo>
                  <a:pt x="23217" y="16520"/>
                  <a:pt x="23217" y="16073"/>
                  <a:pt x="23217" y="15627"/>
                </a:cubicBezTo>
                <a:cubicBezTo>
                  <a:pt x="23217" y="13395"/>
                  <a:pt x="21878" y="12055"/>
                  <a:pt x="20985" y="11162"/>
                </a:cubicBezTo>
                <a:cubicBezTo>
                  <a:pt x="18752" y="9376"/>
                  <a:pt x="16520" y="9376"/>
                  <a:pt x="15627" y="9376"/>
                </a:cubicBezTo>
                <a:cubicBezTo>
                  <a:pt x="14288" y="9376"/>
                  <a:pt x="9823" y="10269"/>
                  <a:pt x="7590" y="10716"/>
                </a:cubicBezTo>
                <a:lnTo>
                  <a:pt x="6697" y="6697"/>
                </a:lnTo>
                <a:lnTo>
                  <a:pt x="43755" y="0"/>
                </a:lnTo>
                <a:close/>
                <a:moveTo>
                  <a:pt x="4375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77FF3-179C-44E0-8D85-1B20DF86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35" y="1928142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D1B48-8CF4-4EBD-ABE0-973BD8AF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70" y="1928142"/>
            <a:ext cx="97334" cy="99120"/>
          </a:xfrm>
          <a:custGeom xmlns:a="http://schemas.openxmlformats.org/drawingml/2006/main">
            <a:pathLst>
              <a:path w="97334" h="99120">
                <a:moveTo>
                  <a:pt x="97334" y="0"/>
                </a:moveTo>
                <a:lnTo>
                  <a:pt x="76795" y="72330"/>
                </a:lnTo>
                <a:lnTo>
                  <a:pt x="74563" y="82153"/>
                </a:lnTo>
                <a:cubicBezTo>
                  <a:pt x="74116" y="83493"/>
                  <a:pt x="74116" y="83939"/>
                  <a:pt x="74116" y="84386"/>
                </a:cubicBezTo>
                <a:cubicBezTo>
                  <a:pt x="74116" y="86171"/>
                  <a:pt x="74563" y="87064"/>
                  <a:pt x="75009" y="87511"/>
                </a:cubicBezTo>
                <a:cubicBezTo>
                  <a:pt x="75902" y="88404"/>
                  <a:pt x="76795" y="88404"/>
                  <a:pt x="77242" y="88404"/>
                </a:cubicBezTo>
                <a:cubicBezTo>
                  <a:pt x="78581" y="88404"/>
                  <a:pt x="79921" y="87064"/>
                  <a:pt x="80814" y="86618"/>
                </a:cubicBezTo>
                <a:cubicBezTo>
                  <a:pt x="84832" y="83493"/>
                  <a:pt x="89743" y="76795"/>
                  <a:pt x="91976" y="73670"/>
                </a:cubicBezTo>
                <a:lnTo>
                  <a:pt x="95548" y="76349"/>
                </a:lnTo>
                <a:cubicBezTo>
                  <a:pt x="87957" y="87511"/>
                  <a:pt x="83046" y="91529"/>
                  <a:pt x="80367" y="93315"/>
                </a:cubicBezTo>
                <a:cubicBezTo>
                  <a:pt x="72777" y="99120"/>
                  <a:pt x="68312" y="99120"/>
                  <a:pt x="66080" y="99120"/>
                </a:cubicBezTo>
                <a:cubicBezTo>
                  <a:pt x="61615" y="99120"/>
                  <a:pt x="59829" y="97334"/>
                  <a:pt x="58936" y="96887"/>
                </a:cubicBezTo>
                <a:cubicBezTo>
                  <a:pt x="56704" y="94655"/>
                  <a:pt x="56704" y="91529"/>
                  <a:pt x="56704" y="90190"/>
                </a:cubicBezTo>
                <a:cubicBezTo>
                  <a:pt x="56704" y="84832"/>
                  <a:pt x="58489" y="79028"/>
                  <a:pt x="58936" y="76349"/>
                </a:cubicBezTo>
                <a:lnTo>
                  <a:pt x="61615" y="68312"/>
                </a:lnTo>
                <a:cubicBezTo>
                  <a:pt x="47327" y="86618"/>
                  <a:pt x="39737" y="91529"/>
                  <a:pt x="35719" y="93762"/>
                </a:cubicBezTo>
                <a:cubicBezTo>
                  <a:pt x="27236" y="99120"/>
                  <a:pt x="21878" y="99120"/>
                  <a:pt x="19199" y="99120"/>
                </a:cubicBezTo>
                <a:cubicBezTo>
                  <a:pt x="11609" y="99120"/>
                  <a:pt x="7590" y="95101"/>
                  <a:pt x="5804" y="92869"/>
                </a:cubicBezTo>
                <a:cubicBezTo>
                  <a:pt x="0" y="86171"/>
                  <a:pt x="0" y="78581"/>
                  <a:pt x="0" y="75009"/>
                </a:cubicBezTo>
                <a:cubicBezTo>
                  <a:pt x="0" y="58043"/>
                  <a:pt x="6697" y="45541"/>
                  <a:pt x="10269" y="39291"/>
                </a:cubicBezTo>
                <a:cubicBezTo>
                  <a:pt x="20538" y="20092"/>
                  <a:pt x="30807" y="12948"/>
                  <a:pt x="36165" y="8930"/>
                </a:cubicBezTo>
                <a:cubicBezTo>
                  <a:pt x="48220" y="0"/>
                  <a:pt x="55364" y="0"/>
                  <a:pt x="59382" y="0"/>
                </a:cubicBezTo>
                <a:cubicBezTo>
                  <a:pt x="65633" y="0"/>
                  <a:pt x="68759" y="2232"/>
                  <a:pt x="70098" y="3572"/>
                </a:cubicBezTo>
                <a:cubicBezTo>
                  <a:pt x="74563" y="7144"/>
                  <a:pt x="75902" y="12055"/>
                  <a:pt x="76795" y="14734"/>
                </a:cubicBezTo>
                <a:lnTo>
                  <a:pt x="80367" y="2679"/>
                </a:lnTo>
                <a:lnTo>
                  <a:pt x="97334" y="0"/>
                </a:lnTo>
                <a:close/>
                <a:moveTo>
                  <a:pt x="59382" y="5804"/>
                </a:moveTo>
                <a:cubicBezTo>
                  <a:pt x="52685" y="5804"/>
                  <a:pt x="47327" y="9823"/>
                  <a:pt x="45095" y="12055"/>
                </a:cubicBezTo>
                <a:cubicBezTo>
                  <a:pt x="34379" y="20985"/>
                  <a:pt x="28575" y="33040"/>
                  <a:pt x="25450" y="38844"/>
                </a:cubicBezTo>
                <a:cubicBezTo>
                  <a:pt x="16966" y="56704"/>
                  <a:pt x="16966" y="66526"/>
                  <a:pt x="16966" y="70991"/>
                </a:cubicBezTo>
                <a:cubicBezTo>
                  <a:pt x="16966" y="78135"/>
                  <a:pt x="19645" y="81260"/>
                  <a:pt x="20985" y="82600"/>
                </a:cubicBezTo>
                <a:cubicBezTo>
                  <a:pt x="24557" y="86618"/>
                  <a:pt x="27682" y="86618"/>
                  <a:pt x="29021" y="86618"/>
                </a:cubicBezTo>
                <a:cubicBezTo>
                  <a:pt x="40630" y="86618"/>
                  <a:pt x="50006" y="75456"/>
                  <a:pt x="54471" y="69652"/>
                </a:cubicBezTo>
                <a:cubicBezTo>
                  <a:pt x="72777" y="46881"/>
                  <a:pt x="72777" y="30807"/>
                  <a:pt x="72777" y="22771"/>
                </a:cubicBezTo>
                <a:cubicBezTo>
                  <a:pt x="72777" y="13841"/>
                  <a:pt x="70098" y="11162"/>
                  <a:pt x="69205" y="9823"/>
                </a:cubicBezTo>
                <a:cubicBezTo>
                  <a:pt x="65633" y="5804"/>
                  <a:pt x="61615" y="5804"/>
                  <a:pt x="59382" y="5804"/>
                </a:cubicBezTo>
                <a:close/>
                <a:moveTo>
                  <a:pt x="59382" y="5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2D5A1-A20C-4099-A983-DD7BB96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156" y="1928142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B2226-3A77-4550-9284-4C8EB37A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72" y="1928142"/>
            <a:ext cx="96441" cy="99120"/>
          </a:xfrm>
          <a:custGeom xmlns:a="http://schemas.openxmlformats.org/drawingml/2006/main">
            <a:pathLst>
              <a:path w="96441" h="99120">
                <a:moveTo>
                  <a:pt x="96441" y="2679"/>
                </a:moveTo>
                <a:lnTo>
                  <a:pt x="77688" y="66080"/>
                </a:lnTo>
                <a:cubicBezTo>
                  <a:pt x="73670" y="80367"/>
                  <a:pt x="73670" y="83046"/>
                  <a:pt x="73670" y="83939"/>
                </a:cubicBezTo>
                <a:cubicBezTo>
                  <a:pt x="73670" y="86171"/>
                  <a:pt x="74116" y="86618"/>
                  <a:pt x="74116" y="86618"/>
                </a:cubicBezTo>
                <a:cubicBezTo>
                  <a:pt x="75009" y="87511"/>
                  <a:pt x="75902" y="87511"/>
                  <a:pt x="76349" y="87511"/>
                </a:cubicBezTo>
                <a:cubicBezTo>
                  <a:pt x="78135" y="87511"/>
                  <a:pt x="79474" y="86618"/>
                  <a:pt x="80367" y="86171"/>
                </a:cubicBezTo>
                <a:cubicBezTo>
                  <a:pt x="82600" y="84386"/>
                  <a:pt x="88404" y="76795"/>
                  <a:pt x="91529" y="73223"/>
                </a:cubicBezTo>
                <a:lnTo>
                  <a:pt x="94208" y="75456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061" y="99120"/>
                  <a:pt x="60275" y="97334"/>
                  <a:pt x="59382" y="96441"/>
                </a:cubicBezTo>
                <a:cubicBezTo>
                  <a:pt x="57150" y="94655"/>
                  <a:pt x="57150" y="91976"/>
                  <a:pt x="57150" y="90636"/>
                </a:cubicBezTo>
                <a:cubicBezTo>
                  <a:pt x="57150" y="87064"/>
                  <a:pt x="58043" y="83046"/>
                  <a:pt x="58489" y="81260"/>
                </a:cubicBezTo>
                <a:cubicBezTo>
                  <a:pt x="60275" y="73223"/>
                  <a:pt x="65633" y="55811"/>
                  <a:pt x="68312" y="46881"/>
                </a:cubicBezTo>
                <a:cubicBezTo>
                  <a:pt x="50006" y="76795"/>
                  <a:pt x="41970" y="83939"/>
                  <a:pt x="37951" y="87511"/>
                </a:cubicBezTo>
                <a:cubicBezTo>
                  <a:pt x="25450" y="99120"/>
                  <a:pt x="18752" y="99120"/>
                  <a:pt x="15180" y="99120"/>
                </a:cubicBezTo>
                <a:cubicBezTo>
                  <a:pt x="10269" y="99120"/>
                  <a:pt x="8037" y="96887"/>
                  <a:pt x="6697" y="95994"/>
                </a:cubicBezTo>
                <a:cubicBezTo>
                  <a:pt x="3572" y="92422"/>
                  <a:pt x="3572" y="88850"/>
                  <a:pt x="3572" y="87064"/>
                </a:cubicBezTo>
                <a:cubicBezTo>
                  <a:pt x="3572" y="79028"/>
                  <a:pt x="6697" y="67866"/>
                  <a:pt x="8037" y="62508"/>
                </a:cubicBezTo>
                <a:lnTo>
                  <a:pt x="17413" y="29468"/>
                </a:lnTo>
                <a:cubicBezTo>
                  <a:pt x="20985" y="17859"/>
                  <a:pt x="20985" y="16073"/>
                  <a:pt x="20985" y="14734"/>
                </a:cubicBezTo>
                <a:cubicBezTo>
                  <a:pt x="20985" y="13841"/>
                  <a:pt x="20092" y="12948"/>
                  <a:pt x="20092" y="12502"/>
                </a:cubicBezTo>
                <a:cubicBezTo>
                  <a:pt x="19199" y="11609"/>
                  <a:pt x="18306" y="11609"/>
                  <a:pt x="17859" y="11609"/>
                </a:cubicBezTo>
                <a:cubicBezTo>
                  <a:pt x="15627" y="11609"/>
                  <a:pt x="14288" y="12948"/>
                  <a:pt x="13395" y="13395"/>
                </a:cubicBezTo>
                <a:cubicBezTo>
                  <a:pt x="11162" y="15180"/>
                  <a:pt x="5804" y="21878"/>
                  <a:pt x="3572" y="25450"/>
                </a:cubicBezTo>
                <a:lnTo>
                  <a:pt x="0" y="22771"/>
                </a:lnTo>
                <a:cubicBezTo>
                  <a:pt x="8037" y="10269"/>
                  <a:pt x="13841" y="6697"/>
                  <a:pt x="16966" y="4911"/>
                </a:cubicBezTo>
                <a:cubicBezTo>
                  <a:pt x="23664" y="0"/>
                  <a:pt x="27682" y="0"/>
                  <a:pt x="29468" y="0"/>
                </a:cubicBezTo>
                <a:cubicBezTo>
                  <a:pt x="33486" y="0"/>
                  <a:pt x="35272" y="1786"/>
                  <a:pt x="36165" y="2679"/>
                </a:cubicBezTo>
                <a:cubicBezTo>
                  <a:pt x="38398" y="5358"/>
                  <a:pt x="38398" y="7590"/>
                  <a:pt x="38398" y="8930"/>
                </a:cubicBezTo>
                <a:cubicBezTo>
                  <a:pt x="38398" y="14734"/>
                  <a:pt x="35719" y="24557"/>
                  <a:pt x="34379" y="29468"/>
                </a:cubicBezTo>
                <a:lnTo>
                  <a:pt x="24110" y="64294"/>
                </a:lnTo>
                <a:cubicBezTo>
                  <a:pt x="20092" y="78135"/>
                  <a:pt x="20092" y="80367"/>
                  <a:pt x="20092" y="81707"/>
                </a:cubicBezTo>
                <a:cubicBezTo>
                  <a:pt x="20092" y="83939"/>
                  <a:pt x="20985" y="84832"/>
                  <a:pt x="21431" y="85279"/>
                </a:cubicBezTo>
                <a:cubicBezTo>
                  <a:pt x="22771" y="86618"/>
                  <a:pt x="24110" y="86618"/>
                  <a:pt x="25003" y="86618"/>
                </a:cubicBezTo>
                <a:cubicBezTo>
                  <a:pt x="28575" y="86618"/>
                  <a:pt x="32147" y="83939"/>
                  <a:pt x="33933" y="83046"/>
                </a:cubicBezTo>
                <a:cubicBezTo>
                  <a:pt x="39737" y="79028"/>
                  <a:pt x="45988" y="70991"/>
                  <a:pt x="49113" y="66973"/>
                </a:cubicBezTo>
                <a:cubicBezTo>
                  <a:pt x="58489" y="55364"/>
                  <a:pt x="62954" y="47774"/>
                  <a:pt x="64740" y="44648"/>
                </a:cubicBezTo>
                <a:cubicBezTo>
                  <a:pt x="70991" y="33933"/>
                  <a:pt x="75456" y="18306"/>
                  <a:pt x="77688" y="10716"/>
                </a:cubicBezTo>
                <a:lnTo>
                  <a:pt x="80367" y="2679"/>
                </a:lnTo>
                <a:lnTo>
                  <a:pt x="96441" y="2679"/>
                </a:lnTo>
                <a:close/>
                <a:moveTo>
                  <a:pt x="96441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4350C-7ADA-42CB-A712-132F4191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915" y="1928142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B7DD5-0534-41ED-9755-CA6B38AC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54" y="1928142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CB6AC-A68D-4AEA-B0C0-3C07DD70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249" y="1928142"/>
            <a:ext cx="144661" cy="99120"/>
          </a:xfrm>
          <a:custGeom xmlns:a="http://schemas.openxmlformats.org/drawingml/2006/main">
            <a:pathLst>
              <a:path w="144661" h="99120">
                <a:moveTo>
                  <a:pt x="43755" y="0"/>
                </a:moveTo>
                <a:lnTo>
                  <a:pt x="29914" y="48220"/>
                </a:lnTo>
                <a:cubicBezTo>
                  <a:pt x="38844" y="31254"/>
                  <a:pt x="43309" y="25450"/>
                  <a:pt x="45541" y="22771"/>
                </a:cubicBezTo>
                <a:cubicBezTo>
                  <a:pt x="55811" y="9376"/>
                  <a:pt x="62061" y="5358"/>
                  <a:pt x="65187" y="3572"/>
                </a:cubicBezTo>
                <a:cubicBezTo>
                  <a:pt x="70991" y="0"/>
                  <a:pt x="75009" y="0"/>
                  <a:pt x="77242" y="0"/>
                </a:cubicBezTo>
                <a:cubicBezTo>
                  <a:pt x="82600" y="0"/>
                  <a:pt x="84832" y="2232"/>
                  <a:pt x="85725" y="3572"/>
                </a:cubicBezTo>
                <a:cubicBezTo>
                  <a:pt x="89297" y="7144"/>
                  <a:pt x="89297" y="10269"/>
                  <a:pt x="89297" y="12055"/>
                </a:cubicBezTo>
                <a:cubicBezTo>
                  <a:pt x="89297" y="17413"/>
                  <a:pt x="87957" y="23217"/>
                  <a:pt x="87064" y="25896"/>
                </a:cubicBezTo>
                <a:lnTo>
                  <a:pt x="79474" y="53132"/>
                </a:lnTo>
                <a:cubicBezTo>
                  <a:pt x="96887" y="20538"/>
                  <a:pt x="107156" y="11609"/>
                  <a:pt x="112514" y="7144"/>
                </a:cubicBezTo>
                <a:cubicBezTo>
                  <a:pt x="120997" y="0"/>
                  <a:pt x="126802" y="0"/>
                  <a:pt x="129480" y="0"/>
                </a:cubicBezTo>
                <a:cubicBezTo>
                  <a:pt x="134392" y="0"/>
                  <a:pt x="136178" y="2232"/>
                  <a:pt x="137517" y="3572"/>
                </a:cubicBezTo>
                <a:cubicBezTo>
                  <a:pt x="140643" y="6697"/>
                  <a:pt x="140643" y="11609"/>
                  <a:pt x="140643" y="13841"/>
                </a:cubicBezTo>
                <a:cubicBezTo>
                  <a:pt x="140643" y="20092"/>
                  <a:pt x="139303" y="24557"/>
                  <a:pt x="138857" y="26789"/>
                </a:cubicBezTo>
                <a:lnTo>
                  <a:pt x="126802" y="68312"/>
                </a:lnTo>
                <a:cubicBezTo>
                  <a:pt x="123230" y="82153"/>
                  <a:pt x="123230" y="83046"/>
                  <a:pt x="123230" y="83493"/>
                </a:cubicBezTo>
                <a:cubicBezTo>
                  <a:pt x="123230" y="84832"/>
                  <a:pt x="123676" y="85725"/>
                  <a:pt x="124123" y="86171"/>
                </a:cubicBezTo>
                <a:cubicBezTo>
                  <a:pt x="125016" y="86618"/>
                  <a:pt x="125462" y="86618"/>
                  <a:pt x="125909" y="86618"/>
                </a:cubicBezTo>
                <a:cubicBezTo>
                  <a:pt x="126802" y="86618"/>
                  <a:pt x="128588" y="85279"/>
                  <a:pt x="129480" y="84832"/>
                </a:cubicBezTo>
                <a:cubicBezTo>
                  <a:pt x="135731" y="79921"/>
                  <a:pt x="139303" y="75009"/>
                  <a:pt x="141089" y="72330"/>
                </a:cubicBezTo>
                <a:lnTo>
                  <a:pt x="144661" y="74563"/>
                </a:lnTo>
                <a:cubicBezTo>
                  <a:pt x="141982" y="78581"/>
                  <a:pt x="137071" y="83939"/>
                  <a:pt x="135285" y="86618"/>
                </a:cubicBezTo>
                <a:cubicBezTo>
                  <a:pt x="128141" y="93762"/>
                  <a:pt x="125016" y="95548"/>
                  <a:pt x="123676" y="96441"/>
                </a:cubicBezTo>
                <a:cubicBezTo>
                  <a:pt x="118765" y="99120"/>
                  <a:pt x="116086" y="99120"/>
                  <a:pt x="114746" y="99120"/>
                </a:cubicBezTo>
                <a:cubicBezTo>
                  <a:pt x="110728" y="99120"/>
                  <a:pt x="109389" y="97334"/>
                  <a:pt x="108496" y="96441"/>
                </a:cubicBezTo>
                <a:cubicBezTo>
                  <a:pt x="105817" y="94208"/>
                  <a:pt x="105817" y="91529"/>
                  <a:pt x="105817" y="90190"/>
                </a:cubicBezTo>
                <a:cubicBezTo>
                  <a:pt x="105817" y="85279"/>
                  <a:pt x="108942" y="75009"/>
                  <a:pt x="110282" y="69652"/>
                </a:cubicBezTo>
                <a:lnTo>
                  <a:pt x="120104" y="35719"/>
                </a:lnTo>
                <a:cubicBezTo>
                  <a:pt x="123230" y="23664"/>
                  <a:pt x="123676" y="22771"/>
                  <a:pt x="123676" y="22324"/>
                </a:cubicBezTo>
                <a:cubicBezTo>
                  <a:pt x="123676" y="20092"/>
                  <a:pt x="123676" y="19199"/>
                  <a:pt x="123676" y="18306"/>
                </a:cubicBezTo>
                <a:cubicBezTo>
                  <a:pt x="123676" y="15627"/>
                  <a:pt x="123230" y="14734"/>
                  <a:pt x="122783" y="14288"/>
                </a:cubicBezTo>
                <a:cubicBezTo>
                  <a:pt x="121444" y="12948"/>
                  <a:pt x="120104" y="12948"/>
                  <a:pt x="119658" y="12948"/>
                </a:cubicBezTo>
                <a:cubicBezTo>
                  <a:pt x="115193" y="12948"/>
                  <a:pt x="112068" y="16073"/>
                  <a:pt x="110282" y="17413"/>
                </a:cubicBezTo>
                <a:cubicBezTo>
                  <a:pt x="95548" y="30807"/>
                  <a:pt x="87064" y="46881"/>
                  <a:pt x="82600" y="55364"/>
                </a:cubicBezTo>
                <a:cubicBezTo>
                  <a:pt x="74563" y="71438"/>
                  <a:pt x="69205" y="87957"/>
                  <a:pt x="66973" y="96441"/>
                </a:cubicBezTo>
                <a:lnTo>
                  <a:pt x="50899" y="96441"/>
                </a:lnTo>
                <a:lnTo>
                  <a:pt x="69205" y="32147"/>
                </a:lnTo>
                <a:cubicBezTo>
                  <a:pt x="72330" y="21431"/>
                  <a:pt x="72330" y="19199"/>
                  <a:pt x="72330" y="17859"/>
                </a:cubicBezTo>
                <a:cubicBezTo>
                  <a:pt x="72330" y="15180"/>
                  <a:pt x="71438" y="14288"/>
                  <a:pt x="70991" y="13841"/>
                </a:cubicBezTo>
                <a:cubicBezTo>
                  <a:pt x="69652" y="12502"/>
                  <a:pt x="68759" y="12502"/>
                  <a:pt x="67866" y="12502"/>
                </a:cubicBezTo>
                <a:cubicBezTo>
                  <a:pt x="64740" y="12502"/>
                  <a:pt x="62061" y="14288"/>
                  <a:pt x="60722" y="15180"/>
                </a:cubicBezTo>
                <a:cubicBezTo>
                  <a:pt x="54471" y="19199"/>
                  <a:pt x="47327" y="28129"/>
                  <a:pt x="44202" y="33040"/>
                </a:cubicBezTo>
                <a:cubicBezTo>
                  <a:pt x="33933" y="46434"/>
                  <a:pt x="30361" y="54918"/>
                  <a:pt x="28575" y="58936"/>
                </a:cubicBezTo>
                <a:cubicBezTo>
                  <a:pt x="25896" y="64740"/>
                  <a:pt x="19199" y="86171"/>
                  <a:pt x="16073" y="96441"/>
                </a:cubicBezTo>
                <a:lnTo>
                  <a:pt x="0" y="96441"/>
                </a:lnTo>
                <a:lnTo>
                  <a:pt x="19645" y="27236"/>
                </a:lnTo>
                <a:lnTo>
                  <a:pt x="22324" y="18306"/>
                </a:lnTo>
                <a:cubicBezTo>
                  <a:pt x="23217" y="16520"/>
                  <a:pt x="23217" y="16073"/>
                  <a:pt x="23217" y="15627"/>
                </a:cubicBezTo>
                <a:cubicBezTo>
                  <a:pt x="23217" y="13395"/>
                  <a:pt x="21878" y="12055"/>
                  <a:pt x="20985" y="11162"/>
                </a:cubicBezTo>
                <a:cubicBezTo>
                  <a:pt x="18752" y="9376"/>
                  <a:pt x="16520" y="9376"/>
                  <a:pt x="15627" y="9376"/>
                </a:cubicBezTo>
                <a:cubicBezTo>
                  <a:pt x="14288" y="9376"/>
                  <a:pt x="9823" y="10269"/>
                  <a:pt x="7590" y="10716"/>
                </a:cubicBezTo>
                <a:lnTo>
                  <a:pt x="6697" y="6697"/>
                </a:lnTo>
                <a:lnTo>
                  <a:pt x="43755" y="0"/>
                </a:lnTo>
                <a:close/>
                <a:moveTo>
                  <a:pt x="4375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94F43-3C82-4A74-81E2-B5039A62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364" y="1928142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431CF-7415-417C-AE1D-D5665A4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205" y="1928142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2102B-F27F-4F58-9631-51019EA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346" y="1901800"/>
            <a:ext cx="56257" cy="125462"/>
          </a:xfrm>
          <a:custGeom xmlns:a="http://schemas.openxmlformats.org/drawingml/2006/main">
            <a:pathLst>
              <a:path w="56257" h="125462">
                <a:moveTo>
                  <a:pt x="47774" y="0"/>
                </a:moveTo>
                <a:lnTo>
                  <a:pt x="39291" y="29021"/>
                </a:lnTo>
                <a:lnTo>
                  <a:pt x="56257" y="29021"/>
                </a:lnTo>
                <a:lnTo>
                  <a:pt x="54471" y="35719"/>
                </a:lnTo>
                <a:lnTo>
                  <a:pt x="37505" y="35719"/>
                </a:lnTo>
                <a:lnTo>
                  <a:pt x="19199" y="98673"/>
                </a:lnTo>
                <a:cubicBezTo>
                  <a:pt x="16520" y="108942"/>
                  <a:pt x="16520" y="110728"/>
                  <a:pt x="16520" y="111621"/>
                </a:cubicBezTo>
                <a:cubicBezTo>
                  <a:pt x="16520" y="113407"/>
                  <a:pt x="16966" y="113854"/>
                  <a:pt x="17413" y="114300"/>
                </a:cubicBezTo>
                <a:cubicBezTo>
                  <a:pt x="18306" y="115193"/>
                  <a:pt x="18752" y="115193"/>
                  <a:pt x="19199" y="115193"/>
                </a:cubicBezTo>
                <a:cubicBezTo>
                  <a:pt x="21878" y="115193"/>
                  <a:pt x="24557" y="112961"/>
                  <a:pt x="26343" y="111621"/>
                </a:cubicBezTo>
                <a:cubicBezTo>
                  <a:pt x="29021" y="109389"/>
                  <a:pt x="34826" y="102245"/>
                  <a:pt x="37505" y="98673"/>
                </a:cubicBezTo>
                <a:lnTo>
                  <a:pt x="41077" y="101352"/>
                </a:lnTo>
                <a:cubicBezTo>
                  <a:pt x="31254" y="115639"/>
                  <a:pt x="25450" y="119658"/>
                  <a:pt x="22771" y="121444"/>
                </a:cubicBezTo>
                <a:cubicBezTo>
                  <a:pt x="16520" y="125462"/>
                  <a:pt x="12502" y="125462"/>
                  <a:pt x="10716" y="125462"/>
                </a:cubicBezTo>
                <a:cubicBezTo>
                  <a:pt x="5804" y="125462"/>
                  <a:pt x="4018" y="123230"/>
                  <a:pt x="2679" y="122783"/>
                </a:cubicBezTo>
                <a:cubicBezTo>
                  <a:pt x="0" y="119658"/>
                  <a:pt x="0" y="116532"/>
                  <a:pt x="0" y="114746"/>
                </a:cubicBezTo>
                <a:cubicBezTo>
                  <a:pt x="0" y="109389"/>
                  <a:pt x="2232" y="101352"/>
                  <a:pt x="3125" y="97334"/>
                </a:cubicBezTo>
                <a:lnTo>
                  <a:pt x="20985" y="35719"/>
                </a:lnTo>
                <a:lnTo>
                  <a:pt x="4911" y="35719"/>
                </a:lnTo>
                <a:lnTo>
                  <a:pt x="6251" y="31700"/>
                </a:lnTo>
                <a:cubicBezTo>
                  <a:pt x="17859" y="28129"/>
                  <a:pt x="22771" y="24110"/>
                  <a:pt x="25450" y="21878"/>
                </a:cubicBezTo>
                <a:cubicBezTo>
                  <a:pt x="33486" y="15627"/>
                  <a:pt x="39737" y="4911"/>
                  <a:pt x="42862" y="0"/>
                </a:cubicBezTo>
                <a:lnTo>
                  <a:pt x="47774" y="0"/>
                </a:lnTo>
                <a:close/>
                <a:moveTo>
                  <a:pt x="477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18AA8-9147-492E-B789-9007B291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653" y="1928142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2AD8E-DC69-4FD8-B9E0-6BE3163E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709" y="1885726"/>
            <a:ext cx="50006" cy="141536"/>
          </a:xfrm>
          <a:custGeom xmlns:a="http://schemas.openxmlformats.org/drawingml/2006/main">
            <a:pathLst>
              <a:path w="50006" h="141536">
                <a:moveTo>
                  <a:pt x="39291" y="0"/>
                </a:moveTo>
                <a:cubicBezTo>
                  <a:pt x="43755" y="0"/>
                  <a:pt x="45988" y="2232"/>
                  <a:pt x="46881" y="3125"/>
                </a:cubicBezTo>
                <a:cubicBezTo>
                  <a:pt x="50006" y="6251"/>
                  <a:pt x="50006" y="9376"/>
                  <a:pt x="50006" y="10716"/>
                </a:cubicBezTo>
                <a:cubicBezTo>
                  <a:pt x="50006" y="15180"/>
                  <a:pt x="47774" y="17413"/>
                  <a:pt x="46881" y="18306"/>
                </a:cubicBezTo>
                <a:cubicBezTo>
                  <a:pt x="43755" y="21431"/>
                  <a:pt x="40630" y="21431"/>
                  <a:pt x="39291" y="21431"/>
                </a:cubicBezTo>
                <a:cubicBezTo>
                  <a:pt x="34826" y="21431"/>
                  <a:pt x="33040" y="19645"/>
                  <a:pt x="31700" y="18306"/>
                </a:cubicBezTo>
                <a:cubicBezTo>
                  <a:pt x="28575" y="15180"/>
                  <a:pt x="28575" y="12055"/>
                  <a:pt x="28575" y="10716"/>
                </a:cubicBezTo>
                <a:cubicBezTo>
                  <a:pt x="28575" y="6251"/>
                  <a:pt x="30807" y="4465"/>
                  <a:pt x="31700" y="3125"/>
                </a:cubicBezTo>
                <a:cubicBezTo>
                  <a:pt x="34826" y="0"/>
                  <a:pt x="37951" y="0"/>
                  <a:pt x="39291" y="0"/>
                </a:cubicBezTo>
                <a:close/>
                <a:moveTo>
                  <a:pt x="40630" y="42416"/>
                </a:moveTo>
                <a:lnTo>
                  <a:pt x="19645" y="117425"/>
                </a:lnTo>
                <a:cubicBezTo>
                  <a:pt x="17413" y="125016"/>
                  <a:pt x="17413" y="125909"/>
                  <a:pt x="17413" y="126355"/>
                </a:cubicBezTo>
                <a:cubicBezTo>
                  <a:pt x="17413" y="128141"/>
                  <a:pt x="18306" y="128588"/>
                  <a:pt x="18752" y="129034"/>
                </a:cubicBezTo>
                <a:cubicBezTo>
                  <a:pt x="19645" y="129927"/>
                  <a:pt x="20538" y="129927"/>
                  <a:pt x="20985" y="129927"/>
                </a:cubicBezTo>
                <a:cubicBezTo>
                  <a:pt x="22324" y="129927"/>
                  <a:pt x="24110" y="129034"/>
                  <a:pt x="24557" y="128588"/>
                </a:cubicBezTo>
                <a:cubicBezTo>
                  <a:pt x="30807" y="123676"/>
                  <a:pt x="34826" y="117872"/>
                  <a:pt x="37058" y="114746"/>
                </a:cubicBezTo>
                <a:lnTo>
                  <a:pt x="40630" y="117425"/>
                </a:lnTo>
                <a:cubicBezTo>
                  <a:pt x="33486" y="128588"/>
                  <a:pt x="26789" y="133499"/>
                  <a:pt x="23664" y="135731"/>
                </a:cubicBezTo>
                <a:cubicBezTo>
                  <a:pt x="16520" y="141536"/>
                  <a:pt x="12055" y="141536"/>
                  <a:pt x="9823" y="141536"/>
                </a:cubicBezTo>
                <a:cubicBezTo>
                  <a:pt x="5358" y="141536"/>
                  <a:pt x="3572" y="139750"/>
                  <a:pt x="2679" y="138857"/>
                </a:cubicBezTo>
                <a:cubicBezTo>
                  <a:pt x="0" y="136178"/>
                  <a:pt x="0" y="133499"/>
                  <a:pt x="0" y="132159"/>
                </a:cubicBezTo>
                <a:cubicBezTo>
                  <a:pt x="0" y="128588"/>
                  <a:pt x="1786" y="122337"/>
                  <a:pt x="2679" y="119211"/>
                </a:cubicBezTo>
                <a:lnTo>
                  <a:pt x="16520" y="71438"/>
                </a:lnTo>
                <a:cubicBezTo>
                  <a:pt x="20092" y="59829"/>
                  <a:pt x="20092" y="58043"/>
                  <a:pt x="20092" y="56704"/>
                </a:cubicBezTo>
                <a:cubicBezTo>
                  <a:pt x="20092" y="54471"/>
                  <a:pt x="18752" y="53578"/>
                  <a:pt x="18306" y="52685"/>
                </a:cubicBezTo>
                <a:cubicBezTo>
                  <a:pt x="16520" y="51346"/>
                  <a:pt x="14734" y="51346"/>
                  <a:pt x="13395" y="51346"/>
                </a:cubicBezTo>
                <a:cubicBezTo>
                  <a:pt x="11162" y="51346"/>
                  <a:pt x="6251" y="52239"/>
                  <a:pt x="4018" y="52685"/>
                </a:cubicBezTo>
                <a:lnTo>
                  <a:pt x="4018" y="48667"/>
                </a:lnTo>
                <a:lnTo>
                  <a:pt x="40630" y="42416"/>
                </a:lnTo>
                <a:close/>
                <a:moveTo>
                  <a:pt x="40630" y="42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85462-2C20-49FC-8529-83D17D57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821" y="1928142"/>
            <a:ext cx="95994" cy="99120"/>
          </a:xfrm>
          <a:custGeom xmlns:a="http://schemas.openxmlformats.org/drawingml/2006/main">
            <a:pathLst>
              <a:path w="95994" h="99120">
                <a:moveTo>
                  <a:pt x="44202" y="0"/>
                </a:moveTo>
                <a:lnTo>
                  <a:pt x="29914" y="48667"/>
                </a:lnTo>
                <a:cubicBezTo>
                  <a:pt x="50006" y="18752"/>
                  <a:pt x="56704" y="12502"/>
                  <a:pt x="60275" y="9376"/>
                </a:cubicBezTo>
                <a:cubicBezTo>
                  <a:pt x="70991" y="0"/>
                  <a:pt x="77688" y="0"/>
                  <a:pt x="80814" y="0"/>
                </a:cubicBezTo>
                <a:cubicBezTo>
                  <a:pt x="86171" y="0"/>
                  <a:pt x="88404" y="2232"/>
                  <a:pt x="89743" y="3572"/>
                </a:cubicBezTo>
                <a:cubicBezTo>
                  <a:pt x="93315" y="7144"/>
                  <a:pt x="93315" y="10716"/>
                  <a:pt x="93315" y="12948"/>
                </a:cubicBezTo>
                <a:cubicBezTo>
                  <a:pt x="93315" y="19199"/>
                  <a:pt x="91083" y="26343"/>
                  <a:pt x="90190" y="29914"/>
                </a:cubicBezTo>
                <a:lnTo>
                  <a:pt x="76795" y="74563"/>
                </a:lnTo>
                <a:cubicBezTo>
                  <a:pt x="75009" y="82600"/>
                  <a:pt x="75009" y="83493"/>
                  <a:pt x="75009" y="84386"/>
                </a:cubicBezTo>
                <a:cubicBezTo>
                  <a:pt x="75009" y="85725"/>
                  <a:pt x="75456" y="86618"/>
                  <a:pt x="75456" y="86618"/>
                </a:cubicBezTo>
                <a:cubicBezTo>
                  <a:pt x="76349" y="87511"/>
                  <a:pt x="77242" y="87511"/>
                  <a:pt x="77242" y="87511"/>
                </a:cubicBezTo>
                <a:cubicBezTo>
                  <a:pt x="78581" y="87511"/>
                  <a:pt x="79921" y="86618"/>
                  <a:pt x="80367" y="86618"/>
                </a:cubicBezTo>
                <a:cubicBezTo>
                  <a:pt x="86171" y="81707"/>
                  <a:pt x="90636" y="75902"/>
                  <a:pt x="92869" y="72777"/>
                </a:cubicBezTo>
                <a:lnTo>
                  <a:pt x="95994" y="74563"/>
                </a:lnTo>
                <a:cubicBezTo>
                  <a:pt x="86171" y="88850"/>
                  <a:pt x="80367" y="92869"/>
                  <a:pt x="77242" y="95101"/>
                </a:cubicBezTo>
                <a:cubicBezTo>
                  <a:pt x="71438" y="99120"/>
                  <a:pt x="67866" y="99120"/>
                  <a:pt x="66080" y="99120"/>
                </a:cubicBezTo>
                <a:cubicBezTo>
                  <a:pt x="62508" y="99120"/>
                  <a:pt x="60722" y="97334"/>
                  <a:pt x="59829" y="96441"/>
                </a:cubicBezTo>
                <a:cubicBezTo>
                  <a:pt x="57596" y="94208"/>
                  <a:pt x="57596" y="91529"/>
                  <a:pt x="57596" y="90190"/>
                </a:cubicBezTo>
                <a:cubicBezTo>
                  <a:pt x="57596" y="85279"/>
                  <a:pt x="60275" y="76795"/>
                  <a:pt x="61168" y="72777"/>
                </a:cubicBezTo>
                <a:lnTo>
                  <a:pt x="73670" y="29914"/>
                </a:lnTo>
                <a:cubicBezTo>
                  <a:pt x="75902" y="21878"/>
                  <a:pt x="75902" y="18752"/>
                  <a:pt x="75902" y="17413"/>
                </a:cubicBezTo>
                <a:cubicBezTo>
                  <a:pt x="75902" y="15180"/>
                  <a:pt x="75009" y="14288"/>
                  <a:pt x="74563" y="13841"/>
                </a:cubicBezTo>
                <a:cubicBezTo>
                  <a:pt x="73223" y="12502"/>
                  <a:pt x="71884" y="12502"/>
                  <a:pt x="71438" y="12502"/>
                </a:cubicBezTo>
                <a:cubicBezTo>
                  <a:pt x="68312" y="12502"/>
                  <a:pt x="65633" y="14288"/>
                  <a:pt x="64294" y="15180"/>
                </a:cubicBezTo>
                <a:cubicBezTo>
                  <a:pt x="56257" y="19645"/>
                  <a:pt x="50453" y="27236"/>
                  <a:pt x="47774" y="30807"/>
                </a:cubicBezTo>
                <a:cubicBezTo>
                  <a:pt x="39291" y="41970"/>
                  <a:pt x="33040" y="53578"/>
                  <a:pt x="29468" y="58936"/>
                </a:cubicBezTo>
                <a:cubicBezTo>
                  <a:pt x="24557" y="68312"/>
                  <a:pt x="22324" y="75456"/>
                  <a:pt x="21431" y="79028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199" y="29914"/>
                </a:lnTo>
                <a:cubicBezTo>
                  <a:pt x="22771" y="17859"/>
                  <a:pt x="22771" y="16073"/>
                  <a:pt x="22771" y="15180"/>
                </a:cubicBezTo>
                <a:cubicBezTo>
                  <a:pt x="22771" y="12948"/>
                  <a:pt x="21431" y="11609"/>
                  <a:pt x="20985" y="11162"/>
                </a:cubicBezTo>
                <a:cubicBezTo>
                  <a:pt x="19199" y="9376"/>
                  <a:pt x="16966" y="9376"/>
                  <a:pt x="16073" y="9376"/>
                </a:cubicBezTo>
                <a:cubicBezTo>
                  <a:pt x="15180" y="9376"/>
                  <a:pt x="12948" y="9823"/>
                  <a:pt x="12055" y="9823"/>
                </a:cubicBezTo>
                <a:lnTo>
                  <a:pt x="7590" y="10269"/>
                </a:lnTo>
                <a:lnTo>
                  <a:pt x="7144" y="6697"/>
                </a:lnTo>
                <a:lnTo>
                  <a:pt x="44202" y="0"/>
                </a:lnTo>
                <a:close/>
                <a:moveTo>
                  <a:pt x="442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ACDE6-6CA3-4BDD-8F85-E8985315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666" y="1873225"/>
            <a:ext cx="114300" cy="154037"/>
          </a:xfrm>
          <a:custGeom xmlns:a="http://schemas.openxmlformats.org/drawingml/2006/main">
            <a:pathLst>
              <a:path w="114300" h="154037">
                <a:moveTo>
                  <a:pt x="114300" y="0"/>
                </a:moveTo>
                <a:lnTo>
                  <a:pt x="77242" y="125462"/>
                </a:lnTo>
                <a:cubicBezTo>
                  <a:pt x="74563" y="135731"/>
                  <a:pt x="74563" y="137964"/>
                  <a:pt x="74563" y="139303"/>
                </a:cubicBezTo>
                <a:cubicBezTo>
                  <a:pt x="74563" y="140196"/>
                  <a:pt x="75009" y="141089"/>
                  <a:pt x="75456" y="141089"/>
                </a:cubicBezTo>
                <a:cubicBezTo>
                  <a:pt x="75902" y="141982"/>
                  <a:pt x="76795" y="141982"/>
                  <a:pt x="77242" y="141982"/>
                </a:cubicBezTo>
                <a:cubicBezTo>
                  <a:pt x="78581" y="141982"/>
                  <a:pt x="79921" y="141089"/>
                  <a:pt x="80367" y="140643"/>
                </a:cubicBezTo>
                <a:cubicBezTo>
                  <a:pt x="83939" y="137964"/>
                  <a:pt x="89743" y="131266"/>
                  <a:pt x="92422" y="128141"/>
                </a:cubicBezTo>
                <a:lnTo>
                  <a:pt x="95994" y="130373"/>
                </a:lnTo>
                <a:cubicBezTo>
                  <a:pt x="88404" y="141089"/>
                  <a:pt x="83493" y="145107"/>
                  <a:pt x="80814" y="147340"/>
                </a:cubicBezTo>
                <a:cubicBezTo>
                  <a:pt x="72777" y="154037"/>
                  <a:pt x="68312" y="154037"/>
                  <a:pt x="66080" y="154037"/>
                </a:cubicBezTo>
                <a:cubicBezTo>
                  <a:pt x="62508" y="154037"/>
                  <a:pt x="60722" y="152251"/>
                  <a:pt x="59829" y="151358"/>
                </a:cubicBezTo>
                <a:cubicBezTo>
                  <a:pt x="57596" y="149126"/>
                  <a:pt x="57596" y="145554"/>
                  <a:pt x="57596" y="144214"/>
                </a:cubicBezTo>
                <a:cubicBezTo>
                  <a:pt x="57596" y="137964"/>
                  <a:pt x="59829" y="131266"/>
                  <a:pt x="60722" y="128141"/>
                </a:cubicBezTo>
                <a:lnTo>
                  <a:pt x="65187" y="114746"/>
                </a:lnTo>
                <a:cubicBezTo>
                  <a:pt x="49560" y="138410"/>
                  <a:pt x="41077" y="144661"/>
                  <a:pt x="36612" y="147786"/>
                </a:cubicBezTo>
                <a:cubicBezTo>
                  <a:pt x="28129" y="154037"/>
                  <a:pt x="22771" y="154037"/>
                  <a:pt x="20092" y="154037"/>
                </a:cubicBezTo>
                <a:cubicBezTo>
                  <a:pt x="12055" y="154037"/>
                  <a:pt x="8037" y="149126"/>
                  <a:pt x="5804" y="146893"/>
                </a:cubicBezTo>
                <a:cubicBezTo>
                  <a:pt x="0" y="139750"/>
                  <a:pt x="0" y="131713"/>
                  <a:pt x="0" y="127248"/>
                </a:cubicBezTo>
                <a:cubicBezTo>
                  <a:pt x="0" y="111621"/>
                  <a:pt x="6697" y="99566"/>
                  <a:pt x="10269" y="93315"/>
                </a:cubicBezTo>
                <a:cubicBezTo>
                  <a:pt x="20092" y="75456"/>
                  <a:pt x="31254" y="67866"/>
                  <a:pt x="36612" y="63847"/>
                </a:cubicBezTo>
                <a:cubicBezTo>
                  <a:pt x="50006" y="54918"/>
                  <a:pt x="57150" y="54918"/>
                  <a:pt x="61168" y="54918"/>
                </a:cubicBezTo>
                <a:cubicBezTo>
                  <a:pt x="66526" y="54918"/>
                  <a:pt x="69652" y="56704"/>
                  <a:pt x="70991" y="57150"/>
                </a:cubicBezTo>
                <a:cubicBezTo>
                  <a:pt x="75009" y="59829"/>
                  <a:pt x="77688" y="63401"/>
                  <a:pt x="79028" y="65187"/>
                </a:cubicBezTo>
                <a:lnTo>
                  <a:pt x="89743" y="28129"/>
                </a:lnTo>
                <a:cubicBezTo>
                  <a:pt x="90636" y="24110"/>
                  <a:pt x="91083" y="22324"/>
                  <a:pt x="91529" y="21878"/>
                </a:cubicBezTo>
                <a:cubicBezTo>
                  <a:pt x="92869" y="17413"/>
                  <a:pt x="92869" y="15627"/>
                  <a:pt x="92869" y="14734"/>
                </a:cubicBezTo>
                <a:cubicBezTo>
                  <a:pt x="92869" y="12502"/>
                  <a:pt x="91529" y="11609"/>
                  <a:pt x="91083" y="11162"/>
                </a:cubicBezTo>
                <a:cubicBezTo>
                  <a:pt x="88850" y="9376"/>
                  <a:pt x="86618" y="9376"/>
                  <a:pt x="85279" y="9376"/>
                </a:cubicBezTo>
                <a:cubicBezTo>
                  <a:pt x="83046" y="9376"/>
                  <a:pt x="79028" y="9823"/>
                  <a:pt x="77242" y="9823"/>
                </a:cubicBezTo>
                <a:lnTo>
                  <a:pt x="77242" y="5804"/>
                </a:lnTo>
                <a:lnTo>
                  <a:pt x="114300" y="0"/>
                </a:lnTo>
                <a:close/>
                <a:moveTo>
                  <a:pt x="74563" y="75456"/>
                </a:moveTo>
                <a:cubicBezTo>
                  <a:pt x="74563" y="68759"/>
                  <a:pt x="71884" y="66080"/>
                  <a:pt x="70545" y="64740"/>
                </a:cubicBezTo>
                <a:cubicBezTo>
                  <a:pt x="66526" y="60722"/>
                  <a:pt x="62508" y="60722"/>
                  <a:pt x="60275" y="60722"/>
                </a:cubicBezTo>
                <a:cubicBezTo>
                  <a:pt x="46881" y="60722"/>
                  <a:pt x="37058" y="75009"/>
                  <a:pt x="32593" y="82600"/>
                </a:cubicBezTo>
                <a:cubicBezTo>
                  <a:pt x="17859" y="104924"/>
                  <a:pt x="17859" y="118318"/>
                  <a:pt x="17859" y="125016"/>
                </a:cubicBezTo>
                <a:cubicBezTo>
                  <a:pt x="17859" y="133052"/>
                  <a:pt x="20092" y="135731"/>
                  <a:pt x="21431" y="137071"/>
                </a:cubicBezTo>
                <a:cubicBezTo>
                  <a:pt x="25003" y="141536"/>
                  <a:pt x="28129" y="141536"/>
                  <a:pt x="29914" y="141536"/>
                </a:cubicBezTo>
                <a:cubicBezTo>
                  <a:pt x="41077" y="141536"/>
                  <a:pt x="52239" y="125462"/>
                  <a:pt x="57596" y="117425"/>
                </a:cubicBezTo>
                <a:cubicBezTo>
                  <a:pt x="74563" y="93315"/>
                  <a:pt x="74563" y="81707"/>
                  <a:pt x="74563" y="75456"/>
                </a:cubicBezTo>
                <a:close/>
                <a:moveTo>
                  <a:pt x="74563" y="754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08BE5-B807-4E7C-8BBB-C3CC2331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574" y="1928142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944B5-3D60-4810-AF6E-D1D91CC8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593" y="1928142"/>
            <a:ext cx="119211" cy="143768"/>
          </a:xfrm>
          <a:custGeom xmlns:a="http://schemas.openxmlformats.org/drawingml/2006/main">
            <a:pathLst>
              <a:path w="119211" h="143768">
                <a:moveTo>
                  <a:pt x="119211" y="6697"/>
                </a:moveTo>
                <a:lnTo>
                  <a:pt x="116086" y="17859"/>
                </a:lnTo>
                <a:lnTo>
                  <a:pt x="98673" y="17859"/>
                </a:lnTo>
                <a:cubicBezTo>
                  <a:pt x="100459" y="23664"/>
                  <a:pt x="100459" y="26789"/>
                  <a:pt x="100459" y="28575"/>
                </a:cubicBezTo>
                <a:cubicBezTo>
                  <a:pt x="100459" y="42416"/>
                  <a:pt x="92869" y="50006"/>
                  <a:pt x="88404" y="53578"/>
                </a:cubicBezTo>
                <a:cubicBezTo>
                  <a:pt x="76349" y="64740"/>
                  <a:pt x="62508" y="65633"/>
                  <a:pt x="55364" y="65633"/>
                </a:cubicBezTo>
                <a:cubicBezTo>
                  <a:pt x="44202" y="69205"/>
                  <a:pt x="40630" y="72330"/>
                  <a:pt x="38398" y="73670"/>
                </a:cubicBezTo>
                <a:cubicBezTo>
                  <a:pt x="36612" y="75456"/>
                  <a:pt x="36612" y="76795"/>
                  <a:pt x="36612" y="77242"/>
                </a:cubicBezTo>
                <a:cubicBezTo>
                  <a:pt x="36612" y="79474"/>
                  <a:pt x="37505" y="80814"/>
                  <a:pt x="38398" y="81260"/>
                </a:cubicBezTo>
                <a:cubicBezTo>
                  <a:pt x="40184" y="83046"/>
                  <a:pt x="45541" y="84386"/>
                  <a:pt x="48220" y="84832"/>
                </a:cubicBezTo>
                <a:lnTo>
                  <a:pt x="68759" y="89743"/>
                </a:lnTo>
                <a:cubicBezTo>
                  <a:pt x="85725" y="93762"/>
                  <a:pt x="89743" y="97334"/>
                  <a:pt x="91529" y="99120"/>
                </a:cubicBezTo>
                <a:cubicBezTo>
                  <a:pt x="96887" y="104924"/>
                  <a:pt x="96887" y="109835"/>
                  <a:pt x="96887" y="112068"/>
                </a:cubicBezTo>
                <a:cubicBezTo>
                  <a:pt x="96887" y="120997"/>
                  <a:pt x="92869" y="125909"/>
                  <a:pt x="90636" y="128141"/>
                </a:cubicBezTo>
                <a:cubicBezTo>
                  <a:pt x="83939" y="135731"/>
                  <a:pt x="75456" y="137964"/>
                  <a:pt x="71884" y="139750"/>
                </a:cubicBezTo>
                <a:cubicBezTo>
                  <a:pt x="59382" y="143768"/>
                  <a:pt x="49113" y="143768"/>
                  <a:pt x="44202" y="143768"/>
                </a:cubicBezTo>
                <a:cubicBezTo>
                  <a:pt x="30807" y="143768"/>
                  <a:pt x="23664" y="141536"/>
                  <a:pt x="20092" y="140643"/>
                </a:cubicBezTo>
                <a:cubicBezTo>
                  <a:pt x="9376" y="137517"/>
                  <a:pt x="5804" y="133945"/>
                  <a:pt x="4465" y="132159"/>
                </a:cubicBezTo>
                <a:cubicBezTo>
                  <a:pt x="0" y="126802"/>
                  <a:pt x="0" y="122783"/>
                  <a:pt x="0" y="120997"/>
                </a:cubicBezTo>
                <a:cubicBezTo>
                  <a:pt x="0" y="116532"/>
                  <a:pt x="1786" y="113407"/>
                  <a:pt x="3125" y="111621"/>
                </a:cubicBezTo>
                <a:cubicBezTo>
                  <a:pt x="5804" y="106263"/>
                  <a:pt x="8930" y="104477"/>
                  <a:pt x="10269" y="103584"/>
                </a:cubicBezTo>
                <a:cubicBezTo>
                  <a:pt x="13395" y="101352"/>
                  <a:pt x="22324" y="96441"/>
                  <a:pt x="26789" y="93762"/>
                </a:cubicBezTo>
                <a:cubicBezTo>
                  <a:pt x="21878" y="89743"/>
                  <a:pt x="21878" y="86618"/>
                  <a:pt x="21878" y="85279"/>
                </a:cubicBezTo>
                <a:cubicBezTo>
                  <a:pt x="21878" y="81260"/>
                  <a:pt x="25003" y="77688"/>
                  <a:pt x="25896" y="76349"/>
                </a:cubicBezTo>
                <a:cubicBezTo>
                  <a:pt x="30361" y="71438"/>
                  <a:pt x="39737" y="67419"/>
                  <a:pt x="44648" y="65633"/>
                </a:cubicBezTo>
                <a:cubicBezTo>
                  <a:pt x="33040" y="63401"/>
                  <a:pt x="28129" y="58489"/>
                  <a:pt x="25896" y="55811"/>
                </a:cubicBezTo>
                <a:cubicBezTo>
                  <a:pt x="19199" y="48220"/>
                  <a:pt x="19199" y="41970"/>
                  <a:pt x="19199" y="38844"/>
                </a:cubicBezTo>
                <a:cubicBezTo>
                  <a:pt x="19199" y="24110"/>
                  <a:pt x="27682" y="16073"/>
                  <a:pt x="32147" y="12055"/>
                </a:cubicBezTo>
                <a:cubicBezTo>
                  <a:pt x="45541" y="0"/>
                  <a:pt x="60275" y="0"/>
                  <a:pt x="67419" y="0"/>
                </a:cubicBezTo>
                <a:cubicBezTo>
                  <a:pt x="75456" y="0"/>
                  <a:pt x="79028" y="893"/>
                  <a:pt x="80814" y="1786"/>
                </a:cubicBezTo>
                <a:cubicBezTo>
                  <a:pt x="85725" y="3125"/>
                  <a:pt x="88850" y="5804"/>
                  <a:pt x="90636" y="6697"/>
                </a:cubicBezTo>
                <a:lnTo>
                  <a:pt x="119211" y="6697"/>
                </a:lnTo>
                <a:close/>
                <a:moveTo>
                  <a:pt x="82600" y="23664"/>
                </a:moveTo>
                <a:cubicBezTo>
                  <a:pt x="82600" y="14734"/>
                  <a:pt x="79474" y="11609"/>
                  <a:pt x="77688" y="9823"/>
                </a:cubicBezTo>
                <a:cubicBezTo>
                  <a:pt x="73223" y="5358"/>
                  <a:pt x="67866" y="5358"/>
                  <a:pt x="65187" y="5358"/>
                </a:cubicBezTo>
                <a:cubicBezTo>
                  <a:pt x="53132" y="5358"/>
                  <a:pt x="47774" y="13395"/>
                  <a:pt x="45541" y="16966"/>
                </a:cubicBezTo>
                <a:cubicBezTo>
                  <a:pt x="37505" y="29021"/>
                  <a:pt x="37505" y="37951"/>
                  <a:pt x="37505" y="42416"/>
                </a:cubicBezTo>
                <a:cubicBezTo>
                  <a:pt x="37505" y="50453"/>
                  <a:pt x="41077" y="54025"/>
                  <a:pt x="42416" y="55811"/>
                </a:cubicBezTo>
                <a:cubicBezTo>
                  <a:pt x="47327" y="61168"/>
                  <a:pt x="52239" y="61168"/>
                  <a:pt x="54918" y="61168"/>
                </a:cubicBezTo>
                <a:cubicBezTo>
                  <a:pt x="60275" y="61168"/>
                  <a:pt x="63847" y="58936"/>
                  <a:pt x="65633" y="58043"/>
                </a:cubicBezTo>
                <a:cubicBezTo>
                  <a:pt x="70991" y="54918"/>
                  <a:pt x="73223" y="51346"/>
                  <a:pt x="74563" y="49560"/>
                </a:cubicBezTo>
                <a:cubicBezTo>
                  <a:pt x="78135" y="44202"/>
                  <a:pt x="79474" y="38398"/>
                  <a:pt x="80367" y="35719"/>
                </a:cubicBezTo>
                <a:cubicBezTo>
                  <a:pt x="82600" y="27236"/>
                  <a:pt x="82600" y="24557"/>
                  <a:pt x="82600" y="23664"/>
                </a:cubicBezTo>
                <a:close/>
                <a:moveTo>
                  <a:pt x="31254" y="96441"/>
                </a:moveTo>
                <a:cubicBezTo>
                  <a:pt x="22771" y="100459"/>
                  <a:pt x="19645" y="104477"/>
                  <a:pt x="18306" y="106710"/>
                </a:cubicBezTo>
                <a:cubicBezTo>
                  <a:pt x="13841" y="112961"/>
                  <a:pt x="13841" y="116532"/>
                  <a:pt x="13841" y="118765"/>
                </a:cubicBezTo>
                <a:cubicBezTo>
                  <a:pt x="13841" y="125909"/>
                  <a:pt x="18306" y="129034"/>
                  <a:pt x="20092" y="130373"/>
                </a:cubicBezTo>
                <a:cubicBezTo>
                  <a:pt x="29468" y="137071"/>
                  <a:pt x="41077" y="137071"/>
                  <a:pt x="46881" y="137071"/>
                </a:cubicBezTo>
                <a:cubicBezTo>
                  <a:pt x="62508" y="137071"/>
                  <a:pt x="69652" y="133499"/>
                  <a:pt x="73223" y="131713"/>
                </a:cubicBezTo>
                <a:cubicBezTo>
                  <a:pt x="83939" y="126802"/>
                  <a:pt x="83939" y="121444"/>
                  <a:pt x="83939" y="118318"/>
                </a:cubicBezTo>
                <a:cubicBezTo>
                  <a:pt x="83939" y="114300"/>
                  <a:pt x="81260" y="112068"/>
                  <a:pt x="79921" y="110728"/>
                </a:cubicBezTo>
                <a:cubicBezTo>
                  <a:pt x="75902" y="106710"/>
                  <a:pt x="68312" y="105370"/>
                  <a:pt x="64740" y="104477"/>
                </a:cubicBezTo>
                <a:cubicBezTo>
                  <a:pt x="58043" y="103138"/>
                  <a:pt x="40184" y="98673"/>
                  <a:pt x="31254" y="96441"/>
                </a:cubicBezTo>
                <a:close/>
                <a:moveTo>
                  <a:pt x="31254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6DFA9-CF8D-49B3-909E-140975D5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092" y="1928142"/>
            <a:ext cx="83939" cy="96441"/>
          </a:xfrm>
          <a:custGeom xmlns:a="http://schemas.openxmlformats.org/drawingml/2006/main">
            <a:pathLst>
              <a:path w="83939" h="96441">
                <a:moveTo>
                  <a:pt x="6697" y="6251"/>
                </a:moveTo>
                <a:lnTo>
                  <a:pt x="43755" y="0"/>
                </a:lnTo>
                <a:lnTo>
                  <a:pt x="28129" y="51792"/>
                </a:lnTo>
                <a:cubicBezTo>
                  <a:pt x="46881" y="20092"/>
                  <a:pt x="57150" y="11609"/>
                  <a:pt x="62061" y="7144"/>
                </a:cubicBezTo>
                <a:cubicBezTo>
                  <a:pt x="70991" y="0"/>
                  <a:pt x="74563" y="0"/>
                  <a:pt x="76349" y="0"/>
                </a:cubicBezTo>
                <a:cubicBezTo>
                  <a:pt x="79921" y="0"/>
                  <a:pt x="81260" y="1339"/>
                  <a:pt x="81707" y="2232"/>
                </a:cubicBezTo>
                <a:cubicBezTo>
                  <a:pt x="83939" y="4465"/>
                  <a:pt x="83939" y="7144"/>
                  <a:pt x="83939" y="8037"/>
                </a:cubicBezTo>
                <a:cubicBezTo>
                  <a:pt x="83939" y="15180"/>
                  <a:pt x="81260" y="19199"/>
                  <a:pt x="80367" y="21431"/>
                </a:cubicBezTo>
                <a:cubicBezTo>
                  <a:pt x="77688" y="26343"/>
                  <a:pt x="74563" y="26343"/>
                  <a:pt x="72777" y="26343"/>
                </a:cubicBezTo>
                <a:cubicBezTo>
                  <a:pt x="70545" y="26343"/>
                  <a:pt x="69205" y="25450"/>
                  <a:pt x="68759" y="25003"/>
                </a:cubicBezTo>
                <a:cubicBezTo>
                  <a:pt x="66973" y="23217"/>
                  <a:pt x="66526" y="20985"/>
                  <a:pt x="66526" y="19645"/>
                </a:cubicBezTo>
                <a:cubicBezTo>
                  <a:pt x="66080" y="17859"/>
                  <a:pt x="65633" y="17413"/>
                  <a:pt x="65187" y="16966"/>
                </a:cubicBezTo>
                <a:cubicBezTo>
                  <a:pt x="64740" y="16520"/>
                  <a:pt x="63847" y="16520"/>
                  <a:pt x="63401" y="16520"/>
                </a:cubicBezTo>
                <a:cubicBezTo>
                  <a:pt x="61615" y="16520"/>
                  <a:pt x="60722" y="16966"/>
                  <a:pt x="59829" y="16966"/>
                </a:cubicBezTo>
                <a:cubicBezTo>
                  <a:pt x="57150" y="18752"/>
                  <a:pt x="53578" y="23217"/>
                  <a:pt x="51792" y="25450"/>
                </a:cubicBezTo>
                <a:cubicBezTo>
                  <a:pt x="42862" y="36165"/>
                  <a:pt x="35719" y="46881"/>
                  <a:pt x="32593" y="52685"/>
                </a:cubicBezTo>
                <a:cubicBezTo>
                  <a:pt x="27682" y="59829"/>
                  <a:pt x="25896" y="65633"/>
                  <a:pt x="25003" y="68312"/>
                </a:cubicBezTo>
                <a:cubicBezTo>
                  <a:pt x="20092" y="80814"/>
                  <a:pt x="19645" y="82153"/>
                  <a:pt x="19645" y="83046"/>
                </a:cubicBezTo>
                <a:lnTo>
                  <a:pt x="16073" y="96441"/>
                </a:lnTo>
                <a:lnTo>
                  <a:pt x="0" y="96441"/>
                </a:lnTo>
                <a:lnTo>
                  <a:pt x="19645" y="30361"/>
                </a:lnTo>
                <a:cubicBezTo>
                  <a:pt x="23217" y="18752"/>
                  <a:pt x="23217" y="15627"/>
                  <a:pt x="23217" y="13841"/>
                </a:cubicBezTo>
                <a:cubicBezTo>
                  <a:pt x="23217" y="12055"/>
                  <a:pt x="21878" y="11162"/>
                  <a:pt x="21431" y="10716"/>
                </a:cubicBezTo>
                <a:cubicBezTo>
                  <a:pt x="19199" y="8930"/>
                  <a:pt x="16966" y="8930"/>
                  <a:pt x="15627" y="8930"/>
                </a:cubicBezTo>
                <a:cubicBezTo>
                  <a:pt x="13841" y="8930"/>
                  <a:pt x="9376" y="9823"/>
                  <a:pt x="7590" y="9823"/>
                </a:cubicBezTo>
                <a:lnTo>
                  <a:pt x="6697" y="6251"/>
                </a:lnTo>
                <a:close/>
                <a:moveTo>
                  <a:pt x="6697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84E9E-A49D-4019-98FC-056E7300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030" y="1928142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C0C7C-B10E-477D-A7C9-59957625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550" y="1928142"/>
            <a:ext cx="87064" cy="99120"/>
          </a:xfrm>
          <a:custGeom xmlns:a="http://schemas.openxmlformats.org/drawingml/2006/main">
            <a:pathLst>
              <a:path w="87064" h="99120">
                <a:moveTo>
                  <a:pt x="19199" y="56257"/>
                </a:moveTo>
                <a:cubicBezTo>
                  <a:pt x="18306" y="61615"/>
                  <a:pt x="18306" y="64294"/>
                  <a:pt x="18306" y="65187"/>
                </a:cubicBezTo>
                <a:cubicBezTo>
                  <a:pt x="18306" y="74563"/>
                  <a:pt x="23217" y="79028"/>
                  <a:pt x="25003" y="81260"/>
                </a:cubicBezTo>
                <a:cubicBezTo>
                  <a:pt x="32147" y="87957"/>
                  <a:pt x="38398" y="87957"/>
                  <a:pt x="41523" y="87957"/>
                </a:cubicBezTo>
                <a:cubicBezTo>
                  <a:pt x="49113" y="87957"/>
                  <a:pt x="53578" y="86171"/>
                  <a:pt x="56257" y="84832"/>
                </a:cubicBezTo>
                <a:cubicBezTo>
                  <a:pt x="63401" y="81707"/>
                  <a:pt x="72777" y="74563"/>
                  <a:pt x="77242" y="70991"/>
                </a:cubicBezTo>
                <a:lnTo>
                  <a:pt x="79474" y="74116"/>
                </a:lnTo>
                <a:cubicBezTo>
                  <a:pt x="54025" y="99120"/>
                  <a:pt x="38844" y="99120"/>
                  <a:pt x="31254" y="99120"/>
                </a:cubicBezTo>
                <a:cubicBezTo>
                  <a:pt x="15627" y="99120"/>
                  <a:pt x="10716" y="92422"/>
                  <a:pt x="8037" y="89297"/>
                </a:cubicBezTo>
                <a:cubicBezTo>
                  <a:pt x="0" y="79474"/>
                  <a:pt x="0" y="71438"/>
                  <a:pt x="0" y="67419"/>
                </a:cubicBezTo>
                <a:cubicBezTo>
                  <a:pt x="0" y="51792"/>
                  <a:pt x="6697" y="40630"/>
                  <a:pt x="9823" y="35272"/>
                </a:cubicBezTo>
                <a:cubicBezTo>
                  <a:pt x="19645" y="18306"/>
                  <a:pt x="29468" y="12502"/>
                  <a:pt x="34379" y="9376"/>
                </a:cubicBezTo>
                <a:cubicBezTo>
                  <a:pt x="49113" y="0"/>
                  <a:pt x="59829" y="0"/>
                  <a:pt x="64740" y="0"/>
                </a:cubicBezTo>
                <a:cubicBezTo>
                  <a:pt x="76349" y="0"/>
                  <a:pt x="79921" y="3125"/>
                  <a:pt x="81707" y="4911"/>
                </a:cubicBezTo>
                <a:cubicBezTo>
                  <a:pt x="87064" y="9376"/>
                  <a:pt x="87064" y="13395"/>
                  <a:pt x="87064" y="15627"/>
                </a:cubicBezTo>
                <a:cubicBezTo>
                  <a:pt x="87064" y="24557"/>
                  <a:pt x="82600" y="29914"/>
                  <a:pt x="79921" y="32593"/>
                </a:cubicBezTo>
                <a:cubicBezTo>
                  <a:pt x="70991" y="42862"/>
                  <a:pt x="58936" y="47327"/>
                  <a:pt x="52685" y="49560"/>
                </a:cubicBezTo>
                <a:cubicBezTo>
                  <a:pt x="41077" y="54025"/>
                  <a:pt x="26343" y="55811"/>
                  <a:pt x="19199" y="56257"/>
                </a:cubicBezTo>
                <a:close/>
                <a:moveTo>
                  <a:pt x="20092" y="50899"/>
                </a:moveTo>
                <a:cubicBezTo>
                  <a:pt x="35719" y="49113"/>
                  <a:pt x="42416" y="46434"/>
                  <a:pt x="45541" y="45095"/>
                </a:cubicBezTo>
                <a:cubicBezTo>
                  <a:pt x="58936" y="38844"/>
                  <a:pt x="62954" y="33486"/>
                  <a:pt x="65187" y="30807"/>
                </a:cubicBezTo>
                <a:cubicBezTo>
                  <a:pt x="71884" y="22771"/>
                  <a:pt x="71884" y="17859"/>
                  <a:pt x="71884" y="15627"/>
                </a:cubicBezTo>
                <a:cubicBezTo>
                  <a:pt x="71884" y="10716"/>
                  <a:pt x="70098" y="8930"/>
                  <a:pt x="69205" y="8037"/>
                </a:cubicBezTo>
                <a:cubicBezTo>
                  <a:pt x="66080" y="5358"/>
                  <a:pt x="62954" y="5358"/>
                  <a:pt x="61168" y="5358"/>
                </a:cubicBezTo>
                <a:cubicBezTo>
                  <a:pt x="50006" y="5358"/>
                  <a:pt x="41970" y="12948"/>
                  <a:pt x="37951" y="16966"/>
                </a:cubicBezTo>
                <a:cubicBezTo>
                  <a:pt x="25450" y="28575"/>
                  <a:pt x="21878" y="43755"/>
                  <a:pt x="20092" y="50899"/>
                </a:cubicBezTo>
                <a:close/>
                <a:moveTo>
                  <a:pt x="20092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19C36-29CA-4557-9267-CF94E663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141" y="1928142"/>
            <a:ext cx="81260" cy="99120"/>
          </a:xfrm>
          <a:custGeom xmlns:a="http://schemas.openxmlformats.org/drawingml/2006/main">
            <a:pathLst>
              <a:path w="81260" h="99120">
                <a:moveTo>
                  <a:pt x="81260" y="0"/>
                </a:moveTo>
                <a:lnTo>
                  <a:pt x="75009" y="33040"/>
                </a:lnTo>
                <a:lnTo>
                  <a:pt x="70991" y="33040"/>
                </a:lnTo>
                <a:cubicBezTo>
                  <a:pt x="70545" y="18306"/>
                  <a:pt x="66526" y="14288"/>
                  <a:pt x="64740" y="12055"/>
                </a:cubicBezTo>
                <a:cubicBezTo>
                  <a:pt x="59382" y="5804"/>
                  <a:pt x="53578" y="5804"/>
                  <a:pt x="51346" y="5804"/>
                </a:cubicBezTo>
                <a:cubicBezTo>
                  <a:pt x="44202" y="5804"/>
                  <a:pt x="41970" y="8037"/>
                  <a:pt x="40630" y="8930"/>
                </a:cubicBezTo>
                <a:cubicBezTo>
                  <a:pt x="36612" y="12948"/>
                  <a:pt x="36612" y="16073"/>
                  <a:pt x="36612" y="17859"/>
                </a:cubicBezTo>
                <a:cubicBezTo>
                  <a:pt x="36612" y="21431"/>
                  <a:pt x="37505" y="23664"/>
                  <a:pt x="38398" y="24557"/>
                </a:cubicBezTo>
                <a:cubicBezTo>
                  <a:pt x="39737" y="27682"/>
                  <a:pt x="43309" y="31700"/>
                  <a:pt x="45095" y="33486"/>
                </a:cubicBezTo>
                <a:cubicBezTo>
                  <a:pt x="58936" y="48667"/>
                  <a:pt x="61615" y="54025"/>
                  <a:pt x="62954" y="56257"/>
                </a:cubicBezTo>
                <a:cubicBezTo>
                  <a:pt x="66973" y="64294"/>
                  <a:pt x="66973" y="68312"/>
                  <a:pt x="66973" y="70991"/>
                </a:cubicBezTo>
                <a:cubicBezTo>
                  <a:pt x="66973" y="82153"/>
                  <a:pt x="60722" y="87511"/>
                  <a:pt x="57596" y="90636"/>
                </a:cubicBezTo>
                <a:cubicBezTo>
                  <a:pt x="48667" y="99120"/>
                  <a:pt x="39291" y="99120"/>
                  <a:pt x="34379" y="99120"/>
                </a:cubicBezTo>
                <a:cubicBezTo>
                  <a:pt x="26789" y="99120"/>
                  <a:pt x="20092" y="96441"/>
                  <a:pt x="16520" y="95548"/>
                </a:cubicBezTo>
                <a:cubicBezTo>
                  <a:pt x="12948" y="94208"/>
                  <a:pt x="12055" y="94208"/>
                  <a:pt x="11162" y="94208"/>
                </a:cubicBezTo>
                <a:cubicBezTo>
                  <a:pt x="6697" y="94208"/>
                  <a:pt x="4911" y="97334"/>
                  <a:pt x="4018" y="99120"/>
                </a:cubicBezTo>
                <a:lnTo>
                  <a:pt x="0" y="99120"/>
                </a:lnTo>
                <a:lnTo>
                  <a:pt x="6697" y="64740"/>
                </a:lnTo>
                <a:lnTo>
                  <a:pt x="10716" y="64740"/>
                </a:lnTo>
                <a:cubicBezTo>
                  <a:pt x="11162" y="80814"/>
                  <a:pt x="15180" y="85279"/>
                  <a:pt x="17413" y="87511"/>
                </a:cubicBezTo>
                <a:cubicBezTo>
                  <a:pt x="23217" y="94208"/>
                  <a:pt x="30361" y="94208"/>
                  <a:pt x="33933" y="94208"/>
                </a:cubicBezTo>
                <a:cubicBezTo>
                  <a:pt x="41970" y="94208"/>
                  <a:pt x="45095" y="91083"/>
                  <a:pt x="46881" y="89743"/>
                </a:cubicBezTo>
                <a:cubicBezTo>
                  <a:pt x="51792" y="85279"/>
                  <a:pt x="51792" y="80814"/>
                  <a:pt x="51792" y="78581"/>
                </a:cubicBezTo>
                <a:cubicBezTo>
                  <a:pt x="51792" y="74116"/>
                  <a:pt x="50453" y="71884"/>
                  <a:pt x="50006" y="70545"/>
                </a:cubicBezTo>
                <a:cubicBezTo>
                  <a:pt x="46881" y="64294"/>
                  <a:pt x="40630" y="56704"/>
                  <a:pt x="37058" y="53132"/>
                </a:cubicBezTo>
                <a:cubicBezTo>
                  <a:pt x="27682" y="41523"/>
                  <a:pt x="25896" y="37951"/>
                  <a:pt x="25003" y="36165"/>
                </a:cubicBezTo>
                <a:cubicBezTo>
                  <a:pt x="22324" y="30361"/>
                  <a:pt x="22324" y="26789"/>
                  <a:pt x="22324" y="24557"/>
                </a:cubicBezTo>
                <a:cubicBezTo>
                  <a:pt x="22324" y="14288"/>
                  <a:pt x="27236" y="9376"/>
                  <a:pt x="29914" y="7144"/>
                </a:cubicBezTo>
                <a:cubicBezTo>
                  <a:pt x="37505" y="0"/>
                  <a:pt x="45095" y="0"/>
                  <a:pt x="49113" y="0"/>
                </a:cubicBezTo>
                <a:cubicBezTo>
                  <a:pt x="52239" y="0"/>
                  <a:pt x="54471" y="446"/>
                  <a:pt x="55364" y="446"/>
                </a:cubicBezTo>
                <a:cubicBezTo>
                  <a:pt x="56704" y="893"/>
                  <a:pt x="60722" y="2232"/>
                  <a:pt x="62061" y="3125"/>
                </a:cubicBezTo>
                <a:cubicBezTo>
                  <a:pt x="67866" y="5358"/>
                  <a:pt x="69205" y="5358"/>
                  <a:pt x="69652" y="5358"/>
                </a:cubicBezTo>
                <a:cubicBezTo>
                  <a:pt x="74116" y="5358"/>
                  <a:pt x="76349" y="1786"/>
                  <a:pt x="77242" y="0"/>
                </a:cubicBezTo>
                <a:lnTo>
                  <a:pt x="81260" y="0"/>
                </a:lnTo>
                <a:close/>
                <a:moveTo>
                  <a:pt x="81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F0A46-F5E2-4C42-9E9F-DA5507A9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393" y="2005384"/>
            <a:ext cx="21878" cy="21878"/>
          </a:xfrm>
          <a:custGeom xmlns:a="http://schemas.openxmlformats.org/drawingml/2006/main">
            <a:pathLst>
              <a:path w="21878" h="21878">
                <a:moveTo>
                  <a:pt x="11162" y="0"/>
                </a:moveTo>
                <a:cubicBezTo>
                  <a:pt x="15627" y="0"/>
                  <a:pt x="17413" y="2232"/>
                  <a:pt x="18752" y="3572"/>
                </a:cubicBezTo>
                <a:cubicBezTo>
                  <a:pt x="21878" y="6697"/>
                  <a:pt x="21878" y="9376"/>
                  <a:pt x="21878" y="10716"/>
                </a:cubicBezTo>
                <a:cubicBezTo>
                  <a:pt x="21878" y="15627"/>
                  <a:pt x="19645" y="17859"/>
                  <a:pt x="18752" y="18752"/>
                </a:cubicBezTo>
                <a:cubicBezTo>
                  <a:pt x="15180" y="21878"/>
                  <a:pt x="12502" y="21878"/>
                  <a:pt x="11162" y="21878"/>
                </a:cubicBezTo>
                <a:cubicBezTo>
                  <a:pt x="6251" y="21878"/>
                  <a:pt x="4018" y="19645"/>
                  <a:pt x="3125" y="18752"/>
                </a:cubicBezTo>
                <a:cubicBezTo>
                  <a:pt x="0" y="15627"/>
                  <a:pt x="0" y="12502"/>
                  <a:pt x="0" y="10716"/>
                </a:cubicBezTo>
                <a:cubicBezTo>
                  <a:pt x="0" y="6697"/>
                  <a:pt x="2232" y="4465"/>
                  <a:pt x="3125" y="3572"/>
                </a:cubicBezTo>
                <a:cubicBezTo>
                  <a:pt x="6251" y="0"/>
                  <a:pt x="9376" y="0"/>
                  <a:pt x="11162" y="0"/>
                </a:cubicBezTo>
                <a:close/>
                <a:moveTo>
                  <a:pt x="1116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516C6-D290-4A18-A351-F5D4FCF7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008" y="2005384"/>
            <a:ext cx="21878" cy="21878"/>
          </a:xfrm>
          <a:custGeom xmlns:a="http://schemas.openxmlformats.org/drawingml/2006/main">
            <a:pathLst>
              <a:path w="21878" h="21878">
                <a:moveTo>
                  <a:pt x="11162" y="0"/>
                </a:moveTo>
                <a:cubicBezTo>
                  <a:pt x="15627" y="0"/>
                  <a:pt x="17413" y="2232"/>
                  <a:pt x="18752" y="3572"/>
                </a:cubicBezTo>
                <a:cubicBezTo>
                  <a:pt x="21878" y="6697"/>
                  <a:pt x="21878" y="9376"/>
                  <a:pt x="21878" y="10716"/>
                </a:cubicBezTo>
                <a:cubicBezTo>
                  <a:pt x="21878" y="15627"/>
                  <a:pt x="19645" y="17859"/>
                  <a:pt x="18752" y="18752"/>
                </a:cubicBezTo>
                <a:cubicBezTo>
                  <a:pt x="15180" y="21878"/>
                  <a:pt x="12502" y="21878"/>
                  <a:pt x="11162" y="21878"/>
                </a:cubicBezTo>
                <a:cubicBezTo>
                  <a:pt x="6251" y="21878"/>
                  <a:pt x="4018" y="19645"/>
                  <a:pt x="3125" y="18752"/>
                </a:cubicBezTo>
                <a:cubicBezTo>
                  <a:pt x="0" y="15627"/>
                  <a:pt x="0" y="12502"/>
                  <a:pt x="0" y="10716"/>
                </a:cubicBezTo>
                <a:cubicBezTo>
                  <a:pt x="0" y="6697"/>
                  <a:pt x="2232" y="4465"/>
                  <a:pt x="3125" y="3572"/>
                </a:cubicBezTo>
                <a:cubicBezTo>
                  <a:pt x="6251" y="0"/>
                  <a:pt x="9376" y="0"/>
                  <a:pt x="11162" y="0"/>
                </a:cubicBezTo>
                <a:close/>
                <a:moveTo>
                  <a:pt x="1116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88D4F-08A0-4991-B217-323668A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23" y="2005384"/>
            <a:ext cx="21878" cy="21878"/>
          </a:xfrm>
          <a:custGeom xmlns:a="http://schemas.openxmlformats.org/drawingml/2006/main">
            <a:pathLst>
              <a:path w="21878" h="21878">
                <a:moveTo>
                  <a:pt x="11162" y="0"/>
                </a:moveTo>
                <a:cubicBezTo>
                  <a:pt x="15627" y="0"/>
                  <a:pt x="17413" y="2232"/>
                  <a:pt x="18752" y="3572"/>
                </a:cubicBezTo>
                <a:cubicBezTo>
                  <a:pt x="21878" y="6697"/>
                  <a:pt x="21878" y="9376"/>
                  <a:pt x="21878" y="10716"/>
                </a:cubicBezTo>
                <a:cubicBezTo>
                  <a:pt x="21878" y="15627"/>
                  <a:pt x="19645" y="17859"/>
                  <a:pt x="18752" y="18752"/>
                </a:cubicBezTo>
                <a:cubicBezTo>
                  <a:pt x="15180" y="21878"/>
                  <a:pt x="12502" y="21878"/>
                  <a:pt x="11162" y="21878"/>
                </a:cubicBezTo>
                <a:cubicBezTo>
                  <a:pt x="6251" y="21878"/>
                  <a:pt x="4018" y="19645"/>
                  <a:pt x="3125" y="18752"/>
                </a:cubicBezTo>
                <a:cubicBezTo>
                  <a:pt x="0" y="15627"/>
                  <a:pt x="0" y="12502"/>
                  <a:pt x="0" y="10716"/>
                </a:cubicBezTo>
                <a:cubicBezTo>
                  <a:pt x="0" y="6697"/>
                  <a:pt x="2232" y="4465"/>
                  <a:pt x="3125" y="3572"/>
                </a:cubicBezTo>
                <a:cubicBezTo>
                  <a:pt x="6251" y="0"/>
                  <a:pt x="9376" y="0"/>
                  <a:pt x="11162" y="0"/>
                </a:cubicBezTo>
                <a:close/>
                <a:moveTo>
                  <a:pt x="1116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3C960-64C1-412E-98AA-B636D670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831" y="1876797"/>
            <a:ext cx="79921" cy="47327"/>
          </a:xfrm>
          <a:custGeom xmlns:a="http://schemas.openxmlformats.org/drawingml/2006/main">
            <a:pathLst>
              <a:path w="79921" h="47327">
                <a:moveTo>
                  <a:pt x="49113" y="43309"/>
                </a:moveTo>
                <a:cubicBezTo>
                  <a:pt x="56704" y="39737"/>
                  <a:pt x="60722" y="35719"/>
                  <a:pt x="62508" y="33486"/>
                </a:cubicBezTo>
                <a:cubicBezTo>
                  <a:pt x="65633" y="29914"/>
                  <a:pt x="65633" y="27236"/>
                  <a:pt x="65633" y="25896"/>
                </a:cubicBezTo>
                <a:cubicBezTo>
                  <a:pt x="65633" y="23664"/>
                  <a:pt x="65187" y="22771"/>
                  <a:pt x="64740" y="22324"/>
                </a:cubicBezTo>
                <a:cubicBezTo>
                  <a:pt x="64740" y="21431"/>
                  <a:pt x="62954" y="19645"/>
                  <a:pt x="62061" y="18752"/>
                </a:cubicBezTo>
                <a:cubicBezTo>
                  <a:pt x="59829" y="16073"/>
                  <a:pt x="59382" y="15180"/>
                  <a:pt x="59382" y="14734"/>
                </a:cubicBezTo>
                <a:cubicBezTo>
                  <a:pt x="58489" y="12948"/>
                  <a:pt x="58489" y="11609"/>
                  <a:pt x="58489" y="10716"/>
                </a:cubicBezTo>
                <a:cubicBezTo>
                  <a:pt x="58489" y="6697"/>
                  <a:pt x="60275" y="4465"/>
                  <a:pt x="61615" y="3125"/>
                </a:cubicBezTo>
                <a:cubicBezTo>
                  <a:pt x="64740" y="0"/>
                  <a:pt x="67866" y="0"/>
                  <a:pt x="69205" y="0"/>
                </a:cubicBezTo>
                <a:cubicBezTo>
                  <a:pt x="73670" y="0"/>
                  <a:pt x="75902" y="2232"/>
                  <a:pt x="76795" y="3572"/>
                </a:cubicBezTo>
                <a:cubicBezTo>
                  <a:pt x="79921" y="7144"/>
                  <a:pt x="79921" y="10716"/>
                  <a:pt x="79921" y="12502"/>
                </a:cubicBezTo>
                <a:cubicBezTo>
                  <a:pt x="79921" y="18752"/>
                  <a:pt x="77688" y="23217"/>
                  <a:pt x="76795" y="25450"/>
                </a:cubicBezTo>
                <a:cubicBezTo>
                  <a:pt x="73223" y="32147"/>
                  <a:pt x="69205" y="35719"/>
                  <a:pt x="66973" y="37505"/>
                </a:cubicBezTo>
                <a:cubicBezTo>
                  <a:pt x="62508" y="41077"/>
                  <a:pt x="54918" y="45095"/>
                  <a:pt x="50899" y="47327"/>
                </a:cubicBezTo>
                <a:lnTo>
                  <a:pt x="49113" y="43309"/>
                </a:lnTo>
                <a:close/>
                <a:moveTo>
                  <a:pt x="0" y="43309"/>
                </a:moveTo>
                <a:cubicBezTo>
                  <a:pt x="10716" y="37505"/>
                  <a:pt x="12502" y="34826"/>
                  <a:pt x="13841" y="33486"/>
                </a:cubicBezTo>
                <a:cubicBezTo>
                  <a:pt x="16520" y="29468"/>
                  <a:pt x="16520" y="27236"/>
                  <a:pt x="16520" y="25896"/>
                </a:cubicBezTo>
                <a:cubicBezTo>
                  <a:pt x="16520" y="24110"/>
                  <a:pt x="16073" y="22771"/>
                  <a:pt x="16073" y="22324"/>
                </a:cubicBezTo>
                <a:cubicBezTo>
                  <a:pt x="15627" y="21431"/>
                  <a:pt x="13841" y="19645"/>
                  <a:pt x="12948" y="18752"/>
                </a:cubicBezTo>
                <a:cubicBezTo>
                  <a:pt x="10716" y="16073"/>
                  <a:pt x="10269" y="15180"/>
                  <a:pt x="10269" y="14734"/>
                </a:cubicBezTo>
                <a:cubicBezTo>
                  <a:pt x="9823" y="12948"/>
                  <a:pt x="9823" y="11609"/>
                  <a:pt x="9823" y="11162"/>
                </a:cubicBezTo>
                <a:cubicBezTo>
                  <a:pt x="9823" y="6697"/>
                  <a:pt x="11609" y="4465"/>
                  <a:pt x="12502" y="3125"/>
                </a:cubicBezTo>
                <a:cubicBezTo>
                  <a:pt x="16073" y="0"/>
                  <a:pt x="18752" y="0"/>
                  <a:pt x="20092" y="0"/>
                </a:cubicBezTo>
                <a:cubicBezTo>
                  <a:pt x="25003" y="0"/>
                  <a:pt x="26789" y="2232"/>
                  <a:pt x="28129" y="3572"/>
                </a:cubicBezTo>
                <a:cubicBezTo>
                  <a:pt x="31254" y="6697"/>
                  <a:pt x="31254" y="10716"/>
                  <a:pt x="31254" y="12502"/>
                </a:cubicBezTo>
                <a:cubicBezTo>
                  <a:pt x="31254" y="33486"/>
                  <a:pt x="11609" y="42416"/>
                  <a:pt x="1786" y="47327"/>
                </a:cubicBezTo>
                <a:lnTo>
                  <a:pt x="0" y="43309"/>
                </a:lnTo>
                <a:close/>
                <a:moveTo>
                  <a:pt x="0" y="433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7A724-AE66-465F-B906-7CD4E265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26" y="2121024"/>
            <a:ext cx="93650" cy="624185"/>
          </a:xfrm>
          <a:custGeom xmlns:a="http://schemas.openxmlformats.org/drawingml/2006/main">
            <a:pathLst>
              <a:path w="93650" h="624185">
                <a:moveTo>
                  <a:pt x="35084" y="530423"/>
                </a:moveTo>
                <a:lnTo>
                  <a:pt x="0" y="530089"/>
                </a:lnTo>
                <a:lnTo>
                  <a:pt x="45876" y="624185"/>
                </a:lnTo>
                <a:lnTo>
                  <a:pt x="93650" y="530982"/>
                </a:lnTo>
                <a:lnTo>
                  <a:pt x="58522" y="530647"/>
                </a:lnTo>
                <a:lnTo>
                  <a:pt x="63401" y="223"/>
                </a:lnTo>
                <a:lnTo>
                  <a:pt x="40072" y="0"/>
                </a:lnTo>
                <a:lnTo>
                  <a:pt x="35084" y="530423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7A309-9BF3-40D8-8034-75A869D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435" y="2141674"/>
            <a:ext cx="93650" cy="604093"/>
          </a:xfrm>
          <a:custGeom xmlns:a="http://schemas.openxmlformats.org/drawingml/2006/main">
            <a:pathLst>
              <a:path w="93650" h="604093">
                <a:moveTo>
                  <a:pt x="58489" y="0"/>
                </a:moveTo>
                <a:lnTo>
                  <a:pt x="35161" y="0"/>
                </a:lnTo>
                <a:lnTo>
                  <a:pt x="35161" y="510443"/>
                </a:lnTo>
                <a:lnTo>
                  <a:pt x="0" y="510443"/>
                </a:lnTo>
                <a:lnTo>
                  <a:pt x="46881" y="604093"/>
                </a:lnTo>
                <a:lnTo>
                  <a:pt x="93650" y="510443"/>
                </a:lnTo>
                <a:lnTo>
                  <a:pt x="58489" y="510443"/>
                </a:lnTo>
                <a:lnTo>
                  <a:pt x="58489" y="0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05786-18B8-415E-94BB-1F30ADD0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025" y="3857625"/>
            <a:ext cx="1493825" cy="256394"/>
          </a:xfrm>
          <a:custGeom xmlns:a="http://schemas.openxmlformats.org/drawingml/2006/main">
            <a:pathLst>
              <a:path w="1493825" h="256394">
                <a:moveTo>
                  <a:pt x="1449288" y="256394"/>
                </a:moveTo>
                <a:lnTo>
                  <a:pt x="1452333" y="256291"/>
                </a:lnTo>
                <a:lnTo>
                  <a:pt x="1455323" y="255989"/>
                </a:lnTo>
                <a:lnTo>
                  <a:pt x="1458252" y="255492"/>
                </a:lnTo>
                <a:lnTo>
                  <a:pt x="1461114" y="254808"/>
                </a:lnTo>
                <a:lnTo>
                  <a:pt x="1463901" y="253944"/>
                </a:lnTo>
                <a:lnTo>
                  <a:pt x="1466607" y="252905"/>
                </a:lnTo>
                <a:lnTo>
                  <a:pt x="1469225" y="251700"/>
                </a:lnTo>
                <a:lnTo>
                  <a:pt x="1471749" y="250333"/>
                </a:lnTo>
                <a:lnTo>
                  <a:pt x="1474172" y="248812"/>
                </a:lnTo>
                <a:lnTo>
                  <a:pt x="1476486" y="247144"/>
                </a:lnTo>
                <a:lnTo>
                  <a:pt x="1478686" y="245334"/>
                </a:lnTo>
                <a:lnTo>
                  <a:pt x="1480765" y="243390"/>
                </a:lnTo>
                <a:lnTo>
                  <a:pt x="1482717" y="241318"/>
                </a:lnTo>
                <a:lnTo>
                  <a:pt x="1484533" y="239124"/>
                </a:lnTo>
                <a:lnTo>
                  <a:pt x="1486208" y="236816"/>
                </a:lnTo>
                <a:lnTo>
                  <a:pt x="1487736" y="234400"/>
                </a:lnTo>
                <a:lnTo>
                  <a:pt x="1489108" y="231882"/>
                </a:lnTo>
                <a:lnTo>
                  <a:pt x="1490320" y="229270"/>
                </a:lnTo>
                <a:lnTo>
                  <a:pt x="1491363" y="226569"/>
                </a:lnTo>
                <a:lnTo>
                  <a:pt x="1492231" y="223786"/>
                </a:lnTo>
                <a:lnTo>
                  <a:pt x="1492919" y="220928"/>
                </a:lnTo>
                <a:lnTo>
                  <a:pt x="1493418" y="218001"/>
                </a:lnTo>
                <a:lnTo>
                  <a:pt x="1493722" y="215013"/>
                </a:lnTo>
                <a:lnTo>
                  <a:pt x="1493825" y="211968"/>
                </a:lnTo>
                <a:lnTo>
                  <a:pt x="1493825" y="34044"/>
                </a:lnTo>
                <a:lnTo>
                  <a:pt x="1493722" y="30987"/>
                </a:lnTo>
                <a:lnTo>
                  <a:pt x="1493418" y="27986"/>
                </a:lnTo>
                <a:lnTo>
                  <a:pt x="1492919" y="25048"/>
                </a:lnTo>
                <a:lnTo>
                  <a:pt x="1492231" y="22180"/>
                </a:lnTo>
                <a:lnTo>
                  <a:pt x="1491363" y="19388"/>
                </a:lnTo>
                <a:lnTo>
                  <a:pt x="1490320" y="16679"/>
                </a:lnTo>
                <a:lnTo>
                  <a:pt x="1489108" y="14059"/>
                </a:lnTo>
                <a:lnTo>
                  <a:pt x="1487736" y="11534"/>
                </a:lnTo>
                <a:lnTo>
                  <a:pt x="1486208" y="9112"/>
                </a:lnTo>
                <a:lnTo>
                  <a:pt x="1484533" y="6799"/>
                </a:lnTo>
                <a:lnTo>
                  <a:pt x="1482717" y="4601"/>
                </a:lnTo>
                <a:lnTo>
                  <a:pt x="1480765" y="2525"/>
                </a:lnTo>
                <a:lnTo>
                  <a:pt x="1478686" y="578"/>
                </a:lnTo>
                <a:lnTo>
                  <a:pt x="1477985" y="0"/>
                </a:lnTo>
                <a:lnTo>
                  <a:pt x="15776" y="0"/>
                </a:lnTo>
                <a:lnTo>
                  <a:pt x="15076" y="578"/>
                </a:lnTo>
                <a:lnTo>
                  <a:pt x="13004" y="2525"/>
                </a:lnTo>
                <a:lnTo>
                  <a:pt x="11060" y="4601"/>
                </a:lnTo>
                <a:lnTo>
                  <a:pt x="9250" y="6799"/>
                </a:lnTo>
                <a:lnTo>
                  <a:pt x="7582" y="9112"/>
                </a:lnTo>
                <a:lnTo>
                  <a:pt x="6061" y="11534"/>
                </a:lnTo>
                <a:lnTo>
                  <a:pt x="4694" y="14059"/>
                </a:lnTo>
                <a:lnTo>
                  <a:pt x="3488" y="16679"/>
                </a:lnTo>
                <a:lnTo>
                  <a:pt x="2450" y="19388"/>
                </a:lnTo>
                <a:lnTo>
                  <a:pt x="1585" y="22180"/>
                </a:lnTo>
                <a:lnTo>
                  <a:pt x="902" y="25048"/>
                </a:lnTo>
                <a:lnTo>
                  <a:pt x="405" y="27986"/>
                </a:lnTo>
                <a:lnTo>
                  <a:pt x="102" y="30987"/>
                </a:lnTo>
                <a:lnTo>
                  <a:pt x="0" y="34044"/>
                </a:lnTo>
                <a:lnTo>
                  <a:pt x="0" y="211968"/>
                </a:lnTo>
                <a:lnTo>
                  <a:pt x="102" y="215013"/>
                </a:lnTo>
                <a:lnTo>
                  <a:pt x="405" y="218001"/>
                </a:lnTo>
                <a:lnTo>
                  <a:pt x="902" y="220928"/>
                </a:lnTo>
                <a:lnTo>
                  <a:pt x="1585" y="223786"/>
                </a:lnTo>
                <a:lnTo>
                  <a:pt x="2450" y="226569"/>
                </a:lnTo>
                <a:lnTo>
                  <a:pt x="3488" y="229270"/>
                </a:lnTo>
                <a:lnTo>
                  <a:pt x="4694" y="231882"/>
                </a:lnTo>
                <a:lnTo>
                  <a:pt x="6061" y="234400"/>
                </a:lnTo>
                <a:lnTo>
                  <a:pt x="7582" y="236816"/>
                </a:lnTo>
                <a:lnTo>
                  <a:pt x="9250" y="239124"/>
                </a:lnTo>
                <a:lnTo>
                  <a:pt x="11060" y="241318"/>
                </a:lnTo>
                <a:lnTo>
                  <a:pt x="13004" y="243390"/>
                </a:lnTo>
                <a:lnTo>
                  <a:pt x="15076" y="245334"/>
                </a:lnTo>
                <a:lnTo>
                  <a:pt x="17269" y="247144"/>
                </a:lnTo>
                <a:lnTo>
                  <a:pt x="19577" y="248812"/>
                </a:lnTo>
                <a:lnTo>
                  <a:pt x="21994" y="250333"/>
                </a:lnTo>
                <a:lnTo>
                  <a:pt x="24511" y="251700"/>
                </a:lnTo>
                <a:lnTo>
                  <a:pt x="27124" y="252905"/>
                </a:lnTo>
                <a:lnTo>
                  <a:pt x="29825" y="253944"/>
                </a:lnTo>
                <a:lnTo>
                  <a:pt x="32608" y="254808"/>
                </a:lnTo>
                <a:lnTo>
                  <a:pt x="35466" y="255492"/>
                </a:lnTo>
                <a:lnTo>
                  <a:pt x="38393" y="255989"/>
                </a:lnTo>
                <a:lnTo>
                  <a:pt x="41381" y="256291"/>
                </a:lnTo>
                <a:lnTo>
                  <a:pt x="44425" y="256394"/>
                </a:lnTo>
                <a:lnTo>
                  <a:pt x="1449288" y="256394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3:gradFill xmlns:ns3="http://schemas.openxmlformats.org/drawingml/2006/main" rotWithShape="1">
            <ns3:gsLst>
              <ns3:gs pos="0">
                <ns3:srgbClr val="f5b7a3">
                  <ns3:alpha val="100000"/>
                </ns3:srgbClr>
              </ns3:gs>
              <ns3:gs pos="789">
                <ns3:srgbClr val="f5b7a3">
                  <ns3:alpha val="100000"/>
                </ns3:srgbClr>
              </ns3:gs>
              <ns3:gs pos="1195">
                <ns3:srgbClr val="f5b7a2">
                  <ns3:alpha val="100000"/>
                </ns3:srgbClr>
              </ns3:gs>
              <ns3:gs pos="1602">
                <ns3:srgbClr val="f5b7a2">
                  <ns3:alpha val="100000"/>
                </ns3:srgbClr>
              </ns3:gs>
              <ns3:gs pos="2008">
                <ns3:srgbClr val="f5b6a2">
                  <ns3:alpha val="100000"/>
                </ns3:srgbClr>
              </ns3:gs>
              <ns3:gs pos="2414">
                <ns3:srgbClr val="f5b6a2">
                  <ns3:alpha val="100000"/>
                </ns3:srgbClr>
              </ns3:gs>
              <ns3:gs pos="4040">
                <ns3:srgbClr val="f5b6a2">
                  <ns3:alpha val="100000"/>
                </ns3:srgbClr>
              </ns3:gs>
              <ns3:gs pos="4447">
                <ns3:srgbClr val="f4b6a2">
                  <ns3:alpha val="100000"/>
                </ns3:srgbClr>
              </ns3:gs>
              <ns3:gs pos="4853">
                <ns3:srgbClr val="f4b6a2">
                  <ns3:alpha val="100000"/>
                </ns3:srgbClr>
              </ns3:gs>
              <ns3:gs pos="5259">
                <ns3:srgbClr val="f4b6a1">
                  <ns3:alpha val="100000"/>
                </ns3:srgbClr>
              </ns3:gs>
              <ns3:gs pos="5666">
                <ns3:srgbClr val="f4b6a1">
                  <ns3:alpha val="100000"/>
                </ns3:srgbClr>
              </ns3:gs>
              <ns3:gs pos="6072">
                <ns3:srgbClr val="f4b5a1">
                  <ns3:alpha val="100000"/>
                </ns3:srgbClr>
              </ns3:gs>
              <ns3:gs pos="6479">
                <ns3:srgbClr val="f4b5a1">
                  <ns3:alpha val="100000"/>
                </ns3:srgbClr>
              </ns3:gs>
              <ns3:gs pos="7292">
                <ns3:srgbClr val="f4b5a1">
                  <ns3:alpha val="100000"/>
                </ns3:srgbClr>
              </ns3:gs>
              <ns3:gs pos="8917">
                <ns3:srgbClr val="f4b5a1">
                  <ns3:alpha val="100000"/>
                </ns3:srgbClr>
              </ns3:gs>
              <ns3:gs pos="9730">
                <ns3:srgbClr val="f4b5a0">
                  <ns3:alpha val="100000"/>
                </ns3:srgbClr>
              </ns3:gs>
              <ns3:gs pos="10137">
                <ns3:srgbClr val="f4b4a0">
                  <ns3:alpha val="100000"/>
                </ns3:srgbClr>
              </ns3:gs>
              <ns3:gs pos="10543">
                <ns3:srgbClr val="f4b4a0">
                  <ns3:alpha val="100000"/>
                </ns3:srgbClr>
              </ns3:gs>
              <ns3:gs pos="12169">
                <ns3:srgbClr val="f4b4a0">
                  <ns3:alpha val="100000"/>
                </ns3:srgbClr>
              </ns3:gs>
              <ns3:gs pos="12575">
                <ns3:srgbClr val="f4b49f">
                  <ns3:alpha val="100000"/>
                </ns3:srgbClr>
              </ns3:gs>
              <ns3:gs pos="12982">
                <ns3:srgbClr val="f4b49f">
                  <ns3:alpha val="100000"/>
                </ns3:srgbClr>
              </ns3:gs>
              <ns3:gs pos="13795">
                <ns3:srgbClr val="f4b49f">
                  <ns3:alpha val="100000"/>
                </ns3:srgbClr>
              </ns3:gs>
              <ns3:gs pos="14201">
                <ns3:srgbClr val="f4b39f">
                  <ns3:alpha val="100000"/>
                </ns3:srgbClr>
              </ns3:gs>
              <ns3:gs pos="14607">
                <ns3:srgbClr val="f4b39f">
                  <ns3:alpha val="100000"/>
                </ns3:srgbClr>
              </ns3:gs>
              <ns3:gs pos="15420">
                <ns3:srgbClr val="f4b39f">
                  <ns3:alpha val="100000"/>
                </ns3:srgbClr>
              </ns3:gs>
              <ns3:gs pos="16233">
                <ns3:srgbClr val="f4b39f">
                  <ns3:alpha val="100000"/>
                </ns3:srgbClr>
              </ns3:gs>
              <ns3:gs pos="16640">
                <ns3:srgbClr val="f4b39e">
                  <ns3:alpha val="100000"/>
                </ns3:srgbClr>
              </ns3:gs>
              <ns3:gs pos="17046">
                <ns3:srgbClr val="f4b39e">
                  <ns3:alpha val="100000"/>
                </ns3:srgbClr>
              </ns3:gs>
              <ns3:gs pos="17859">
                <ns3:srgbClr val="f4b39e">
                  <ns3:alpha val="100000"/>
                </ns3:srgbClr>
              </ns3:gs>
              <ns3:gs pos="18265">
                <ns3:srgbClr val="f4b29e">
                  <ns3:alpha val="100000"/>
                </ns3:srgbClr>
              </ns3:gs>
              <ns3:gs pos="18672">
                <ns3:srgbClr val="f4b29e">
                  <ns3:alpha val="100000"/>
                </ns3:srgbClr>
              </ns3:gs>
              <ns3:gs pos="19485">
                <ns3:srgbClr val="f4b29e">
                  <ns3:alpha val="100000"/>
                </ns3:srgbClr>
              </ns3:gs>
              <ns3:gs pos="19891">
                <ns3:srgbClr val="f4b29d">
                  <ns3:alpha val="100000"/>
                </ns3:srgbClr>
              </ns3:gs>
              <ns3:gs pos="20297">
                <ns3:srgbClr val="f4b29d">
                  <ns3:alpha val="100000"/>
                </ns3:srgbClr>
              </ns3:gs>
              <ns3:gs pos="21923">
                <ns3:srgbClr val="f4b29d">
                  <ns3:alpha val="100000"/>
                </ns3:srgbClr>
              </ns3:gs>
              <ns3:gs pos="22330">
                <ns3:srgbClr val="f3b19d">
                  <ns3:alpha val="100000"/>
                </ns3:srgbClr>
              </ns3:gs>
              <ns3:gs pos="22736">
                <ns3:srgbClr val="f3b19d">
                  <ns3:alpha val="100000"/>
                </ns3:srgbClr>
              </ns3:gs>
              <ns3:gs pos="23549">
                <ns3:srgbClr val="f3b19d">
                  <ns3:alpha val="100000"/>
                </ns3:srgbClr>
              </ns3:gs>
              <ns3:gs pos="23955">
                <ns3:srgbClr val="f3b19c">
                  <ns3:alpha val="100000"/>
                </ns3:srgbClr>
              </ns3:gs>
              <ns3:gs pos="24362">
                <ns3:srgbClr val="f3b19c">
                  <ns3:alpha val="100000"/>
                </ns3:srgbClr>
              </ns3:gs>
              <ns3:gs pos="25175">
                <ns3:srgbClr val="f3b19c">
                  <ns3:alpha val="100000"/>
                </ns3:srgbClr>
              </ns3:gs>
              <ns3:gs pos="25581">
                <ns3:srgbClr val="f3b09c">
                  <ns3:alpha val="100000"/>
                </ns3:srgbClr>
              </ns3:gs>
              <ns3:gs pos="25987">
                <ns3:srgbClr val="f3b09c">
                  <ns3:alpha val="100000"/>
                </ns3:srgbClr>
              </ns3:gs>
              <ns3:gs pos="26800">
                <ns3:srgbClr val="f3b09c">
                  <ns3:alpha val="100000"/>
                </ns3:srgbClr>
              </ns3:gs>
              <ns3:gs pos="27207">
                <ns3:srgbClr val="f3b09b">
                  <ns3:alpha val="100000"/>
                </ns3:srgbClr>
              </ns3:gs>
              <ns3:gs pos="27613">
                <ns3:srgbClr val="f3b09b">
                  <ns3:alpha val="100000"/>
                </ns3:srgbClr>
              </ns3:gs>
              <ns3:gs pos="28426">
                <ns3:srgbClr val="f3b09b">
                  <ns3:alpha val="100000"/>
                </ns3:srgbClr>
              </ns3:gs>
              <ns3:gs pos="29239">
                <ns3:srgbClr val="f3b09b">
                  <ns3:alpha val="100000"/>
                </ns3:srgbClr>
              </ns3:gs>
              <ns3:gs pos="29645">
                <ns3:srgbClr val="f3af9b">
                  <ns3:alpha val="100000"/>
                </ns3:srgbClr>
              </ns3:gs>
              <ns3:gs pos="30052">
                <ns3:srgbClr val="f3af9b">
                  <ns3:alpha val="100000"/>
                </ns3:srgbClr>
              </ns3:gs>
              <ns3:gs pos="30865">
                <ns3:srgbClr val="f3af9b">
                  <ns3:alpha val="100000"/>
                </ns3:srgbClr>
              </ns3:gs>
              <ns3:gs pos="31271">
                <ns3:srgbClr val="f3af9a">
                  <ns3:alpha val="100000"/>
                </ns3:srgbClr>
              </ns3:gs>
              <ns3:gs pos="31678">
                <ns3:srgbClr val="f3af9a">
                  <ns3:alpha val="100000"/>
                </ns3:srgbClr>
              </ns3:gs>
              <ns3:gs pos="33303">
                <ns3:srgbClr val="f3af9a">
                  <ns3:alpha val="100000"/>
                </ns3:srgbClr>
              </ns3:gs>
              <ns3:gs pos="33710">
                <ns3:srgbClr val="f3ae9a">
                  <ns3:alpha val="100000"/>
                </ns3:srgbClr>
              </ns3:gs>
              <ns3:gs pos="34116">
                <ns3:srgbClr val="f3ae9a">
                  <ns3:alpha val="100000"/>
                </ns3:srgbClr>
              </ns3:gs>
              <ns3:gs pos="34929">
                <ns3:srgbClr val="f3ae9a">
                  <ns3:alpha val="100000"/>
                </ns3:srgbClr>
              </ns3:gs>
              <ns3:gs pos="36555">
                <ns3:srgbClr val="f3ae99">
                  <ns3:alpha val="100000"/>
                </ns3:srgbClr>
              </ns3:gs>
              <ns3:gs pos="37368">
                <ns3:srgbClr val="f3ae99">
                  <ns3:alpha val="100000"/>
                </ns3:srgbClr>
              </ns3:gs>
              <ns3:gs pos="37774">
                <ns3:srgbClr val="f3ad99">
                  <ns3:alpha val="100000"/>
                </ns3:srgbClr>
              </ns3:gs>
              <ns3:gs pos="38181">
                <ns3:srgbClr val="f3ad99">
                  <ns3:alpha val="100000"/>
                </ns3:srgbClr>
              </ns3:gs>
              <ns3:gs pos="38587">
                <ns3:srgbClr val="f3ad98">
                  <ns3:alpha val="100000"/>
                </ns3:srgbClr>
              </ns3:gs>
              <ns3:gs pos="38993">
                <ns3:srgbClr val="f3ad98">
                  <ns3:alpha val="100000"/>
                </ns3:srgbClr>
              </ns3:gs>
              <ns3:gs pos="39400">
                <ns3:srgbClr val="f2ad98">
                  <ns3:alpha val="100000"/>
                </ns3:srgbClr>
              </ns3:gs>
              <ns3:gs pos="39806">
                <ns3:srgbClr val="f2ad98">
                  <ns3:alpha val="100000"/>
                </ns3:srgbClr>
              </ns3:gs>
              <ns3:gs pos="41432">
                <ns3:srgbClr val="f2ad98">
                  <ns3:alpha val="100000"/>
                </ns3:srgbClr>
              </ns3:gs>
              <ns3:gs pos="41838">
                <ns3:srgbClr val="f2ac98">
                  <ns3:alpha val="100000"/>
                </ns3:srgbClr>
              </ns3:gs>
              <ns3:gs pos="42245">
                <ns3:srgbClr val="f2ac98">
                  <ns3:alpha val="100000"/>
                </ns3:srgbClr>
              </ns3:gs>
              <ns3:gs pos="42651">
                <ns3:srgbClr val="f2ac97">
                  <ns3:alpha val="100000"/>
                </ns3:srgbClr>
              </ns3:gs>
              <ns3:gs pos="43058">
                <ns3:srgbClr val="f2ac97">
                  <ns3:alpha val="100000"/>
                </ns3:srgbClr>
              </ns3:gs>
              <ns3:gs pos="44683">
                <ns3:srgbClr val="f2ac97">
                  <ns3:alpha val="100000"/>
                </ns3:srgbClr>
              </ns3:gs>
              <ns3:gs pos="45496">
                <ns3:srgbClr val="f2ac97">
                  <ns3:alpha val="100000"/>
                </ns3:srgbClr>
              </ns3:gs>
              <ns3:gs pos="45903">
                <ns3:srgbClr val="f2ab96">
                  <ns3:alpha val="100000"/>
                </ns3:srgbClr>
              </ns3:gs>
              <ns3:gs pos="46309">
                <ns3:srgbClr val="f2ab96">
                  <ns3:alpha val="100000"/>
                </ns3:srgbClr>
              </ns3:gs>
              <ns3:gs pos="47935">
                <ns3:srgbClr val="f2ab96">
                  <ns3:alpha val="100000"/>
                </ns3:srgbClr>
              </ns3:gs>
              <ns3:gs pos="48748">
                <ns3:srgbClr val="f2ab96">
                  <ns3:alpha val="100000"/>
                </ns3:srgbClr>
              </ns3:gs>
              <ns3:gs pos="49154">
                <ns3:srgbClr val="f2ab95">
                  <ns3:alpha val="100000"/>
                </ns3:srgbClr>
              </ns3:gs>
              <ns3:gs pos="49561">
                <ns3:srgbClr val="f2ab95">
                  <ns3:alpha val="100000"/>
                </ns3:srgbClr>
              </ns3:gs>
              <ns3:gs pos="49967">
                <ns3:srgbClr val="f2aa95">
                  <ns3:alpha val="100000"/>
                </ns3:srgbClr>
              </ns3:gs>
              <ns3:gs pos="50374">
                <ns3:srgbClr val="f2aa95">
                  <ns3:alpha val="100000"/>
                </ns3:srgbClr>
              </ns3:gs>
              <ns3:gs pos="51186">
                <ns3:srgbClr val="f2aa95">
                  <ns3:alpha val="100000"/>
                </ns3:srgbClr>
              </ns3:gs>
              <ns3:gs pos="51593">
                <ns3:srgbClr val="f2aa94">
                  <ns3:alpha val="100000"/>
                </ns3:srgbClr>
              </ns3:gs>
              <ns3:gs pos="51999">
                <ns3:srgbClr val="f2aa94">
                  <ns3:alpha val="100000"/>
                </ns3:srgbClr>
              </ns3:gs>
              <ns3:gs pos="52812">
                <ns3:srgbClr val="f2aa94">
                  <ns3:alpha val="100000"/>
                </ns3:srgbClr>
              </ns3:gs>
              <ns3:gs pos="53625">
                <ns3:srgbClr val="f2aa94">
                  <ns3:alpha val="100000"/>
                </ns3:srgbClr>
              </ns3:gs>
              <ns3:gs pos="54031">
                <ns3:srgbClr val="f2a993">
                  <ns3:alpha val="100000"/>
                </ns3:srgbClr>
              </ns3:gs>
              <ns3:gs pos="54438">
                <ns3:srgbClr val="f2a993">
                  <ns3:alpha val="100000"/>
                </ns3:srgbClr>
              </ns3:gs>
              <ns3:gs pos="56064">
                <ns3:srgbClr val="f2a993">
                  <ns3:alpha val="100000"/>
                </ns3:srgbClr>
              </ns3:gs>
              <ns3:gs pos="56470">
                <ns3:srgbClr val="f2a992">
                  <ns3:alpha val="100000"/>
                </ns3:srgbClr>
              </ns3:gs>
              <ns3:gs pos="56877">
                <ns3:srgbClr val="f3a992">
                  <ns3:alpha val="100000"/>
                </ns3:srgbClr>
              </ns3:gs>
              <ns3:gs pos="57689">
                <ns3:srgbClr val="f3a992">
                  <ns3:alpha val="100000"/>
                </ns3:srgbClr>
              </ns3:gs>
              <ns3:gs pos="58096">
                <ns3:srgbClr val="f3a892">
                  <ns3:alpha val="100000"/>
                </ns3:srgbClr>
              </ns3:gs>
              <ns3:gs pos="58502">
                <ns3:srgbClr val="f3a892">
                  <ns3:alpha val="100000"/>
                </ns3:srgbClr>
              </ns3:gs>
              <ns3:gs pos="58909">
                <ns3:srgbClr val="f3a891">
                  <ns3:alpha val="100000"/>
                </ns3:srgbClr>
              </ns3:gs>
              <ns3:gs pos="59315">
                <ns3:srgbClr val="f3a891">
                  <ns3:alpha val="100000"/>
                </ns3:srgbClr>
              </ns3:gs>
              <ns3:gs pos="60941">
                <ns3:srgbClr val="f3a891">
                  <ns3:alpha val="100000"/>
                </ns3:srgbClr>
              </ns3:gs>
              <ns3:gs pos="61347">
                <ns3:srgbClr val="f3a890">
                  <ns3:alpha val="100000"/>
                </ns3:srgbClr>
              </ns3:gs>
              <ns3:gs pos="61754">
                <ns3:srgbClr val="f3a890">
                  <ns3:alpha val="100000"/>
                </ns3:srgbClr>
              </ns3:gs>
              <ns3:gs pos="62160">
                <ns3:srgbClr val="f3a790">
                  <ns3:alpha val="100000"/>
                </ns3:srgbClr>
              </ns3:gs>
              <ns3:gs pos="62567">
                <ns3:srgbClr val="f3a790">
                  <ns3:alpha val="100000"/>
                </ns3:srgbClr>
              </ns3:gs>
              <ns3:gs pos="63379">
                <ns3:srgbClr val="f3a790">
                  <ns3:alpha val="100000"/>
                </ns3:srgbClr>
              </ns3:gs>
              <ns3:gs pos="63786">
                <ns3:srgbClr val="f3a78f">
                  <ns3:alpha val="100000"/>
                </ns3:srgbClr>
              </ns3:gs>
              <ns3:gs pos="64192">
                <ns3:srgbClr val="f3a78f">
                  <ns3:alpha val="100000"/>
                </ns3:srgbClr>
              </ns3:gs>
              <ns3:gs pos="65818">
                <ns3:srgbClr val="f3a78f">
                  <ns3:alpha val="100000"/>
                </ns3:srgbClr>
              </ns3:gs>
              <ns3:gs pos="66224">
                <ns3:srgbClr val="f3a68e">
                  <ns3:alpha val="100000"/>
                </ns3:srgbClr>
              </ns3:gs>
              <ns3:gs pos="66631">
                <ns3:srgbClr val="f3a68e">
                  <ns3:alpha val="100000"/>
                </ns3:srgbClr>
              </ns3:gs>
              <ns3:gs pos="67444">
                <ns3:srgbClr val="f3a68e">
                  <ns3:alpha val="100000"/>
                </ns3:srgbClr>
              </ns3:gs>
              <ns3:gs pos="68257">
                <ns3:srgbClr val="f3a68e">
                  <ns3:alpha val="100000"/>
                </ns3:srgbClr>
              </ns3:gs>
              <ns3:gs pos="68663">
                <ns3:srgbClr val="f3a68d">
                  <ns3:alpha val="100000"/>
                </ns3:srgbClr>
              </ns3:gs>
              <ns3:gs pos="69070">
                <ns3:srgbClr val="f3a68d">
                  <ns3:alpha val="100000"/>
                </ns3:srgbClr>
              </ns3:gs>
              <ns3:gs pos="69882">
                <ns3:srgbClr val="f3a68d">
                  <ns3:alpha val="100000"/>
                </ns3:srgbClr>
              </ns3:gs>
              <ns3:gs pos="70289">
                <ns3:srgbClr val="f3a58d">
                  <ns3:alpha val="100000"/>
                </ns3:srgbClr>
              </ns3:gs>
              <ns3:gs pos="70695">
                <ns3:srgbClr val="f3a58d">
                  <ns3:alpha val="100000"/>
                </ns3:srgbClr>
              </ns3:gs>
              <ns3:gs pos="71102">
                <ns3:srgbClr val="f3a58c">
                  <ns3:alpha val="100000"/>
                </ns3:srgbClr>
              </ns3:gs>
              <ns3:gs pos="71508">
                <ns3:srgbClr val="f3a58c">
                  <ns3:alpha val="100000"/>
                </ns3:srgbClr>
              </ns3:gs>
              <ns3:gs pos="72321">
                <ns3:srgbClr val="f3a58c">
                  <ns3:alpha val="100000"/>
                </ns3:srgbClr>
              </ns3:gs>
              <ns3:gs pos="73134">
                <ns3:srgbClr val="f3a58c">
                  <ns3:alpha val="100000"/>
                </ns3:srgbClr>
              </ns3:gs>
              <ns3:gs pos="73540">
                <ns3:srgbClr val="f3a58c">
                  <ns3:alpha val="100000"/>
                </ns3:srgbClr>
              </ns3:gs>
              <ns3:gs pos="73947">
                <ns3:srgbClr val="f4a58c">
                  <ns3:alpha val="100000"/>
                </ns3:srgbClr>
              </ns3:gs>
              <ns3:gs pos="74353">
                <ns3:srgbClr val="f4a48b">
                  <ns3:alpha val="100000"/>
                </ns3:srgbClr>
              </ns3:gs>
              <ns3:gs pos="74760">
                <ns3:srgbClr val="f4a48b">
                  <ns3:alpha val="100000"/>
                </ns3:srgbClr>
              </ns3:gs>
              <ns3:gs pos="75572">
                <ns3:srgbClr val="f4a48b">
                  <ns3:alpha val="100000"/>
                </ns3:srgbClr>
              </ns3:gs>
              <ns3:gs pos="76385">
                <ns3:srgbClr val="f4a48b">
                  <ns3:alpha val="100000"/>
                </ns3:srgbClr>
              </ns3:gs>
              <ns3:gs pos="76792">
                <ns3:srgbClr val="f4a48a">
                  <ns3:alpha val="100000"/>
                </ns3:srgbClr>
              </ns3:gs>
              <ns3:gs pos="77198">
                <ns3:srgbClr val="f4a48a">
                  <ns3:alpha val="100000"/>
                </ns3:srgbClr>
              </ns3:gs>
              <ns3:gs pos="77605">
                <ns3:srgbClr val="f4a38a">
                  <ns3:alpha val="100000"/>
                </ns3:srgbClr>
              </ns3:gs>
              <ns3:gs pos="78011">
                <ns3:srgbClr val="f4a38a">
                  <ns3:alpha val="100000"/>
                </ns3:srgbClr>
              </ns3:gs>
              <ns3:gs pos="78824">
                <ns3:srgbClr val="f4a38a">
                  <ns3:alpha val="100000"/>
                </ns3:srgbClr>
              </ns3:gs>
              <ns3:gs pos="79230">
                <ns3:srgbClr val="f4a389">
                  <ns3:alpha val="100000"/>
                </ns3:srgbClr>
              </ns3:gs>
              <ns3:gs pos="79637">
                <ns3:srgbClr val="f4a389">
                  <ns3:alpha val="100000"/>
                </ns3:srgbClr>
              </ns3:gs>
              <ns3:gs pos="80450">
                <ns3:srgbClr val="f4a389">
                  <ns3:alpha val="100000"/>
                </ns3:srgbClr>
              </ns3:gs>
              <ns3:gs pos="81262">
                <ns3:srgbClr val="f4a389">
                  <ns3:alpha val="100000"/>
                </ns3:srgbClr>
              </ns3:gs>
              <ns3:gs pos="81669">
                <ns3:srgbClr val="f4a288">
                  <ns3:alpha val="100000"/>
                </ns3:srgbClr>
              </ns3:gs>
              <ns3:gs pos="82075">
                <ns3:srgbClr val="f4a288">
                  <ns3:alpha val="100000"/>
                </ns3:srgbClr>
              </ns3:gs>
              <ns3:gs pos="83701">
                <ns3:srgbClr val="f4a288">
                  <ns3:alpha val="100000"/>
                </ns3:srgbClr>
              </ns3:gs>
              <ns3:gs pos="84108">
                <ns3:srgbClr val="f4a287">
                  <ns3:alpha val="100000"/>
                </ns3:srgbClr>
              </ns3:gs>
              <ns3:gs pos="84514">
                <ns3:srgbClr val="f4a287">
                  <ns3:alpha val="100000"/>
                </ns3:srgbClr>
              </ns3:gs>
              <ns3:gs pos="85327">
                <ns3:srgbClr val="f4a287">
                  <ns3:alpha val="100000"/>
                </ns3:srgbClr>
              </ns3:gs>
              <ns3:gs pos="85733">
                <ns3:srgbClr val="f4a187">
                  <ns3:alpha val="100000"/>
                </ns3:srgbClr>
              </ns3:gs>
              <ns3:gs pos="86140">
                <ns3:srgbClr val="f4a187">
                  <ns3:alpha val="100000"/>
                </ns3:srgbClr>
              </ns3:gs>
              <ns3:gs pos="86546">
                <ns3:srgbClr val="f4a186">
                  <ns3:alpha val="100000"/>
                </ns3:srgbClr>
              </ns3:gs>
              <ns3:gs pos="86953">
                <ns3:srgbClr val="f4a186">
                  <ns3:alpha val="100000"/>
                </ns3:srgbClr>
              </ns3:gs>
              <ns3:gs pos="88578">
                <ns3:srgbClr val="f4a186">
                  <ns3:alpha val="100000"/>
                </ns3:srgbClr>
              </ns3:gs>
              <ns3:gs pos="88985">
                <ns3:srgbClr val="f4a185">
                  <ns3:alpha val="100000"/>
                </ns3:srgbClr>
              </ns3:gs>
              <ns3:gs pos="89391">
                <ns3:srgbClr val="f4a185">
                  <ns3:alpha val="100000"/>
                </ns3:srgbClr>
              </ns3:gs>
              <ns3:gs pos="89798">
                <ns3:srgbClr val="f4a085">
                  <ns3:alpha val="100000"/>
                </ns3:srgbClr>
              </ns3:gs>
              <ns3:gs pos="90204">
                <ns3:srgbClr val="f4a085">
                  <ns3:alpha val="100000"/>
                </ns3:srgbClr>
              </ns3:gs>
              <ns3:gs pos="91017">
                <ns3:srgbClr val="f4a085">
                  <ns3:alpha val="100000"/>
                </ns3:srgbClr>
              </ns3:gs>
              <ns3:gs pos="91423">
                <ns3:srgbClr val="f4a084">
                  <ns3:alpha val="100000"/>
                </ns3:srgbClr>
              </ns3:gs>
              <ns3:gs pos="91830">
                <ns3:srgbClr val="f5a084">
                  <ns3:alpha val="100000"/>
                </ns3:srgbClr>
              </ns3:gs>
              <ns3:gs pos="93456">
                <ns3:srgbClr val="f5a084">
                  <ns3:alpha val="100000"/>
                </ns3:srgbClr>
              </ns3:gs>
              <ns3:gs pos="93862">
                <ns3:srgbClr val="f59f83">
                  <ns3:alpha val="100000"/>
                </ns3:srgbClr>
              </ns3:gs>
              <ns3:gs pos="94268">
                <ns3:srgbClr val="f59f83">
                  <ns3:alpha val="100000"/>
                </ns3:srgbClr>
              </ns3:gs>
              <ns3:gs pos="95081">
                <ns3:srgbClr val="f59f83">
                  <ns3:alpha val="100000"/>
                </ns3:srgbClr>
              </ns3:gs>
              <ns3:gs pos="95894">
                <ns3:srgbClr val="f59f83">
                  <ns3:alpha val="100000"/>
                </ns3:srgbClr>
              </ns3:gs>
              <ns3:gs pos="96301">
                <ns3:srgbClr val="f59f82">
                  <ns3:alpha val="100000"/>
                </ns3:srgbClr>
              </ns3:gs>
              <ns3:gs pos="96707">
                <ns3:srgbClr val="f59f82">
                  <ns3:alpha val="100000"/>
                </ns3:srgbClr>
              </ns3:gs>
              <ns3:gs pos="97520">
                <ns3:srgbClr val="f59f82">
                  <ns3:alpha val="100000"/>
                </ns3:srgbClr>
              </ns3:gs>
              <ns3:gs pos="97926">
                <ns3:srgbClr val="f59e82">
                  <ns3:alpha val="100000"/>
                </ns3:srgbClr>
              </ns3:gs>
              <ns3:gs pos="98333">
                <ns3:srgbClr val="f59e82">
                  <ns3:alpha val="100000"/>
                </ns3:srgbClr>
              </ns3:gs>
              <ns3:gs pos="98739">
                <ns3:srgbClr val="f59e81">
                  <ns3:alpha val="100000"/>
                </ns3:srgbClr>
              </ns3:gs>
              <ns3:gs pos="99146">
                <ns3:srgbClr val="f59e81">
                  <ns3:alpha val="100000"/>
                </ns3:srgbClr>
              </ns3:gs>
              <ns3:gs pos="99958">
                <ns3:srgbClr val="f59e81">
                  <ns3:alpha val="100000"/>
                </ns3:srgbClr>
              </ns3:gs>
              <ns3:gs pos="100000">
                <ns3:srgbClr val="f59e81">
                  <ns3:alpha val="100000"/>
                </ns3:srgbClr>
              </ns3:gs>
            </ns3:gsLst>
            <ns3:lin ang="5400000" scaled="1"/>
          </ns3:gradFill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66A3B-3E28-4880-9495-AFABD0D2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025" y="3847133"/>
            <a:ext cx="1493044" cy="266774"/>
          </a:xfrm>
          <a:custGeom xmlns:a="http://schemas.openxmlformats.org/drawingml/2006/main">
            <a:pathLst>
              <a:path w="1493044" h="266774" fill="none">
                <a:moveTo>
                  <a:pt x="0" y="44425"/>
                </a:moveTo>
                <a:cubicBezTo>
                  <a:pt x="0" y="19869"/>
                  <a:pt x="19869" y="0"/>
                  <a:pt x="44425" y="0"/>
                </a:cubicBezTo>
                <a:lnTo>
                  <a:pt x="1448619" y="0"/>
                </a:lnTo>
                <a:cubicBezTo>
                  <a:pt x="1473175" y="0"/>
                  <a:pt x="1493044" y="19869"/>
                  <a:pt x="1493044" y="44425"/>
                </a:cubicBezTo>
                <a:lnTo>
                  <a:pt x="1493044" y="222349"/>
                </a:lnTo>
                <a:cubicBezTo>
                  <a:pt x="1493044" y="246906"/>
                  <a:pt x="1473175" y="266774"/>
                  <a:pt x="1448619" y="266774"/>
                </a:cubicBezTo>
                <a:lnTo>
                  <a:pt x="44425" y="266774"/>
                </a:lnTo>
                <a:cubicBezTo>
                  <a:pt x="19869" y="266774"/>
                  <a:pt x="0" y="246906"/>
                  <a:pt x="0" y="222349"/>
                </a:cubicBezTo>
                <a:lnTo>
                  <a:pt x="0" y="44425"/>
                </a:lnTo>
                <a:close/>
                <a:moveTo>
                  <a:pt x="0" y="44425"/>
                </a:moveTo>
              </a:path>
            </a:pathLst>
          </a:custGeom>
          <a:noFill xmlns:a="http://schemas.openxmlformats.org/drawingml/2006/main"/>
          <a:ln xmlns:a="http://schemas.openxmlformats.org/drawingml/2006/main" w="15596" cap="flat">
            <a:solidFill>
              <a:srgbClr val="E97132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3DF84-3E24-40FD-8F56-718B57E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761" y="3930706"/>
            <a:ext cx="94208" cy="123676"/>
          </a:xfrm>
          <a:custGeom xmlns:a="http://schemas.openxmlformats.org/drawingml/2006/main">
            <a:pathLst>
              <a:path w="94208" h="123676">
                <a:moveTo>
                  <a:pt x="35272" y="65633"/>
                </a:moveTo>
                <a:lnTo>
                  <a:pt x="35272" y="101798"/>
                </a:lnTo>
                <a:cubicBezTo>
                  <a:pt x="35272" y="113407"/>
                  <a:pt x="37058" y="115639"/>
                  <a:pt x="37505" y="116532"/>
                </a:cubicBezTo>
                <a:cubicBezTo>
                  <a:pt x="41077" y="120104"/>
                  <a:pt x="45988" y="120104"/>
                  <a:pt x="48220" y="120104"/>
                </a:cubicBezTo>
                <a:lnTo>
                  <a:pt x="53132" y="120104"/>
                </a:ln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5627" y="115193"/>
                </a:cubicBezTo>
                <a:cubicBezTo>
                  <a:pt x="17859" y="112514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45541" y="0"/>
                </a:lnTo>
                <a:cubicBezTo>
                  <a:pt x="62061" y="0"/>
                  <a:pt x="68312" y="2232"/>
                  <a:pt x="71438" y="3572"/>
                </a:cubicBezTo>
                <a:cubicBezTo>
                  <a:pt x="81260" y="6697"/>
                  <a:pt x="85725" y="12055"/>
                  <a:pt x="87511" y="14734"/>
                </a:cubicBezTo>
                <a:cubicBezTo>
                  <a:pt x="94208" y="23217"/>
                  <a:pt x="94208" y="30361"/>
                  <a:pt x="94208" y="33933"/>
                </a:cubicBezTo>
                <a:cubicBezTo>
                  <a:pt x="94208" y="49560"/>
                  <a:pt x="87511" y="55364"/>
                  <a:pt x="84386" y="58936"/>
                </a:cubicBezTo>
                <a:cubicBezTo>
                  <a:pt x="74116" y="68312"/>
                  <a:pt x="62061" y="68312"/>
                  <a:pt x="55811" y="68312"/>
                </a:cubicBezTo>
                <a:cubicBezTo>
                  <a:pt x="51346" y="68312"/>
                  <a:pt x="47774" y="67866"/>
                  <a:pt x="46434" y="67866"/>
                </a:cubicBezTo>
                <a:cubicBezTo>
                  <a:pt x="41077" y="66973"/>
                  <a:pt x="37058" y="66080"/>
                  <a:pt x="35272" y="65633"/>
                </a:cubicBezTo>
                <a:close/>
                <a:moveTo>
                  <a:pt x="35272" y="60722"/>
                </a:moveTo>
                <a:cubicBezTo>
                  <a:pt x="39737" y="61168"/>
                  <a:pt x="42416" y="61615"/>
                  <a:pt x="43755" y="62061"/>
                </a:cubicBezTo>
                <a:cubicBezTo>
                  <a:pt x="47327" y="62508"/>
                  <a:pt x="49113" y="62508"/>
                  <a:pt x="50006" y="62508"/>
                </a:cubicBezTo>
                <a:cubicBezTo>
                  <a:pt x="59382" y="62508"/>
                  <a:pt x="64294" y="57596"/>
                  <a:pt x="66526" y="54918"/>
                </a:cubicBezTo>
                <a:cubicBezTo>
                  <a:pt x="73223" y="47774"/>
                  <a:pt x="73223" y="39737"/>
                  <a:pt x="73223" y="35719"/>
                </a:cubicBezTo>
                <a:cubicBezTo>
                  <a:pt x="73223" y="27682"/>
                  <a:pt x="70991" y="23217"/>
                  <a:pt x="70098" y="20985"/>
                </a:cubicBezTo>
                <a:cubicBezTo>
                  <a:pt x="66973" y="14288"/>
                  <a:pt x="62954" y="11609"/>
                  <a:pt x="60722" y="10716"/>
                </a:cubicBezTo>
                <a:cubicBezTo>
                  <a:pt x="54918" y="7144"/>
                  <a:pt x="49560" y="7144"/>
                  <a:pt x="47327" y="7144"/>
                </a:cubicBezTo>
                <a:cubicBezTo>
                  <a:pt x="42416" y="7144"/>
                  <a:pt x="37505" y="8483"/>
                  <a:pt x="35272" y="8930"/>
                </a:cubicBezTo>
                <a:lnTo>
                  <a:pt x="35272" y="60722"/>
                </a:lnTo>
                <a:close/>
                <a:moveTo>
                  <a:pt x="35272" y="607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7F4E3-4268-4919-AF85-91DA78A4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356" y="3968211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A49E3-5F72-41D9-9081-3ED5B83F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622" y="3968211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2F590-560E-4534-BD33-42030093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709" y="3924455"/>
            <a:ext cx="50453" cy="170557"/>
          </a:xfrm>
          <a:custGeom xmlns:a="http://schemas.openxmlformats.org/drawingml/2006/main">
            <a:pathLst>
              <a:path w="50453" h="170557">
                <a:moveTo>
                  <a:pt x="41077" y="0"/>
                </a:moveTo>
                <a:cubicBezTo>
                  <a:pt x="45095" y="0"/>
                  <a:pt x="46881" y="1786"/>
                  <a:pt x="47774" y="2679"/>
                </a:cubicBezTo>
                <a:cubicBezTo>
                  <a:pt x="50453" y="5358"/>
                  <a:pt x="50453" y="8037"/>
                  <a:pt x="50453" y="9376"/>
                </a:cubicBezTo>
                <a:cubicBezTo>
                  <a:pt x="50453" y="13395"/>
                  <a:pt x="49113" y="15180"/>
                  <a:pt x="47774" y="16073"/>
                </a:cubicBezTo>
                <a:cubicBezTo>
                  <a:pt x="45095" y="18752"/>
                  <a:pt x="42416" y="18752"/>
                  <a:pt x="41077" y="18752"/>
                </a:cubicBezTo>
                <a:cubicBezTo>
                  <a:pt x="37505" y="18752"/>
                  <a:pt x="35719" y="16966"/>
                  <a:pt x="34826" y="16073"/>
                </a:cubicBezTo>
                <a:cubicBezTo>
                  <a:pt x="31700" y="13395"/>
                  <a:pt x="31700" y="10716"/>
                  <a:pt x="31700" y="9376"/>
                </a:cubicBezTo>
                <a:cubicBezTo>
                  <a:pt x="31700" y="5358"/>
                  <a:pt x="33933" y="3572"/>
                  <a:pt x="34826" y="2679"/>
                </a:cubicBezTo>
                <a:cubicBezTo>
                  <a:pt x="37505" y="0"/>
                  <a:pt x="39737" y="0"/>
                  <a:pt x="41077" y="0"/>
                </a:cubicBezTo>
                <a:close/>
                <a:moveTo>
                  <a:pt x="49113" y="43755"/>
                </a:moveTo>
                <a:lnTo>
                  <a:pt x="49113" y="128141"/>
                </a:lnTo>
                <a:cubicBezTo>
                  <a:pt x="49113" y="149572"/>
                  <a:pt x="42862" y="156270"/>
                  <a:pt x="39737" y="159841"/>
                </a:cubicBezTo>
                <a:cubicBezTo>
                  <a:pt x="30807" y="170557"/>
                  <a:pt x="20985" y="170557"/>
                  <a:pt x="16073" y="170557"/>
                </a:cubicBezTo>
                <a:cubicBezTo>
                  <a:pt x="8037" y="170557"/>
                  <a:pt x="4911" y="168325"/>
                  <a:pt x="4018" y="167432"/>
                </a:cubicBezTo>
                <a:cubicBezTo>
                  <a:pt x="0" y="164306"/>
                  <a:pt x="0" y="162074"/>
                  <a:pt x="0" y="161181"/>
                </a:cubicBezTo>
                <a:cubicBezTo>
                  <a:pt x="0" y="158055"/>
                  <a:pt x="1339" y="156270"/>
                  <a:pt x="2232" y="155823"/>
                </a:cubicBezTo>
                <a:cubicBezTo>
                  <a:pt x="4465" y="153144"/>
                  <a:pt x="6251" y="153144"/>
                  <a:pt x="7144" y="153144"/>
                </a:cubicBezTo>
                <a:cubicBezTo>
                  <a:pt x="9823" y="153144"/>
                  <a:pt x="11162" y="154037"/>
                  <a:pt x="12055" y="154484"/>
                </a:cubicBezTo>
                <a:cubicBezTo>
                  <a:pt x="13841" y="155377"/>
                  <a:pt x="16520" y="157609"/>
                  <a:pt x="18306" y="159395"/>
                </a:cubicBezTo>
                <a:cubicBezTo>
                  <a:pt x="22324" y="163413"/>
                  <a:pt x="24557" y="163413"/>
                  <a:pt x="25896" y="163413"/>
                </a:cubicBezTo>
                <a:cubicBezTo>
                  <a:pt x="27682" y="163413"/>
                  <a:pt x="29468" y="162074"/>
                  <a:pt x="29914" y="161627"/>
                </a:cubicBezTo>
                <a:cubicBezTo>
                  <a:pt x="32147" y="159841"/>
                  <a:pt x="32593" y="157162"/>
                  <a:pt x="33040" y="155823"/>
                </a:cubicBezTo>
                <a:cubicBezTo>
                  <a:pt x="33933" y="151805"/>
                  <a:pt x="33933" y="142875"/>
                  <a:pt x="33933" y="138410"/>
                </a:cubicBezTo>
                <a:lnTo>
                  <a:pt x="33933" y="79028"/>
                </a:lnTo>
                <a:cubicBezTo>
                  <a:pt x="33933" y="65187"/>
                  <a:pt x="33486" y="62508"/>
                  <a:pt x="33040" y="61168"/>
                </a:cubicBezTo>
                <a:cubicBezTo>
                  <a:pt x="32593" y="58489"/>
                  <a:pt x="31700" y="57596"/>
                  <a:pt x="31254" y="57150"/>
                </a:cubicBezTo>
                <a:cubicBezTo>
                  <a:pt x="29914" y="55811"/>
                  <a:pt x="28129" y="55811"/>
                  <a:pt x="27236" y="55811"/>
                </a:cubicBezTo>
                <a:cubicBezTo>
                  <a:pt x="25003" y="55811"/>
                  <a:pt x="22324" y="57150"/>
                  <a:pt x="21431" y="57150"/>
                </a:cubicBezTo>
                <a:lnTo>
                  <a:pt x="20092" y="54025"/>
                </a:lnTo>
                <a:lnTo>
                  <a:pt x="45095" y="43755"/>
                </a:lnTo>
                <a:lnTo>
                  <a:pt x="49113" y="43755"/>
                </a:lnTo>
                <a:close/>
                <a:moveTo>
                  <a:pt x="49113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5EE3D-2463-4A14-BF59-0A71EAC5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814" y="3968211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B7370-F97F-44AC-B4D1-C0C21C2A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791" y="3968211"/>
            <a:ext cx="70545" cy="88850"/>
          </a:xfrm>
          <a:custGeom xmlns:a="http://schemas.openxmlformats.org/drawingml/2006/main">
            <a:pathLst>
              <a:path w="70545" h="88850">
                <a:moveTo>
                  <a:pt x="70545" y="54471"/>
                </a:moveTo>
                <a:cubicBezTo>
                  <a:pt x="67419" y="70991"/>
                  <a:pt x="60722" y="76795"/>
                  <a:pt x="57150" y="79921"/>
                </a:cubicBezTo>
                <a:cubicBezTo>
                  <a:pt x="47327" y="88850"/>
                  <a:pt x="39291" y="88850"/>
                  <a:pt x="35272" y="88850"/>
                </a:cubicBezTo>
                <a:cubicBezTo>
                  <a:pt x="21431" y="88850"/>
                  <a:pt x="14288" y="80814"/>
                  <a:pt x="10716" y="76795"/>
                </a:cubicBezTo>
                <a:cubicBezTo>
                  <a:pt x="0" y="64740"/>
                  <a:pt x="0" y="51346"/>
                  <a:pt x="0" y="44648"/>
                </a:cubicBezTo>
                <a:cubicBezTo>
                  <a:pt x="0" y="25003"/>
                  <a:pt x="8037" y="16520"/>
                  <a:pt x="11609" y="12502"/>
                </a:cubicBezTo>
                <a:cubicBezTo>
                  <a:pt x="23664" y="0"/>
                  <a:pt x="34379" y="0"/>
                  <a:pt x="39737" y="0"/>
                </a:cubicBezTo>
                <a:cubicBezTo>
                  <a:pt x="52239" y="0"/>
                  <a:pt x="57596" y="4465"/>
                  <a:pt x="60275" y="6697"/>
                </a:cubicBezTo>
                <a:cubicBezTo>
                  <a:pt x="68312" y="13395"/>
                  <a:pt x="68312" y="17859"/>
                  <a:pt x="68312" y="20092"/>
                </a:cubicBezTo>
                <a:cubicBezTo>
                  <a:pt x="68312" y="23664"/>
                  <a:pt x="66526" y="25003"/>
                  <a:pt x="66080" y="25896"/>
                </a:cubicBezTo>
                <a:cubicBezTo>
                  <a:pt x="63847" y="28129"/>
                  <a:pt x="61168" y="28129"/>
                  <a:pt x="59829" y="28129"/>
                </a:cubicBezTo>
                <a:cubicBezTo>
                  <a:pt x="54471" y="28129"/>
                  <a:pt x="52685" y="25896"/>
                  <a:pt x="51346" y="24557"/>
                </a:cubicBezTo>
                <a:cubicBezTo>
                  <a:pt x="50006" y="22771"/>
                  <a:pt x="49560" y="19199"/>
                  <a:pt x="49560" y="16966"/>
                </a:cubicBezTo>
                <a:cubicBezTo>
                  <a:pt x="49113" y="12055"/>
                  <a:pt x="46881" y="9823"/>
                  <a:pt x="45541" y="8930"/>
                </a:cubicBezTo>
                <a:cubicBezTo>
                  <a:pt x="42416" y="6251"/>
                  <a:pt x="38844" y="6251"/>
                  <a:pt x="37058" y="6251"/>
                </a:cubicBezTo>
                <a:cubicBezTo>
                  <a:pt x="27682" y="6251"/>
                  <a:pt x="24110" y="10716"/>
                  <a:pt x="22324" y="12948"/>
                </a:cubicBezTo>
                <a:cubicBezTo>
                  <a:pt x="14734" y="21878"/>
                  <a:pt x="14734" y="31700"/>
                  <a:pt x="14734" y="36612"/>
                </a:cubicBezTo>
                <a:cubicBezTo>
                  <a:pt x="14734" y="51346"/>
                  <a:pt x="19645" y="59382"/>
                  <a:pt x="22324" y="62954"/>
                </a:cubicBezTo>
                <a:cubicBezTo>
                  <a:pt x="29468" y="74563"/>
                  <a:pt x="37951" y="74563"/>
                  <a:pt x="41970" y="74563"/>
                </a:cubicBezTo>
                <a:cubicBezTo>
                  <a:pt x="50899" y="74563"/>
                  <a:pt x="55811" y="70545"/>
                  <a:pt x="58043" y="68312"/>
                </a:cubicBezTo>
                <a:cubicBezTo>
                  <a:pt x="62954" y="64294"/>
                  <a:pt x="66526" y="56704"/>
                  <a:pt x="67866" y="53132"/>
                </a:cubicBezTo>
                <a:lnTo>
                  <a:pt x="70545" y="54471"/>
                </a:lnTo>
                <a:close/>
                <a:moveTo>
                  <a:pt x="70545" y="544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22D9E-3463-41EA-B29D-D7BE4884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196" y="3943207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CA6DA-2BD2-4E90-9480-DAC59171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34" y="3968211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B45BD-2A79-482B-A717-489A54D9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048" y="3968211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D1E80-C56F-45AC-86F1-0F68AFAB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025" y="3514725"/>
            <a:ext cx="1493825" cy="250813"/>
          </a:xfrm>
          <a:custGeom xmlns:a="http://schemas.openxmlformats.org/drawingml/2006/main">
            <a:pathLst>
              <a:path w="1493825" h="250813">
                <a:moveTo>
                  <a:pt x="1450516" y="250813"/>
                </a:moveTo>
                <a:lnTo>
                  <a:pt x="1453478" y="250713"/>
                </a:lnTo>
                <a:lnTo>
                  <a:pt x="1456386" y="250417"/>
                </a:lnTo>
                <a:lnTo>
                  <a:pt x="1459235" y="249931"/>
                </a:lnTo>
                <a:lnTo>
                  <a:pt x="1462018" y="249263"/>
                </a:lnTo>
                <a:lnTo>
                  <a:pt x="1464729" y="248418"/>
                </a:lnTo>
                <a:lnTo>
                  <a:pt x="1467360" y="247403"/>
                </a:lnTo>
                <a:lnTo>
                  <a:pt x="1469907" y="246224"/>
                </a:lnTo>
                <a:lnTo>
                  <a:pt x="1472361" y="244888"/>
                </a:lnTo>
                <a:lnTo>
                  <a:pt x="1474717" y="243402"/>
                </a:lnTo>
                <a:lnTo>
                  <a:pt x="1476967" y="241771"/>
                </a:lnTo>
                <a:lnTo>
                  <a:pt x="1479107" y="240002"/>
                </a:lnTo>
                <a:lnTo>
                  <a:pt x="1481128" y="238102"/>
                </a:lnTo>
                <a:lnTo>
                  <a:pt x="1483025" y="236076"/>
                </a:lnTo>
                <a:lnTo>
                  <a:pt x="1484791" y="233933"/>
                </a:lnTo>
                <a:lnTo>
                  <a:pt x="1486420" y="231677"/>
                </a:lnTo>
                <a:lnTo>
                  <a:pt x="1487905" y="229315"/>
                </a:lnTo>
                <a:lnTo>
                  <a:pt x="1489240" y="226854"/>
                </a:lnTo>
                <a:lnTo>
                  <a:pt x="1490417" y="224301"/>
                </a:lnTo>
                <a:lnTo>
                  <a:pt x="1491431" y="221661"/>
                </a:lnTo>
                <a:lnTo>
                  <a:pt x="1492276" y="218941"/>
                </a:lnTo>
                <a:lnTo>
                  <a:pt x="1492944" y="216148"/>
                </a:lnTo>
                <a:lnTo>
                  <a:pt x="1493429" y="213288"/>
                </a:lnTo>
                <a:lnTo>
                  <a:pt x="1493725" y="210367"/>
                </a:lnTo>
                <a:lnTo>
                  <a:pt x="1493825" y="207392"/>
                </a:lnTo>
                <a:lnTo>
                  <a:pt x="1493825" y="34156"/>
                </a:lnTo>
                <a:lnTo>
                  <a:pt x="1493725" y="31181"/>
                </a:lnTo>
                <a:lnTo>
                  <a:pt x="1493429" y="28260"/>
                </a:lnTo>
                <a:lnTo>
                  <a:pt x="1492944" y="25400"/>
                </a:lnTo>
                <a:lnTo>
                  <a:pt x="1492276" y="22607"/>
                </a:lnTo>
                <a:lnTo>
                  <a:pt x="1491431" y="19887"/>
                </a:lnTo>
                <a:lnTo>
                  <a:pt x="1490417" y="17247"/>
                </a:lnTo>
                <a:lnTo>
                  <a:pt x="1489240" y="14694"/>
                </a:lnTo>
                <a:lnTo>
                  <a:pt x="1487905" y="12233"/>
                </a:lnTo>
                <a:lnTo>
                  <a:pt x="1486420" y="9871"/>
                </a:lnTo>
                <a:lnTo>
                  <a:pt x="1484791" y="7615"/>
                </a:lnTo>
                <a:lnTo>
                  <a:pt x="1483025" y="5472"/>
                </a:lnTo>
                <a:lnTo>
                  <a:pt x="1481128" y="3446"/>
                </a:lnTo>
                <a:lnTo>
                  <a:pt x="1479107" y="1546"/>
                </a:lnTo>
                <a:lnTo>
                  <a:pt x="1477237" y="0"/>
                </a:lnTo>
                <a:lnTo>
                  <a:pt x="16541" y="0"/>
                </a:lnTo>
                <a:lnTo>
                  <a:pt x="14673" y="1546"/>
                </a:lnTo>
                <a:lnTo>
                  <a:pt x="12655" y="3446"/>
                </a:lnTo>
                <a:lnTo>
                  <a:pt x="10762" y="5472"/>
                </a:lnTo>
                <a:lnTo>
                  <a:pt x="9000" y="7615"/>
                </a:lnTo>
                <a:lnTo>
                  <a:pt x="7375" y="9871"/>
                </a:lnTo>
                <a:lnTo>
                  <a:pt x="5895" y="12233"/>
                </a:lnTo>
                <a:lnTo>
                  <a:pt x="4565" y="14694"/>
                </a:lnTo>
                <a:lnTo>
                  <a:pt x="3392" y="17247"/>
                </a:lnTo>
                <a:lnTo>
                  <a:pt x="2382" y="19887"/>
                </a:lnTo>
                <a:lnTo>
                  <a:pt x="1542" y="22607"/>
                </a:lnTo>
                <a:lnTo>
                  <a:pt x="877" y="25400"/>
                </a:lnTo>
                <a:lnTo>
                  <a:pt x="394" y="28260"/>
                </a:lnTo>
                <a:lnTo>
                  <a:pt x="100" y="31181"/>
                </a:lnTo>
                <a:lnTo>
                  <a:pt x="0" y="34156"/>
                </a:lnTo>
                <a:lnTo>
                  <a:pt x="0" y="207392"/>
                </a:lnTo>
                <a:lnTo>
                  <a:pt x="100" y="210367"/>
                </a:lnTo>
                <a:lnTo>
                  <a:pt x="394" y="213288"/>
                </a:lnTo>
                <a:lnTo>
                  <a:pt x="877" y="216148"/>
                </a:lnTo>
                <a:lnTo>
                  <a:pt x="1542" y="218941"/>
                </a:lnTo>
                <a:lnTo>
                  <a:pt x="2382" y="221661"/>
                </a:lnTo>
                <a:lnTo>
                  <a:pt x="3392" y="224301"/>
                </a:lnTo>
                <a:lnTo>
                  <a:pt x="4565" y="226854"/>
                </a:lnTo>
                <a:lnTo>
                  <a:pt x="5895" y="229315"/>
                </a:lnTo>
                <a:lnTo>
                  <a:pt x="7375" y="231677"/>
                </a:lnTo>
                <a:lnTo>
                  <a:pt x="9000" y="233933"/>
                </a:lnTo>
                <a:lnTo>
                  <a:pt x="10762" y="236076"/>
                </a:lnTo>
                <a:lnTo>
                  <a:pt x="12655" y="238102"/>
                </a:lnTo>
                <a:lnTo>
                  <a:pt x="14673" y="240002"/>
                </a:lnTo>
                <a:lnTo>
                  <a:pt x="16810" y="241771"/>
                </a:lnTo>
                <a:lnTo>
                  <a:pt x="19060" y="243402"/>
                </a:lnTo>
                <a:lnTo>
                  <a:pt x="21415" y="244888"/>
                </a:lnTo>
                <a:lnTo>
                  <a:pt x="23870" y="246224"/>
                </a:lnTo>
                <a:lnTo>
                  <a:pt x="26418" y="247403"/>
                </a:lnTo>
                <a:lnTo>
                  <a:pt x="29053" y="248418"/>
                </a:lnTo>
                <a:lnTo>
                  <a:pt x="31768" y="249263"/>
                </a:lnTo>
                <a:lnTo>
                  <a:pt x="34558" y="249931"/>
                </a:lnTo>
                <a:lnTo>
                  <a:pt x="37415" y="250417"/>
                </a:lnTo>
                <a:lnTo>
                  <a:pt x="40335" y="250713"/>
                </a:lnTo>
                <a:lnTo>
                  <a:pt x="43309" y="250813"/>
                </a:lnTo>
                <a:lnTo>
                  <a:pt x="1450516" y="250813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4:gradFill xmlns:ns4="http://schemas.openxmlformats.org/drawingml/2006/main" rotWithShape="1">
            <ns4:gsLst>
              <ns4:gs pos="0">
                <ns4:srgbClr val="f5b7a3">
                  <ns4:alpha val="100000"/>
                </ns4:srgbClr>
              </ns4:gs>
              <ns4:gs pos="1176">
                <ns4:srgbClr val="f5b7a3">
                  <ns4:alpha val="100000"/>
                </ns4:srgbClr>
              </ns4:gs>
              <ns4:gs pos="1581">
                <ns4:srgbClr val="f5b7a2">
                  <ns4:alpha val="100000"/>
                </ns4:srgbClr>
              </ns4:gs>
              <ns4:gs pos="1986">
                <ns4:srgbClr val="f5b7a2">
                  <ns4:alpha val="100000"/>
                </ns4:srgbClr>
              </ns4:gs>
              <ns4:gs pos="2390">
                <ns4:srgbClr val="f5b6a2">
                  <ns4:alpha val="100000"/>
                </ns4:srgbClr>
              </ns4:gs>
              <ns4:gs pos="2795">
                <ns4:srgbClr val="f5b6a2">
                  <ns4:alpha val="100000"/>
                </ns4:srgbClr>
              </ns4:gs>
              <ns4:gs pos="4414">
                <ns4:srgbClr val="f5b6a2">
                  <ns4:alpha val="100000"/>
                </ns4:srgbClr>
              </ns4:gs>
              <ns4:gs pos="4819">
                <ns4:srgbClr val="f4b6a2">
                  <ns4:alpha val="100000"/>
                </ns4:srgbClr>
              </ns4:gs>
              <ns4:gs pos="5224">
                <ns4:srgbClr val="f4b6a2">
                  <ns4:alpha val="100000"/>
                </ns4:srgbClr>
              </ns4:gs>
              <ns4:gs pos="5628">
                <ns4:srgbClr val="f4b6a1">
                  <ns4:alpha val="100000"/>
                </ns4:srgbClr>
              </ns4:gs>
              <ns4:gs pos="6033">
                <ns4:srgbClr val="f4b6a1">
                  <ns4:alpha val="100000"/>
                </ns4:srgbClr>
              </ns4:gs>
              <ns4:gs pos="6438">
                <ns4:srgbClr val="f4b5a1">
                  <ns4:alpha val="100000"/>
                </ns4:srgbClr>
              </ns4:gs>
              <ns4:gs pos="6842">
                <ns4:srgbClr val="f4b5a1">
                  <ns4:alpha val="100000"/>
                </ns4:srgbClr>
              </ns4:gs>
              <ns4:gs pos="7652">
                <ns4:srgbClr val="f4b5a1">
                  <ns4:alpha val="100000"/>
                </ns4:srgbClr>
              </ns4:gs>
              <ns4:gs pos="9271">
                <ns4:srgbClr val="f4b5a1">
                  <ns4:alpha val="100000"/>
                </ns4:srgbClr>
              </ns4:gs>
              <ns4:gs pos="10080">
                <ns4:srgbClr val="f4b5a0">
                  <ns4:alpha val="100000"/>
                </ns4:srgbClr>
              </ns4:gs>
              <ns4:gs pos="10485">
                <ns4:srgbClr val="f4b4a0">
                  <ns4:alpha val="100000"/>
                </ns4:srgbClr>
              </ns4:gs>
              <ns4:gs pos="10890">
                <ns4:srgbClr val="f4b4a0">
                  <ns4:alpha val="100000"/>
                </ns4:srgbClr>
              </ns4:gs>
              <ns4:gs pos="12509">
                <ns4:srgbClr val="f4b4a0">
                  <ns4:alpha val="100000"/>
                </ns4:srgbClr>
              </ns4:gs>
              <ns4:gs pos="12913">
                <ns4:srgbClr val="f4b49f">
                  <ns4:alpha val="100000"/>
                </ns4:srgbClr>
              </ns4:gs>
              <ns4:gs pos="13318">
                <ns4:srgbClr val="f4b49f">
                  <ns4:alpha val="100000"/>
                </ns4:srgbClr>
              </ns4:gs>
              <ns4:gs pos="14128">
                <ns4:srgbClr val="f4b49f">
                  <ns4:alpha val="100000"/>
                </ns4:srgbClr>
              </ns4:gs>
              <ns4:gs pos="14532">
                <ns4:srgbClr val="f4b39f">
                  <ns4:alpha val="100000"/>
                </ns4:srgbClr>
              </ns4:gs>
              <ns4:gs pos="14937">
                <ns4:srgbClr val="f4b39f">
                  <ns4:alpha val="100000"/>
                </ns4:srgbClr>
              </ns4:gs>
              <ns4:gs pos="15747">
                <ns4:srgbClr val="f4b39f">
                  <ns4:alpha val="100000"/>
                </ns4:srgbClr>
              </ns4:gs>
              <ns4:gs pos="16556">
                <ns4:srgbClr val="f4b39f">
                  <ns4:alpha val="100000"/>
                </ns4:srgbClr>
              </ns4:gs>
              <ns4:gs pos="16961">
                <ns4:srgbClr val="f4b39e">
                  <ns4:alpha val="100000"/>
                </ns4:srgbClr>
              </ns4:gs>
              <ns4:gs pos="17366">
                <ns4:srgbClr val="f4b39e">
                  <ns4:alpha val="100000"/>
                </ns4:srgbClr>
              </ns4:gs>
              <ns4:gs pos="18175">
                <ns4:srgbClr val="f4b39e">
                  <ns4:alpha val="100000"/>
                </ns4:srgbClr>
              </ns4:gs>
              <ns4:gs pos="18580">
                <ns4:srgbClr val="f4b29e">
                  <ns4:alpha val="100000"/>
                </ns4:srgbClr>
              </ns4:gs>
              <ns4:gs pos="18984">
                <ns4:srgbClr val="f4b29e">
                  <ns4:alpha val="100000"/>
                </ns4:srgbClr>
              </ns4:gs>
              <ns4:gs pos="19794">
                <ns4:srgbClr val="f4b29e">
                  <ns4:alpha val="100000"/>
                </ns4:srgbClr>
              </ns4:gs>
              <ns4:gs pos="20199">
                <ns4:srgbClr val="f4b29d">
                  <ns4:alpha val="100000"/>
                </ns4:srgbClr>
              </ns4:gs>
              <ns4:gs pos="20603">
                <ns4:srgbClr val="f4b29d">
                  <ns4:alpha val="100000"/>
                </ns4:srgbClr>
              </ns4:gs>
              <ns4:gs pos="22222">
                <ns4:srgbClr val="f4b29d">
                  <ns4:alpha val="100000"/>
                </ns4:srgbClr>
              </ns4:gs>
              <ns4:gs pos="22627">
                <ns4:srgbClr val="f3b19d">
                  <ns4:alpha val="100000"/>
                </ns4:srgbClr>
              </ns4:gs>
              <ns4:gs pos="23032">
                <ns4:srgbClr val="f3b19d">
                  <ns4:alpha val="100000"/>
                </ns4:srgbClr>
              </ns4:gs>
              <ns4:gs pos="23841">
                <ns4:srgbClr val="f3b19d">
                  <ns4:alpha val="100000"/>
                </ns4:srgbClr>
              </ns4:gs>
              <ns4:gs pos="24246">
                <ns4:srgbClr val="f3b19c">
                  <ns4:alpha val="100000"/>
                </ns4:srgbClr>
              </ns4:gs>
              <ns4:gs pos="24651">
                <ns4:srgbClr val="f3b19c">
                  <ns4:alpha val="100000"/>
                </ns4:srgbClr>
              </ns4:gs>
              <ns4:gs pos="25460">
                <ns4:srgbClr val="f3b19c">
                  <ns4:alpha val="100000"/>
                </ns4:srgbClr>
              </ns4:gs>
              <ns4:gs pos="25865">
                <ns4:srgbClr val="f3b09c">
                  <ns4:alpha val="100000"/>
                </ns4:srgbClr>
              </ns4:gs>
              <ns4:gs pos="26270">
                <ns4:srgbClr val="f3b09c">
                  <ns4:alpha val="100000"/>
                </ns4:srgbClr>
              </ns4:gs>
              <ns4:gs pos="27079">
                <ns4:srgbClr val="f3b09c">
                  <ns4:alpha val="100000"/>
                </ns4:srgbClr>
              </ns4:gs>
              <ns4:gs pos="27484">
                <ns4:srgbClr val="f3b09b">
                  <ns4:alpha val="100000"/>
                </ns4:srgbClr>
              </ns4:gs>
              <ns4:gs pos="27889">
                <ns4:srgbClr val="f3b09b">
                  <ns4:alpha val="100000"/>
                </ns4:srgbClr>
              </ns4:gs>
              <ns4:gs pos="28698">
                <ns4:srgbClr val="f3b09b">
                  <ns4:alpha val="100000"/>
                </ns4:srgbClr>
              </ns4:gs>
              <ns4:gs pos="29507">
                <ns4:srgbClr val="f3b09b">
                  <ns4:alpha val="100000"/>
                </ns4:srgbClr>
              </ns4:gs>
              <ns4:gs pos="29912">
                <ns4:srgbClr val="f3af9b">
                  <ns4:alpha val="100000"/>
                </ns4:srgbClr>
              </ns4:gs>
              <ns4:gs pos="30317">
                <ns4:srgbClr val="f3af9b">
                  <ns4:alpha val="100000"/>
                </ns4:srgbClr>
              </ns4:gs>
              <ns4:gs pos="31127">
                <ns4:srgbClr val="f3af9b">
                  <ns4:alpha val="100000"/>
                </ns4:srgbClr>
              </ns4:gs>
              <ns4:gs pos="31531">
                <ns4:srgbClr val="f3af9a">
                  <ns4:alpha val="100000"/>
                </ns4:srgbClr>
              </ns4:gs>
              <ns4:gs pos="31936">
                <ns4:srgbClr val="f3af9a">
                  <ns4:alpha val="100000"/>
                </ns4:srgbClr>
              </ns4:gs>
              <ns4:gs pos="33555">
                <ns4:srgbClr val="f3af9a">
                  <ns4:alpha val="100000"/>
                </ns4:srgbClr>
              </ns4:gs>
              <ns4:gs pos="33960">
                <ns4:srgbClr val="f3ae9a">
                  <ns4:alpha val="100000"/>
                </ns4:srgbClr>
              </ns4:gs>
              <ns4:gs pos="34364">
                <ns4:srgbClr val="f3ae9a">
                  <ns4:alpha val="100000"/>
                </ns4:srgbClr>
              </ns4:gs>
              <ns4:gs pos="35174">
                <ns4:srgbClr val="f3ae9a">
                  <ns4:alpha val="100000"/>
                </ns4:srgbClr>
              </ns4:gs>
              <ns4:gs pos="36793">
                <ns4:srgbClr val="f3ae99">
                  <ns4:alpha val="100000"/>
                </ns4:srgbClr>
              </ns4:gs>
              <ns4:gs pos="37602">
                <ns4:srgbClr val="f3ae99">
                  <ns4:alpha val="100000"/>
                </ns4:srgbClr>
              </ns4:gs>
              <ns4:gs pos="38007">
                <ns4:srgbClr val="f3ad99">
                  <ns4:alpha val="100000"/>
                </ns4:srgbClr>
              </ns4:gs>
              <ns4:gs pos="38412">
                <ns4:srgbClr val="f3ad99">
                  <ns4:alpha val="100000"/>
                </ns4:srgbClr>
              </ns4:gs>
              <ns4:gs pos="38816">
                <ns4:srgbClr val="f3ad98">
                  <ns4:alpha val="100000"/>
                </ns4:srgbClr>
              </ns4:gs>
              <ns4:gs pos="39221">
                <ns4:srgbClr val="f3ad98">
                  <ns4:alpha val="100000"/>
                </ns4:srgbClr>
              </ns4:gs>
              <ns4:gs pos="39626">
                <ns4:srgbClr val="f2ad98">
                  <ns4:alpha val="100000"/>
                </ns4:srgbClr>
              </ns4:gs>
              <ns4:gs pos="40031">
                <ns4:srgbClr val="f2ad98">
                  <ns4:alpha val="100000"/>
                </ns4:srgbClr>
              </ns4:gs>
              <ns4:gs pos="41650">
                <ns4:srgbClr val="f2ad98">
                  <ns4:alpha val="100000"/>
                </ns4:srgbClr>
              </ns4:gs>
              <ns4:gs pos="42054">
                <ns4:srgbClr val="f2ac98">
                  <ns4:alpha val="100000"/>
                </ns4:srgbClr>
              </ns4:gs>
              <ns4:gs pos="42459">
                <ns4:srgbClr val="f2ac98">
                  <ns4:alpha val="100000"/>
                </ns4:srgbClr>
              </ns4:gs>
              <ns4:gs pos="42864">
                <ns4:srgbClr val="f2ac97">
                  <ns4:alpha val="100000"/>
                </ns4:srgbClr>
              </ns4:gs>
              <ns4:gs pos="43268">
                <ns4:srgbClr val="f2ac97">
                  <ns4:alpha val="100000"/>
                </ns4:srgbClr>
              </ns4:gs>
              <ns4:gs pos="44887">
                <ns4:srgbClr val="f2ac97">
                  <ns4:alpha val="100000"/>
                </ns4:srgbClr>
              </ns4:gs>
              <ns4:gs pos="45697">
                <ns4:srgbClr val="f2ac97">
                  <ns4:alpha val="100000"/>
                </ns4:srgbClr>
              </ns4:gs>
              <ns4:gs pos="46102">
                <ns4:srgbClr val="f2ab96">
                  <ns4:alpha val="100000"/>
                </ns4:srgbClr>
              </ns4:gs>
              <ns4:gs pos="46506">
                <ns4:srgbClr val="f2ab96">
                  <ns4:alpha val="100000"/>
                </ns4:srgbClr>
              </ns4:gs>
              <ns4:gs pos="48125">
                <ns4:srgbClr val="f2ab96">
                  <ns4:alpha val="100000"/>
                </ns4:srgbClr>
              </ns4:gs>
              <ns4:gs pos="48935">
                <ns4:srgbClr val="f2ab96">
                  <ns4:alpha val="100000"/>
                </ns4:srgbClr>
              </ns4:gs>
              <ns4:gs pos="49339">
                <ns4:srgbClr val="f2ab95">
                  <ns4:alpha val="100000"/>
                </ns4:srgbClr>
              </ns4:gs>
              <ns4:gs pos="49744">
                <ns4:srgbClr val="f2ab95">
                  <ns4:alpha val="100000"/>
                </ns4:srgbClr>
              </ns4:gs>
              <ns4:gs pos="50149">
                <ns4:srgbClr val="f2aa95">
                  <ns4:alpha val="100000"/>
                </ns4:srgbClr>
              </ns4:gs>
              <ns4:gs pos="50554">
                <ns4:srgbClr val="f2aa95">
                  <ns4:alpha val="100000"/>
                </ns4:srgbClr>
              </ns4:gs>
              <ns4:gs pos="51363">
                <ns4:srgbClr val="f2aa95">
                  <ns4:alpha val="100000"/>
                </ns4:srgbClr>
              </ns4:gs>
              <ns4:gs pos="51768">
                <ns4:srgbClr val="f2aa94">
                  <ns4:alpha val="100000"/>
                </ns4:srgbClr>
              </ns4:gs>
              <ns4:gs pos="52173">
                <ns4:srgbClr val="f2aa94">
                  <ns4:alpha val="100000"/>
                </ns4:srgbClr>
              </ns4:gs>
              <ns4:gs pos="52982">
                <ns4:srgbClr val="f2aa94">
                  <ns4:alpha val="100000"/>
                </ns4:srgbClr>
              </ns4:gs>
              <ns4:gs pos="53792">
                <ns4:srgbClr val="f2aa94">
                  <ns4:alpha val="100000"/>
                </ns4:srgbClr>
              </ns4:gs>
              <ns4:gs pos="54196">
                <ns4:srgbClr val="f2a993">
                  <ns4:alpha val="100000"/>
                </ns4:srgbClr>
              </ns4:gs>
              <ns4:gs pos="54601">
                <ns4:srgbClr val="f2a993">
                  <ns4:alpha val="100000"/>
                </ns4:srgbClr>
              </ns4:gs>
              <ns4:gs pos="56220">
                <ns4:srgbClr val="f2a993">
                  <ns4:alpha val="100000"/>
                </ns4:srgbClr>
              </ns4:gs>
              <ns4:gs pos="56625">
                <ns4:srgbClr val="f2a992">
                  <ns4:alpha val="100000"/>
                </ns4:srgbClr>
              </ns4:gs>
              <ns4:gs pos="57029">
                <ns4:srgbClr val="f3a992">
                  <ns4:alpha val="100000"/>
                </ns4:srgbClr>
              </ns4:gs>
              <ns4:gs pos="57839">
                <ns4:srgbClr val="f3a992">
                  <ns4:alpha val="100000"/>
                </ns4:srgbClr>
              </ns4:gs>
              <ns4:gs pos="58244">
                <ns4:srgbClr val="f3a892">
                  <ns4:alpha val="100000"/>
                </ns4:srgbClr>
              </ns4:gs>
              <ns4:gs pos="58648">
                <ns4:srgbClr val="f3a892">
                  <ns4:alpha val="100000"/>
                </ns4:srgbClr>
              </ns4:gs>
              <ns4:gs pos="59053">
                <ns4:srgbClr val="f3a891">
                  <ns4:alpha val="100000"/>
                </ns4:srgbClr>
              </ns4:gs>
              <ns4:gs pos="59458">
                <ns4:srgbClr val="f3a891">
                  <ns4:alpha val="100000"/>
                </ns4:srgbClr>
              </ns4:gs>
              <ns4:gs pos="61077">
                <ns4:srgbClr val="f3a891">
                  <ns4:alpha val="100000"/>
                </ns4:srgbClr>
              </ns4:gs>
              <ns4:gs pos="61481">
                <ns4:srgbClr val="f3a890">
                  <ns4:alpha val="100000"/>
                </ns4:srgbClr>
              </ns4:gs>
              <ns4:gs pos="61886">
                <ns4:srgbClr val="f3a890">
                  <ns4:alpha val="100000"/>
                </ns4:srgbClr>
              </ns4:gs>
              <ns4:gs pos="62291">
                <ns4:srgbClr val="f3a790">
                  <ns4:alpha val="100000"/>
                </ns4:srgbClr>
              </ns4:gs>
              <ns4:gs pos="62696">
                <ns4:srgbClr val="f3a790">
                  <ns4:alpha val="100000"/>
                </ns4:srgbClr>
              </ns4:gs>
              <ns4:gs pos="63505">
                <ns4:srgbClr val="f3a790">
                  <ns4:alpha val="100000"/>
                </ns4:srgbClr>
              </ns4:gs>
              <ns4:gs pos="63910">
                <ns4:srgbClr val="f3a78f">
                  <ns4:alpha val="100000"/>
                </ns4:srgbClr>
              </ns4:gs>
              <ns4:gs pos="64315">
                <ns4:srgbClr val="f3a78f">
                  <ns4:alpha val="100000"/>
                </ns4:srgbClr>
              </ns4:gs>
              <ns4:gs pos="65933">
                <ns4:srgbClr val="f3a78f">
                  <ns4:alpha val="100000"/>
                </ns4:srgbClr>
              </ns4:gs>
              <ns4:gs pos="66338">
                <ns4:srgbClr val="f3a68e">
                  <ns4:alpha val="100000"/>
                </ns4:srgbClr>
              </ns4:gs>
              <ns4:gs pos="66743">
                <ns4:srgbClr val="f3a68e">
                  <ns4:alpha val="100000"/>
                </ns4:srgbClr>
              </ns4:gs>
              <ns4:gs pos="67552">
                <ns4:srgbClr val="f3a68e">
                  <ns4:alpha val="100000"/>
                </ns4:srgbClr>
              </ns4:gs>
              <ns4:gs pos="68362">
                <ns4:srgbClr val="f3a68e">
                  <ns4:alpha val="100000"/>
                </ns4:srgbClr>
              </ns4:gs>
              <ns4:gs pos="68767">
                <ns4:srgbClr val="f3a68d">
                  <ns4:alpha val="100000"/>
                </ns4:srgbClr>
              </ns4:gs>
              <ns4:gs pos="69171">
                <ns4:srgbClr val="f3a68d">
                  <ns4:alpha val="100000"/>
                </ns4:srgbClr>
              </ns4:gs>
              <ns4:gs pos="69981">
                <ns4:srgbClr val="f3a68d">
                  <ns4:alpha val="100000"/>
                </ns4:srgbClr>
              </ns4:gs>
              <ns4:gs pos="70386">
                <ns4:srgbClr val="f3a58d">
                  <ns4:alpha val="100000"/>
                </ns4:srgbClr>
              </ns4:gs>
              <ns4:gs pos="70790">
                <ns4:srgbClr val="f3a58d">
                  <ns4:alpha val="100000"/>
                </ns4:srgbClr>
              </ns4:gs>
              <ns4:gs pos="71195">
                <ns4:srgbClr val="f3a58c">
                  <ns4:alpha val="100000"/>
                </ns4:srgbClr>
              </ns4:gs>
              <ns4:gs pos="71600">
                <ns4:srgbClr val="f3a58c">
                  <ns4:alpha val="100000"/>
                </ns4:srgbClr>
              </ns4:gs>
              <ns4:gs pos="72409">
                <ns4:srgbClr val="f3a58c">
                  <ns4:alpha val="100000"/>
                </ns4:srgbClr>
              </ns4:gs>
              <ns4:gs pos="73219">
                <ns4:srgbClr val="f3a58c">
                  <ns4:alpha val="100000"/>
                </ns4:srgbClr>
              </ns4:gs>
              <ns4:gs pos="73623">
                <ns4:srgbClr val="f3a58c">
                  <ns4:alpha val="100000"/>
                </ns4:srgbClr>
              </ns4:gs>
              <ns4:gs pos="74028">
                <ns4:srgbClr val="f4a58c">
                  <ns4:alpha val="100000"/>
                </ns4:srgbClr>
              </ns4:gs>
              <ns4:gs pos="74433">
                <ns4:srgbClr val="f4a48b">
                  <ns4:alpha val="100000"/>
                </ns4:srgbClr>
              </ns4:gs>
              <ns4:gs pos="74838">
                <ns4:srgbClr val="f4a48b">
                  <ns4:alpha val="100000"/>
                </ns4:srgbClr>
              </ns4:gs>
              <ns4:gs pos="75647">
                <ns4:srgbClr val="f4a48b">
                  <ns4:alpha val="100000"/>
                </ns4:srgbClr>
              </ns4:gs>
              <ns4:gs pos="76457">
                <ns4:srgbClr val="f4a48b">
                  <ns4:alpha val="100000"/>
                </ns4:srgbClr>
              </ns4:gs>
              <ns4:gs pos="76861">
                <ns4:srgbClr val="f4a48a">
                  <ns4:alpha val="100000"/>
                </ns4:srgbClr>
              </ns4:gs>
              <ns4:gs pos="77266">
                <ns4:srgbClr val="f4a48a">
                  <ns4:alpha val="100000"/>
                </ns4:srgbClr>
              </ns4:gs>
              <ns4:gs pos="77671">
                <ns4:srgbClr val="f4a38a">
                  <ns4:alpha val="100000"/>
                </ns4:srgbClr>
              </ns4:gs>
              <ns4:gs pos="78075">
                <ns4:srgbClr val="f4a38a">
                  <ns4:alpha val="100000"/>
                </ns4:srgbClr>
              </ns4:gs>
              <ns4:gs pos="78885">
                <ns4:srgbClr val="f4a38a">
                  <ns4:alpha val="100000"/>
                </ns4:srgbClr>
              </ns4:gs>
              <ns4:gs pos="79290">
                <ns4:srgbClr val="f4a389">
                  <ns4:alpha val="100000"/>
                </ns4:srgbClr>
              </ns4:gs>
              <ns4:gs pos="79694">
                <ns4:srgbClr val="f4a389">
                  <ns4:alpha val="100000"/>
                </ns4:srgbClr>
              </ns4:gs>
              <ns4:gs pos="80504">
                <ns4:srgbClr val="f4a389">
                  <ns4:alpha val="100000"/>
                </ns4:srgbClr>
              </ns4:gs>
              <ns4:gs pos="81313">
                <ns4:srgbClr val="f4a389">
                  <ns4:alpha val="100000"/>
                </ns4:srgbClr>
              </ns4:gs>
              <ns4:gs pos="81718">
                <ns4:srgbClr val="f4a288">
                  <ns4:alpha val="100000"/>
                </ns4:srgbClr>
              </ns4:gs>
              <ns4:gs pos="82123">
                <ns4:srgbClr val="f4a288">
                  <ns4:alpha val="100000"/>
                </ns4:srgbClr>
              </ns4:gs>
              <ns4:gs pos="83742">
                <ns4:srgbClr val="f4a288">
                  <ns4:alpha val="100000"/>
                </ns4:srgbClr>
              </ns4:gs>
              <ns4:gs pos="84146">
                <ns4:srgbClr val="f4a287">
                  <ns4:alpha val="100000"/>
                </ns4:srgbClr>
              </ns4:gs>
              <ns4:gs pos="84551">
                <ns4:srgbClr val="f4a287">
                  <ns4:alpha val="100000"/>
                </ns4:srgbClr>
              </ns4:gs>
              <ns4:gs pos="85361">
                <ns4:srgbClr val="f4a287">
                  <ns4:alpha val="100000"/>
                </ns4:srgbClr>
              </ns4:gs>
              <ns4:gs pos="85765">
                <ns4:srgbClr val="f4a187">
                  <ns4:alpha val="100000"/>
                </ns4:srgbClr>
              </ns4:gs>
              <ns4:gs pos="86170">
                <ns4:srgbClr val="f4a187">
                  <ns4:alpha val="100000"/>
                </ns4:srgbClr>
              </ns4:gs>
              <ns4:gs pos="86575">
                <ns4:srgbClr val="f4a186">
                  <ns4:alpha val="100000"/>
                </ns4:srgbClr>
              </ns4:gs>
              <ns4:gs pos="86980">
                <ns4:srgbClr val="f4a186">
                  <ns4:alpha val="100000"/>
                </ns4:srgbClr>
              </ns4:gs>
              <ns4:gs pos="88599">
                <ns4:srgbClr val="f4a186">
                  <ns4:alpha val="100000"/>
                </ns4:srgbClr>
              </ns4:gs>
              <ns4:gs pos="89003">
                <ns4:srgbClr val="f4a185">
                  <ns4:alpha val="100000"/>
                </ns4:srgbClr>
              </ns4:gs>
              <ns4:gs pos="89408">
                <ns4:srgbClr val="f4a185">
                  <ns4:alpha val="100000"/>
                </ns4:srgbClr>
              </ns4:gs>
              <ns4:gs pos="89813">
                <ns4:srgbClr val="f4a085">
                  <ns4:alpha val="100000"/>
                </ns4:srgbClr>
              </ns4:gs>
              <ns4:gs pos="90217">
                <ns4:srgbClr val="f4a085">
                  <ns4:alpha val="100000"/>
                </ns4:srgbClr>
              </ns4:gs>
              <ns4:gs pos="91027">
                <ns4:srgbClr val="f4a085">
                  <ns4:alpha val="100000"/>
                </ns4:srgbClr>
              </ns4:gs>
              <ns4:gs pos="91432">
                <ns4:srgbClr val="f4a084">
                  <ns4:alpha val="100000"/>
                </ns4:srgbClr>
              </ns4:gs>
              <ns4:gs pos="91836">
                <ns4:srgbClr val="f5a084">
                  <ns4:alpha val="100000"/>
                </ns4:srgbClr>
              </ns4:gs>
              <ns4:gs pos="93455">
                <ns4:srgbClr val="f5a084">
                  <ns4:alpha val="100000"/>
                </ns4:srgbClr>
              </ns4:gs>
              <ns4:gs pos="93860">
                <ns4:srgbClr val="f59f83">
                  <ns4:alpha val="100000"/>
                </ns4:srgbClr>
              </ns4:gs>
              <ns4:gs pos="94265">
                <ns4:srgbClr val="f59f83">
                  <ns4:alpha val="100000"/>
                </ns4:srgbClr>
              </ns4:gs>
              <ns4:gs pos="95074">
                <ns4:srgbClr val="f59f83">
                  <ns4:alpha val="100000"/>
                </ns4:srgbClr>
              </ns4:gs>
              <ns4:gs pos="95884">
                <ns4:srgbClr val="f59f83">
                  <ns4:alpha val="100000"/>
                </ns4:srgbClr>
              </ns4:gs>
              <ns4:gs pos="96288">
                <ns4:srgbClr val="f59f82">
                  <ns4:alpha val="100000"/>
                </ns4:srgbClr>
              </ns4:gs>
              <ns4:gs pos="96693">
                <ns4:srgbClr val="f59f82">
                  <ns4:alpha val="100000"/>
                </ns4:srgbClr>
              </ns4:gs>
              <ns4:gs pos="97503">
                <ns4:srgbClr val="f59f82">
                  <ns4:alpha val="100000"/>
                </ns4:srgbClr>
              </ns4:gs>
              <ns4:gs pos="97907">
                <ns4:srgbClr val="f59e82">
                  <ns4:alpha val="100000"/>
                </ns4:srgbClr>
              </ns4:gs>
              <ns4:gs pos="98312">
                <ns4:srgbClr val="f59e82">
                  <ns4:alpha val="100000"/>
                </ns4:srgbClr>
              </ns4:gs>
              <ns4:gs pos="98717">
                <ns4:srgbClr val="f59e81">
                  <ns4:alpha val="100000"/>
                </ns4:srgbClr>
              </ns4:gs>
              <ns4:gs pos="99122">
                <ns4:srgbClr val="f59e81">
                  <ns4:alpha val="100000"/>
                </ns4:srgbClr>
              </ns4:gs>
              <ns4:gs pos="99931">
                <ns4:srgbClr val="f59e81">
                  <ns4:alpha val="100000"/>
                </ns4:srgbClr>
              </ns4:gs>
              <ns4:gs pos="100000">
                <ns4:srgbClr val="f59e81">
                  <ns4:alpha val="100000"/>
                </ns4:srgbClr>
              </ns4:gs>
            </ns4:gsLst>
            <ns4:lin ang="5400000" scaled="1"/>
          </ns4:gradFill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A8168-4AED-4452-9B2B-C27670BD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025" y="3505460"/>
            <a:ext cx="1493044" cy="259854"/>
          </a:xfrm>
          <a:custGeom xmlns:a="http://schemas.openxmlformats.org/drawingml/2006/main">
            <a:pathLst>
              <a:path w="1493044" h="259854" fill="none">
                <a:moveTo>
                  <a:pt x="0" y="43309"/>
                </a:moveTo>
                <a:cubicBezTo>
                  <a:pt x="0" y="19422"/>
                  <a:pt x="19310" y="0"/>
                  <a:pt x="43309" y="0"/>
                </a:cubicBezTo>
                <a:lnTo>
                  <a:pt x="1449735" y="0"/>
                </a:lnTo>
                <a:cubicBezTo>
                  <a:pt x="1473622" y="0"/>
                  <a:pt x="1493044" y="19422"/>
                  <a:pt x="1493044" y="43309"/>
                </a:cubicBezTo>
                <a:lnTo>
                  <a:pt x="1493044" y="216545"/>
                </a:lnTo>
                <a:cubicBezTo>
                  <a:pt x="1493044" y="240543"/>
                  <a:pt x="1473622" y="259854"/>
                  <a:pt x="1449735" y="259854"/>
                </a:cubicBezTo>
                <a:lnTo>
                  <a:pt x="43309" y="259854"/>
                </a:lnTo>
                <a:cubicBezTo>
                  <a:pt x="19310" y="259854"/>
                  <a:pt x="0" y="240543"/>
                  <a:pt x="0" y="216545"/>
                </a:cubicBezTo>
                <a:lnTo>
                  <a:pt x="0" y="43309"/>
                </a:lnTo>
                <a:close/>
                <a:moveTo>
                  <a:pt x="0" y="43309"/>
                </a:moveTo>
              </a:path>
            </a:pathLst>
          </a:custGeom>
          <a:noFill xmlns:a="http://schemas.openxmlformats.org/drawingml/2006/main"/>
          <a:ln xmlns:a="http://schemas.openxmlformats.org/drawingml/2006/main" w="15596" cap="flat">
            <a:solidFill>
              <a:srgbClr val="E97132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32413-A2CB-47E3-B1B8-8CD144B8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034" y="3583039"/>
            <a:ext cx="131266" cy="126802"/>
          </a:xfrm>
          <a:custGeom xmlns:a="http://schemas.openxmlformats.org/drawingml/2006/main">
            <a:pathLst>
              <a:path w="131266" h="126802">
                <a:moveTo>
                  <a:pt x="83939" y="85279"/>
                </a:moveTo>
                <a:lnTo>
                  <a:pt x="36165" y="85279"/>
                </a:lnTo>
                <a:lnTo>
                  <a:pt x="27682" y="104924"/>
                </a:lnTo>
                <a:cubicBezTo>
                  <a:pt x="24557" y="112068"/>
                  <a:pt x="24557" y="114746"/>
                  <a:pt x="24557" y="115639"/>
                </a:cubicBezTo>
                <a:cubicBezTo>
                  <a:pt x="24557" y="118765"/>
                  <a:pt x="26343" y="120104"/>
                  <a:pt x="27682" y="120997"/>
                </a:cubicBezTo>
                <a:cubicBezTo>
                  <a:pt x="29914" y="122783"/>
                  <a:pt x="36165" y="123230"/>
                  <a:pt x="39291" y="123230"/>
                </a:cubicBezTo>
                <a:lnTo>
                  <a:pt x="39291" y="126802"/>
                </a:lnTo>
                <a:lnTo>
                  <a:pt x="0" y="126802"/>
                </a:lnTo>
                <a:lnTo>
                  <a:pt x="0" y="123230"/>
                </a:lnTo>
                <a:cubicBezTo>
                  <a:pt x="8037" y="122337"/>
                  <a:pt x="9376" y="120551"/>
                  <a:pt x="10269" y="119658"/>
                </a:cubicBezTo>
                <a:cubicBezTo>
                  <a:pt x="14734" y="115639"/>
                  <a:pt x="18306" y="106710"/>
                  <a:pt x="20538" y="102245"/>
                </a:cubicBezTo>
                <a:lnTo>
                  <a:pt x="63847" y="0"/>
                </a:lnTo>
                <a:lnTo>
                  <a:pt x="66973" y="0"/>
                </a:lnTo>
                <a:lnTo>
                  <a:pt x="110282" y="103138"/>
                </a:lnTo>
                <a:cubicBezTo>
                  <a:pt x="115639" y="115639"/>
                  <a:pt x="118318" y="118318"/>
                  <a:pt x="119658" y="119211"/>
                </a:cubicBezTo>
                <a:cubicBezTo>
                  <a:pt x="124123" y="123230"/>
                  <a:pt x="129034" y="123230"/>
                  <a:pt x="131266" y="123230"/>
                </a:cubicBezTo>
                <a:lnTo>
                  <a:pt x="131266" y="126802"/>
                </a:lnTo>
                <a:lnTo>
                  <a:pt x="82600" y="126802"/>
                </a:lnTo>
                <a:lnTo>
                  <a:pt x="82600" y="123230"/>
                </a:lnTo>
                <a:cubicBezTo>
                  <a:pt x="90190" y="123230"/>
                  <a:pt x="91976" y="121890"/>
                  <a:pt x="92869" y="120997"/>
                </a:cubicBezTo>
                <a:cubicBezTo>
                  <a:pt x="95548" y="118765"/>
                  <a:pt x="95548" y="116979"/>
                  <a:pt x="95548" y="116086"/>
                </a:cubicBezTo>
                <a:cubicBezTo>
                  <a:pt x="95548" y="111621"/>
                  <a:pt x="92869" y="105817"/>
                  <a:pt x="91529" y="103138"/>
                </a:cubicBezTo>
                <a:lnTo>
                  <a:pt x="83939" y="85279"/>
                </a:lnTo>
                <a:close/>
                <a:moveTo>
                  <a:pt x="81707" y="78581"/>
                </a:moveTo>
                <a:lnTo>
                  <a:pt x="60722" y="28575"/>
                </a:lnTo>
                <a:lnTo>
                  <a:pt x="39291" y="78581"/>
                </a:lnTo>
                <a:lnTo>
                  <a:pt x="81707" y="78581"/>
                </a:lnTo>
                <a:close/>
                <a:moveTo>
                  <a:pt x="81707" y="785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7D0C5-AC3C-40CA-ABD4-0A3BC2DB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22" y="3579914"/>
            <a:ext cx="87511" cy="132606"/>
          </a:xfrm>
          <a:custGeom xmlns:a="http://schemas.openxmlformats.org/drawingml/2006/main">
            <a:pathLst>
              <a:path w="87511" h="132606">
                <a:moveTo>
                  <a:pt x="58489" y="120551"/>
                </a:moveTo>
                <a:cubicBezTo>
                  <a:pt x="52685" y="126802"/>
                  <a:pt x="48667" y="128588"/>
                  <a:pt x="46881" y="129927"/>
                </a:cubicBezTo>
                <a:cubicBezTo>
                  <a:pt x="40630" y="132606"/>
                  <a:pt x="36165" y="132606"/>
                  <a:pt x="33933" y="132606"/>
                </a:cubicBezTo>
                <a:cubicBezTo>
                  <a:pt x="20092" y="132606"/>
                  <a:pt x="13395" y="125016"/>
                  <a:pt x="9823" y="120997"/>
                </a:cubicBezTo>
                <a:cubicBezTo>
                  <a:pt x="0" y="109835"/>
                  <a:pt x="0" y="97780"/>
                  <a:pt x="0" y="91529"/>
                </a:cubicBezTo>
                <a:cubicBezTo>
                  <a:pt x="0" y="73670"/>
                  <a:pt x="7590" y="63847"/>
                  <a:pt x="11162" y="58489"/>
                </a:cubicBezTo>
                <a:cubicBezTo>
                  <a:pt x="22771" y="43755"/>
                  <a:pt x="34379" y="43755"/>
                  <a:pt x="40184" y="43755"/>
                </a:cubicBezTo>
                <a:cubicBezTo>
                  <a:pt x="51346" y="43755"/>
                  <a:pt x="56257" y="48667"/>
                  <a:pt x="58489" y="50899"/>
                </a:cubicBezTo>
                <a:lnTo>
                  <a:pt x="58489" y="35272"/>
                </a:lnTo>
                <a:cubicBezTo>
                  <a:pt x="58489" y="20985"/>
                  <a:pt x="58043" y="18752"/>
                  <a:pt x="58043" y="17859"/>
                </a:cubicBezTo>
                <a:cubicBezTo>
                  <a:pt x="57150" y="14288"/>
                  <a:pt x="56257" y="13841"/>
                  <a:pt x="55811" y="13395"/>
                </a:cubicBezTo>
                <a:cubicBezTo>
                  <a:pt x="54471" y="12055"/>
                  <a:pt x="52685" y="12055"/>
                  <a:pt x="52239" y="12055"/>
                </a:cubicBezTo>
                <a:cubicBezTo>
                  <a:pt x="49560" y="12055"/>
                  <a:pt x="46881" y="12948"/>
                  <a:pt x="45541" y="13395"/>
                </a:cubicBezTo>
                <a:lnTo>
                  <a:pt x="44648" y="10269"/>
                </a:lnTo>
                <a:lnTo>
                  <a:pt x="69652" y="0"/>
                </a:lnTo>
                <a:lnTo>
                  <a:pt x="73670" y="0"/>
                </a:lnTo>
                <a:lnTo>
                  <a:pt x="73670" y="96887"/>
                </a:lnTo>
                <a:cubicBezTo>
                  <a:pt x="73670" y="111621"/>
                  <a:pt x="74116" y="113854"/>
                  <a:pt x="74563" y="114746"/>
                </a:cubicBezTo>
                <a:cubicBezTo>
                  <a:pt x="75009" y="118318"/>
                  <a:pt x="75902" y="118765"/>
                  <a:pt x="76795" y="119211"/>
                </a:cubicBezTo>
                <a:cubicBezTo>
                  <a:pt x="78135" y="120551"/>
                  <a:pt x="79474" y="120551"/>
                  <a:pt x="79921" y="120551"/>
                </a:cubicBezTo>
                <a:cubicBezTo>
                  <a:pt x="82600" y="120551"/>
                  <a:pt x="85279" y="119658"/>
                  <a:pt x="86618" y="119211"/>
                </a:cubicBezTo>
                <a:lnTo>
                  <a:pt x="87511" y="122337"/>
                </a:lnTo>
                <a:lnTo>
                  <a:pt x="62954" y="132606"/>
                </a:lnTo>
                <a:lnTo>
                  <a:pt x="58489" y="132606"/>
                </a:lnTo>
                <a:lnTo>
                  <a:pt x="58489" y="120551"/>
                </a:lnTo>
                <a:close/>
                <a:moveTo>
                  <a:pt x="58489" y="114300"/>
                </a:moveTo>
                <a:lnTo>
                  <a:pt x="58489" y="70991"/>
                </a:lnTo>
                <a:cubicBezTo>
                  <a:pt x="58043" y="64740"/>
                  <a:pt x="56257" y="61615"/>
                  <a:pt x="55364" y="59829"/>
                </a:cubicBezTo>
                <a:cubicBezTo>
                  <a:pt x="52685" y="54918"/>
                  <a:pt x="49560" y="52685"/>
                  <a:pt x="48220" y="52239"/>
                </a:cubicBezTo>
                <a:cubicBezTo>
                  <a:pt x="43309" y="49560"/>
                  <a:pt x="40630" y="49560"/>
                  <a:pt x="39291" y="49560"/>
                </a:cubicBezTo>
                <a:cubicBezTo>
                  <a:pt x="31254" y="49560"/>
                  <a:pt x="27236" y="54471"/>
                  <a:pt x="25003" y="56704"/>
                </a:cubicBezTo>
                <a:cubicBezTo>
                  <a:pt x="16520" y="66080"/>
                  <a:pt x="16520" y="78135"/>
                  <a:pt x="16520" y="84386"/>
                </a:cubicBezTo>
                <a:cubicBezTo>
                  <a:pt x="16520" y="102691"/>
                  <a:pt x="21878" y="109389"/>
                  <a:pt x="24557" y="112514"/>
                </a:cubicBezTo>
                <a:cubicBezTo>
                  <a:pt x="32593" y="122337"/>
                  <a:pt x="39291" y="122337"/>
                  <a:pt x="42416" y="122337"/>
                </a:cubicBezTo>
                <a:cubicBezTo>
                  <a:pt x="50899" y="122337"/>
                  <a:pt x="56257" y="116979"/>
                  <a:pt x="58489" y="114300"/>
                </a:cubicBezTo>
                <a:close/>
                <a:moveTo>
                  <a:pt x="58489" y="1143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BC5C2-881D-4C3C-ACB4-9A2F9C2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594" y="3623669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3E30C-C562-4305-9A48-AAE52DE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873" y="3623669"/>
            <a:ext cx="87957" cy="126355"/>
          </a:xfrm>
          <a:custGeom xmlns:a="http://schemas.openxmlformats.org/drawingml/2006/main">
            <a:pathLst>
              <a:path w="87957" h="126355">
                <a:moveTo>
                  <a:pt x="893" y="11162"/>
                </a:moveTo>
                <a:lnTo>
                  <a:pt x="26343" y="446"/>
                </a:lnTo>
                <a:lnTo>
                  <a:pt x="29914" y="446"/>
                </a:lnTo>
                <a:lnTo>
                  <a:pt x="29914" y="20092"/>
                </a:lnTo>
                <a:cubicBezTo>
                  <a:pt x="36165" y="8930"/>
                  <a:pt x="40630" y="6251"/>
                  <a:pt x="42862" y="4465"/>
                </a:cubicBezTo>
                <a:cubicBezTo>
                  <a:pt x="49560" y="0"/>
                  <a:pt x="54025" y="0"/>
                  <a:pt x="56704" y="0"/>
                </a:cubicBezTo>
                <a:cubicBezTo>
                  <a:pt x="69205" y="0"/>
                  <a:pt x="75009" y="6697"/>
                  <a:pt x="77688" y="9823"/>
                </a:cubicBezTo>
                <a:cubicBezTo>
                  <a:pt x="87957" y="21878"/>
                  <a:pt x="87957" y="34826"/>
                  <a:pt x="87957" y="41523"/>
                </a:cubicBezTo>
                <a:cubicBezTo>
                  <a:pt x="87957" y="62954"/>
                  <a:pt x="79474" y="72330"/>
                  <a:pt x="75456" y="77242"/>
                </a:cubicBezTo>
                <a:cubicBezTo>
                  <a:pt x="65187" y="88850"/>
                  <a:pt x="54918" y="88850"/>
                  <a:pt x="49560" y="88850"/>
                </a:cubicBezTo>
                <a:cubicBezTo>
                  <a:pt x="42862" y="88850"/>
                  <a:pt x="39737" y="87511"/>
                  <a:pt x="37951" y="87064"/>
                </a:cubicBezTo>
                <a:cubicBezTo>
                  <a:pt x="34379" y="85725"/>
                  <a:pt x="31254" y="82600"/>
                  <a:pt x="29914" y="81707"/>
                </a:cubicBezTo>
                <a:lnTo>
                  <a:pt x="29914" y="107156"/>
                </a:lnTo>
                <a:cubicBezTo>
                  <a:pt x="29914" y="115639"/>
                  <a:pt x="30807" y="116979"/>
                  <a:pt x="30807" y="117872"/>
                </a:cubicBezTo>
                <a:cubicBezTo>
                  <a:pt x="32147" y="120104"/>
                  <a:pt x="33486" y="120997"/>
                  <a:pt x="34379" y="121444"/>
                </a:cubicBezTo>
                <a:cubicBezTo>
                  <a:pt x="37058" y="122783"/>
                  <a:pt x="41523" y="122783"/>
                  <a:pt x="43755" y="122783"/>
                </a:cubicBezTo>
                <a:lnTo>
                  <a:pt x="43755" y="126355"/>
                </a:lnTo>
                <a:lnTo>
                  <a:pt x="0" y="126355"/>
                </a:lnTo>
                <a:lnTo>
                  <a:pt x="0" y="122783"/>
                </a:lnTo>
                <a:lnTo>
                  <a:pt x="2232" y="122783"/>
                </a:lnTo>
                <a:cubicBezTo>
                  <a:pt x="7590" y="123230"/>
                  <a:pt x="9823" y="121890"/>
                  <a:pt x="11162" y="120997"/>
                </a:cubicBezTo>
                <a:cubicBezTo>
                  <a:pt x="12502" y="120104"/>
                  <a:pt x="13395" y="118318"/>
                  <a:pt x="13841" y="117872"/>
                </a:cubicBezTo>
                <a:cubicBezTo>
                  <a:pt x="14734" y="115639"/>
                  <a:pt x="14734" y="109389"/>
                  <a:pt x="14734" y="106263"/>
                </a:cubicBezTo>
                <a:lnTo>
                  <a:pt x="14734" y="27236"/>
                </a:lnTo>
                <a:cubicBezTo>
                  <a:pt x="14734" y="19199"/>
                  <a:pt x="14288" y="17859"/>
                  <a:pt x="13841" y="16966"/>
                </a:cubicBezTo>
                <a:cubicBezTo>
                  <a:pt x="13395" y="14734"/>
                  <a:pt x="12055" y="13841"/>
                  <a:pt x="11609" y="13395"/>
                </a:cubicBezTo>
                <a:cubicBezTo>
                  <a:pt x="10269" y="12502"/>
                  <a:pt x="8037" y="12502"/>
                  <a:pt x="7144" y="12502"/>
                </a:cubicBezTo>
                <a:cubicBezTo>
                  <a:pt x="4911" y="12502"/>
                  <a:pt x="2679" y="13395"/>
                  <a:pt x="1786" y="13841"/>
                </a:cubicBezTo>
                <a:lnTo>
                  <a:pt x="893" y="11162"/>
                </a:lnTo>
                <a:close/>
                <a:moveTo>
                  <a:pt x="29914" y="25450"/>
                </a:moveTo>
                <a:lnTo>
                  <a:pt x="29914" y="56704"/>
                </a:lnTo>
                <a:cubicBezTo>
                  <a:pt x="29914" y="66526"/>
                  <a:pt x="30361" y="68759"/>
                  <a:pt x="30807" y="70098"/>
                </a:cubicBezTo>
                <a:cubicBezTo>
                  <a:pt x="32147" y="75456"/>
                  <a:pt x="35272" y="78135"/>
                  <a:pt x="37058" y="79028"/>
                </a:cubicBezTo>
                <a:cubicBezTo>
                  <a:pt x="41970" y="83493"/>
                  <a:pt x="46881" y="83493"/>
                  <a:pt x="49560" y="83493"/>
                </a:cubicBezTo>
                <a:cubicBezTo>
                  <a:pt x="58489" y="83493"/>
                  <a:pt x="62508" y="78581"/>
                  <a:pt x="64294" y="76349"/>
                </a:cubicBezTo>
                <a:cubicBezTo>
                  <a:pt x="71437" y="66973"/>
                  <a:pt x="71437" y="55811"/>
                  <a:pt x="71437" y="50006"/>
                </a:cubicBezTo>
                <a:cubicBezTo>
                  <a:pt x="71437" y="30807"/>
                  <a:pt x="66080" y="23664"/>
                  <a:pt x="63401" y="20538"/>
                </a:cubicBezTo>
                <a:cubicBezTo>
                  <a:pt x="57596" y="13395"/>
                  <a:pt x="52239" y="13395"/>
                  <a:pt x="49560" y="13395"/>
                </a:cubicBezTo>
                <a:cubicBezTo>
                  <a:pt x="45095" y="13395"/>
                  <a:pt x="42416" y="14734"/>
                  <a:pt x="40630" y="15627"/>
                </a:cubicBezTo>
                <a:cubicBezTo>
                  <a:pt x="37505" y="16966"/>
                  <a:pt x="32147" y="22771"/>
                  <a:pt x="29914" y="25450"/>
                </a:cubicBezTo>
                <a:close/>
                <a:moveTo>
                  <a:pt x="29914" y="254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E7784-48A9-4E77-AE29-74F11A0B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178" y="3598666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6E363-E89E-4E1C-B941-092F99D3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316" y="3623669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E936F-65C9-47FB-8C2E-182896DD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030" y="3623669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ad0ba066c4232"/>
          <a:stretch xmlns:a="http://schemas.openxmlformats.org/drawingml/2006/main"/>
        </p:blipFill>
        <p:spPr>
          <a:xfrm xmlns:a="http://schemas.openxmlformats.org/drawingml/2006/main">
            <a:off x="3984489" y="3088168"/>
            <a:ext cx="408206" cy="348286"/>
          </a:xfrm>
          <a:prstGeom xmlns:a="http://schemas.openxmlformats.org/drawingml/2006/main" prst="rect">
            <a:avLst/>
          </a:prstGeom>
        </p:spPr>
      </p:pic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B0F5A-4683-4F1C-A4F9-F60A3204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128" y="4316443"/>
            <a:ext cx="131266" cy="126802"/>
          </a:xfrm>
          <a:custGeom xmlns:a="http://schemas.openxmlformats.org/drawingml/2006/main">
            <a:pathLst>
              <a:path w="131266" h="126802">
                <a:moveTo>
                  <a:pt x="131266" y="0"/>
                </a:moveTo>
                <a:lnTo>
                  <a:pt x="131266" y="3125"/>
                </a:lnTo>
                <a:cubicBezTo>
                  <a:pt x="124569" y="4465"/>
                  <a:pt x="122337" y="6697"/>
                  <a:pt x="121444" y="7590"/>
                </a:cubicBezTo>
                <a:cubicBezTo>
                  <a:pt x="116532" y="12055"/>
                  <a:pt x="114300" y="18306"/>
                  <a:pt x="112961" y="20985"/>
                </a:cubicBezTo>
                <a:lnTo>
                  <a:pt x="69652" y="126802"/>
                </a:lnTo>
                <a:lnTo>
                  <a:pt x="66080" y="126802"/>
                </a:lnTo>
                <a:lnTo>
                  <a:pt x="19645" y="19645"/>
                </a:lnTo>
                <a:cubicBezTo>
                  <a:pt x="16073" y="11609"/>
                  <a:pt x="15180" y="10269"/>
                  <a:pt x="14734" y="9823"/>
                </a:cubicBezTo>
                <a:cubicBezTo>
                  <a:pt x="12502" y="7144"/>
                  <a:pt x="10269" y="5804"/>
                  <a:pt x="8930" y="5358"/>
                </a:cubicBezTo>
                <a:cubicBezTo>
                  <a:pt x="5804" y="3572"/>
                  <a:pt x="2232" y="3572"/>
                  <a:pt x="0" y="3125"/>
                </a:cubicBezTo>
                <a:lnTo>
                  <a:pt x="0" y="0"/>
                </a:lnTo>
                <a:lnTo>
                  <a:pt x="50899" y="0"/>
                </a:lnTo>
                <a:lnTo>
                  <a:pt x="50899" y="3125"/>
                </a:lnTo>
                <a:cubicBezTo>
                  <a:pt x="42416" y="4018"/>
                  <a:pt x="40630" y="5358"/>
                  <a:pt x="39737" y="6251"/>
                </a:cubicBezTo>
                <a:cubicBezTo>
                  <a:pt x="37058" y="8037"/>
                  <a:pt x="37058" y="10716"/>
                  <a:pt x="37058" y="11609"/>
                </a:cubicBezTo>
                <a:cubicBezTo>
                  <a:pt x="37058" y="16073"/>
                  <a:pt x="40184" y="22771"/>
                  <a:pt x="41523" y="25896"/>
                </a:cubicBezTo>
                <a:lnTo>
                  <a:pt x="72777" y="98227"/>
                </a:lnTo>
                <a:lnTo>
                  <a:pt x="102245" y="26789"/>
                </a:lnTo>
                <a:cubicBezTo>
                  <a:pt x="106263" y="16073"/>
                  <a:pt x="106263" y="13395"/>
                  <a:pt x="106263" y="12055"/>
                </a:cubicBezTo>
                <a:cubicBezTo>
                  <a:pt x="106263" y="9376"/>
                  <a:pt x="104477" y="8037"/>
                  <a:pt x="103584" y="7144"/>
                </a:cubicBezTo>
                <a:cubicBezTo>
                  <a:pt x="100905" y="4465"/>
                  <a:pt x="96887" y="4018"/>
                  <a:pt x="94655" y="3572"/>
                </a:cubicBezTo>
                <a:cubicBezTo>
                  <a:pt x="94208" y="3572"/>
                  <a:pt x="93315" y="3572"/>
                  <a:pt x="93315" y="3125"/>
                </a:cubicBezTo>
                <a:lnTo>
                  <a:pt x="93315" y="0"/>
                </a:lnTo>
                <a:lnTo>
                  <a:pt x="131266" y="0"/>
                </a:lnTo>
                <a:close/>
                <a:moveTo>
                  <a:pt x="13126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4AB69-5818-4193-9A75-BD3E16D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489" y="4310192"/>
            <a:ext cx="41970" cy="129927"/>
          </a:xfrm>
          <a:custGeom xmlns:a="http://schemas.openxmlformats.org/drawingml/2006/main">
            <a:pathLst>
              <a:path w="41970" h="129927">
                <a:moveTo>
                  <a:pt x="21878" y="0"/>
                </a:moveTo>
                <a:cubicBezTo>
                  <a:pt x="25450" y="0"/>
                  <a:pt x="27236" y="1786"/>
                  <a:pt x="28129" y="2679"/>
                </a:cubicBezTo>
                <a:cubicBezTo>
                  <a:pt x="30807" y="5358"/>
                  <a:pt x="30807" y="8037"/>
                  <a:pt x="30807" y="9376"/>
                </a:cubicBezTo>
                <a:cubicBezTo>
                  <a:pt x="30807" y="13395"/>
                  <a:pt x="29021" y="15180"/>
                  <a:pt x="28129" y="16073"/>
                </a:cubicBezTo>
                <a:cubicBezTo>
                  <a:pt x="25450" y="18752"/>
                  <a:pt x="22771" y="18752"/>
                  <a:pt x="21878" y="18752"/>
                </a:cubicBezTo>
                <a:cubicBezTo>
                  <a:pt x="17859" y="18752"/>
                  <a:pt x="16073" y="16966"/>
                  <a:pt x="15180" y="16073"/>
                </a:cubicBezTo>
                <a:cubicBezTo>
                  <a:pt x="12502" y="13395"/>
                  <a:pt x="12502" y="10716"/>
                  <a:pt x="12502" y="9376"/>
                </a:cubicBezTo>
                <a:cubicBezTo>
                  <a:pt x="12502" y="5358"/>
                  <a:pt x="14288" y="3572"/>
                  <a:pt x="15180" y="2679"/>
                </a:cubicBezTo>
                <a:cubicBezTo>
                  <a:pt x="17859" y="0"/>
                  <a:pt x="20538" y="0"/>
                  <a:pt x="21878" y="0"/>
                </a:cubicBezTo>
                <a:close/>
                <a:moveTo>
                  <a:pt x="29468" y="43755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39737" y="126802"/>
                  <a:pt x="41970" y="126802"/>
                </a:cubicBezTo>
                <a:lnTo>
                  <a:pt x="41970" y="129927"/>
                </a:lnTo>
                <a:lnTo>
                  <a:pt x="1339" y="129927"/>
                </a:lnTo>
                <a:lnTo>
                  <a:pt x="1339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79028"/>
                </a:lnTo>
                <a:cubicBezTo>
                  <a:pt x="14288" y="65187"/>
                  <a:pt x="13395" y="62508"/>
                  <a:pt x="13395" y="61168"/>
                </a:cubicBezTo>
                <a:cubicBezTo>
                  <a:pt x="12502" y="58489"/>
                  <a:pt x="11609" y="57596"/>
                  <a:pt x="11162" y="57150"/>
                </a:cubicBezTo>
                <a:cubicBezTo>
                  <a:pt x="9823" y="55811"/>
                  <a:pt x="8483" y="55811"/>
                  <a:pt x="7590" y="55811"/>
                </a:cubicBezTo>
                <a:cubicBezTo>
                  <a:pt x="4911" y="55811"/>
                  <a:pt x="2679" y="57150"/>
                  <a:pt x="1339" y="57150"/>
                </a:cubicBezTo>
                <a:lnTo>
                  <a:pt x="0" y="54025"/>
                </a:lnTo>
                <a:lnTo>
                  <a:pt x="25450" y="43755"/>
                </a:lnTo>
                <a:lnTo>
                  <a:pt x="29468" y="43755"/>
                </a:lnTo>
                <a:close/>
                <a:moveTo>
                  <a:pt x="29468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21DE6-7409-45EB-A589-83E2A3F1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734" y="4353947"/>
            <a:ext cx="57150" cy="88850"/>
          </a:xfrm>
          <a:custGeom xmlns:a="http://schemas.openxmlformats.org/drawingml/2006/main">
            <a:pathLst>
              <a:path w="57150" h="88850">
                <a:moveTo>
                  <a:pt x="50899" y="0"/>
                </a:moveTo>
                <a:lnTo>
                  <a:pt x="50899" y="28575"/>
                </a:lnTo>
                <a:lnTo>
                  <a:pt x="47774" y="28575"/>
                </a:lnTo>
                <a:cubicBezTo>
                  <a:pt x="44202" y="15180"/>
                  <a:pt x="40630" y="12055"/>
                  <a:pt x="38844" y="10269"/>
                </a:cubicBezTo>
                <a:cubicBezTo>
                  <a:pt x="33486" y="5358"/>
                  <a:pt x="28129" y="5358"/>
                  <a:pt x="25003" y="5358"/>
                </a:cubicBezTo>
                <a:cubicBezTo>
                  <a:pt x="18752" y="5358"/>
                  <a:pt x="16073" y="7590"/>
                  <a:pt x="14734" y="8930"/>
                </a:cubicBezTo>
                <a:cubicBezTo>
                  <a:pt x="10716" y="12055"/>
                  <a:pt x="10716" y="15180"/>
                  <a:pt x="10716" y="16520"/>
                </a:cubicBezTo>
                <a:cubicBezTo>
                  <a:pt x="10716" y="21431"/>
                  <a:pt x="12948" y="23664"/>
                  <a:pt x="13841" y="25003"/>
                </a:cubicBezTo>
                <a:cubicBezTo>
                  <a:pt x="16520" y="29021"/>
                  <a:pt x="22324" y="31700"/>
                  <a:pt x="25450" y="33040"/>
                </a:cubicBezTo>
                <a:lnTo>
                  <a:pt x="38398" y="39737"/>
                </a:lnTo>
                <a:cubicBezTo>
                  <a:pt x="57150" y="48667"/>
                  <a:pt x="57150" y="58489"/>
                  <a:pt x="57150" y="63401"/>
                </a:cubicBezTo>
                <a:cubicBezTo>
                  <a:pt x="57150" y="74563"/>
                  <a:pt x="51346" y="79474"/>
                  <a:pt x="48667" y="81707"/>
                </a:cubicBezTo>
                <a:cubicBezTo>
                  <a:pt x="39737" y="88850"/>
                  <a:pt x="32593" y="88850"/>
                  <a:pt x="29021" y="88850"/>
                </a:cubicBezTo>
                <a:cubicBezTo>
                  <a:pt x="21431" y="88850"/>
                  <a:pt x="15180" y="87064"/>
                  <a:pt x="11609" y="86171"/>
                </a:cubicBezTo>
                <a:cubicBezTo>
                  <a:pt x="8483" y="85279"/>
                  <a:pt x="7144" y="85279"/>
                  <a:pt x="6697" y="85279"/>
                </a:cubicBezTo>
                <a:cubicBezTo>
                  <a:pt x="4911" y="85279"/>
                  <a:pt x="4018" y="86618"/>
                  <a:pt x="3572" y="87511"/>
                </a:cubicBezTo>
                <a:lnTo>
                  <a:pt x="446" y="87511"/>
                </a:lnTo>
                <a:lnTo>
                  <a:pt x="446" y="57596"/>
                </a:lnTo>
                <a:lnTo>
                  <a:pt x="3572" y="57596"/>
                </a:lnTo>
                <a:cubicBezTo>
                  <a:pt x="6251" y="70545"/>
                  <a:pt x="10716" y="74563"/>
                  <a:pt x="13395" y="76795"/>
                </a:cubicBezTo>
                <a:cubicBezTo>
                  <a:pt x="20538" y="83493"/>
                  <a:pt x="26343" y="83493"/>
                  <a:pt x="29468" y="83493"/>
                </a:cubicBezTo>
                <a:cubicBezTo>
                  <a:pt x="35719" y="83493"/>
                  <a:pt x="38398" y="80814"/>
                  <a:pt x="39737" y="79921"/>
                </a:cubicBezTo>
                <a:cubicBezTo>
                  <a:pt x="43755" y="75902"/>
                  <a:pt x="43755" y="72330"/>
                  <a:pt x="43755" y="70991"/>
                </a:cubicBezTo>
                <a:cubicBezTo>
                  <a:pt x="43755" y="64294"/>
                  <a:pt x="40630" y="61615"/>
                  <a:pt x="39291" y="60275"/>
                </a:cubicBezTo>
                <a:cubicBezTo>
                  <a:pt x="34826" y="55811"/>
                  <a:pt x="25896" y="51346"/>
                  <a:pt x="21431" y="49113"/>
                </a:cubicBezTo>
                <a:cubicBezTo>
                  <a:pt x="8483" y="42862"/>
                  <a:pt x="5804" y="39291"/>
                  <a:pt x="4018" y="37505"/>
                </a:cubicBezTo>
                <a:cubicBezTo>
                  <a:pt x="0" y="32147"/>
                  <a:pt x="0" y="27236"/>
                  <a:pt x="0" y="24110"/>
                </a:cubicBezTo>
                <a:cubicBezTo>
                  <a:pt x="0" y="13841"/>
                  <a:pt x="4911" y="9376"/>
                  <a:pt x="7144" y="7144"/>
                </a:cubicBezTo>
                <a:cubicBezTo>
                  <a:pt x="14288" y="0"/>
                  <a:pt x="21878" y="0"/>
                  <a:pt x="25450" y="0"/>
                </a:cubicBezTo>
                <a:cubicBezTo>
                  <a:pt x="30361" y="0"/>
                  <a:pt x="35272" y="1786"/>
                  <a:pt x="37505" y="2232"/>
                </a:cubicBezTo>
                <a:cubicBezTo>
                  <a:pt x="41970" y="3572"/>
                  <a:pt x="42862" y="3572"/>
                  <a:pt x="43755" y="3572"/>
                </a:cubicBezTo>
                <a:cubicBezTo>
                  <a:pt x="45095" y="3572"/>
                  <a:pt x="45541" y="3125"/>
                  <a:pt x="45988" y="3125"/>
                </a:cubicBezTo>
                <a:cubicBezTo>
                  <a:pt x="46881" y="2232"/>
                  <a:pt x="47774" y="893"/>
                  <a:pt x="47774" y="0"/>
                </a:cubicBezTo>
                <a:lnTo>
                  <a:pt x="50899" y="0"/>
                </a:lnTo>
                <a:close/>
                <a:moveTo>
                  <a:pt x="508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C4CB7-EB31-4338-87F0-58B4999D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971" y="4356626"/>
            <a:ext cx="93315" cy="86171"/>
          </a:xfrm>
          <a:custGeom xmlns:a="http://schemas.openxmlformats.org/drawingml/2006/main">
            <a:pathLst>
              <a:path w="93315" h="86171">
                <a:moveTo>
                  <a:pt x="79028" y="0"/>
                </a:moveTo>
                <a:lnTo>
                  <a:pt x="79028" y="50453"/>
                </a:lnTo>
                <a:cubicBezTo>
                  <a:pt x="79028" y="65187"/>
                  <a:pt x="79474" y="67419"/>
                  <a:pt x="79921" y="68312"/>
                </a:cubicBezTo>
                <a:cubicBezTo>
                  <a:pt x="80367" y="71884"/>
                  <a:pt x="81707" y="72330"/>
                  <a:pt x="82153" y="72777"/>
                </a:cubicBezTo>
                <a:cubicBezTo>
                  <a:pt x="83493" y="74116"/>
                  <a:pt x="84832" y="74116"/>
                  <a:pt x="85279" y="74116"/>
                </a:cubicBezTo>
                <a:cubicBezTo>
                  <a:pt x="88404" y="74116"/>
                  <a:pt x="90636" y="73223"/>
                  <a:pt x="91976" y="72777"/>
                </a:cubicBezTo>
                <a:lnTo>
                  <a:pt x="93315" y="75902"/>
                </a:lnTo>
                <a:lnTo>
                  <a:pt x="68312" y="86171"/>
                </a:lnTo>
                <a:lnTo>
                  <a:pt x="63847" y="86171"/>
                </a:lnTo>
                <a:lnTo>
                  <a:pt x="63847" y="68312"/>
                </a:lnTo>
                <a:cubicBezTo>
                  <a:pt x="53132" y="79921"/>
                  <a:pt x="49560" y="82153"/>
                  <a:pt x="47327" y="83046"/>
                </a:cubicBezTo>
                <a:cubicBezTo>
                  <a:pt x="41970" y="86171"/>
                  <a:pt x="37951" y="86171"/>
                  <a:pt x="35719" y="86171"/>
                </a:cubicBezTo>
                <a:cubicBezTo>
                  <a:pt x="28575" y="86171"/>
                  <a:pt x="25003" y="83493"/>
                  <a:pt x="23217" y="82153"/>
                </a:cubicBezTo>
                <a:cubicBezTo>
                  <a:pt x="18306" y="78135"/>
                  <a:pt x="16966" y="73670"/>
                  <a:pt x="16073" y="71884"/>
                </a:cubicBezTo>
                <a:cubicBezTo>
                  <a:pt x="14288" y="65187"/>
                  <a:pt x="14288" y="57596"/>
                  <a:pt x="14288" y="53578"/>
                </a:cubicBezTo>
                <a:lnTo>
                  <a:pt x="14288" y="16073"/>
                </a:lnTo>
                <a:cubicBezTo>
                  <a:pt x="14288" y="10269"/>
                  <a:pt x="13395" y="8483"/>
                  <a:pt x="12948" y="8037"/>
                </a:cubicBezTo>
                <a:cubicBezTo>
                  <a:pt x="11609" y="5804"/>
                  <a:pt x="10269" y="4911"/>
                  <a:pt x="9376" y="4465"/>
                </a:cubicBezTo>
                <a:cubicBezTo>
                  <a:pt x="6697" y="3125"/>
                  <a:pt x="2232" y="3125"/>
                  <a:pt x="0" y="3125"/>
                </a:cubicBezTo>
                <a:lnTo>
                  <a:pt x="0" y="0"/>
                </a:lnTo>
                <a:lnTo>
                  <a:pt x="29468" y="0"/>
                </a:lnTo>
                <a:lnTo>
                  <a:pt x="29468" y="55811"/>
                </a:lnTo>
                <a:cubicBezTo>
                  <a:pt x="29468" y="67419"/>
                  <a:pt x="32147" y="70098"/>
                  <a:pt x="33486" y="71438"/>
                </a:cubicBezTo>
                <a:cubicBezTo>
                  <a:pt x="37505" y="75009"/>
                  <a:pt x="41523" y="75009"/>
                  <a:pt x="43309" y="75009"/>
                </a:cubicBezTo>
                <a:cubicBezTo>
                  <a:pt x="47327" y="75009"/>
                  <a:pt x="50453" y="73223"/>
                  <a:pt x="52239" y="72330"/>
                </a:cubicBezTo>
                <a:cubicBezTo>
                  <a:pt x="57150" y="70098"/>
                  <a:pt x="61615" y="65187"/>
                  <a:pt x="63847" y="62954"/>
                </a:cubicBezTo>
                <a:lnTo>
                  <a:pt x="63847" y="15627"/>
                </a:lnTo>
                <a:cubicBezTo>
                  <a:pt x="63847" y="8483"/>
                  <a:pt x="62508" y="6697"/>
                  <a:pt x="61168" y="6251"/>
                </a:cubicBezTo>
                <a:cubicBezTo>
                  <a:pt x="58936" y="3572"/>
                  <a:pt x="53132" y="3572"/>
                  <a:pt x="50453" y="3125"/>
                </a:cubicBezTo>
                <a:lnTo>
                  <a:pt x="50453" y="0"/>
                </a:lnTo>
                <a:lnTo>
                  <a:pt x="79028" y="0"/>
                </a:lnTo>
                <a:close/>
                <a:moveTo>
                  <a:pt x="790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D9026-4E00-4E5F-9D8C-75E11B87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294" y="4353947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BF2B11-9420-4135-98CC-A27144C2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24" y="4310192"/>
            <a:ext cx="42863" cy="129927"/>
          </a:xfrm>
          <a:custGeom xmlns:a="http://schemas.openxmlformats.org/drawingml/2006/main">
            <a:pathLst>
              <a:path w="42862" h="129927">
                <a:moveTo>
                  <a:pt x="29468" y="0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40630" y="126802"/>
                  <a:pt x="42862" y="126802"/>
                </a:cubicBezTo>
                <a:lnTo>
                  <a:pt x="42862" y="129927"/>
                </a:lnTo>
                <a:lnTo>
                  <a:pt x="1786" y="129927"/>
                </a:lnTo>
                <a:lnTo>
                  <a:pt x="1786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35272"/>
                </a:lnTo>
                <a:cubicBezTo>
                  <a:pt x="14288" y="20985"/>
                  <a:pt x="13395" y="18752"/>
                  <a:pt x="13395" y="17859"/>
                </a:cubicBezTo>
                <a:cubicBezTo>
                  <a:pt x="12948" y="14288"/>
                  <a:pt x="12055" y="13841"/>
                  <a:pt x="11162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5358" y="12055"/>
                  <a:pt x="2679" y="12948"/>
                  <a:pt x="1786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468" y="0"/>
                </a:lnTo>
                <a:close/>
                <a:moveTo>
                  <a:pt x="294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FED2C-76FF-44BB-BD44-5BD36E4C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078" y="4316443"/>
            <a:ext cx="93315" cy="123676"/>
          </a:xfrm>
          <a:custGeom xmlns:a="http://schemas.openxmlformats.org/drawingml/2006/main">
            <a:pathLst>
              <a:path w="93315" h="123676">
                <a:moveTo>
                  <a:pt x="34826" y="6697"/>
                </a:moveTo>
                <a:lnTo>
                  <a:pt x="34826" y="55364"/>
                </a:lnTo>
                <a:lnTo>
                  <a:pt x="57596" y="55364"/>
                </a:lnTo>
                <a:cubicBezTo>
                  <a:pt x="65187" y="55364"/>
                  <a:pt x="67866" y="53132"/>
                  <a:pt x="68759" y="51792"/>
                </a:cubicBezTo>
                <a:cubicBezTo>
                  <a:pt x="72777" y="48667"/>
                  <a:pt x="73223" y="41523"/>
                  <a:pt x="73670" y="38398"/>
                </a:cubicBezTo>
                <a:lnTo>
                  <a:pt x="77242" y="38398"/>
                </a:lnTo>
                <a:lnTo>
                  <a:pt x="77242" y="80367"/>
                </a:lnTo>
                <a:lnTo>
                  <a:pt x="73670" y="80367"/>
                </a:lnTo>
                <a:cubicBezTo>
                  <a:pt x="73670" y="73223"/>
                  <a:pt x="72330" y="70545"/>
                  <a:pt x="71884" y="69652"/>
                </a:cubicBezTo>
                <a:cubicBezTo>
                  <a:pt x="70098" y="66080"/>
                  <a:pt x="67866" y="65187"/>
                  <a:pt x="66973" y="64740"/>
                </a:cubicBezTo>
                <a:cubicBezTo>
                  <a:pt x="63847" y="62954"/>
                  <a:pt x="59829" y="62954"/>
                  <a:pt x="57596" y="62954"/>
                </a:cubicBezTo>
                <a:lnTo>
                  <a:pt x="34826" y="62954"/>
                </a:lnTo>
                <a:lnTo>
                  <a:pt x="34826" y="101798"/>
                </a:lnTo>
                <a:cubicBezTo>
                  <a:pt x="34826" y="111175"/>
                  <a:pt x="35719" y="113407"/>
                  <a:pt x="36165" y="114300"/>
                </a:cubicBezTo>
                <a:cubicBezTo>
                  <a:pt x="37058" y="116532"/>
                  <a:pt x="39291" y="117872"/>
                  <a:pt x="40184" y="118318"/>
                </a:cubicBezTo>
                <a:cubicBezTo>
                  <a:pt x="44202" y="120104"/>
                  <a:pt x="46881" y="120104"/>
                  <a:pt x="48667" y="120104"/>
                </a:cubicBezTo>
                <a:lnTo>
                  <a:pt x="53132" y="120104"/>
                </a:ln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018" y="120104"/>
                </a:lnTo>
                <a:cubicBezTo>
                  <a:pt x="12055" y="120104"/>
                  <a:pt x="14288" y="117425"/>
                  <a:pt x="15180" y="116086"/>
                </a:cubicBezTo>
                <a:cubicBezTo>
                  <a:pt x="17413" y="112961"/>
                  <a:pt x="17413" y="105370"/>
                  <a:pt x="17413" y="101798"/>
                </a:cubicBezTo>
                <a:lnTo>
                  <a:pt x="17413" y="21878"/>
                </a:lnTo>
                <a:cubicBezTo>
                  <a:pt x="17413" y="12502"/>
                  <a:pt x="16520" y="10716"/>
                  <a:pt x="16520" y="9376"/>
                </a:cubicBezTo>
                <a:cubicBezTo>
                  <a:pt x="15180" y="7144"/>
                  <a:pt x="13395" y="5804"/>
                  <a:pt x="12502" y="5358"/>
                </a:cubicBezTo>
                <a:cubicBezTo>
                  <a:pt x="8483" y="3125"/>
                  <a:pt x="5804" y="3125"/>
                  <a:pt x="4018" y="3125"/>
                </a:cubicBezTo>
                <a:lnTo>
                  <a:pt x="0" y="3125"/>
                </a:lnTo>
                <a:lnTo>
                  <a:pt x="0" y="0"/>
                </a:lnTo>
                <a:lnTo>
                  <a:pt x="91976" y="0"/>
                </a:lnTo>
                <a:lnTo>
                  <a:pt x="93315" y="27236"/>
                </a:lnTo>
                <a:lnTo>
                  <a:pt x="90190" y="27236"/>
                </a:lnTo>
                <a:cubicBezTo>
                  <a:pt x="87511" y="18752"/>
                  <a:pt x="85725" y="15627"/>
                  <a:pt x="84386" y="14288"/>
                </a:cubicBezTo>
                <a:cubicBezTo>
                  <a:pt x="81260" y="10269"/>
                  <a:pt x="78135" y="9376"/>
                  <a:pt x="76795" y="8483"/>
                </a:cubicBezTo>
                <a:cubicBezTo>
                  <a:pt x="71884" y="6697"/>
                  <a:pt x="65633" y="6697"/>
                  <a:pt x="62508" y="6697"/>
                </a:cubicBezTo>
                <a:lnTo>
                  <a:pt x="34826" y="6697"/>
                </a:lnTo>
                <a:close/>
                <a:moveTo>
                  <a:pt x="34826" y="66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35106-97A4-4EAA-B0A7-171360E4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477" y="4353947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12401-1ED3-44C9-BEBC-8BBE1880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900" y="4353947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1E03B-C856-4784-B821-A2CBFD00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859" y="4328944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C928F-F397-4D04-B391-3DA0C560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746" y="4356626"/>
            <a:ext cx="93315" cy="86171"/>
          </a:xfrm>
          <a:custGeom xmlns:a="http://schemas.openxmlformats.org/drawingml/2006/main">
            <a:pathLst>
              <a:path w="93315" h="86171">
                <a:moveTo>
                  <a:pt x="79028" y="0"/>
                </a:moveTo>
                <a:lnTo>
                  <a:pt x="79028" y="50453"/>
                </a:lnTo>
                <a:cubicBezTo>
                  <a:pt x="79028" y="65187"/>
                  <a:pt x="79474" y="67419"/>
                  <a:pt x="79921" y="68312"/>
                </a:cubicBezTo>
                <a:cubicBezTo>
                  <a:pt x="80367" y="71884"/>
                  <a:pt x="81707" y="72330"/>
                  <a:pt x="82153" y="72777"/>
                </a:cubicBezTo>
                <a:cubicBezTo>
                  <a:pt x="83493" y="74116"/>
                  <a:pt x="84832" y="74116"/>
                  <a:pt x="85279" y="74116"/>
                </a:cubicBezTo>
                <a:cubicBezTo>
                  <a:pt x="88404" y="74116"/>
                  <a:pt x="90636" y="73223"/>
                  <a:pt x="91976" y="72777"/>
                </a:cubicBezTo>
                <a:lnTo>
                  <a:pt x="93315" y="75902"/>
                </a:lnTo>
                <a:lnTo>
                  <a:pt x="68312" y="86171"/>
                </a:lnTo>
                <a:lnTo>
                  <a:pt x="63847" y="86171"/>
                </a:lnTo>
                <a:lnTo>
                  <a:pt x="63847" y="68312"/>
                </a:lnTo>
                <a:cubicBezTo>
                  <a:pt x="53132" y="79921"/>
                  <a:pt x="49560" y="82153"/>
                  <a:pt x="47327" y="83046"/>
                </a:cubicBezTo>
                <a:cubicBezTo>
                  <a:pt x="41970" y="86171"/>
                  <a:pt x="37951" y="86171"/>
                  <a:pt x="35719" y="86171"/>
                </a:cubicBezTo>
                <a:cubicBezTo>
                  <a:pt x="28575" y="86171"/>
                  <a:pt x="25003" y="83493"/>
                  <a:pt x="23217" y="82153"/>
                </a:cubicBezTo>
                <a:cubicBezTo>
                  <a:pt x="18306" y="78135"/>
                  <a:pt x="16966" y="73670"/>
                  <a:pt x="16073" y="71884"/>
                </a:cubicBezTo>
                <a:cubicBezTo>
                  <a:pt x="14288" y="65187"/>
                  <a:pt x="14288" y="57596"/>
                  <a:pt x="14288" y="53578"/>
                </a:cubicBezTo>
                <a:lnTo>
                  <a:pt x="14288" y="16073"/>
                </a:lnTo>
                <a:cubicBezTo>
                  <a:pt x="14288" y="10269"/>
                  <a:pt x="13395" y="8483"/>
                  <a:pt x="12948" y="8037"/>
                </a:cubicBezTo>
                <a:cubicBezTo>
                  <a:pt x="11609" y="5804"/>
                  <a:pt x="10269" y="4911"/>
                  <a:pt x="9376" y="4465"/>
                </a:cubicBezTo>
                <a:cubicBezTo>
                  <a:pt x="6697" y="3125"/>
                  <a:pt x="2232" y="3125"/>
                  <a:pt x="0" y="3125"/>
                </a:cubicBezTo>
                <a:lnTo>
                  <a:pt x="0" y="0"/>
                </a:lnTo>
                <a:lnTo>
                  <a:pt x="29468" y="0"/>
                </a:lnTo>
                <a:lnTo>
                  <a:pt x="29468" y="55811"/>
                </a:lnTo>
                <a:cubicBezTo>
                  <a:pt x="29468" y="67419"/>
                  <a:pt x="32147" y="70098"/>
                  <a:pt x="33486" y="71438"/>
                </a:cubicBezTo>
                <a:cubicBezTo>
                  <a:pt x="37505" y="75009"/>
                  <a:pt x="41523" y="75009"/>
                  <a:pt x="43309" y="75009"/>
                </a:cubicBezTo>
                <a:cubicBezTo>
                  <a:pt x="47327" y="75009"/>
                  <a:pt x="50453" y="73223"/>
                  <a:pt x="52239" y="72330"/>
                </a:cubicBezTo>
                <a:cubicBezTo>
                  <a:pt x="57150" y="70098"/>
                  <a:pt x="61615" y="65187"/>
                  <a:pt x="63847" y="62954"/>
                </a:cubicBezTo>
                <a:lnTo>
                  <a:pt x="63847" y="15627"/>
                </a:lnTo>
                <a:cubicBezTo>
                  <a:pt x="63847" y="8483"/>
                  <a:pt x="62508" y="6697"/>
                  <a:pt x="61168" y="6251"/>
                </a:cubicBezTo>
                <a:cubicBezTo>
                  <a:pt x="58936" y="3572"/>
                  <a:pt x="53132" y="3572"/>
                  <a:pt x="50453" y="3125"/>
                </a:cubicBezTo>
                <a:lnTo>
                  <a:pt x="50453" y="0"/>
                </a:lnTo>
                <a:lnTo>
                  <a:pt x="79028" y="0"/>
                </a:lnTo>
                <a:close/>
                <a:moveTo>
                  <a:pt x="790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CEF3B-B341-42B2-91F9-7480A591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711" y="4353947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DA18B-AD92-490A-A16A-90A3145D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870" y="4353947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B1D6B-66D1-4FD6-B876-BB27E4FB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287" y="4249032"/>
            <a:ext cx="106710" cy="123676"/>
          </a:xfrm>
          <a:custGeom xmlns:a="http://schemas.openxmlformats.org/drawingml/2006/main">
            <a:pathLst>
              <a:path w="106710" h="123676">
                <a:moveTo>
                  <a:pt x="103584" y="89297"/>
                </a:moveTo>
                <a:lnTo>
                  <a:pt x="106710" y="90190"/>
                </a:lnTo>
                <a:lnTo>
                  <a:pt x="95994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6073" y="115193"/>
                </a:cubicBezTo>
                <a:cubicBezTo>
                  <a:pt x="17859" y="112068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56257" y="0"/>
                </a:lnTo>
                <a:lnTo>
                  <a:pt x="56257" y="3125"/>
                </a:lnTo>
                <a:cubicBezTo>
                  <a:pt x="46434" y="3125"/>
                  <a:pt x="43755" y="4465"/>
                  <a:pt x="42416" y="4911"/>
                </a:cubicBezTo>
                <a:cubicBezTo>
                  <a:pt x="38398" y="7144"/>
                  <a:pt x="37505" y="8930"/>
                  <a:pt x="37058" y="9823"/>
                </a:cubicBezTo>
                <a:cubicBezTo>
                  <a:pt x="35272" y="12948"/>
                  <a:pt x="35272" y="20092"/>
                  <a:pt x="35272" y="24110"/>
                </a:cubicBezTo>
                <a:lnTo>
                  <a:pt x="35272" y="101798"/>
                </a:lnTo>
                <a:cubicBezTo>
                  <a:pt x="35272" y="109389"/>
                  <a:pt x="36612" y="111175"/>
                  <a:pt x="37058" y="112068"/>
                </a:cubicBezTo>
                <a:cubicBezTo>
                  <a:pt x="37951" y="114300"/>
                  <a:pt x="39291" y="114746"/>
                  <a:pt x="40184" y="115193"/>
                </a:cubicBezTo>
                <a:cubicBezTo>
                  <a:pt x="42416" y="116086"/>
                  <a:pt x="50453" y="116086"/>
                  <a:pt x="54471" y="116086"/>
                </a:cubicBezTo>
                <a:lnTo>
                  <a:pt x="63401" y="116086"/>
                </a:lnTo>
                <a:cubicBezTo>
                  <a:pt x="77688" y="116086"/>
                  <a:pt x="81707" y="114300"/>
                  <a:pt x="83493" y="113854"/>
                </a:cubicBezTo>
                <a:cubicBezTo>
                  <a:pt x="89297" y="111621"/>
                  <a:pt x="92422" y="108049"/>
                  <a:pt x="94208" y="106263"/>
                </a:cubicBezTo>
                <a:cubicBezTo>
                  <a:pt x="98673" y="100905"/>
                  <a:pt x="101798" y="93315"/>
                  <a:pt x="103584" y="89297"/>
                </a:cubicBezTo>
                <a:close/>
                <a:moveTo>
                  <a:pt x="103584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C3AC4-B300-4421-990D-6A449E25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497" y="4286537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6A163-F14C-4CA0-B0DA-D31C987F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562" y="4286537"/>
            <a:ext cx="91529" cy="86171"/>
          </a:xfrm>
          <a:custGeom xmlns:a="http://schemas.openxmlformats.org/drawingml/2006/main">
            <a:pathLst>
              <a:path w="91529" h="86171">
                <a:moveTo>
                  <a:pt x="29021" y="17859"/>
                </a:moveTo>
                <a:cubicBezTo>
                  <a:pt x="44202" y="0"/>
                  <a:pt x="52685" y="0"/>
                  <a:pt x="57150" y="0"/>
                </a:cubicBezTo>
                <a:cubicBezTo>
                  <a:pt x="64294" y="0"/>
                  <a:pt x="67419" y="2232"/>
                  <a:pt x="69205" y="3572"/>
                </a:cubicBezTo>
                <a:cubicBezTo>
                  <a:pt x="74116" y="7144"/>
                  <a:pt x="75902" y="12055"/>
                  <a:pt x="76795" y="14734"/>
                </a:cubicBezTo>
                <a:cubicBezTo>
                  <a:pt x="79028" y="20538"/>
                  <a:pt x="79028" y="27682"/>
                  <a:pt x="79028" y="31700"/>
                </a:cubicBezTo>
                <a:lnTo>
                  <a:pt x="79028" y="67419"/>
                </a:lnTo>
                <a:cubicBezTo>
                  <a:pt x="79028" y="75456"/>
                  <a:pt x="79921" y="77242"/>
                  <a:pt x="80367" y="78135"/>
                </a:cubicBezTo>
                <a:cubicBezTo>
                  <a:pt x="81260" y="80367"/>
                  <a:pt x="82600" y="81260"/>
                  <a:pt x="83493" y="81707"/>
                </a:cubicBezTo>
                <a:cubicBezTo>
                  <a:pt x="85725" y="83046"/>
                  <a:pt x="89743" y="83046"/>
                  <a:pt x="91529" y="83046"/>
                </a:cubicBezTo>
                <a:lnTo>
                  <a:pt x="91529" y="86171"/>
                </a:lnTo>
                <a:lnTo>
                  <a:pt x="50453" y="86171"/>
                </a:lnTo>
                <a:lnTo>
                  <a:pt x="50453" y="83046"/>
                </a:lnTo>
                <a:lnTo>
                  <a:pt x="52239" y="83046"/>
                </a:lnTo>
                <a:cubicBezTo>
                  <a:pt x="58043" y="83046"/>
                  <a:pt x="59382" y="81707"/>
                  <a:pt x="60275" y="81260"/>
                </a:cubicBezTo>
                <a:cubicBezTo>
                  <a:pt x="62508" y="79474"/>
                  <a:pt x="63401" y="77242"/>
                  <a:pt x="63401" y="75902"/>
                </a:cubicBezTo>
                <a:cubicBezTo>
                  <a:pt x="63847" y="74563"/>
                  <a:pt x="63847" y="69652"/>
                  <a:pt x="63847" y="67419"/>
                </a:cubicBezTo>
                <a:lnTo>
                  <a:pt x="63847" y="33040"/>
                </a:lnTo>
                <a:cubicBezTo>
                  <a:pt x="63847" y="21431"/>
                  <a:pt x="62061" y="18306"/>
                  <a:pt x="60722" y="16520"/>
                </a:cubicBezTo>
                <a:cubicBezTo>
                  <a:pt x="58043" y="11162"/>
                  <a:pt x="53132" y="11162"/>
                  <a:pt x="50899" y="11162"/>
                </a:cubicBezTo>
                <a:cubicBezTo>
                  <a:pt x="40184" y="11162"/>
                  <a:pt x="32593" y="19199"/>
                  <a:pt x="29021" y="23217"/>
                </a:cubicBezTo>
                <a:lnTo>
                  <a:pt x="29021" y="67419"/>
                </a:lnTo>
                <a:cubicBezTo>
                  <a:pt x="29021" y="75902"/>
                  <a:pt x="29914" y="77242"/>
                  <a:pt x="30361" y="78135"/>
                </a:cubicBezTo>
                <a:cubicBezTo>
                  <a:pt x="31254" y="80367"/>
                  <a:pt x="33040" y="81260"/>
                  <a:pt x="33933" y="81707"/>
                </a:cubicBezTo>
                <a:cubicBezTo>
                  <a:pt x="36165" y="83046"/>
                  <a:pt x="40630" y="83046"/>
                  <a:pt x="42862" y="83046"/>
                </a:cubicBezTo>
                <a:lnTo>
                  <a:pt x="42862" y="86171"/>
                </a:lnTo>
                <a:lnTo>
                  <a:pt x="1339" y="86171"/>
                </a:lnTo>
                <a:lnTo>
                  <a:pt x="1339" y="83046"/>
                </a:lnTo>
                <a:lnTo>
                  <a:pt x="3125" y="83046"/>
                </a:lnTo>
                <a:cubicBezTo>
                  <a:pt x="9823" y="83046"/>
                  <a:pt x="11162" y="80814"/>
                  <a:pt x="12055" y="79921"/>
                </a:cubicBezTo>
                <a:cubicBezTo>
                  <a:pt x="14288" y="76349"/>
                  <a:pt x="14288" y="70545"/>
                  <a:pt x="14288" y="67419"/>
                </a:cubicBezTo>
                <a:lnTo>
                  <a:pt x="14288" y="36165"/>
                </a:lnTo>
                <a:cubicBezTo>
                  <a:pt x="14288" y="21431"/>
                  <a:pt x="13841" y="19199"/>
                  <a:pt x="13395" y="17859"/>
                </a:cubicBezTo>
                <a:cubicBezTo>
                  <a:pt x="12948" y="14734"/>
                  <a:pt x="11609" y="13841"/>
                  <a:pt x="11609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4911" y="12055"/>
                  <a:pt x="2679" y="13395"/>
                  <a:pt x="1339" y="13395"/>
                </a:cubicBezTo>
                <a:lnTo>
                  <a:pt x="0" y="10269"/>
                </a:lnTo>
                <a:lnTo>
                  <a:pt x="25450" y="0"/>
                </a:lnTo>
                <a:lnTo>
                  <a:pt x="29021" y="0"/>
                </a:lnTo>
                <a:lnTo>
                  <a:pt x="29021" y="17859"/>
                </a:lnTo>
                <a:close/>
                <a:moveTo>
                  <a:pt x="29021" y="17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6B386-9368-4D10-BBA1-3B1E1C0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652" y="4286537"/>
            <a:ext cx="84832" cy="126802"/>
          </a:xfrm>
          <a:custGeom xmlns:a="http://schemas.openxmlformats.org/drawingml/2006/main">
            <a:pathLst>
              <a:path w="84832" h="126802">
                <a:moveTo>
                  <a:pt x="22771" y="55811"/>
                </a:moveTo>
                <a:cubicBezTo>
                  <a:pt x="15180" y="51792"/>
                  <a:pt x="12502" y="47327"/>
                  <a:pt x="10716" y="45541"/>
                </a:cubicBezTo>
                <a:cubicBezTo>
                  <a:pt x="6697" y="38844"/>
                  <a:pt x="6697" y="33040"/>
                  <a:pt x="6697" y="30361"/>
                </a:cubicBezTo>
                <a:cubicBezTo>
                  <a:pt x="6697" y="17859"/>
                  <a:pt x="12948" y="12055"/>
                  <a:pt x="16073" y="8930"/>
                </a:cubicBezTo>
                <a:cubicBezTo>
                  <a:pt x="25896" y="0"/>
                  <a:pt x="35272" y="0"/>
                  <a:pt x="40184" y="0"/>
                </a:cubicBezTo>
                <a:cubicBezTo>
                  <a:pt x="52239" y="0"/>
                  <a:pt x="58043" y="4018"/>
                  <a:pt x="60722" y="5804"/>
                </a:cubicBezTo>
                <a:lnTo>
                  <a:pt x="78581" y="5804"/>
                </a:lnTo>
                <a:cubicBezTo>
                  <a:pt x="82600" y="5804"/>
                  <a:pt x="83046" y="6251"/>
                  <a:pt x="83493" y="6251"/>
                </a:cubicBezTo>
                <a:cubicBezTo>
                  <a:pt x="83939" y="6697"/>
                  <a:pt x="83939" y="6697"/>
                  <a:pt x="84386" y="7144"/>
                </a:cubicBezTo>
                <a:cubicBezTo>
                  <a:pt x="84832" y="7590"/>
                  <a:pt x="84832" y="9376"/>
                  <a:pt x="84832" y="9823"/>
                </a:cubicBezTo>
                <a:cubicBezTo>
                  <a:pt x="84832" y="12055"/>
                  <a:pt x="84386" y="12948"/>
                  <a:pt x="84386" y="13395"/>
                </a:cubicBezTo>
                <a:cubicBezTo>
                  <a:pt x="83939" y="13395"/>
                  <a:pt x="83493" y="13841"/>
                  <a:pt x="83493" y="13841"/>
                </a:cubicBezTo>
                <a:cubicBezTo>
                  <a:pt x="82600" y="14288"/>
                  <a:pt x="79921" y="14288"/>
                  <a:pt x="78581" y="14288"/>
                </a:cubicBezTo>
                <a:lnTo>
                  <a:pt x="67866" y="14288"/>
                </a:lnTo>
                <a:cubicBezTo>
                  <a:pt x="72777" y="20538"/>
                  <a:pt x="72777" y="27682"/>
                  <a:pt x="72777" y="30807"/>
                </a:cubicBezTo>
                <a:cubicBezTo>
                  <a:pt x="72777" y="42862"/>
                  <a:pt x="66973" y="48220"/>
                  <a:pt x="63847" y="50899"/>
                </a:cubicBezTo>
                <a:cubicBezTo>
                  <a:pt x="54918" y="59382"/>
                  <a:pt x="45095" y="59382"/>
                  <a:pt x="39737" y="59382"/>
                </a:cubicBezTo>
                <a:cubicBezTo>
                  <a:pt x="33933" y="59382"/>
                  <a:pt x="29468" y="58043"/>
                  <a:pt x="27236" y="57596"/>
                </a:cubicBezTo>
                <a:cubicBezTo>
                  <a:pt x="23217" y="60722"/>
                  <a:pt x="22324" y="62954"/>
                  <a:pt x="21878" y="63401"/>
                </a:cubicBezTo>
                <a:cubicBezTo>
                  <a:pt x="20538" y="66080"/>
                  <a:pt x="20538" y="67419"/>
                  <a:pt x="20538" y="67866"/>
                </a:cubicBezTo>
                <a:cubicBezTo>
                  <a:pt x="20538" y="69652"/>
                  <a:pt x="21431" y="70545"/>
                  <a:pt x="21878" y="70991"/>
                </a:cubicBezTo>
                <a:cubicBezTo>
                  <a:pt x="23664" y="72330"/>
                  <a:pt x="26343" y="72777"/>
                  <a:pt x="27682" y="73223"/>
                </a:cubicBezTo>
                <a:cubicBezTo>
                  <a:pt x="30361" y="73670"/>
                  <a:pt x="37058" y="73670"/>
                  <a:pt x="40630" y="73670"/>
                </a:cubicBezTo>
                <a:cubicBezTo>
                  <a:pt x="59382" y="74116"/>
                  <a:pt x="62954" y="74563"/>
                  <a:pt x="65187" y="75009"/>
                </a:cubicBezTo>
                <a:cubicBezTo>
                  <a:pt x="73223" y="76349"/>
                  <a:pt x="76795" y="79474"/>
                  <a:pt x="78581" y="81260"/>
                </a:cubicBezTo>
                <a:cubicBezTo>
                  <a:pt x="83493" y="86171"/>
                  <a:pt x="83493" y="91529"/>
                  <a:pt x="83493" y="94208"/>
                </a:cubicBezTo>
                <a:cubicBezTo>
                  <a:pt x="83493" y="104477"/>
                  <a:pt x="77242" y="110282"/>
                  <a:pt x="74116" y="113407"/>
                </a:cubicBezTo>
                <a:cubicBezTo>
                  <a:pt x="59829" y="126802"/>
                  <a:pt x="44202" y="126802"/>
                  <a:pt x="36612" y="126802"/>
                </a:cubicBezTo>
                <a:cubicBezTo>
                  <a:pt x="19199" y="126802"/>
                  <a:pt x="11162" y="121444"/>
                  <a:pt x="7144" y="118765"/>
                </a:cubicBezTo>
                <a:cubicBezTo>
                  <a:pt x="0" y="113854"/>
                  <a:pt x="0" y="110728"/>
                  <a:pt x="0" y="109389"/>
                </a:cubicBezTo>
                <a:cubicBezTo>
                  <a:pt x="0" y="107156"/>
                  <a:pt x="893" y="105817"/>
                  <a:pt x="1339" y="104924"/>
                </a:cubicBezTo>
                <a:cubicBezTo>
                  <a:pt x="2679" y="101352"/>
                  <a:pt x="5804" y="97334"/>
                  <a:pt x="7590" y="95548"/>
                </a:cubicBezTo>
                <a:cubicBezTo>
                  <a:pt x="8037" y="94655"/>
                  <a:pt x="13841" y="88404"/>
                  <a:pt x="16966" y="85725"/>
                </a:cubicBezTo>
                <a:cubicBezTo>
                  <a:pt x="12055" y="82600"/>
                  <a:pt x="10716" y="81260"/>
                  <a:pt x="10269" y="80367"/>
                </a:cubicBezTo>
                <a:cubicBezTo>
                  <a:pt x="8037" y="78135"/>
                  <a:pt x="8037" y="76349"/>
                  <a:pt x="8037" y="75456"/>
                </a:cubicBezTo>
                <a:cubicBezTo>
                  <a:pt x="8037" y="72330"/>
                  <a:pt x="9823" y="69205"/>
                  <a:pt x="10716" y="67866"/>
                </a:cubicBezTo>
                <a:cubicBezTo>
                  <a:pt x="13395" y="63401"/>
                  <a:pt x="19645" y="58489"/>
                  <a:pt x="22771" y="55811"/>
                </a:cubicBezTo>
                <a:close/>
                <a:moveTo>
                  <a:pt x="38398" y="4465"/>
                </a:moveTo>
                <a:cubicBezTo>
                  <a:pt x="31700" y="4465"/>
                  <a:pt x="29021" y="8037"/>
                  <a:pt x="27236" y="9823"/>
                </a:cubicBezTo>
                <a:cubicBezTo>
                  <a:pt x="22771" y="15180"/>
                  <a:pt x="22771" y="22771"/>
                  <a:pt x="22771" y="26343"/>
                </a:cubicBezTo>
                <a:cubicBezTo>
                  <a:pt x="22771" y="41077"/>
                  <a:pt x="26789" y="45988"/>
                  <a:pt x="29021" y="48667"/>
                </a:cubicBezTo>
                <a:cubicBezTo>
                  <a:pt x="33933" y="54918"/>
                  <a:pt x="38398" y="54918"/>
                  <a:pt x="41077" y="54918"/>
                </a:cubicBezTo>
                <a:cubicBezTo>
                  <a:pt x="47774" y="54918"/>
                  <a:pt x="50899" y="51346"/>
                  <a:pt x="52239" y="49560"/>
                </a:cubicBezTo>
                <a:cubicBezTo>
                  <a:pt x="57150" y="44648"/>
                  <a:pt x="57150" y="37058"/>
                  <a:pt x="57150" y="33040"/>
                </a:cubicBezTo>
                <a:cubicBezTo>
                  <a:pt x="57150" y="18752"/>
                  <a:pt x="52685" y="13395"/>
                  <a:pt x="50453" y="10716"/>
                </a:cubicBezTo>
                <a:cubicBezTo>
                  <a:pt x="45988" y="4465"/>
                  <a:pt x="41077" y="4465"/>
                  <a:pt x="38398" y="4465"/>
                </a:cubicBezTo>
                <a:close/>
                <a:moveTo>
                  <a:pt x="21878" y="86171"/>
                </a:moveTo>
                <a:cubicBezTo>
                  <a:pt x="17859" y="90636"/>
                  <a:pt x="16073" y="93762"/>
                  <a:pt x="15627" y="95101"/>
                </a:cubicBezTo>
                <a:cubicBezTo>
                  <a:pt x="12948" y="98673"/>
                  <a:pt x="12948" y="101352"/>
                  <a:pt x="12948" y="102245"/>
                </a:cubicBezTo>
                <a:cubicBezTo>
                  <a:pt x="12948" y="106710"/>
                  <a:pt x="16520" y="108942"/>
                  <a:pt x="18306" y="109835"/>
                </a:cubicBezTo>
                <a:cubicBezTo>
                  <a:pt x="27682" y="115639"/>
                  <a:pt x="39291" y="115639"/>
                  <a:pt x="45095" y="115639"/>
                </a:cubicBezTo>
                <a:cubicBezTo>
                  <a:pt x="61168" y="115639"/>
                  <a:pt x="66526" y="111621"/>
                  <a:pt x="69205" y="109835"/>
                </a:cubicBezTo>
                <a:cubicBezTo>
                  <a:pt x="76795" y="104031"/>
                  <a:pt x="76795" y="99566"/>
                  <a:pt x="76795" y="97780"/>
                </a:cubicBezTo>
                <a:cubicBezTo>
                  <a:pt x="76795" y="92869"/>
                  <a:pt x="73670" y="91529"/>
                  <a:pt x="72330" y="90636"/>
                </a:cubicBezTo>
                <a:cubicBezTo>
                  <a:pt x="67419" y="88850"/>
                  <a:pt x="58043" y="88404"/>
                  <a:pt x="53578" y="88404"/>
                </a:cubicBezTo>
                <a:cubicBezTo>
                  <a:pt x="33040" y="87957"/>
                  <a:pt x="25450" y="86618"/>
                  <a:pt x="21878" y="86171"/>
                </a:cubicBezTo>
                <a:close/>
                <a:moveTo>
                  <a:pt x="21878" y="861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ADEFC-A396-4DB0-9BBD-921DA5BC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920" y="4289216"/>
            <a:ext cx="93315" cy="86171"/>
          </a:xfrm>
          <a:custGeom xmlns:a="http://schemas.openxmlformats.org/drawingml/2006/main">
            <a:pathLst>
              <a:path w="93315" h="86171">
                <a:moveTo>
                  <a:pt x="79028" y="0"/>
                </a:moveTo>
                <a:lnTo>
                  <a:pt x="79028" y="50453"/>
                </a:lnTo>
                <a:cubicBezTo>
                  <a:pt x="79028" y="65187"/>
                  <a:pt x="79474" y="67419"/>
                  <a:pt x="79921" y="68312"/>
                </a:cubicBezTo>
                <a:cubicBezTo>
                  <a:pt x="80367" y="71884"/>
                  <a:pt x="81707" y="72330"/>
                  <a:pt x="82153" y="72777"/>
                </a:cubicBezTo>
                <a:cubicBezTo>
                  <a:pt x="83493" y="74116"/>
                  <a:pt x="84832" y="74116"/>
                  <a:pt x="85279" y="74116"/>
                </a:cubicBezTo>
                <a:cubicBezTo>
                  <a:pt x="88404" y="74116"/>
                  <a:pt x="90636" y="73223"/>
                  <a:pt x="91976" y="72777"/>
                </a:cubicBezTo>
                <a:lnTo>
                  <a:pt x="93315" y="75902"/>
                </a:lnTo>
                <a:lnTo>
                  <a:pt x="68312" y="86171"/>
                </a:lnTo>
                <a:lnTo>
                  <a:pt x="63847" y="86171"/>
                </a:lnTo>
                <a:lnTo>
                  <a:pt x="63847" y="68312"/>
                </a:lnTo>
                <a:cubicBezTo>
                  <a:pt x="53132" y="79921"/>
                  <a:pt x="49560" y="82153"/>
                  <a:pt x="47327" y="83046"/>
                </a:cubicBezTo>
                <a:cubicBezTo>
                  <a:pt x="41970" y="86171"/>
                  <a:pt x="37951" y="86171"/>
                  <a:pt x="35719" y="86171"/>
                </a:cubicBezTo>
                <a:cubicBezTo>
                  <a:pt x="28575" y="86171"/>
                  <a:pt x="25003" y="83493"/>
                  <a:pt x="23217" y="82153"/>
                </a:cubicBezTo>
                <a:cubicBezTo>
                  <a:pt x="18306" y="78135"/>
                  <a:pt x="16966" y="73670"/>
                  <a:pt x="16073" y="71884"/>
                </a:cubicBezTo>
                <a:cubicBezTo>
                  <a:pt x="14288" y="65187"/>
                  <a:pt x="14288" y="57596"/>
                  <a:pt x="14288" y="53578"/>
                </a:cubicBezTo>
                <a:lnTo>
                  <a:pt x="14288" y="16073"/>
                </a:lnTo>
                <a:cubicBezTo>
                  <a:pt x="14288" y="10269"/>
                  <a:pt x="13395" y="8483"/>
                  <a:pt x="12948" y="8037"/>
                </a:cubicBezTo>
                <a:cubicBezTo>
                  <a:pt x="11609" y="5804"/>
                  <a:pt x="10269" y="4911"/>
                  <a:pt x="9376" y="4465"/>
                </a:cubicBezTo>
                <a:cubicBezTo>
                  <a:pt x="6697" y="3125"/>
                  <a:pt x="2232" y="3125"/>
                  <a:pt x="0" y="3125"/>
                </a:cubicBezTo>
                <a:lnTo>
                  <a:pt x="0" y="0"/>
                </a:lnTo>
                <a:lnTo>
                  <a:pt x="29468" y="0"/>
                </a:lnTo>
                <a:lnTo>
                  <a:pt x="29468" y="55811"/>
                </a:lnTo>
                <a:cubicBezTo>
                  <a:pt x="29468" y="67419"/>
                  <a:pt x="32147" y="70098"/>
                  <a:pt x="33486" y="71438"/>
                </a:cubicBezTo>
                <a:cubicBezTo>
                  <a:pt x="37505" y="75009"/>
                  <a:pt x="41523" y="75009"/>
                  <a:pt x="43309" y="75009"/>
                </a:cubicBezTo>
                <a:cubicBezTo>
                  <a:pt x="47327" y="75009"/>
                  <a:pt x="50453" y="73223"/>
                  <a:pt x="52239" y="72330"/>
                </a:cubicBezTo>
                <a:cubicBezTo>
                  <a:pt x="57150" y="70098"/>
                  <a:pt x="61615" y="65187"/>
                  <a:pt x="63847" y="62954"/>
                </a:cubicBezTo>
                <a:lnTo>
                  <a:pt x="63847" y="15627"/>
                </a:lnTo>
                <a:cubicBezTo>
                  <a:pt x="63847" y="8483"/>
                  <a:pt x="62508" y="6697"/>
                  <a:pt x="61168" y="6251"/>
                </a:cubicBezTo>
                <a:cubicBezTo>
                  <a:pt x="58936" y="3572"/>
                  <a:pt x="53132" y="3572"/>
                  <a:pt x="50453" y="3125"/>
                </a:cubicBezTo>
                <a:lnTo>
                  <a:pt x="50453" y="0"/>
                </a:lnTo>
                <a:lnTo>
                  <a:pt x="79028" y="0"/>
                </a:lnTo>
                <a:close/>
                <a:moveTo>
                  <a:pt x="790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6374D-2E80-4DCB-9389-3A6ED334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243" y="4286537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0908A-8565-4893-A8CB-57B34CFB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73" y="4286537"/>
            <a:ext cx="84832" cy="126802"/>
          </a:xfrm>
          <a:custGeom xmlns:a="http://schemas.openxmlformats.org/drawingml/2006/main">
            <a:pathLst>
              <a:path w="84832" h="126802">
                <a:moveTo>
                  <a:pt x="22771" y="55811"/>
                </a:moveTo>
                <a:cubicBezTo>
                  <a:pt x="15180" y="51792"/>
                  <a:pt x="12502" y="47327"/>
                  <a:pt x="10716" y="45541"/>
                </a:cubicBezTo>
                <a:cubicBezTo>
                  <a:pt x="6697" y="38844"/>
                  <a:pt x="6697" y="33040"/>
                  <a:pt x="6697" y="30361"/>
                </a:cubicBezTo>
                <a:cubicBezTo>
                  <a:pt x="6697" y="17859"/>
                  <a:pt x="12948" y="12055"/>
                  <a:pt x="16073" y="8930"/>
                </a:cubicBezTo>
                <a:cubicBezTo>
                  <a:pt x="25896" y="0"/>
                  <a:pt x="35272" y="0"/>
                  <a:pt x="40184" y="0"/>
                </a:cubicBezTo>
                <a:cubicBezTo>
                  <a:pt x="52239" y="0"/>
                  <a:pt x="58043" y="4018"/>
                  <a:pt x="60722" y="5804"/>
                </a:cubicBezTo>
                <a:lnTo>
                  <a:pt x="78581" y="5804"/>
                </a:lnTo>
                <a:cubicBezTo>
                  <a:pt x="82600" y="5804"/>
                  <a:pt x="83046" y="6251"/>
                  <a:pt x="83493" y="6251"/>
                </a:cubicBezTo>
                <a:cubicBezTo>
                  <a:pt x="83939" y="6697"/>
                  <a:pt x="83939" y="6697"/>
                  <a:pt x="84386" y="7144"/>
                </a:cubicBezTo>
                <a:cubicBezTo>
                  <a:pt x="84832" y="7590"/>
                  <a:pt x="84832" y="9376"/>
                  <a:pt x="84832" y="9823"/>
                </a:cubicBezTo>
                <a:cubicBezTo>
                  <a:pt x="84832" y="12055"/>
                  <a:pt x="84386" y="12948"/>
                  <a:pt x="84386" y="13395"/>
                </a:cubicBezTo>
                <a:cubicBezTo>
                  <a:pt x="83939" y="13395"/>
                  <a:pt x="83493" y="13841"/>
                  <a:pt x="83493" y="13841"/>
                </a:cubicBezTo>
                <a:cubicBezTo>
                  <a:pt x="82600" y="14288"/>
                  <a:pt x="79921" y="14288"/>
                  <a:pt x="78581" y="14288"/>
                </a:cubicBezTo>
                <a:lnTo>
                  <a:pt x="67866" y="14288"/>
                </a:lnTo>
                <a:cubicBezTo>
                  <a:pt x="72777" y="20538"/>
                  <a:pt x="72777" y="27682"/>
                  <a:pt x="72777" y="30807"/>
                </a:cubicBezTo>
                <a:cubicBezTo>
                  <a:pt x="72777" y="42862"/>
                  <a:pt x="66973" y="48220"/>
                  <a:pt x="63847" y="50899"/>
                </a:cubicBezTo>
                <a:cubicBezTo>
                  <a:pt x="54918" y="59382"/>
                  <a:pt x="45095" y="59382"/>
                  <a:pt x="39737" y="59382"/>
                </a:cubicBezTo>
                <a:cubicBezTo>
                  <a:pt x="33933" y="59382"/>
                  <a:pt x="29468" y="58043"/>
                  <a:pt x="27236" y="57596"/>
                </a:cubicBezTo>
                <a:cubicBezTo>
                  <a:pt x="23217" y="60722"/>
                  <a:pt x="22324" y="62954"/>
                  <a:pt x="21878" y="63401"/>
                </a:cubicBezTo>
                <a:cubicBezTo>
                  <a:pt x="20538" y="66080"/>
                  <a:pt x="20538" y="67419"/>
                  <a:pt x="20538" y="67866"/>
                </a:cubicBezTo>
                <a:cubicBezTo>
                  <a:pt x="20538" y="69652"/>
                  <a:pt x="21431" y="70545"/>
                  <a:pt x="21878" y="70991"/>
                </a:cubicBezTo>
                <a:cubicBezTo>
                  <a:pt x="23664" y="72330"/>
                  <a:pt x="26343" y="72777"/>
                  <a:pt x="27682" y="73223"/>
                </a:cubicBezTo>
                <a:cubicBezTo>
                  <a:pt x="30361" y="73670"/>
                  <a:pt x="37058" y="73670"/>
                  <a:pt x="40630" y="73670"/>
                </a:cubicBezTo>
                <a:cubicBezTo>
                  <a:pt x="59382" y="74116"/>
                  <a:pt x="62954" y="74563"/>
                  <a:pt x="65187" y="75009"/>
                </a:cubicBezTo>
                <a:cubicBezTo>
                  <a:pt x="73223" y="76349"/>
                  <a:pt x="76795" y="79474"/>
                  <a:pt x="78581" y="81260"/>
                </a:cubicBezTo>
                <a:cubicBezTo>
                  <a:pt x="83493" y="86171"/>
                  <a:pt x="83493" y="91529"/>
                  <a:pt x="83493" y="94208"/>
                </a:cubicBezTo>
                <a:cubicBezTo>
                  <a:pt x="83493" y="104477"/>
                  <a:pt x="77242" y="110282"/>
                  <a:pt x="74116" y="113407"/>
                </a:cubicBezTo>
                <a:cubicBezTo>
                  <a:pt x="59829" y="126802"/>
                  <a:pt x="44202" y="126802"/>
                  <a:pt x="36612" y="126802"/>
                </a:cubicBezTo>
                <a:cubicBezTo>
                  <a:pt x="19199" y="126802"/>
                  <a:pt x="11162" y="121444"/>
                  <a:pt x="7144" y="118765"/>
                </a:cubicBezTo>
                <a:cubicBezTo>
                  <a:pt x="0" y="113854"/>
                  <a:pt x="0" y="110728"/>
                  <a:pt x="0" y="109389"/>
                </a:cubicBezTo>
                <a:cubicBezTo>
                  <a:pt x="0" y="107156"/>
                  <a:pt x="893" y="105817"/>
                  <a:pt x="1339" y="104924"/>
                </a:cubicBezTo>
                <a:cubicBezTo>
                  <a:pt x="2679" y="101352"/>
                  <a:pt x="5804" y="97334"/>
                  <a:pt x="7590" y="95548"/>
                </a:cubicBezTo>
                <a:cubicBezTo>
                  <a:pt x="8037" y="94655"/>
                  <a:pt x="13841" y="88404"/>
                  <a:pt x="16966" y="85725"/>
                </a:cubicBezTo>
                <a:cubicBezTo>
                  <a:pt x="12055" y="82600"/>
                  <a:pt x="10716" y="81260"/>
                  <a:pt x="10269" y="80367"/>
                </a:cubicBezTo>
                <a:cubicBezTo>
                  <a:pt x="8037" y="78135"/>
                  <a:pt x="8037" y="76349"/>
                  <a:pt x="8037" y="75456"/>
                </a:cubicBezTo>
                <a:cubicBezTo>
                  <a:pt x="8037" y="72330"/>
                  <a:pt x="9823" y="69205"/>
                  <a:pt x="10716" y="67866"/>
                </a:cubicBezTo>
                <a:cubicBezTo>
                  <a:pt x="13395" y="63401"/>
                  <a:pt x="19645" y="58489"/>
                  <a:pt x="22771" y="55811"/>
                </a:cubicBezTo>
                <a:close/>
                <a:moveTo>
                  <a:pt x="38398" y="4465"/>
                </a:moveTo>
                <a:cubicBezTo>
                  <a:pt x="31700" y="4465"/>
                  <a:pt x="29021" y="8037"/>
                  <a:pt x="27236" y="9823"/>
                </a:cubicBezTo>
                <a:cubicBezTo>
                  <a:pt x="22771" y="15180"/>
                  <a:pt x="22771" y="22771"/>
                  <a:pt x="22771" y="26343"/>
                </a:cubicBezTo>
                <a:cubicBezTo>
                  <a:pt x="22771" y="41077"/>
                  <a:pt x="26789" y="45988"/>
                  <a:pt x="29021" y="48667"/>
                </a:cubicBezTo>
                <a:cubicBezTo>
                  <a:pt x="33933" y="54918"/>
                  <a:pt x="38398" y="54918"/>
                  <a:pt x="41077" y="54918"/>
                </a:cubicBezTo>
                <a:cubicBezTo>
                  <a:pt x="47774" y="54918"/>
                  <a:pt x="50899" y="51346"/>
                  <a:pt x="52239" y="49560"/>
                </a:cubicBezTo>
                <a:cubicBezTo>
                  <a:pt x="57150" y="44648"/>
                  <a:pt x="57150" y="37058"/>
                  <a:pt x="57150" y="33040"/>
                </a:cubicBezTo>
                <a:cubicBezTo>
                  <a:pt x="57150" y="18752"/>
                  <a:pt x="52685" y="13395"/>
                  <a:pt x="50453" y="10716"/>
                </a:cubicBezTo>
                <a:cubicBezTo>
                  <a:pt x="45988" y="4465"/>
                  <a:pt x="41077" y="4465"/>
                  <a:pt x="38398" y="4465"/>
                </a:cubicBezTo>
                <a:close/>
                <a:moveTo>
                  <a:pt x="21878" y="86171"/>
                </a:moveTo>
                <a:cubicBezTo>
                  <a:pt x="17859" y="90636"/>
                  <a:pt x="16073" y="93762"/>
                  <a:pt x="15627" y="95101"/>
                </a:cubicBezTo>
                <a:cubicBezTo>
                  <a:pt x="12948" y="98673"/>
                  <a:pt x="12948" y="101352"/>
                  <a:pt x="12948" y="102245"/>
                </a:cubicBezTo>
                <a:cubicBezTo>
                  <a:pt x="12948" y="106710"/>
                  <a:pt x="16520" y="108942"/>
                  <a:pt x="18306" y="109835"/>
                </a:cubicBezTo>
                <a:cubicBezTo>
                  <a:pt x="27682" y="115639"/>
                  <a:pt x="39291" y="115639"/>
                  <a:pt x="45095" y="115639"/>
                </a:cubicBezTo>
                <a:cubicBezTo>
                  <a:pt x="61168" y="115639"/>
                  <a:pt x="66526" y="111621"/>
                  <a:pt x="69205" y="109835"/>
                </a:cubicBezTo>
                <a:cubicBezTo>
                  <a:pt x="76795" y="104031"/>
                  <a:pt x="76795" y="99566"/>
                  <a:pt x="76795" y="97780"/>
                </a:cubicBezTo>
                <a:cubicBezTo>
                  <a:pt x="76795" y="92869"/>
                  <a:pt x="73670" y="91529"/>
                  <a:pt x="72330" y="90636"/>
                </a:cubicBezTo>
                <a:cubicBezTo>
                  <a:pt x="67419" y="88850"/>
                  <a:pt x="58043" y="88404"/>
                  <a:pt x="53578" y="88404"/>
                </a:cubicBezTo>
                <a:cubicBezTo>
                  <a:pt x="33040" y="87957"/>
                  <a:pt x="25450" y="86618"/>
                  <a:pt x="21878" y="86171"/>
                </a:cubicBezTo>
                <a:close/>
                <a:moveTo>
                  <a:pt x="21878" y="861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869A1-98EC-49A4-8097-7C0A98FD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184" y="4286537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1A04A-FF8E-4A45-A64A-E5CED56A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848" y="4249032"/>
            <a:ext cx="93315" cy="123676"/>
          </a:xfrm>
          <a:custGeom xmlns:a="http://schemas.openxmlformats.org/drawingml/2006/main">
            <a:pathLst>
              <a:path w="93315" h="123676">
                <a:moveTo>
                  <a:pt x="34826" y="6697"/>
                </a:moveTo>
                <a:lnTo>
                  <a:pt x="34826" y="55364"/>
                </a:lnTo>
                <a:lnTo>
                  <a:pt x="57596" y="55364"/>
                </a:lnTo>
                <a:cubicBezTo>
                  <a:pt x="65187" y="55364"/>
                  <a:pt x="67866" y="53132"/>
                  <a:pt x="68759" y="51792"/>
                </a:cubicBezTo>
                <a:cubicBezTo>
                  <a:pt x="72777" y="48667"/>
                  <a:pt x="73223" y="41523"/>
                  <a:pt x="73670" y="38398"/>
                </a:cubicBezTo>
                <a:lnTo>
                  <a:pt x="77242" y="38398"/>
                </a:lnTo>
                <a:lnTo>
                  <a:pt x="77242" y="80367"/>
                </a:lnTo>
                <a:lnTo>
                  <a:pt x="73670" y="80367"/>
                </a:lnTo>
                <a:cubicBezTo>
                  <a:pt x="73670" y="73223"/>
                  <a:pt x="72330" y="70545"/>
                  <a:pt x="71884" y="69652"/>
                </a:cubicBezTo>
                <a:cubicBezTo>
                  <a:pt x="70098" y="66080"/>
                  <a:pt x="67866" y="65187"/>
                  <a:pt x="66973" y="64740"/>
                </a:cubicBezTo>
                <a:cubicBezTo>
                  <a:pt x="63847" y="62954"/>
                  <a:pt x="59829" y="62954"/>
                  <a:pt x="57596" y="62954"/>
                </a:cubicBezTo>
                <a:lnTo>
                  <a:pt x="34826" y="62954"/>
                </a:lnTo>
                <a:lnTo>
                  <a:pt x="34826" y="101798"/>
                </a:lnTo>
                <a:cubicBezTo>
                  <a:pt x="34826" y="111175"/>
                  <a:pt x="35719" y="113407"/>
                  <a:pt x="36165" y="114300"/>
                </a:cubicBezTo>
                <a:cubicBezTo>
                  <a:pt x="37058" y="116532"/>
                  <a:pt x="39291" y="117872"/>
                  <a:pt x="40184" y="118318"/>
                </a:cubicBezTo>
                <a:cubicBezTo>
                  <a:pt x="44202" y="120104"/>
                  <a:pt x="46881" y="120104"/>
                  <a:pt x="48667" y="120104"/>
                </a:cubicBezTo>
                <a:lnTo>
                  <a:pt x="53132" y="120104"/>
                </a:ln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018" y="120104"/>
                </a:lnTo>
                <a:cubicBezTo>
                  <a:pt x="12055" y="120104"/>
                  <a:pt x="14288" y="117425"/>
                  <a:pt x="15180" y="116086"/>
                </a:cubicBezTo>
                <a:cubicBezTo>
                  <a:pt x="17413" y="112961"/>
                  <a:pt x="17413" y="105370"/>
                  <a:pt x="17413" y="101798"/>
                </a:cubicBezTo>
                <a:lnTo>
                  <a:pt x="17413" y="21878"/>
                </a:lnTo>
                <a:cubicBezTo>
                  <a:pt x="17413" y="12502"/>
                  <a:pt x="16520" y="10716"/>
                  <a:pt x="16520" y="9376"/>
                </a:cubicBezTo>
                <a:cubicBezTo>
                  <a:pt x="15180" y="7144"/>
                  <a:pt x="13395" y="5804"/>
                  <a:pt x="12502" y="5358"/>
                </a:cubicBezTo>
                <a:cubicBezTo>
                  <a:pt x="8483" y="3125"/>
                  <a:pt x="5804" y="3125"/>
                  <a:pt x="4018" y="3125"/>
                </a:cubicBezTo>
                <a:lnTo>
                  <a:pt x="0" y="3125"/>
                </a:lnTo>
                <a:lnTo>
                  <a:pt x="0" y="0"/>
                </a:lnTo>
                <a:lnTo>
                  <a:pt x="91976" y="0"/>
                </a:lnTo>
                <a:lnTo>
                  <a:pt x="93315" y="27236"/>
                </a:lnTo>
                <a:lnTo>
                  <a:pt x="90190" y="27236"/>
                </a:lnTo>
                <a:cubicBezTo>
                  <a:pt x="87511" y="18752"/>
                  <a:pt x="85725" y="15627"/>
                  <a:pt x="84386" y="14288"/>
                </a:cubicBezTo>
                <a:cubicBezTo>
                  <a:pt x="81260" y="10269"/>
                  <a:pt x="78135" y="9376"/>
                  <a:pt x="76795" y="8483"/>
                </a:cubicBezTo>
                <a:cubicBezTo>
                  <a:pt x="71884" y="6697"/>
                  <a:pt x="65633" y="6697"/>
                  <a:pt x="62508" y="6697"/>
                </a:cubicBezTo>
                <a:lnTo>
                  <a:pt x="34826" y="6697"/>
                </a:lnTo>
                <a:close/>
                <a:moveTo>
                  <a:pt x="34826" y="66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91B1F-AF39-484E-AF2B-D231AD7C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248" y="4286537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0E1DA-D43F-43DD-BF36-0B042019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671" y="4286537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2F0F1-0EA3-4B80-A7D8-33334037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629" y="4261534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57134-537C-4263-BFBF-F964963B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517" y="4289216"/>
            <a:ext cx="93315" cy="86171"/>
          </a:xfrm>
          <a:custGeom xmlns:a="http://schemas.openxmlformats.org/drawingml/2006/main">
            <a:pathLst>
              <a:path w="93315" h="86171">
                <a:moveTo>
                  <a:pt x="79028" y="0"/>
                </a:moveTo>
                <a:lnTo>
                  <a:pt x="79028" y="50453"/>
                </a:lnTo>
                <a:cubicBezTo>
                  <a:pt x="79028" y="65187"/>
                  <a:pt x="79474" y="67419"/>
                  <a:pt x="79921" y="68312"/>
                </a:cubicBezTo>
                <a:cubicBezTo>
                  <a:pt x="80367" y="71884"/>
                  <a:pt x="81707" y="72330"/>
                  <a:pt x="82153" y="72777"/>
                </a:cubicBezTo>
                <a:cubicBezTo>
                  <a:pt x="83493" y="74116"/>
                  <a:pt x="84832" y="74116"/>
                  <a:pt x="85279" y="74116"/>
                </a:cubicBezTo>
                <a:cubicBezTo>
                  <a:pt x="88404" y="74116"/>
                  <a:pt x="90636" y="73223"/>
                  <a:pt x="91976" y="72777"/>
                </a:cubicBezTo>
                <a:lnTo>
                  <a:pt x="93315" y="75902"/>
                </a:lnTo>
                <a:lnTo>
                  <a:pt x="68312" y="86171"/>
                </a:lnTo>
                <a:lnTo>
                  <a:pt x="63847" y="86171"/>
                </a:lnTo>
                <a:lnTo>
                  <a:pt x="63847" y="68312"/>
                </a:lnTo>
                <a:cubicBezTo>
                  <a:pt x="53132" y="79921"/>
                  <a:pt x="49560" y="82153"/>
                  <a:pt x="47327" y="83046"/>
                </a:cubicBezTo>
                <a:cubicBezTo>
                  <a:pt x="41970" y="86171"/>
                  <a:pt x="37951" y="86171"/>
                  <a:pt x="35719" y="86171"/>
                </a:cubicBezTo>
                <a:cubicBezTo>
                  <a:pt x="28575" y="86171"/>
                  <a:pt x="25003" y="83493"/>
                  <a:pt x="23217" y="82153"/>
                </a:cubicBezTo>
                <a:cubicBezTo>
                  <a:pt x="18306" y="78135"/>
                  <a:pt x="16966" y="73670"/>
                  <a:pt x="16073" y="71884"/>
                </a:cubicBezTo>
                <a:cubicBezTo>
                  <a:pt x="14288" y="65187"/>
                  <a:pt x="14288" y="57596"/>
                  <a:pt x="14288" y="53578"/>
                </a:cubicBezTo>
                <a:lnTo>
                  <a:pt x="14288" y="16073"/>
                </a:lnTo>
                <a:cubicBezTo>
                  <a:pt x="14288" y="10269"/>
                  <a:pt x="13395" y="8483"/>
                  <a:pt x="12948" y="8037"/>
                </a:cubicBezTo>
                <a:cubicBezTo>
                  <a:pt x="11609" y="5804"/>
                  <a:pt x="10269" y="4911"/>
                  <a:pt x="9376" y="4465"/>
                </a:cubicBezTo>
                <a:cubicBezTo>
                  <a:pt x="6697" y="3125"/>
                  <a:pt x="2232" y="3125"/>
                  <a:pt x="0" y="3125"/>
                </a:cubicBezTo>
                <a:lnTo>
                  <a:pt x="0" y="0"/>
                </a:lnTo>
                <a:lnTo>
                  <a:pt x="29468" y="0"/>
                </a:lnTo>
                <a:lnTo>
                  <a:pt x="29468" y="55811"/>
                </a:lnTo>
                <a:cubicBezTo>
                  <a:pt x="29468" y="67419"/>
                  <a:pt x="32147" y="70098"/>
                  <a:pt x="33486" y="71438"/>
                </a:cubicBezTo>
                <a:cubicBezTo>
                  <a:pt x="37505" y="75009"/>
                  <a:pt x="41523" y="75009"/>
                  <a:pt x="43309" y="75009"/>
                </a:cubicBezTo>
                <a:cubicBezTo>
                  <a:pt x="47327" y="75009"/>
                  <a:pt x="50453" y="73223"/>
                  <a:pt x="52239" y="72330"/>
                </a:cubicBezTo>
                <a:cubicBezTo>
                  <a:pt x="57150" y="70098"/>
                  <a:pt x="61615" y="65187"/>
                  <a:pt x="63847" y="62954"/>
                </a:cubicBezTo>
                <a:lnTo>
                  <a:pt x="63847" y="15627"/>
                </a:lnTo>
                <a:cubicBezTo>
                  <a:pt x="63847" y="8483"/>
                  <a:pt x="62508" y="6697"/>
                  <a:pt x="61168" y="6251"/>
                </a:cubicBezTo>
                <a:cubicBezTo>
                  <a:pt x="58936" y="3572"/>
                  <a:pt x="53132" y="3572"/>
                  <a:pt x="50453" y="3125"/>
                </a:cubicBezTo>
                <a:lnTo>
                  <a:pt x="50453" y="0"/>
                </a:lnTo>
                <a:lnTo>
                  <a:pt x="79028" y="0"/>
                </a:lnTo>
                <a:close/>
                <a:moveTo>
                  <a:pt x="790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F3855-73DD-4987-966C-1494157D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482" y="4286537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16FCA-0A37-4DAD-B98E-682F522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641" y="4286537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233E1-9E05-411B-A664-5327CA65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552" y="3857625"/>
            <a:ext cx="1499741" cy="257175"/>
          </a:xfrm>
          <a:custGeom xmlns:a="http://schemas.openxmlformats.org/drawingml/2006/main">
            <a:pathLst>
              <a:path w="1499741" h="257175">
                <a:moveTo>
                  <a:pt x="1499741" y="35049"/>
                </a:moveTo>
                <a:lnTo>
                  <a:pt x="1499638" y="32005"/>
                </a:lnTo>
                <a:lnTo>
                  <a:pt x="1499334" y="29016"/>
                </a:lnTo>
                <a:lnTo>
                  <a:pt x="1498835" y="26090"/>
                </a:lnTo>
                <a:lnTo>
                  <a:pt x="1498147" y="23232"/>
                </a:lnTo>
                <a:lnTo>
                  <a:pt x="1497279" y="20449"/>
                </a:lnTo>
                <a:lnTo>
                  <a:pt x="1496235" y="17748"/>
                </a:lnTo>
                <a:lnTo>
                  <a:pt x="1495024" y="15135"/>
                </a:lnTo>
                <a:lnTo>
                  <a:pt x="1493651" y="12617"/>
                </a:lnTo>
                <a:lnTo>
                  <a:pt x="1492124" y="10201"/>
                </a:lnTo>
                <a:lnTo>
                  <a:pt x="1490449" y="7893"/>
                </a:lnTo>
                <a:lnTo>
                  <a:pt x="1488632" y="5700"/>
                </a:lnTo>
                <a:lnTo>
                  <a:pt x="1486681" y="3628"/>
                </a:lnTo>
                <a:lnTo>
                  <a:pt x="1484602" y="1684"/>
                </a:lnTo>
                <a:lnTo>
                  <a:pt x="1482555" y="0"/>
                </a:lnTo>
                <a:lnTo>
                  <a:pt x="17138" y="0"/>
                </a:lnTo>
                <a:lnTo>
                  <a:pt x="15094" y="1684"/>
                </a:lnTo>
                <a:lnTo>
                  <a:pt x="13018" y="3628"/>
                </a:lnTo>
                <a:lnTo>
                  <a:pt x="11070" y="5700"/>
                </a:lnTo>
                <a:lnTo>
                  <a:pt x="9258" y="7893"/>
                </a:lnTo>
                <a:lnTo>
                  <a:pt x="7587" y="10201"/>
                </a:lnTo>
                <a:lnTo>
                  <a:pt x="6065" y="12617"/>
                </a:lnTo>
                <a:lnTo>
                  <a:pt x="4697" y="15135"/>
                </a:lnTo>
                <a:lnTo>
                  <a:pt x="3490" y="17748"/>
                </a:lnTo>
                <a:lnTo>
                  <a:pt x="2451" y="20449"/>
                </a:lnTo>
                <a:lnTo>
                  <a:pt x="1586" y="23232"/>
                </a:lnTo>
                <a:lnTo>
                  <a:pt x="902" y="26090"/>
                </a:lnTo>
                <a:lnTo>
                  <a:pt x="405" y="29016"/>
                </a:lnTo>
                <a:lnTo>
                  <a:pt x="102" y="32005"/>
                </a:lnTo>
                <a:lnTo>
                  <a:pt x="0" y="35049"/>
                </a:lnTo>
                <a:lnTo>
                  <a:pt x="0" y="212973"/>
                </a:lnTo>
                <a:lnTo>
                  <a:pt x="102" y="216018"/>
                </a:lnTo>
                <a:lnTo>
                  <a:pt x="405" y="219008"/>
                </a:lnTo>
                <a:lnTo>
                  <a:pt x="902" y="221937"/>
                </a:lnTo>
                <a:lnTo>
                  <a:pt x="1586" y="224799"/>
                </a:lnTo>
                <a:lnTo>
                  <a:pt x="2451" y="227586"/>
                </a:lnTo>
                <a:lnTo>
                  <a:pt x="3490" y="230292"/>
                </a:lnTo>
                <a:lnTo>
                  <a:pt x="4697" y="232910"/>
                </a:lnTo>
                <a:lnTo>
                  <a:pt x="6065" y="235434"/>
                </a:lnTo>
                <a:lnTo>
                  <a:pt x="7587" y="237856"/>
                </a:lnTo>
                <a:lnTo>
                  <a:pt x="9258" y="240171"/>
                </a:lnTo>
                <a:lnTo>
                  <a:pt x="11070" y="242371"/>
                </a:lnTo>
                <a:lnTo>
                  <a:pt x="13018" y="244450"/>
                </a:lnTo>
                <a:lnTo>
                  <a:pt x="15094" y="246401"/>
                </a:lnTo>
                <a:lnTo>
                  <a:pt x="17291" y="248218"/>
                </a:lnTo>
                <a:lnTo>
                  <a:pt x="19605" y="249893"/>
                </a:lnTo>
                <a:lnTo>
                  <a:pt x="22027" y="251420"/>
                </a:lnTo>
                <a:lnTo>
                  <a:pt x="24551" y="252793"/>
                </a:lnTo>
                <a:lnTo>
                  <a:pt x="27171" y="254004"/>
                </a:lnTo>
                <a:lnTo>
                  <a:pt x="29880" y="255048"/>
                </a:lnTo>
                <a:lnTo>
                  <a:pt x="32672" y="255916"/>
                </a:lnTo>
                <a:lnTo>
                  <a:pt x="35541" y="256603"/>
                </a:lnTo>
                <a:lnTo>
                  <a:pt x="38478" y="257103"/>
                </a:lnTo>
                <a:lnTo>
                  <a:pt x="39193" y="257175"/>
                </a:lnTo>
                <a:lnTo>
                  <a:pt x="1460527" y="257175"/>
                </a:lnTo>
                <a:lnTo>
                  <a:pt x="1461239" y="257103"/>
                </a:lnTo>
                <a:lnTo>
                  <a:pt x="1464168" y="256603"/>
                </a:lnTo>
                <a:lnTo>
                  <a:pt x="1467030" y="255916"/>
                </a:lnTo>
                <a:lnTo>
                  <a:pt x="1469817" y="255048"/>
                </a:lnTo>
                <a:lnTo>
                  <a:pt x="1472523" y="254004"/>
                </a:lnTo>
                <a:lnTo>
                  <a:pt x="1475141" y="252793"/>
                </a:lnTo>
                <a:lnTo>
                  <a:pt x="1477665" y="251420"/>
                </a:lnTo>
                <a:lnTo>
                  <a:pt x="1480087" y="249893"/>
                </a:lnTo>
                <a:lnTo>
                  <a:pt x="1482402" y="248218"/>
                </a:lnTo>
                <a:lnTo>
                  <a:pt x="1484602" y="246401"/>
                </a:lnTo>
                <a:lnTo>
                  <a:pt x="1486681" y="244450"/>
                </a:lnTo>
                <a:lnTo>
                  <a:pt x="1488632" y="242371"/>
                </a:lnTo>
                <a:lnTo>
                  <a:pt x="1490449" y="240171"/>
                </a:lnTo>
                <a:lnTo>
                  <a:pt x="1492124" y="237856"/>
                </a:lnTo>
                <a:lnTo>
                  <a:pt x="1493651" y="235434"/>
                </a:lnTo>
                <a:lnTo>
                  <a:pt x="1495024" y="232910"/>
                </a:lnTo>
                <a:lnTo>
                  <a:pt x="1496235" y="230292"/>
                </a:lnTo>
                <a:lnTo>
                  <a:pt x="1497279" y="227586"/>
                </a:lnTo>
                <a:lnTo>
                  <a:pt x="1498147" y="224799"/>
                </a:lnTo>
                <a:lnTo>
                  <a:pt x="1498835" y="221937"/>
                </a:lnTo>
                <a:lnTo>
                  <a:pt x="1499334" y="219008"/>
                </a:lnTo>
                <a:lnTo>
                  <a:pt x="1499638" y="216018"/>
                </a:lnTo>
                <a:lnTo>
                  <a:pt x="1499741" y="212973"/>
                </a:lnTo>
                <a:lnTo>
                  <a:pt x="1499741" y="35049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5:gradFill xmlns:ns5="http://schemas.openxmlformats.org/drawingml/2006/main" rotWithShape="1">
            <ns5:gsLst>
              <ns5:gs pos="0">
                <ns5:srgbClr val="9bcef4">
                  <ns5:alpha val="100000"/>
                </ns5:srgbClr>
              </ns5:gs>
              <ns5:gs pos="1199">
                <ns5:srgbClr val="9bcef4">
                  <ns5:alpha val="100000"/>
                </ns5:srgbClr>
              </ns5:gs>
              <ns5:gs pos="2009">
                <ns5:srgbClr val="9bcef4">
                  <ns5:alpha val="100000"/>
                </ns5:srgbClr>
              </ns5:gs>
              <ns5:gs pos="2414">
                <ns5:srgbClr val="9acef4">
                  <ns5:alpha val="100000"/>
                </ns5:srgbClr>
              </ns5:gs>
              <ns5:gs pos="2819">
                <ns5:srgbClr val="9acef4">
                  <ns5:alpha val="100000"/>
                </ns5:srgbClr>
              </ns5:gs>
              <ns5:gs pos="3225">
                <ns5:srgbClr val="9acdf4">
                  <ns5:alpha val="100000"/>
                </ns5:srgbClr>
              </ns5:gs>
              <ns5:gs pos="3630">
                <ns5:srgbClr val="9acdf4">
                  <ns5:alpha val="100000"/>
                </ns5:srgbClr>
              </ns5:gs>
              <ns5:gs pos="4035">
                <ns5:srgbClr val="9acdf3">
                  <ns5:alpha val="100000"/>
                </ns5:srgbClr>
              </ns5:gs>
              <ns5:gs pos="4440">
                <ns5:srgbClr val="9acdf3">
                  <ns5:alpha val="100000"/>
                </ns5:srgbClr>
              </ns5:gs>
              <ns5:gs pos="6061">
                <ns5:srgbClr val="9acdf3">
                  <ns5:alpha val="100000"/>
                </ns5:srgbClr>
              </ns5:gs>
              <ns5:gs pos="6466">
                <ns5:srgbClr val="99cdf3">
                  <ns5:alpha val="100000"/>
                </ns5:srgbClr>
              </ns5:gs>
              <ns5:gs pos="6871">
                <ns5:srgbClr val="99cdf3">
                  <ns5:alpha val="100000"/>
                </ns5:srgbClr>
              </ns5:gs>
              <ns5:gs pos="7682">
                <ns5:srgbClr val="99cdf3">
                  <ns5:alpha val="100000"/>
                </ns5:srgbClr>
              </ns5:gs>
              <ns5:gs pos="8087">
                <ns5:srgbClr val="99ccf3">
                  <ns5:alpha val="100000"/>
                </ns5:srgbClr>
              </ns5:gs>
              <ns5:gs pos="8492">
                <ns5:srgbClr val="99ccf3">
                  <ns5:alpha val="100000"/>
                </ns5:srgbClr>
              </ns5:gs>
              <ns5:gs pos="9303">
                <ns5:srgbClr val="99ccf3">
                  <ns5:alpha val="100000"/>
                </ns5:srgbClr>
              </ns5:gs>
              <ns5:gs pos="10113">
                <ns5:srgbClr val="99ccf2">
                  <ns5:alpha val="100000"/>
                </ns5:srgbClr>
              </ns5:gs>
              <ns5:gs pos="10518">
                <ns5:srgbClr val="98ccf2">
                  <ns5:alpha val="100000"/>
                </ns5:srgbClr>
              </ns5:gs>
              <ns5:gs pos="10923">
                <ns5:srgbClr val="98ccf2">
                  <ns5:alpha val="100000"/>
                </ns5:srgbClr>
              </ns5:gs>
              <ns5:gs pos="12544">
                <ns5:srgbClr val="98ccf2">
                  <ns5:alpha val="100000"/>
                </ns5:srgbClr>
              </ns5:gs>
              <ns5:gs pos="12949">
                <ns5:srgbClr val="98cbf2">
                  <ns5:alpha val="100000"/>
                </ns5:srgbClr>
              </ns5:gs>
              <ns5:gs pos="13354">
                <ns5:srgbClr val="98cbf2">
                  <ns5:alpha val="100000"/>
                </ns5:srgbClr>
              </ns5:gs>
              <ns5:gs pos="14165">
                <ns5:srgbClr val="98cbf2">
                  <ns5:alpha val="100000"/>
                </ns5:srgbClr>
              </ns5:gs>
              <ns5:gs pos="14570">
                <ns5:srgbClr val="97cbf1">
                  <ns5:alpha val="100000"/>
                </ns5:srgbClr>
              </ns5:gs>
              <ns5:gs pos="14975">
                <ns5:srgbClr val="97cbf1">
                  <ns5:alpha val="100000"/>
                </ns5:srgbClr>
              </ns5:gs>
              <ns5:gs pos="15786">
                <ns5:srgbClr val="97cbf1">
                  <ns5:alpha val="100000"/>
                </ns5:srgbClr>
              </ns5:gs>
              <ns5:gs pos="17406">
                <ns5:srgbClr val="97cbf1">
                  <ns5:alpha val="100000"/>
                </ns5:srgbClr>
              </ns5:gs>
              <ns5:gs pos="17811">
                <ns5:srgbClr val="97caf1">
                  <ns5:alpha val="100000"/>
                </ns5:srgbClr>
              </ns5:gs>
              <ns5:gs pos="18217">
                <ns5:srgbClr val="97caf1">
                  <ns5:alpha val="100000"/>
                </ns5:srgbClr>
              </ns5:gs>
              <ns5:gs pos="18622">
                <ns5:srgbClr val="96caf1">
                  <ns5:alpha val="100000"/>
                </ns5:srgbClr>
              </ns5:gs>
              <ns5:gs pos="19027">
                <ns5:srgbClr val="96caf1">
                  <ns5:alpha val="100000"/>
                </ns5:srgbClr>
              </ns5:gs>
              <ns5:gs pos="19432">
                <ns5:srgbClr val="96caf0">
                  <ns5:alpha val="100000"/>
                </ns5:srgbClr>
              </ns5:gs>
              <ns5:gs pos="19837">
                <ns5:srgbClr val="96caf0">
                  <ns5:alpha val="100000"/>
                </ns5:srgbClr>
              </ns5:gs>
              <ns5:gs pos="20648">
                <ns5:srgbClr val="96caf0">
                  <ns5:alpha val="100000"/>
                </ns5:srgbClr>
              </ns5:gs>
              <ns5:gs pos="22269">
                <ns5:srgbClr val="96caf0">
                  <ns5:alpha val="100000"/>
                </ns5:srgbClr>
              </ns5:gs>
              <ns5:gs pos="23889">
                <ns5:srgbClr val="95c9f0">
                  <ns5:alpha val="100000"/>
                </ns5:srgbClr>
              </ns5:gs>
              <ns5:gs pos="24700">
                <ns5:srgbClr val="95c9f0">
                  <ns5:alpha val="100000"/>
                </ns5:srgbClr>
              </ns5:gs>
              <ns5:gs pos="25105">
                <ns5:srgbClr val="95c9ef">
                  <ns5:alpha val="100000"/>
                </ns5:srgbClr>
              </ns5:gs>
              <ns5:gs pos="25510">
                <ns5:srgbClr val="95c9ef">
                  <ns5:alpha val="100000"/>
                </ns5:srgbClr>
              </ns5:gs>
              <ns5:gs pos="25915">
                <ns5:srgbClr val="94c9ef">
                  <ns5:alpha val="100000"/>
                </ns5:srgbClr>
              </ns5:gs>
              <ns5:gs pos="26320">
                <ns5:srgbClr val="94c9ef">
                  <ns5:alpha val="100000"/>
                </ns5:srgbClr>
              </ns5:gs>
              <ns5:gs pos="26726">
                <ns5:srgbClr val="94c8ef">
                  <ns5:alpha val="100000"/>
                </ns5:srgbClr>
              </ns5:gs>
              <ns5:gs pos="27131">
                <ns5:srgbClr val="94c8ef">
                  <ns5:alpha val="100000"/>
                </ns5:srgbClr>
              </ns5:gs>
              <ns5:gs pos="28752">
                <ns5:srgbClr val="94c8ef">
                  <ns5:alpha val="100000"/>
                </ns5:srgbClr>
              </ns5:gs>
              <ns5:gs pos="29562">
                <ns5:srgbClr val="94c8ef">
                  <ns5:alpha val="100000"/>
                </ns5:srgbClr>
              </ns5:gs>
              <ns5:gs pos="29967">
                <ns5:srgbClr val="93c8ee">
                  <ns5:alpha val="100000"/>
                </ns5:srgbClr>
              </ns5:gs>
              <ns5:gs pos="30372">
                <ns5:srgbClr val="93c8ee">
                  <ns5:alpha val="100000"/>
                </ns5:srgbClr>
              </ns5:gs>
              <ns5:gs pos="31183">
                <ns5:srgbClr val="93c8ee">
                  <ns5:alpha val="100000"/>
                </ns5:srgbClr>
              </ns5:gs>
              <ns5:gs pos="31588">
                <ns5:srgbClr val="93c7ee">
                  <ns5:alpha val="100000"/>
                </ns5:srgbClr>
              </ns5:gs>
              <ns5:gs pos="31993">
                <ns5:srgbClr val="93c7ee">
                  <ns5:alpha val="100000"/>
                </ns5:srgbClr>
              </ns5:gs>
              <ns5:gs pos="33614">
                <ns5:srgbClr val="93c7ee">
                  <ns5:alpha val="100000"/>
                </ns5:srgbClr>
              </ns5:gs>
              <ns5:gs pos="34019">
                <ns5:srgbClr val="92c7ee">
                  <ns5:alpha val="100000"/>
                </ns5:srgbClr>
              </ns5:gs>
              <ns5:gs pos="34424">
                <ns5:srgbClr val="92c7ee">
                  <ns5:alpha val="100000"/>
                </ns5:srgbClr>
              </ns5:gs>
              <ns5:gs pos="35235">
                <ns5:srgbClr val="92c7ee">
                  <ns5:alpha val="100000"/>
                </ns5:srgbClr>
              </ns5:gs>
              <ns5:gs pos="36045">
                <ns5:srgbClr val="92c7ed">
                  <ns5:alpha val="100000"/>
                </ns5:srgbClr>
              </ns5:gs>
              <ns5:gs pos="36450">
                <ns5:srgbClr val="92c6ed">
                  <ns5:alpha val="100000"/>
                </ns5:srgbClr>
              </ns5:gs>
              <ns5:gs pos="36855">
                <ns5:srgbClr val="92c6ed">
                  <ns5:alpha val="100000"/>
                </ns5:srgbClr>
              </ns5:gs>
              <ns5:gs pos="37666">
                <ns5:srgbClr val="92c6ed">
                  <ns5:alpha val="100000"/>
                </ns5:srgbClr>
              </ns5:gs>
              <ns5:gs pos="38071">
                <ns5:srgbClr val="91c6ed">
                  <ns5:alpha val="100000"/>
                </ns5:srgbClr>
              </ns5:gs>
              <ns5:gs pos="38476">
                <ns5:srgbClr val="91c6ed">
                  <ns5:alpha val="100000"/>
                </ns5:srgbClr>
              </ns5:gs>
              <ns5:gs pos="40097">
                <ns5:srgbClr val="91c6ed">
                  <ns5:alpha val="100000"/>
                </ns5:srgbClr>
              </ns5:gs>
              <ns5:gs pos="40502">
                <ns5:srgbClr val="91c6ec">
                  <ns5:alpha val="100000"/>
                </ns5:srgbClr>
              </ns5:gs>
              <ns5:gs pos="40907">
                <ns5:srgbClr val="91c6ec">
                  <ns5:alpha val="100000"/>
                </ns5:srgbClr>
              </ns5:gs>
              <ns5:gs pos="41312">
                <ns5:srgbClr val="91c5ec">
                  <ns5:alpha val="100000"/>
                </ns5:srgbClr>
              </ns5:gs>
              <ns5:gs pos="41718">
                <ns5:srgbClr val="91c5ec">
                  <ns5:alpha val="100000"/>
                </ns5:srgbClr>
              </ns5:gs>
              <ns5:gs pos="42123">
                <ns5:srgbClr val="90c5ec">
                  <ns5:alpha val="100000"/>
                </ns5:srgbClr>
              </ns5:gs>
              <ns5:gs pos="42528">
                <ns5:srgbClr val="90c5ec">
                  <ns5:alpha val="100000"/>
                </ns5:srgbClr>
              </ns5:gs>
              <ns5:gs pos="43338">
                <ns5:srgbClr val="90c5ec">
                  <ns5:alpha val="100000"/>
                </ns5:srgbClr>
              </ns5:gs>
              <ns5:gs pos="44959">
                <ns5:srgbClr val="90c5ec">
                  <ns5:alpha val="100000"/>
                </ns5:srgbClr>
              </ns5:gs>
              <ns5:gs pos="45364">
                <ns5:srgbClr val="90c5eb">
                  <ns5:alpha val="100000"/>
                </ns5:srgbClr>
              </ns5:gs>
              <ns5:gs pos="45769">
                <ns5:srgbClr val="90c5eb">
                  <ns5:alpha val="100000"/>
                </ns5:srgbClr>
              </ns5:gs>
              <ns5:gs pos="46175">
                <ns5:srgbClr val="8fc4eb">
                  <ns5:alpha val="100000"/>
                </ns5:srgbClr>
              </ns5:gs>
              <ns5:gs pos="46580">
                <ns5:srgbClr val="8fc4eb">
                  <ns5:alpha val="100000"/>
                </ns5:srgbClr>
              </ns5:gs>
              <ns5:gs pos="48201">
                <ns5:srgbClr val="8fc4eb">
                  <ns5:alpha val="100000"/>
                </ns5:srgbClr>
              </ns5:gs>
              <ns5:gs pos="49011">
                <ns5:srgbClr val="8fc4eb">
                  <ns5:alpha val="100000"/>
                </ns5:srgbClr>
              </ns5:gs>
              <ns5:gs pos="49416">
                <ns5:srgbClr val="8ec4eb">
                  <ns5:alpha val="100000"/>
                </ns5:srgbClr>
              </ns5:gs>
              <ns5:gs pos="49821">
                <ns5:srgbClr val="8ec4eb">
                  <ns5:alpha val="100000"/>
                </ns5:srgbClr>
              </ns5:gs>
              <ns5:gs pos="51442">
                <ns5:srgbClr val="8ec4eb">
                  <ns5:alpha val="100000"/>
                </ns5:srgbClr>
              </ns5:gs>
              <ns5:gs pos="51847">
                <ns5:srgbClr val="8dc4eb">
                  <ns5:alpha val="100000"/>
                </ns5:srgbClr>
              </ns5:gs>
              <ns5:gs pos="52253">
                <ns5:srgbClr val="8dc4eb">
                  <ns5:alpha val="100000"/>
                </ns5:srgbClr>
              </ns5:gs>
              <ns5:gs pos="52658">
                <ns5:srgbClr val="8dc3eb">
                  <ns5:alpha val="100000"/>
                </ns5:srgbClr>
              </ns5:gs>
              <ns5:gs pos="53063">
                <ns5:srgbClr val="8dc3eb">
                  <ns5:alpha val="100000"/>
                </ns5:srgbClr>
              </ns5:gs>
              <ns5:gs pos="53873">
                <ns5:srgbClr val="8dc3eb">
                  <ns5:alpha val="100000"/>
                </ns5:srgbClr>
              </ns5:gs>
              <ns5:gs pos="54279">
                <ns5:srgbClr val="8cc3eb">
                  <ns5:alpha val="100000"/>
                </ns5:srgbClr>
              </ns5:gs>
              <ns5:gs pos="54684">
                <ns5:srgbClr val="8cc3eb">
                  <ns5:alpha val="100000"/>
                </ns5:srgbClr>
              </ns5:gs>
              <ns5:gs pos="56304">
                <ns5:srgbClr val="8cc3eb">
                  <ns5:alpha val="100000"/>
                </ns5:srgbClr>
              </ns5:gs>
              <ns5:gs pos="56710">
                <ns5:srgbClr val="8bc3eb">
                  <ns5:alpha val="100000"/>
                </ns5:srgbClr>
              </ns5:gs>
              <ns5:gs pos="57115">
                <ns5:srgbClr val="8bc3eb">
                  <ns5:alpha val="100000"/>
                </ns5:srgbClr>
              </ns5:gs>
              <ns5:gs pos="57925">
                <ns5:srgbClr val="8bc3eb">
                  <ns5:alpha val="100000"/>
                </ns5:srgbClr>
              </ns5:gs>
              <ns5:gs pos="58736">
                <ns5:srgbClr val="8bc3eb">
                  <ns5:alpha val="100000"/>
                </ns5:srgbClr>
              </ns5:gs>
              <ns5:gs pos="59141">
                <ns5:srgbClr val="8ac3eb">
                  <ns5:alpha val="100000"/>
                </ns5:srgbClr>
              </ns5:gs>
              <ns5:gs pos="59546">
                <ns5:srgbClr val="8ac3eb">
                  <ns5:alpha val="100000"/>
                </ns5:srgbClr>
              </ns5:gs>
              <ns5:gs pos="61167">
                <ns5:srgbClr val="8ac3eb">
                  <ns5:alpha val="100000"/>
                </ns5:srgbClr>
              </ns5:gs>
              <ns5:gs pos="62788">
                <ns5:srgbClr val="89c2ec">
                  <ns5:alpha val="100000"/>
                </ns5:srgbClr>
              </ns5:gs>
              <ns5:gs pos="63193">
                <ns5:srgbClr val="88c2ec">
                  <ns5:alpha val="100000"/>
                </ns5:srgbClr>
              </ns5:gs>
              <ns5:gs pos="63598">
                <ns5:srgbClr val="88c2ec">
                  <ns5:alpha val="100000"/>
                </ns5:srgbClr>
              </ns5:gs>
              <ns5:gs pos="64408">
                <ns5:srgbClr val="88c2ec">
                  <ns5:alpha val="100000"/>
                </ns5:srgbClr>
              </ns5:gs>
              <ns5:gs pos="65219">
                <ns5:srgbClr val="88c2ec">
                  <ns5:alpha val="100000"/>
                </ns5:srgbClr>
              </ns5:gs>
              <ns5:gs pos="65624">
                <ns5:srgbClr val="87c2ec">
                  <ns5:alpha val="100000"/>
                </ns5:srgbClr>
              </ns5:gs>
              <ns5:gs pos="66029">
                <ns5:srgbClr val="87c2ec">
                  <ns5:alpha val="100000"/>
                </ns5:srgbClr>
              </ns5:gs>
              <ns5:gs pos="67650">
                <ns5:srgbClr val="87c2ec">
                  <ns5:alpha val="100000"/>
                </ns5:srgbClr>
              </ns5:gs>
              <ns5:gs pos="68055">
                <ns5:srgbClr val="86c2ec">
                  <ns5:alpha val="100000"/>
                </ns5:srgbClr>
              </ns5:gs>
              <ns5:gs pos="68460">
                <ns5:srgbClr val="86c2ec">
                  <ns5:alpha val="100000"/>
                </ns5:srgbClr>
              </ns5:gs>
              <ns5:gs pos="69271">
                <ns5:srgbClr val="86c2ec">
                  <ns5:alpha val="100000"/>
                </ns5:srgbClr>
              </ns5:gs>
              <ns5:gs pos="69676">
                <ns5:srgbClr val="86c1ec">
                  <ns5:alpha val="100000"/>
                </ns5:srgbClr>
              </ns5:gs>
              <ns5:gs pos="70081">
                <ns5:srgbClr val="86c1ec">
                  <ns5:alpha val="100000"/>
                </ns5:srgbClr>
              </ns5:gs>
              <ns5:gs pos="70486">
                <ns5:srgbClr val="85c1ec">
                  <ns5:alpha val="100000"/>
                </ns5:srgbClr>
              </ns5:gs>
              <ns5:gs pos="70891">
                <ns5:srgbClr val="85c1ec">
                  <ns5:alpha val="100000"/>
                </ns5:srgbClr>
              </ns5:gs>
              <ns5:gs pos="72512">
                <ns5:srgbClr val="85c1ec">
                  <ns5:alpha val="100000"/>
                </ns5:srgbClr>
              </ns5:gs>
              <ns5:gs pos="72917">
                <ns5:srgbClr val="84c1ec">
                  <ns5:alpha val="100000"/>
                </ns5:srgbClr>
              </ns5:gs>
              <ns5:gs pos="73322">
                <ns5:srgbClr val="84c1ec">
                  <ns5:alpha val="100000"/>
                </ns5:srgbClr>
              </ns5:gs>
              <ns5:gs pos="74133">
                <ns5:srgbClr val="84c1ec">
                  <ns5:alpha val="100000"/>
                </ns5:srgbClr>
              </ns5:gs>
              <ns5:gs pos="74943">
                <ns5:srgbClr val="84c1ec">
                  <ns5:alpha val="100000"/>
                </ns5:srgbClr>
              </ns5:gs>
              <ns5:gs pos="75348">
                <ns5:srgbClr val="83c1ec">
                  <ns5:alpha val="100000"/>
                </ns5:srgbClr>
              </ns5:gs>
              <ns5:gs pos="75754">
                <ns5:srgbClr val="83c1ec">
                  <ns5:alpha val="100000"/>
                </ns5:srgbClr>
              </ns5:gs>
              <ns5:gs pos="77374">
                <ns5:srgbClr val="83c1ec">
                  <ns5:alpha val="100000"/>
                </ns5:srgbClr>
              </ns5:gs>
              <ns5:gs pos="77779">
                <ns5:srgbClr val="82c1ec">
                  <ns5:alpha val="100000"/>
                </ns5:srgbClr>
              </ns5:gs>
              <ns5:gs pos="78185">
                <ns5:srgbClr val="82c1ec">
                  <ns5:alpha val="100000"/>
                </ns5:srgbClr>
              </ns5:gs>
              <ns5:gs pos="78590">
                <ns5:srgbClr val="82c0ec">
                  <ns5:alpha val="100000"/>
                </ns5:srgbClr>
              </ns5:gs>
              <ns5:gs pos="78995">
                <ns5:srgbClr val="82c0ec">
                  <ns5:alpha val="100000"/>
                </ns5:srgbClr>
              </ns5:gs>
              <ns5:gs pos="79805">
                <ns5:srgbClr val="82c0ec">
                  <ns5:alpha val="100000"/>
                </ns5:srgbClr>
              </ns5:gs>
              <ns5:gs pos="80211">
                <ns5:srgbClr val="81c0ec">
                  <ns5:alpha val="100000"/>
                </ns5:srgbClr>
              </ns5:gs>
              <ns5:gs pos="80616">
                <ns5:srgbClr val="81c0ec">
                  <ns5:alpha val="100000"/>
                </ns5:srgbClr>
              </ns5:gs>
              <ns5:gs pos="82237">
                <ns5:srgbClr val="81c0ec">
                  <ns5:alpha val="100000"/>
                </ns5:srgbClr>
              </ns5:gs>
              <ns5:gs pos="82642">
                <ns5:srgbClr val="80c0ec">
                  <ns5:alpha val="100000"/>
                </ns5:srgbClr>
              </ns5:gs>
              <ns5:gs pos="83047">
                <ns5:srgbClr val="80c0ec">
                  <ns5:alpha val="100000"/>
                </ns5:srgbClr>
              </ns5:gs>
              <ns5:gs pos="83857">
                <ns5:srgbClr val="80c0ec">
                  <ns5:alpha val="100000"/>
                </ns5:srgbClr>
              </ns5:gs>
              <ns5:gs pos="84668">
                <ns5:srgbClr val="80c0ec">
                  <ns5:alpha val="100000"/>
                </ns5:srgbClr>
              </ns5:gs>
              <ns5:gs pos="85073">
                <ns5:srgbClr val="7fc0ec">
                  <ns5:alpha val="100000"/>
                </ns5:srgbClr>
              </ns5:gs>
              <ns5:gs pos="85478">
                <ns5:srgbClr val="7fc0ec">
                  <ns5:alpha val="100000"/>
                </ns5:srgbClr>
              </ns5:gs>
              <ns5:gs pos="87099">
                <ns5:srgbClr val="7fc0ec">
                  <ns5:alpha val="100000"/>
                </ns5:srgbClr>
              </ns5:gs>
              <ns5:gs pos="88720">
                <ns5:srgbClr val="7ebfed">
                  <ns5:alpha val="100000"/>
                </ns5:srgbClr>
              </ns5:gs>
              <ns5:gs pos="89125">
                <ns5:srgbClr val="7dbfed">
                  <ns5:alpha val="100000"/>
                </ns5:srgbClr>
              </ns5:gs>
              <ns5:gs pos="89530">
                <ns5:srgbClr val="7dbfed">
                  <ns5:alpha val="100000"/>
                </ns5:srgbClr>
              </ns5:gs>
              <ns5:gs pos="90340">
                <ns5:srgbClr val="7dbfed">
                  <ns5:alpha val="100000"/>
                </ns5:srgbClr>
              </ns5:gs>
              <ns5:gs pos="91151">
                <ns5:srgbClr val="7dbfed">
                  <ns5:alpha val="100000"/>
                </ns5:srgbClr>
              </ns5:gs>
              <ns5:gs pos="91556">
                <ns5:srgbClr val="7cbfed">
                  <ns5:alpha val="100000"/>
                </ns5:srgbClr>
              </ns5:gs>
              <ns5:gs pos="91961">
                <ns5:srgbClr val="7cbfed">
                  <ns5:alpha val="100000"/>
                </ns5:srgbClr>
              </ns5:gs>
              <ns5:gs pos="93582">
                <ns5:srgbClr val="7cbfed">
                  <ns5:alpha val="100000"/>
                </ns5:srgbClr>
              </ns5:gs>
              <ns5:gs pos="93987">
                <ns5:srgbClr val="7bbfed">
                  <ns5:alpha val="100000"/>
                </ns5:srgbClr>
              </ns5:gs>
              <ns5:gs pos="94392">
                <ns5:srgbClr val="7bbfed">
                  <ns5:alpha val="100000"/>
                </ns5:srgbClr>
              </ns5:gs>
              <ns5:gs pos="95203">
                <ns5:srgbClr val="7bbfed">
                  <ns5:alpha val="100000"/>
                </ns5:srgbClr>
              </ns5:gs>
              <ns5:gs pos="95608">
                <ns5:srgbClr val="7bbeed">
                  <ns5:alpha val="100000"/>
                </ns5:srgbClr>
              </ns5:gs>
              <ns5:gs pos="96013">
                <ns5:srgbClr val="7bbeed">
                  <ns5:alpha val="100000"/>
                </ns5:srgbClr>
              </ns5:gs>
              <ns5:gs pos="96418">
                <ns5:srgbClr val="7abeed">
                  <ns5:alpha val="100000"/>
                </ns5:srgbClr>
              </ns5:gs>
              <ns5:gs pos="96823">
                <ns5:srgbClr val="7abeed">
                  <ns5:alpha val="100000"/>
                </ns5:srgbClr>
              </ns5:gs>
              <ns5:gs pos="98444">
                <ns5:srgbClr val="7abeed">
                  <ns5:alpha val="100000"/>
                </ns5:srgbClr>
              </ns5:gs>
              <ns5:gs pos="98849">
                <ns5:srgbClr val="79beed">
                  <ns5:alpha val="100000"/>
                </ns5:srgbClr>
              </ns5:gs>
              <ns5:gs pos="99255">
                <ns5:srgbClr val="79beed">
                  <ns5:alpha val="100000"/>
                </ns5:srgbClr>
              </ns5:gs>
              <ns5:gs pos="100000">
                <ns5:srgbClr val="79beed">
                  <ns5:alpha val="100000"/>
                </ns5:srgbClr>
              </ns5:gs>
            </ns5:gsLst>
            <ns5:lin ang="5400000" scaled="1"/>
          </ns5:gradFill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24538-C346-4822-9191-80E0CD4E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744" y="4114800"/>
            <a:ext cx="1421334" cy="335"/>
          </a:xfrm>
          <a:custGeom xmlns:a="http://schemas.openxmlformats.org/drawingml/2006/main">
            <a:pathLst>
              <a:path w="1421334" h="335">
                <a:moveTo>
                  <a:pt x="1416011" y="335"/>
                </a:moveTo>
                <a:lnTo>
                  <a:pt x="1419056" y="232"/>
                </a:lnTo>
                <a:lnTo>
                  <a:pt x="1421334" y="0"/>
                </a:lnTo>
                <a:lnTo>
                  <a:pt x="0" y="0"/>
                </a:lnTo>
                <a:lnTo>
                  <a:pt x="2286" y="232"/>
                </a:lnTo>
                <a:lnTo>
                  <a:pt x="5344" y="335"/>
                </a:lnTo>
                <a:lnTo>
                  <a:pt x="1416011" y="335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6:gradFill xmlns:ns6="http://schemas.openxmlformats.org/drawingml/2006/main" rotWithShape="1">
            <ns6:gsLst>
              <ns6:gs pos="0">
                <ns6:srgbClr val="79beed">
                  <ns6:alpha val="100000"/>
                </ns6:srgbClr>
              </ns6:gs>
              <ns6:gs pos="49860">
                <ns6:srgbClr val="79beed">
                  <ns6:alpha val="100000"/>
                </ns6:srgbClr>
              </ns6:gs>
              <ns6:gs pos="69446">
                <ns6:srgbClr val="79beed">
                  <ns6:alpha val="100000"/>
                </ns6:srgbClr>
              </ns6:gs>
              <ns6:gs pos="89033">
                <ns6:srgbClr val="79beed">
                  <ns6:alpha val="100000"/>
                </ns6:srgbClr>
              </ns6:gs>
              <ns6:gs pos="100000">
                <ns6:srgbClr val="79beed">
                  <ns6:alpha val="100000"/>
                </ns6:srgbClr>
              </ns6:gs>
            </ns6:gsLst>
            <ns6:lin ang="5400000" scaled="1"/>
          </ns6:gradFill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DA056-6B0F-4EBA-896B-A35CC46E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552" y="3848249"/>
            <a:ext cx="1498960" cy="266663"/>
          </a:xfrm>
          <a:custGeom xmlns:a="http://schemas.openxmlformats.org/drawingml/2006/main">
            <a:pathLst>
              <a:path w="1498960" h="266663" fill="none">
                <a:moveTo>
                  <a:pt x="0" y="44425"/>
                </a:moveTo>
                <a:cubicBezTo>
                  <a:pt x="0" y="19869"/>
                  <a:pt x="19869" y="0"/>
                  <a:pt x="44425" y="0"/>
                </a:cubicBezTo>
                <a:lnTo>
                  <a:pt x="1454535" y="0"/>
                </a:lnTo>
                <a:cubicBezTo>
                  <a:pt x="1479091" y="0"/>
                  <a:pt x="1498960" y="19869"/>
                  <a:pt x="1498960" y="44425"/>
                </a:cubicBezTo>
                <a:lnTo>
                  <a:pt x="1498960" y="222238"/>
                </a:lnTo>
                <a:cubicBezTo>
                  <a:pt x="1498960" y="246794"/>
                  <a:pt x="1479091" y="266663"/>
                  <a:pt x="1454535" y="266663"/>
                </a:cubicBezTo>
                <a:lnTo>
                  <a:pt x="44425" y="266663"/>
                </a:lnTo>
                <a:cubicBezTo>
                  <a:pt x="19869" y="266663"/>
                  <a:pt x="0" y="246794"/>
                  <a:pt x="0" y="222238"/>
                </a:cubicBezTo>
                <a:lnTo>
                  <a:pt x="0" y="44425"/>
                </a:lnTo>
                <a:close/>
                <a:moveTo>
                  <a:pt x="0" y="44425"/>
                </a:moveTo>
              </a:path>
            </a:pathLst>
          </a:custGeom>
          <a:noFill xmlns:a="http://schemas.openxmlformats.org/drawingml/2006/main"/>
          <a:ln xmlns:a="http://schemas.openxmlformats.org/drawingml/2006/main" w="15596" cap="flat">
            <a:solidFill>
              <a:srgbClr val="0F9ED5"/>
            </a:solidFill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16900-1CD4-47B6-B059-EBAC81C7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270" y="3934451"/>
            <a:ext cx="94208" cy="123676"/>
          </a:xfrm>
          <a:custGeom xmlns:a="http://schemas.openxmlformats.org/drawingml/2006/main">
            <a:pathLst>
              <a:path w="94208" h="123676">
                <a:moveTo>
                  <a:pt x="35272" y="65633"/>
                </a:moveTo>
                <a:lnTo>
                  <a:pt x="35272" y="101798"/>
                </a:lnTo>
                <a:cubicBezTo>
                  <a:pt x="35272" y="113407"/>
                  <a:pt x="37058" y="115639"/>
                  <a:pt x="37505" y="116532"/>
                </a:cubicBezTo>
                <a:cubicBezTo>
                  <a:pt x="41077" y="120104"/>
                  <a:pt x="45988" y="120104"/>
                  <a:pt x="48220" y="120104"/>
                </a:cubicBezTo>
                <a:lnTo>
                  <a:pt x="53132" y="120104"/>
                </a:ln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5627" y="115193"/>
                </a:cubicBezTo>
                <a:cubicBezTo>
                  <a:pt x="17859" y="112514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45541" y="0"/>
                </a:lnTo>
                <a:cubicBezTo>
                  <a:pt x="62061" y="0"/>
                  <a:pt x="68312" y="2232"/>
                  <a:pt x="71438" y="3572"/>
                </a:cubicBezTo>
                <a:cubicBezTo>
                  <a:pt x="81260" y="6697"/>
                  <a:pt x="85725" y="12055"/>
                  <a:pt x="87511" y="14734"/>
                </a:cubicBezTo>
                <a:cubicBezTo>
                  <a:pt x="94208" y="23217"/>
                  <a:pt x="94208" y="30361"/>
                  <a:pt x="94208" y="33933"/>
                </a:cubicBezTo>
                <a:cubicBezTo>
                  <a:pt x="94208" y="49560"/>
                  <a:pt x="87511" y="55364"/>
                  <a:pt x="84386" y="58936"/>
                </a:cubicBezTo>
                <a:cubicBezTo>
                  <a:pt x="74116" y="68312"/>
                  <a:pt x="62061" y="68312"/>
                  <a:pt x="55811" y="68312"/>
                </a:cubicBezTo>
                <a:cubicBezTo>
                  <a:pt x="51346" y="68312"/>
                  <a:pt x="47774" y="67866"/>
                  <a:pt x="46434" y="67866"/>
                </a:cubicBezTo>
                <a:cubicBezTo>
                  <a:pt x="41077" y="66973"/>
                  <a:pt x="37058" y="66080"/>
                  <a:pt x="35272" y="65633"/>
                </a:cubicBezTo>
                <a:close/>
                <a:moveTo>
                  <a:pt x="35272" y="60722"/>
                </a:moveTo>
                <a:cubicBezTo>
                  <a:pt x="39737" y="61168"/>
                  <a:pt x="42416" y="61615"/>
                  <a:pt x="43755" y="62061"/>
                </a:cubicBezTo>
                <a:cubicBezTo>
                  <a:pt x="47327" y="62508"/>
                  <a:pt x="49113" y="62508"/>
                  <a:pt x="50006" y="62508"/>
                </a:cubicBezTo>
                <a:cubicBezTo>
                  <a:pt x="59382" y="62508"/>
                  <a:pt x="64294" y="57596"/>
                  <a:pt x="66526" y="54918"/>
                </a:cubicBezTo>
                <a:cubicBezTo>
                  <a:pt x="73223" y="47774"/>
                  <a:pt x="73223" y="39737"/>
                  <a:pt x="73223" y="35719"/>
                </a:cubicBezTo>
                <a:cubicBezTo>
                  <a:pt x="73223" y="27682"/>
                  <a:pt x="70991" y="23217"/>
                  <a:pt x="70098" y="20985"/>
                </a:cubicBezTo>
                <a:cubicBezTo>
                  <a:pt x="66973" y="14288"/>
                  <a:pt x="62954" y="11609"/>
                  <a:pt x="60722" y="10716"/>
                </a:cubicBezTo>
                <a:cubicBezTo>
                  <a:pt x="54918" y="7144"/>
                  <a:pt x="49560" y="7144"/>
                  <a:pt x="47327" y="7144"/>
                </a:cubicBezTo>
                <a:cubicBezTo>
                  <a:pt x="42416" y="7144"/>
                  <a:pt x="37505" y="8483"/>
                  <a:pt x="35272" y="8930"/>
                </a:cubicBezTo>
                <a:lnTo>
                  <a:pt x="35272" y="60722"/>
                </a:lnTo>
                <a:close/>
                <a:moveTo>
                  <a:pt x="35272" y="607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13D01-07AA-4C7E-A770-2CBD3365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866" y="3971956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1E6FA-F372-46F8-A939-877C8036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131" y="3971956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C7332-72E1-467B-BEB1-1CE03AB7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219" y="3928200"/>
            <a:ext cx="50453" cy="170557"/>
          </a:xfrm>
          <a:custGeom xmlns:a="http://schemas.openxmlformats.org/drawingml/2006/main">
            <a:pathLst>
              <a:path w="50453" h="170557">
                <a:moveTo>
                  <a:pt x="41077" y="0"/>
                </a:moveTo>
                <a:cubicBezTo>
                  <a:pt x="45095" y="0"/>
                  <a:pt x="46881" y="1786"/>
                  <a:pt x="47774" y="2679"/>
                </a:cubicBezTo>
                <a:cubicBezTo>
                  <a:pt x="50453" y="5358"/>
                  <a:pt x="50453" y="8037"/>
                  <a:pt x="50453" y="9376"/>
                </a:cubicBezTo>
                <a:cubicBezTo>
                  <a:pt x="50453" y="13395"/>
                  <a:pt x="49113" y="15180"/>
                  <a:pt x="47774" y="16073"/>
                </a:cubicBezTo>
                <a:cubicBezTo>
                  <a:pt x="45095" y="18752"/>
                  <a:pt x="42416" y="18752"/>
                  <a:pt x="41077" y="18752"/>
                </a:cubicBezTo>
                <a:cubicBezTo>
                  <a:pt x="37505" y="18752"/>
                  <a:pt x="35719" y="16966"/>
                  <a:pt x="34826" y="16073"/>
                </a:cubicBezTo>
                <a:cubicBezTo>
                  <a:pt x="31700" y="13395"/>
                  <a:pt x="31700" y="10716"/>
                  <a:pt x="31700" y="9376"/>
                </a:cubicBezTo>
                <a:cubicBezTo>
                  <a:pt x="31700" y="5358"/>
                  <a:pt x="33933" y="3572"/>
                  <a:pt x="34826" y="2679"/>
                </a:cubicBezTo>
                <a:cubicBezTo>
                  <a:pt x="37505" y="0"/>
                  <a:pt x="39737" y="0"/>
                  <a:pt x="41077" y="0"/>
                </a:cubicBezTo>
                <a:close/>
                <a:moveTo>
                  <a:pt x="49113" y="43755"/>
                </a:moveTo>
                <a:lnTo>
                  <a:pt x="49113" y="128141"/>
                </a:lnTo>
                <a:cubicBezTo>
                  <a:pt x="49113" y="149572"/>
                  <a:pt x="42862" y="156270"/>
                  <a:pt x="39737" y="159841"/>
                </a:cubicBezTo>
                <a:cubicBezTo>
                  <a:pt x="30807" y="170557"/>
                  <a:pt x="20985" y="170557"/>
                  <a:pt x="16073" y="170557"/>
                </a:cubicBezTo>
                <a:cubicBezTo>
                  <a:pt x="8037" y="170557"/>
                  <a:pt x="4911" y="168325"/>
                  <a:pt x="4018" y="167432"/>
                </a:cubicBezTo>
                <a:cubicBezTo>
                  <a:pt x="0" y="164306"/>
                  <a:pt x="0" y="162074"/>
                  <a:pt x="0" y="161181"/>
                </a:cubicBezTo>
                <a:cubicBezTo>
                  <a:pt x="0" y="158055"/>
                  <a:pt x="1339" y="156270"/>
                  <a:pt x="2232" y="155823"/>
                </a:cubicBezTo>
                <a:cubicBezTo>
                  <a:pt x="4465" y="153144"/>
                  <a:pt x="6251" y="153144"/>
                  <a:pt x="7144" y="153144"/>
                </a:cubicBezTo>
                <a:cubicBezTo>
                  <a:pt x="9823" y="153144"/>
                  <a:pt x="11162" y="154037"/>
                  <a:pt x="12055" y="154484"/>
                </a:cubicBezTo>
                <a:cubicBezTo>
                  <a:pt x="13841" y="155377"/>
                  <a:pt x="16520" y="157609"/>
                  <a:pt x="18306" y="159395"/>
                </a:cubicBezTo>
                <a:cubicBezTo>
                  <a:pt x="22324" y="163413"/>
                  <a:pt x="24557" y="163413"/>
                  <a:pt x="25896" y="163413"/>
                </a:cubicBezTo>
                <a:cubicBezTo>
                  <a:pt x="27682" y="163413"/>
                  <a:pt x="29468" y="162074"/>
                  <a:pt x="29914" y="161627"/>
                </a:cubicBezTo>
                <a:cubicBezTo>
                  <a:pt x="32147" y="159841"/>
                  <a:pt x="32593" y="157162"/>
                  <a:pt x="33040" y="155823"/>
                </a:cubicBezTo>
                <a:cubicBezTo>
                  <a:pt x="33933" y="151805"/>
                  <a:pt x="33933" y="142875"/>
                  <a:pt x="33933" y="138410"/>
                </a:cubicBezTo>
                <a:lnTo>
                  <a:pt x="33933" y="79028"/>
                </a:lnTo>
                <a:cubicBezTo>
                  <a:pt x="33933" y="65187"/>
                  <a:pt x="33486" y="62508"/>
                  <a:pt x="33040" y="61168"/>
                </a:cubicBezTo>
                <a:cubicBezTo>
                  <a:pt x="32593" y="58489"/>
                  <a:pt x="31700" y="57596"/>
                  <a:pt x="31254" y="57150"/>
                </a:cubicBezTo>
                <a:cubicBezTo>
                  <a:pt x="29914" y="55811"/>
                  <a:pt x="28129" y="55811"/>
                  <a:pt x="27236" y="55811"/>
                </a:cubicBezTo>
                <a:cubicBezTo>
                  <a:pt x="25003" y="55811"/>
                  <a:pt x="22324" y="57150"/>
                  <a:pt x="21431" y="57150"/>
                </a:cubicBezTo>
                <a:lnTo>
                  <a:pt x="20092" y="54025"/>
                </a:lnTo>
                <a:lnTo>
                  <a:pt x="45095" y="43755"/>
                </a:lnTo>
                <a:lnTo>
                  <a:pt x="49113" y="43755"/>
                </a:lnTo>
                <a:close/>
                <a:moveTo>
                  <a:pt x="49113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3E717-D4F2-4681-A74B-886791D4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323" y="3971956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865F1-DB6C-4206-BBE3-9135D6B1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300" y="3971956"/>
            <a:ext cx="70545" cy="88850"/>
          </a:xfrm>
          <a:custGeom xmlns:a="http://schemas.openxmlformats.org/drawingml/2006/main">
            <a:pathLst>
              <a:path w="70545" h="88850">
                <a:moveTo>
                  <a:pt x="70545" y="54471"/>
                </a:moveTo>
                <a:cubicBezTo>
                  <a:pt x="67419" y="70991"/>
                  <a:pt x="60722" y="76795"/>
                  <a:pt x="57150" y="79921"/>
                </a:cubicBezTo>
                <a:cubicBezTo>
                  <a:pt x="47327" y="88850"/>
                  <a:pt x="39291" y="88850"/>
                  <a:pt x="35272" y="88850"/>
                </a:cubicBezTo>
                <a:cubicBezTo>
                  <a:pt x="21431" y="88850"/>
                  <a:pt x="14288" y="80814"/>
                  <a:pt x="10716" y="76795"/>
                </a:cubicBezTo>
                <a:cubicBezTo>
                  <a:pt x="0" y="64740"/>
                  <a:pt x="0" y="51346"/>
                  <a:pt x="0" y="44648"/>
                </a:cubicBezTo>
                <a:cubicBezTo>
                  <a:pt x="0" y="25003"/>
                  <a:pt x="8037" y="16520"/>
                  <a:pt x="11609" y="12502"/>
                </a:cubicBezTo>
                <a:cubicBezTo>
                  <a:pt x="23664" y="0"/>
                  <a:pt x="34379" y="0"/>
                  <a:pt x="39737" y="0"/>
                </a:cubicBezTo>
                <a:cubicBezTo>
                  <a:pt x="52239" y="0"/>
                  <a:pt x="57596" y="4465"/>
                  <a:pt x="60275" y="6697"/>
                </a:cubicBezTo>
                <a:cubicBezTo>
                  <a:pt x="68312" y="13395"/>
                  <a:pt x="68312" y="17859"/>
                  <a:pt x="68312" y="20092"/>
                </a:cubicBezTo>
                <a:cubicBezTo>
                  <a:pt x="68312" y="23664"/>
                  <a:pt x="66526" y="25003"/>
                  <a:pt x="66080" y="25896"/>
                </a:cubicBezTo>
                <a:cubicBezTo>
                  <a:pt x="63847" y="28129"/>
                  <a:pt x="61168" y="28129"/>
                  <a:pt x="59829" y="28129"/>
                </a:cubicBezTo>
                <a:cubicBezTo>
                  <a:pt x="54471" y="28129"/>
                  <a:pt x="52685" y="25896"/>
                  <a:pt x="51346" y="24557"/>
                </a:cubicBezTo>
                <a:cubicBezTo>
                  <a:pt x="50006" y="22771"/>
                  <a:pt x="49560" y="19199"/>
                  <a:pt x="49560" y="16966"/>
                </a:cubicBezTo>
                <a:cubicBezTo>
                  <a:pt x="49113" y="12055"/>
                  <a:pt x="46881" y="9823"/>
                  <a:pt x="45541" y="8930"/>
                </a:cubicBezTo>
                <a:cubicBezTo>
                  <a:pt x="42416" y="6251"/>
                  <a:pt x="38844" y="6251"/>
                  <a:pt x="37058" y="6251"/>
                </a:cubicBezTo>
                <a:cubicBezTo>
                  <a:pt x="27682" y="6251"/>
                  <a:pt x="24110" y="10716"/>
                  <a:pt x="22324" y="12948"/>
                </a:cubicBezTo>
                <a:cubicBezTo>
                  <a:pt x="14734" y="21878"/>
                  <a:pt x="14734" y="31700"/>
                  <a:pt x="14734" y="36612"/>
                </a:cubicBezTo>
                <a:cubicBezTo>
                  <a:pt x="14734" y="51346"/>
                  <a:pt x="19645" y="59382"/>
                  <a:pt x="22324" y="62954"/>
                </a:cubicBezTo>
                <a:cubicBezTo>
                  <a:pt x="29468" y="74563"/>
                  <a:pt x="37951" y="74563"/>
                  <a:pt x="41970" y="74563"/>
                </a:cubicBezTo>
                <a:cubicBezTo>
                  <a:pt x="50899" y="74563"/>
                  <a:pt x="55811" y="70545"/>
                  <a:pt x="58043" y="68312"/>
                </a:cubicBezTo>
                <a:cubicBezTo>
                  <a:pt x="62954" y="64294"/>
                  <a:pt x="66526" y="56704"/>
                  <a:pt x="67866" y="53132"/>
                </a:cubicBezTo>
                <a:lnTo>
                  <a:pt x="70545" y="54471"/>
                </a:lnTo>
                <a:close/>
                <a:moveTo>
                  <a:pt x="70545" y="544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16A6A-DCDB-49A1-A197-537D6971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705" y="3946952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A208A-69E3-448F-8118-1AD8E338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843" y="3971956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8D548-A192-46E4-9E5D-CDA2AE64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558" y="3971956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CDAB7-DEE4-4D4D-AE94-5E99CDAC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737" y="3465947"/>
            <a:ext cx="93650" cy="387883"/>
          </a:xfrm>
          <a:custGeom xmlns:a="http://schemas.openxmlformats.org/drawingml/2006/main">
            <a:pathLst>
              <a:path w="93650" h="387883">
                <a:moveTo>
                  <a:pt x="58489" y="0"/>
                </a:moveTo>
                <a:lnTo>
                  <a:pt x="35161" y="0"/>
                </a:lnTo>
                <a:lnTo>
                  <a:pt x="35161" y="294233"/>
                </a:lnTo>
                <a:lnTo>
                  <a:pt x="0" y="294233"/>
                </a:lnTo>
                <a:lnTo>
                  <a:pt x="46881" y="387883"/>
                </a:lnTo>
                <a:lnTo>
                  <a:pt x="93650" y="294233"/>
                </a:lnTo>
                <a:lnTo>
                  <a:pt x="58489" y="294233"/>
                </a:lnTo>
                <a:lnTo>
                  <a:pt x="58489" y="0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81993-8D65-4E23-963E-2FC2CDF5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01" y="4471095"/>
            <a:ext cx="2336341" cy="360090"/>
          </a:xfrm>
          <a:custGeom xmlns:a="http://schemas.openxmlformats.org/drawingml/2006/main">
            <a:pathLst>
              <a:path w="2336341" h="360090">
                <a:moveTo>
                  <a:pt x="38509" y="71438"/>
                </a:moveTo>
                <a:lnTo>
                  <a:pt x="39737" y="72889"/>
                </a:lnTo>
                <a:lnTo>
                  <a:pt x="57373" y="57485"/>
                </a:lnTo>
                <a:lnTo>
                  <a:pt x="57262" y="57262"/>
                </a:lnTo>
                <a:lnTo>
                  <a:pt x="59048" y="60052"/>
                </a:lnTo>
                <a:lnTo>
                  <a:pt x="56266" y="54110"/>
                </a:lnTo>
                <a:lnTo>
                  <a:pt x="87957" y="42528"/>
                </a:lnTo>
                <a:lnTo>
                  <a:pt x="22547" y="0"/>
                </a:lnTo>
                <a:lnTo>
                  <a:pt x="0" y="74675"/>
                </a:lnTo>
                <a:lnTo>
                  <a:pt x="34199" y="62175"/>
                </a:lnTo>
                <a:lnTo>
                  <a:pt x="38509" y="71438"/>
                </a:lnTo>
                <a:close/>
                <a:moveTo>
                  <a:pt x="72219" y="74005"/>
                </a:moveTo>
                <a:lnTo>
                  <a:pt x="56145" y="91083"/>
                </a:lnTo>
                <a:lnTo>
                  <a:pt x="71772" y="105705"/>
                </a:lnTo>
                <a:lnTo>
                  <a:pt x="74116" y="107603"/>
                </a:lnTo>
                <a:lnTo>
                  <a:pt x="88739" y="89297"/>
                </a:lnTo>
                <a:lnTo>
                  <a:pt x="86730" y="87734"/>
                </a:lnTo>
                <a:lnTo>
                  <a:pt x="87511" y="88292"/>
                </a:lnTo>
                <a:lnTo>
                  <a:pt x="72219" y="74005"/>
                </a:lnTo>
                <a:close/>
                <a:moveTo>
                  <a:pt x="125685" y="116644"/>
                </a:moveTo>
                <a:lnTo>
                  <a:pt x="106375" y="103361"/>
                </a:lnTo>
                <a:lnTo>
                  <a:pt x="93092" y="122560"/>
                </a:lnTo>
                <a:lnTo>
                  <a:pt x="112402" y="135843"/>
                </a:lnTo>
                <a:lnTo>
                  <a:pt x="125685" y="116644"/>
                </a:lnTo>
                <a:close/>
                <a:moveTo>
                  <a:pt x="144996" y="128588"/>
                </a:moveTo>
                <a:lnTo>
                  <a:pt x="132829" y="148568"/>
                </a:lnTo>
                <a:lnTo>
                  <a:pt x="140419" y="153256"/>
                </a:lnTo>
                <a:lnTo>
                  <a:pt x="153591" y="160511"/>
                </a:lnTo>
                <a:lnTo>
                  <a:pt x="164864" y="139973"/>
                </a:lnTo>
                <a:lnTo>
                  <a:pt x="151916" y="132941"/>
                </a:lnTo>
                <a:lnTo>
                  <a:pt x="152363" y="133164"/>
                </a:lnTo>
                <a:lnTo>
                  <a:pt x="144996" y="128588"/>
                </a:lnTo>
                <a:close/>
                <a:moveTo>
                  <a:pt x="206053" y="160958"/>
                </a:moveTo>
                <a:lnTo>
                  <a:pt x="185068" y="150688"/>
                </a:lnTo>
                <a:lnTo>
                  <a:pt x="174687" y="171673"/>
                </a:lnTo>
                <a:lnTo>
                  <a:pt x="195672" y="182054"/>
                </a:lnTo>
                <a:lnTo>
                  <a:pt x="206053" y="160958"/>
                </a:lnTo>
                <a:close/>
                <a:moveTo>
                  <a:pt x="239762" y="176138"/>
                </a:moveTo>
                <a:lnTo>
                  <a:pt x="227037" y="170445"/>
                </a:lnTo>
                <a:lnTo>
                  <a:pt x="217438" y="191877"/>
                </a:lnTo>
                <a:lnTo>
                  <a:pt x="230386" y="197569"/>
                </a:lnTo>
                <a:lnTo>
                  <a:pt x="239316" y="201253"/>
                </a:lnTo>
                <a:lnTo>
                  <a:pt x="248134" y="179598"/>
                </a:lnTo>
                <a:lnTo>
                  <a:pt x="239427" y="176026"/>
                </a:lnTo>
                <a:lnTo>
                  <a:pt x="239762" y="176138"/>
                </a:lnTo>
                <a:close/>
                <a:moveTo>
                  <a:pt x="269788" y="188416"/>
                </a:moveTo>
                <a:lnTo>
                  <a:pt x="260970" y="210071"/>
                </a:lnTo>
                <a:lnTo>
                  <a:pt x="264654" y="211634"/>
                </a:lnTo>
                <a:lnTo>
                  <a:pt x="283183" y="218554"/>
                </a:lnTo>
                <a:lnTo>
                  <a:pt x="291331" y="196565"/>
                </a:lnTo>
                <a:lnTo>
                  <a:pt x="272914" y="189756"/>
                </a:lnTo>
                <a:lnTo>
                  <a:pt x="273248" y="189867"/>
                </a:lnTo>
                <a:lnTo>
                  <a:pt x="269788" y="188416"/>
                </a:lnTo>
                <a:close/>
                <a:moveTo>
                  <a:pt x="335198" y="212192"/>
                </a:moveTo>
                <a:lnTo>
                  <a:pt x="312986" y="204601"/>
                </a:lnTo>
                <a:lnTo>
                  <a:pt x="305395" y="226702"/>
                </a:lnTo>
                <a:lnTo>
                  <a:pt x="327608" y="234293"/>
                </a:lnTo>
                <a:lnTo>
                  <a:pt x="335198" y="212192"/>
                </a:lnTo>
                <a:close/>
                <a:moveTo>
                  <a:pt x="379400" y="226479"/>
                </a:moveTo>
                <a:lnTo>
                  <a:pt x="357076" y="219447"/>
                </a:lnTo>
                <a:lnTo>
                  <a:pt x="350044" y="241771"/>
                </a:lnTo>
                <a:lnTo>
                  <a:pt x="372368" y="248803"/>
                </a:lnTo>
                <a:lnTo>
                  <a:pt x="379400" y="226479"/>
                </a:lnTo>
                <a:close/>
                <a:moveTo>
                  <a:pt x="424049" y="239539"/>
                </a:moveTo>
                <a:lnTo>
                  <a:pt x="401613" y="233065"/>
                </a:lnTo>
                <a:lnTo>
                  <a:pt x="395139" y="255501"/>
                </a:lnTo>
                <a:lnTo>
                  <a:pt x="417575" y="262086"/>
                </a:lnTo>
                <a:lnTo>
                  <a:pt x="424049" y="239539"/>
                </a:lnTo>
                <a:close/>
                <a:moveTo>
                  <a:pt x="469032" y="251706"/>
                </a:moveTo>
                <a:lnTo>
                  <a:pt x="446484" y="245678"/>
                </a:lnTo>
                <a:lnTo>
                  <a:pt x="440345" y="268225"/>
                </a:lnTo>
                <a:lnTo>
                  <a:pt x="463004" y="274253"/>
                </a:lnTo>
                <a:lnTo>
                  <a:pt x="469032" y="251706"/>
                </a:lnTo>
                <a:close/>
                <a:moveTo>
                  <a:pt x="491579" y="257175"/>
                </a:moveTo>
                <a:lnTo>
                  <a:pt x="485998" y="279946"/>
                </a:lnTo>
                <a:lnTo>
                  <a:pt x="507988" y="285304"/>
                </a:lnTo>
                <a:lnTo>
                  <a:pt x="508881" y="285527"/>
                </a:lnTo>
                <a:lnTo>
                  <a:pt x="514015" y="262644"/>
                </a:lnTo>
                <a:lnTo>
                  <a:pt x="513234" y="262533"/>
                </a:lnTo>
                <a:lnTo>
                  <a:pt x="513457" y="262533"/>
                </a:lnTo>
                <a:lnTo>
                  <a:pt x="491579" y="257175"/>
                </a:lnTo>
                <a:close/>
                <a:moveTo>
                  <a:pt x="558887" y="272802"/>
                </a:moveTo>
                <a:lnTo>
                  <a:pt x="536897" y="267779"/>
                </a:lnTo>
                <a:lnTo>
                  <a:pt x="531763" y="290661"/>
                </a:lnTo>
                <a:lnTo>
                  <a:pt x="553975" y="295684"/>
                </a:lnTo>
                <a:lnTo>
                  <a:pt x="554980" y="295796"/>
                </a:lnTo>
                <a:lnTo>
                  <a:pt x="559445" y="272802"/>
                </a:lnTo>
                <a:lnTo>
                  <a:pt x="558552" y="272690"/>
                </a:lnTo>
                <a:lnTo>
                  <a:pt x="558887" y="272802"/>
                </a:lnTo>
                <a:close/>
                <a:moveTo>
                  <a:pt x="605321" y="281843"/>
                </a:moveTo>
                <a:lnTo>
                  <a:pt x="582439" y="277378"/>
                </a:lnTo>
                <a:lnTo>
                  <a:pt x="577862" y="300372"/>
                </a:lnTo>
                <a:lnTo>
                  <a:pt x="600856" y="304837"/>
                </a:lnTo>
                <a:lnTo>
                  <a:pt x="605321" y="281843"/>
                </a:lnTo>
                <a:close/>
                <a:moveTo>
                  <a:pt x="651309" y="290773"/>
                </a:moveTo>
                <a:lnTo>
                  <a:pt x="628315" y="286308"/>
                </a:lnTo>
                <a:lnTo>
                  <a:pt x="623850" y="309302"/>
                </a:lnTo>
                <a:lnTo>
                  <a:pt x="646844" y="313767"/>
                </a:lnTo>
                <a:lnTo>
                  <a:pt x="651309" y="290773"/>
                </a:lnTo>
                <a:close/>
                <a:moveTo>
                  <a:pt x="697074" y="298140"/>
                </a:moveTo>
                <a:lnTo>
                  <a:pt x="673968" y="294568"/>
                </a:lnTo>
                <a:lnTo>
                  <a:pt x="670285" y="317674"/>
                </a:lnTo>
                <a:lnTo>
                  <a:pt x="693502" y="321246"/>
                </a:lnTo>
                <a:lnTo>
                  <a:pt x="697074" y="298140"/>
                </a:lnTo>
                <a:close/>
                <a:moveTo>
                  <a:pt x="743397" y="305507"/>
                </a:moveTo>
                <a:lnTo>
                  <a:pt x="720291" y="301823"/>
                </a:lnTo>
                <a:lnTo>
                  <a:pt x="716607" y="324929"/>
                </a:lnTo>
                <a:lnTo>
                  <a:pt x="739713" y="328612"/>
                </a:lnTo>
                <a:lnTo>
                  <a:pt x="743397" y="305507"/>
                </a:lnTo>
                <a:close/>
                <a:moveTo>
                  <a:pt x="789384" y="311534"/>
                </a:moveTo>
                <a:lnTo>
                  <a:pt x="766167" y="308632"/>
                </a:lnTo>
                <a:lnTo>
                  <a:pt x="763265" y="331850"/>
                </a:lnTo>
                <a:lnTo>
                  <a:pt x="786482" y="334752"/>
                </a:lnTo>
                <a:lnTo>
                  <a:pt x="789384" y="311534"/>
                </a:lnTo>
                <a:close/>
                <a:moveTo>
                  <a:pt x="1626766" y="308632"/>
                </a:moveTo>
                <a:lnTo>
                  <a:pt x="1603549" y="311534"/>
                </a:lnTo>
                <a:lnTo>
                  <a:pt x="1606562" y="334752"/>
                </a:lnTo>
                <a:lnTo>
                  <a:pt x="1629780" y="331850"/>
                </a:lnTo>
                <a:lnTo>
                  <a:pt x="1626766" y="308632"/>
                </a:lnTo>
                <a:close/>
                <a:moveTo>
                  <a:pt x="1583010" y="337431"/>
                </a:moveTo>
                <a:lnTo>
                  <a:pt x="1580666" y="314102"/>
                </a:lnTo>
                <a:lnTo>
                  <a:pt x="1557338" y="316446"/>
                </a:lnTo>
                <a:lnTo>
                  <a:pt x="1559682" y="339775"/>
                </a:lnTo>
                <a:lnTo>
                  <a:pt x="1583010" y="337431"/>
                </a:lnTo>
                <a:close/>
                <a:moveTo>
                  <a:pt x="835819" y="317339"/>
                </a:moveTo>
                <a:lnTo>
                  <a:pt x="812602" y="314437"/>
                </a:lnTo>
                <a:lnTo>
                  <a:pt x="809699" y="337654"/>
                </a:lnTo>
                <a:lnTo>
                  <a:pt x="832917" y="340556"/>
                </a:lnTo>
                <a:lnTo>
                  <a:pt x="835819" y="317339"/>
                </a:lnTo>
                <a:close/>
                <a:moveTo>
                  <a:pt x="1534120" y="318790"/>
                </a:moveTo>
                <a:lnTo>
                  <a:pt x="1510792" y="321134"/>
                </a:lnTo>
                <a:lnTo>
                  <a:pt x="1513136" y="344351"/>
                </a:lnTo>
                <a:lnTo>
                  <a:pt x="1536464" y="342007"/>
                </a:lnTo>
                <a:lnTo>
                  <a:pt x="1534120" y="318790"/>
                </a:lnTo>
                <a:close/>
                <a:moveTo>
                  <a:pt x="882030" y="322027"/>
                </a:moveTo>
                <a:lnTo>
                  <a:pt x="858701" y="320018"/>
                </a:lnTo>
                <a:lnTo>
                  <a:pt x="856580" y="343346"/>
                </a:lnTo>
                <a:lnTo>
                  <a:pt x="879909" y="345356"/>
                </a:lnTo>
                <a:lnTo>
                  <a:pt x="882030" y="322027"/>
                </a:lnTo>
                <a:close/>
                <a:moveTo>
                  <a:pt x="1487798" y="323255"/>
                </a:moveTo>
                <a:lnTo>
                  <a:pt x="1464469" y="324929"/>
                </a:lnTo>
                <a:lnTo>
                  <a:pt x="1466143" y="348258"/>
                </a:lnTo>
                <a:lnTo>
                  <a:pt x="1489472" y="346583"/>
                </a:lnTo>
                <a:lnTo>
                  <a:pt x="1487798" y="323255"/>
                </a:lnTo>
                <a:close/>
                <a:moveTo>
                  <a:pt x="928576" y="326268"/>
                </a:moveTo>
                <a:lnTo>
                  <a:pt x="905247" y="324148"/>
                </a:lnTo>
                <a:lnTo>
                  <a:pt x="903238" y="347476"/>
                </a:lnTo>
                <a:lnTo>
                  <a:pt x="926567" y="349597"/>
                </a:lnTo>
                <a:lnTo>
                  <a:pt x="928576" y="326268"/>
                </a:lnTo>
                <a:close/>
                <a:moveTo>
                  <a:pt x="1441140" y="326603"/>
                </a:moveTo>
                <a:lnTo>
                  <a:pt x="1417811" y="328278"/>
                </a:lnTo>
                <a:lnTo>
                  <a:pt x="1419485" y="351606"/>
                </a:lnTo>
                <a:lnTo>
                  <a:pt x="1442814" y="349932"/>
                </a:lnTo>
                <a:lnTo>
                  <a:pt x="1441140" y="326603"/>
                </a:lnTo>
                <a:close/>
                <a:moveTo>
                  <a:pt x="959718" y="329059"/>
                </a:moveTo>
                <a:lnTo>
                  <a:pt x="951905" y="328278"/>
                </a:lnTo>
                <a:lnTo>
                  <a:pt x="949896" y="351606"/>
                </a:lnTo>
                <a:lnTo>
                  <a:pt x="957821" y="352388"/>
                </a:lnTo>
                <a:lnTo>
                  <a:pt x="973559" y="353169"/>
                </a:lnTo>
                <a:lnTo>
                  <a:pt x="974899" y="329840"/>
                </a:lnTo>
                <a:lnTo>
                  <a:pt x="959272" y="328947"/>
                </a:lnTo>
                <a:lnTo>
                  <a:pt x="959718" y="329059"/>
                </a:lnTo>
                <a:close/>
                <a:moveTo>
                  <a:pt x="1371377" y="331180"/>
                </a:moveTo>
                <a:lnTo>
                  <a:pt x="1372381" y="354620"/>
                </a:lnTo>
                <a:lnTo>
                  <a:pt x="1388566" y="353839"/>
                </a:lnTo>
                <a:lnTo>
                  <a:pt x="1396157" y="353392"/>
                </a:lnTo>
                <a:lnTo>
                  <a:pt x="1394482" y="329952"/>
                </a:lnTo>
                <a:lnTo>
                  <a:pt x="1387004" y="330510"/>
                </a:lnTo>
                <a:lnTo>
                  <a:pt x="1387339" y="330510"/>
                </a:lnTo>
                <a:lnTo>
                  <a:pt x="1371377" y="331180"/>
                </a:lnTo>
                <a:close/>
                <a:moveTo>
                  <a:pt x="1021668" y="332408"/>
                </a:moveTo>
                <a:lnTo>
                  <a:pt x="998227" y="331068"/>
                </a:lnTo>
                <a:lnTo>
                  <a:pt x="997000" y="354509"/>
                </a:lnTo>
                <a:lnTo>
                  <a:pt x="1020328" y="355736"/>
                </a:lnTo>
                <a:lnTo>
                  <a:pt x="1021668" y="332408"/>
                </a:lnTo>
                <a:close/>
                <a:moveTo>
                  <a:pt x="1347936" y="332184"/>
                </a:moveTo>
                <a:lnTo>
                  <a:pt x="1324608" y="333301"/>
                </a:lnTo>
                <a:lnTo>
                  <a:pt x="1325612" y="356629"/>
                </a:lnTo>
                <a:lnTo>
                  <a:pt x="1349053" y="355625"/>
                </a:lnTo>
                <a:lnTo>
                  <a:pt x="1347936" y="332184"/>
                </a:lnTo>
                <a:close/>
                <a:moveTo>
                  <a:pt x="1044997" y="333635"/>
                </a:moveTo>
                <a:lnTo>
                  <a:pt x="1043769" y="357076"/>
                </a:lnTo>
                <a:lnTo>
                  <a:pt x="1065088" y="358192"/>
                </a:lnTo>
                <a:lnTo>
                  <a:pt x="1067544" y="358192"/>
                </a:lnTo>
                <a:lnTo>
                  <a:pt x="1067991" y="334863"/>
                </a:lnTo>
                <a:lnTo>
                  <a:pt x="1065758" y="334752"/>
                </a:lnTo>
                <a:lnTo>
                  <a:pt x="1066205" y="334863"/>
                </a:lnTo>
                <a:lnTo>
                  <a:pt x="1044997" y="333635"/>
                </a:lnTo>
                <a:close/>
                <a:moveTo>
                  <a:pt x="1278508" y="358639"/>
                </a:moveTo>
                <a:lnTo>
                  <a:pt x="1281299" y="358639"/>
                </a:lnTo>
                <a:lnTo>
                  <a:pt x="1302283" y="357634"/>
                </a:lnTo>
                <a:lnTo>
                  <a:pt x="1301279" y="334305"/>
                </a:lnTo>
                <a:lnTo>
                  <a:pt x="1280517" y="335198"/>
                </a:lnTo>
                <a:lnTo>
                  <a:pt x="1278173" y="335198"/>
                </a:lnTo>
                <a:lnTo>
                  <a:pt x="1278508" y="358639"/>
                </a:lnTo>
                <a:close/>
                <a:moveTo>
                  <a:pt x="1114760" y="335756"/>
                </a:moveTo>
                <a:lnTo>
                  <a:pt x="1091319" y="335310"/>
                </a:lnTo>
                <a:lnTo>
                  <a:pt x="1090873" y="358639"/>
                </a:lnTo>
                <a:lnTo>
                  <a:pt x="1114313" y="359085"/>
                </a:lnTo>
                <a:lnTo>
                  <a:pt x="1114760" y="335756"/>
                </a:lnTo>
                <a:close/>
                <a:moveTo>
                  <a:pt x="1255179" y="358973"/>
                </a:moveTo>
                <a:lnTo>
                  <a:pt x="1254733" y="335533"/>
                </a:lnTo>
                <a:lnTo>
                  <a:pt x="1231404" y="335979"/>
                </a:lnTo>
                <a:lnTo>
                  <a:pt x="1231739" y="359308"/>
                </a:lnTo>
                <a:lnTo>
                  <a:pt x="1255179" y="358973"/>
                </a:lnTo>
                <a:close/>
                <a:moveTo>
                  <a:pt x="1161529" y="336538"/>
                </a:moveTo>
                <a:lnTo>
                  <a:pt x="1138200" y="336091"/>
                </a:lnTo>
                <a:lnTo>
                  <a:pt x="1137754" y="359532"/>
                </a:lnTo>
                <a:lnTo>
                  <a:pt x="1161083" y="359978"/>
                </a:lnTo>
                <a:lnTo>
                  <a:pt x="1161529" y="336538"/>
                </a:lnTo>
                <a:close/>
                <a:moveTo>
                  <a:pt x="1207963" y="336314"/>
                </a:moveTo>
                <a:lnTo>
                  <a:pt x="1184523" y="336649"/>
                </a:lnTo>
                <a:lnTo>
                  <a:pt x="1184858" y="360090"/>
                </a:lnTo>
                <a:lnTo>
                  <a:pt x="1208298" y="359643"/>
                </a:lnTo>
                <a:lnTo>
                  <a:pt x="1207963" y="336314"/>
                </a:lnTo>
                <a:close/>
                <a:moveTo>
                  <a:pt x="2269592" y="129146"/>
                </a:moveTo>
                <a:lnTo>
                  <a:pt x="2283656" y="147786"/>
                </a:lnTo>
                <a:lnTo>
                  <a:pt x="2292362" y="141312"/>
                </a:lnTo>
                <a:lnTo>
                  <a:pt x="2301850" y="128699"/>
                </a:lnTo>
                <a:lnTo>
                  <a:pt x="2292801" y="121776"/>
                </a:lnTo>
                <a:lnTo>
                  <a:pt x="2336341" y="144661"/>
                </a:lnTo>
                <a:lnTo>
                  <a:pt x="2323951" y="67642"/>
                </a:lnTo>
                <a:lnTo>
                  <a:pt x="2253518" y="101129"/>
                </a:lnTo>
                <a:lnTo>
                  <a:pt x="2282086" y="116144"/>
                </a:lnTo>
                <a:lnTo>
                  <a:pt x="2275703" y="124516"/>
                </a:lnTo>
                <a:lnTo>
                  <a:pt x="2269592" y="129146"/>
                </a:lnTo>
                <a:close/>
                <a:moveTo>
                  <a:pt x="2241686" y="148121"/>
                </a:moveTo>
                <a:lnTo>
                  <a:pt x="2231641" y="153702"/>
                </a:lnTo>
                <a:lnTo>
                  <a:pt x="2243026" y="174129"/>
                </a:lnTo>
                <a:lnTo>
                  <a:pt x="2253407" y="168325"/>
                </a:lnTo>
                <a:lnTo>
                  <a:pt x="2263787" y="161739"/>
                </a:lnTo>
                <a:lnTo>
                  <a:pt x="2251063" y="141982"/>
                </a:lnTo>
                <a:lnTo>
                  <a:pt x="2241017" y="148456"/>
                </a:lnTo>
                <a:lnTo>
                  <a:pt x="2241686" y="148121"/>
                </a:lnTo>
                <a:close/>
                <a:moveTo>
                  <a:pt x="2190899" y="174352"/>
                </a:moveTo>
                <a:lnTo>
                  <a:pt x="2200387" y="195672"/>
                </a:lnTo>
                <a:lnTo>
                  <a:pt x="2205186" y="193551"/>
                </a:lnTo>
                <a:lnTo>
                  <a:pt x="2221930" y="185403"/>
                </a:lnTo>
                <a:lnTo>
                  <a:pt x="2211549" y="164306"/>
                </a:lnTo>
                <a:lnTo>
                  <a:pt x="2195029" y="172455"/>
                </a:lnTo>
                <a:lnTo>
                  <a:pt x="2195475" y="172231"/>
                </a:lnTo>
                <a:lnTo>
                  <a:pt x="2190899" y="174352"/>
                </a:lnTo>
                <a:close/>
                <a:moveTo>
                  <a:pt x="2148148" y="192212"/>
                </a:moveTo>
                <a:lnTo>
                  <a:pt x="2156743" y="213978"/>
                </a:lnTo>
                <a:lnTo>
                  <a:pt x="2177504" y="205829"/>
                </a:lnTo>
                <a:lnTo>
                  <a:pt x="2178955" y="205160"/>
                </a:lnTo>
                <a:lnTo>
                  <a:pt x="2169468" y="183728"/>
                </a:lnTo>
                <a:lnTo>
                  <a:pt x="2168240" y="184286"/>
                </a:lnTo>
                <a:lnTo>
                  <a:pt x="2168575" y="184175"/>
                </a:lnTo>
                <a:lnTo>
                  <a:pt x="2148148" y="192212"/>
                </a:lnTo>
                <a:close/>
                <a:moveTo>
                  <a:pt x="2104839" y="208062"/>
                </a:moveTo>
                <a:lnTo>
                  <a:pt x="2112206" y="230386"/>
                </a:lnTo>
                <a:lnTo>
                  <a:pt x="2115331" y="229270"/>
                </a:lnTo>
                <a:lnTo>
                  <a:pt x="2134530" y="222349"/>
                </a:lnTo>
                <a:lnTo>
                  <a:pt x="2126605" y="200360"/>
                </a:lnTo>
                <a:lnTo>
                  <a:pt x="2107630" y="207169"/>
                </a:lnTo>
                <a:lnTo>
                  <a:pt x="2107853" y="207057"/>
                </a:lnTo>
                <a:lnTo>
                  <a:pt x="2104839" y="208062"/>
                </a:lnTo>
                <a:close/>
                <a:moveTo>
                  <a:pt x="2060525" y="222349"/>
                </a:moveTo>
                <a:lnTo>
                  <a:pt x="2067334" y="244673"/>
                </a:lnTo>
                <a:lnTo>
                  <a:pt x="2081175" y="240543"/>
                </a:lnTo>
                <a:lnTo>
                  <a:pt x="2089993" y="237641"/>
                </a:lnTo>
                <a:lnTo>
                  <a:pt x="2082626" y="215429"/>
                </a:lnTo>
                <a:lnTo>
                  <a:pt x="2074032" y="218219"/>
                </a:lnTo>
                <a:lnTo>
                  <a:pt x="2074255" y="218108"/>
                </a:lnTo>
                <a:lnTo>
                  <a:pt x="2060525" y="222349"/>
                </a:lnTo>
                <a:close/>
                <a:moveTo>
                  <a:pt x="2038424" y="228935"/>
                </a:moveTo>
                <a:lnTo>
                  <a:pt x="2015877" y="235186"/>
                </a:lnTo>
                <a:lnTo>
                  <a:pt x="2022128" y="257733"/>
                </a:lnTo>
                <a:lnTo>
                  <a:pt x="2044675" y="251482"/>
                </a:lnTo>
                <a:lnTo>
                  <a:pt x="2038424" y="228935"/>
                </a:lnTo>
                <a:close/>
                <a:moveTo>
                  <a:pt x="1993441" y="241213"/>
                </a:moveTo>
                <a:lnTo>
                  <a:pt x="1970782" y="247017"/>
                </a:lnTo>
                <a:lnTo>
                  <a:pt x="1976586" y="269677"/>
                </a:lnTo>
                <a:lnTo>
                  <a:pt x="1999245" y="263872"/>
                </a:lnTo>
                <a:lnTo>
                  <a:pt x="1993441" y="241213"/>
                </a:lnTo>
                <a:close/>
                <a:moveTo>
                  <a:pt x="1953592" y="275258"/>
                </a:moveTo>
                <a:lnTo>
                  <a:pt x="1948235" y="252487"/>
                </a:lnTo>
                <a:lnTo>
                  <a:pt x="1925464" y="257845"/>
                </a:lnTo>
                <a:lnTo>
                  <a:pt x="1930822" y="280615"/>
                </a:lnTo>
                <a:lnTo>
                  <a:pt x="1953592" y="275258"/>
                </a:lnTo>
                <a:close/>
                <a:moveTo>
                  <a:pt x="1902805" y="262756"/>
                </a:moveTo>
                <a:lnTo>
                  <a:pt x="1879922" y="267667"/>
                </a:lnTo>
                <a:lnTo>
                  <a:pt x="1884834" y="290550"/>
                </a:lnTo>
                <a:lnTo>
                  <a:pt x="1907716" y="285638"/>
                </a:lnTo>
                <a:lnTo>
                  <a:pt x="1902805" y="262756"/>
                </a:lnTo>
                <a:close/>
                <a:moveTo>
                  <a:pt x="1857152" y="272244"/>
                </a:moveTo>
                <a:lnTo>
                  <a:pt x="1834269" y="276820"/>
                </a:lnTo>
                <a:lnTo>
                  <a:pt x="1838734" y="299703"/>
                </a:lnTo>
                <a:lnTo>
                  <a:pt x="1861728" y="295238"/>
                </a:lnTo>
                <a:lnTo>
                  <a:pt x="1857152" y="272244"/>
                </a:lnTo>
                <a:close/>
                <a:moveTo>
                  <a:pt x="1811387" y="280950"/>
                </a:moveTo>
                <a:lnTo>
                  <a:pt x="1788393" y="285080"/>
                </a:lnTo>
                <a:lnTo>
                  <a:pt x="1792523" y="308186"/>
                </a:lnTo>
                <a:lnTo>
                  <a:pt x="1815517" y="303944"/>
                </a:lnTo>
                <a:lnTo>
                  <a:pt x="1811387" y="280950"/>
                </a:lnTo>
                <a:close/>
                <a:moveTo>
                  <a:pt x="1765511" y="288764"/>
                </a:moveTo>
                <a:lnTo>
                  <a:pt x="1742405" y="292336"/>
                </a:lnTo>
                <a:lnTo>
                  <a:pt x="1745977" y="315441"/>
                </a:lnTo>
                <a:lnTo>
                  <a:pt x="1769083" y="311869"/>
                </a:lnTo>
                <a:lnTo>
                  <a:pt x="1765511" y="288764"/>
                </a:lnTo>
                <a:close/>
                <a:moveTo>
                  <a:pt x="1719300" y="296019"/>
                </a:moveTo>
                <a:lnTo>
                  <a:pt x="1696083" y="299591"/>
                </a:lnTo>
                <a:lnTo>
                  <a:pt x="1699766" y="322808"/>
                </a:lnTo>
                <a:lnTo>
                  <a:pt x="1722872" y="319125"/>
                </a:lnTo>
                <a:lnTo>
                  <a:pt x="1719300" y="296019"/>
                </a:lnTo>
                <a:close/>
                <a:moveTo>
                  <a:pt x="1673200" y="302605"/>
                </a:moveTo>
                <a:lnTo>
                  <a:pt x="1649983" y="305619"/>
                </a:lnTo>
                <a:lnTo>
                  <a:pt x="1652997" y="328836"/>
                </a:lnTo>
                <a:lnTo>
                  <a:pt x="1676214" y="325822"/>
                </a:lnTo>
                <a:lnTo>
                  <a:pt x="1673200" y="302605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08B9C-6E1E-40AC-80CA-8B6F214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498" y="4979930"/>
            <a:ext cx="111621" cy="129927"/>
          </a:xfrm>
          <a:custGeom xmlns:a="http://schemas.openxmlformats.org/drawingml/2006/main">
            <a:pathLst>
              <a:path w="111621" h="129927">
                <a:moveTo>
                  <a:pt x="105817" y="0"/>
                </a:moveTo>
                <a:lnTo>
                  <a:pt x="108942" y="42416"/>
                </a:lnTo>
                <a:lnTo>
                  <a:pt x="105817" y="42416"/>
                </a:lnTo>
                <a:cubicBezTo>
                  <a:pt x="100012" y="23217"/>
                  <a:pt x="93315" y="17859"/>
                  <a:pt x="89743" y="15180"/>
                </a:cubicBezTo>
                <a:cubicBezTo>
                  <a:pt x="79028" y="6697"/>
                  <a:pt x="69652" y="6697"/>
                  <a:pt x="64294" y="6697"/>
                </a:cubicBezTo>
                <a:cubicBezTo>
                  <a:pt x="52239" y="6697"/>
                  <a:pt x="45541" y="11162"/>
                  <a:pt x="41970" y="12948"/>
                </a:cubicBezTo>
                <a:cubicBezTo>
                  <a:pt x="32147" y="19199"/>
                  <a:pt x="28575" y="28575"/>
                  <a:pt x="26343" y="33040"/>
                </a:cubicBezTo>
                <a:cubicBezTo>
                  <a:pt x="20985" y="46881"/>
                  <a:pt x="20985" y="60275"/>
                  <a:pt x="20985" y="66973"/>
                </a:cubicBezTo>
                <a:cubicBezTo>
                  <a:pt x="20985" y="83939"/>
                  <a:pt x="24557" y="91976"/>
                  <a:pt x="26343" y="95994"/>
                </a:cubicBezTo>
                <a:cubicBezTo>
                  <a:pt x="31700" y="108496"/>
                  <a:pt x="38844" y="112961"/>
                  <a:pt x="42416" y="115193"/>
                </a:cubicBezTo>
                <a:cubicBezTo>
                  <a:pt x="53132" y="121890"/>
                  <a:pt x="62508" y="121890"/>
                  <a:pt x="67419" y="121890"/>
                </a:cubicBezTo>
                <a:cubicBezTo>
                  <a:pt x="79028" y="121890"/>
                  <a:pt x="85279" y="118318"/>
                  <a:pt x="88404" y="116532"/>
                </a:cubicBezTo>
                <a:cubicBezTo>
                  <a:pt x="97780" y="111175"/>
                  <a:pt x="104924" y="101352"/>
                  <a:pt x="108942" y="95994"/>
                </a:cubicBezTo>
                <a:lnTo>
                  <a:pt x="111621" y="97780"/>
                </a:lnTo>
                <a:cubicBezTo>
                  <a:pt x="102245" y="114300"/>
                  <a:pt x="93762" y="119658"/>
                  <a:pt x="89743" y="122337"/>
                </a:cubicBezTo>
                <a:cubicBezTo>
                  <a:pt x="77242" y="129927"/>
                  <a:pt x="66080" y="129927"/>
                  <a:pt x="60275" y="129927"/>
                </a:cubicBezTo>
                <a:cubicBezTo>
                  <a:pt x="29468" y="129927"/>
                  <a:pt x="18306" y="114300"/>
                  <a:pt x="12502" y="107156"/>
                </a:cubicBezTo>
                <a:cubicBezTo>
                  <a:pt x="0" y="89743"/>
                  <a:pt x="0" y="74563"/>
                  <a:pt x="0" y="66973"/>
                </a:cubicBezTo>
                <a:cubicBezTo>
                  <a:pt x="0" y="48220"/>
                  <a:pt x="5358" y="37951"/>
                  <a:pt x="8483" y="33040"/>
                </a:cubicBezTo>
                <a:cubicBezTo>
                  <a:pt x="16520" y="17413"/>
                  <a:pt x="26343" y="11609"/>
                  <a:pt x="31254" y="8930"/>
                </a:cubicBezTo>
                <a:cubicBezTo>
                  <a:pt x="45541" y="0"/>
                  <a:pt x="57150" y="0"/>
                  <a:pt x="62954" y="0"/>
                </a:cubicBezTo>
                <a:cubicBezTo>
                  <a:pt x="76349" y="0"/>
                  <a:pt x="85279" y="4465"/>
                  <a:pt x="89297" y="6697"/>
                </a:cubicBezTo>
                <a:cubicBezTo>
                  <a:pt x="93315" y="8930"/>
                  <a:pt x="94655" y="8930"/>
                  <a:pt x="95101" y="8930"/>
                </a:cubicBezTo>
                <a:cubicBezTo>
                  <a:pt x="97334" y="8930"/>
                  <a:pt x="98673" y="7590"/>
                  <a:pt x="99120" y="7144"/>
                </a:cubicBezTo>
                <a:cubicBezTo>
                  <a:pt x="101798" y="4465"/>
                  <a:pt x="102245" y="1786"/>
                  <a:pt x="102691" y="0"/>
                </a:cubicBezTo>
                <a:lnTo>
                  <a:pt x="105817" y="0"/>
                </a:lnTo>
                <a:close/>
                <a:moveTo>
                  <a:pt x="10581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F5F55-D0C0-4CF1-863D-16D62840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269" y="4983056"/>
            <a:ext cx="106710" cy="123676"/>
          </a:xfrm>
          <a:custGeom xmlns:a="http://schemas.openxmlformats.org/drawingml/2006/main">
            <a:pathLst>
              <a:path w="106710" h="123676">
                <a:moveTo>
                  <a:pt x="103584" y="89297"/>
                </a:moveTo>
                <a:lnTo>
                  <a:pt x="106710" y="90190"/>
                </a:lnTo>
                <a:lnTo>
                  <a:pt x="95994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6073" y="115193"/>
                </a:cubicBezTo>
                <a:cubicBezTo>
                  <a:pt x="17859" y="112068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56257" y="0"/>
                </a:lnTo>
                <a:lnTo>
                  <a:pt x="56257" y="3125"/>
                </a:lnTo>
                <a:cubicBezTo>
                  <a:pt x="46434" y="3125"/>
                  <a:pt x="43755" y="4465"/>
                  <a:pt x="42416" y="4911"/>
                </a:cubicBezTo>
                <a:cubicBezTo>
                  <a:pt x="38398" y="7144"/>
                  <a:pt x="37505" y="8930"/>
                  <a:pt x="37058" y="9823"/>
                </a:cubicBezTo>
                <a:cubicBezTo>
                  <a:pt x="35272" y="12948"/>
                  <a:pt x="35272" y="20092"/>
                  <a:pt x="35272" y="24110"/>
                </a:cubicBezTo>
                <a:lnTo>
                  <a:pt x="35272" y="101798"/>
                </a:lnTo>
                <a:cubicBezTo>
                  <a:pt x="35272" y="109389"/>
                  <a:pt x="36612" y="111175"/>
                  <a:pt x="37058" y="112068"/>
                </a:cubicBezTo>
                <a:cubicBezTo>
                  <a:pt x="37951" y="114300"/>
                  <a:pt x="39291" y="114746"/>
                  <a:pt x="40184" y="115193"/>
                </a:cubicBezTo>
                <a:cubicBezTo>
                  <a:pt x="42416" y="116086"/>
                  <a:pt x="50453" y="116086"/>
                  <a:pt x="54471" y="116086"/>
                </a:cubicBezTo>
                <a:lnTo>
                  <a:pt x="63401" y="116086"/>
                </a:lnTo>
                <a:cubicBezTo>
                  <a:pt x="77688" y="116086"/>
                  <a:pt x="81707" y="114300"/>
                  <a:pt x="83493" y="113854"/>
                </a:cubicBezTo>
                <a:cubicBezTo>
                  <a:pt x="89297" y="111621"/>
                  <a:pt x="92422" y="108049"/>
                  <a:pt x="94208" y="106263"/>
                </a:cubicBezTo>
                <a:cubicBezTo>
                  <a:pt x="98673" y="100905"/>
                  <a:pt x="101798" y="93315"/>
                  <a:pt x="103584" y="89297"/>
                </a:cubicBezTo>
                <a:close/>
                <a:moveTo>
                  <a:pt x="103584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97B52-593D-4A41-99E4-266CBF05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247" y="4983056"/>
            <a:ext cx="53132" cy="123676"/>
          </a:xfrm>
          <a:custGeom xmlns:a="http://schemas.openxmlformats.org/drawingml/2006/main">
            <a:pathLst>
              <a:path w="53132" h="123676">
                <a:moveTo>
                  <a:pt x="53132" y="120104"/>
                </a:move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055" y="120104"/>
                  <a:pt x="14288" y="117425"/>
                  <a:pt x="15627" y="116086"/>
                </a:cubicBezTo>
                <a:cubicBezTo>
                  <a:pt x="17859" y="112961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2502"/>
                  <a:pt x="16966" y="10716"/>
                  <a:pt x="16520" y="9376"/>
                </a:cubicBezTo>
                <a:cubicBezTo>
                  <a:pt x="15627" y="7144"/>
                  <a:pt x="13841" y="5804"/>
                  <a:pt x="12948" y="5358"/>
                </a:cubicBezTo>
                <a:cubicBezTo>
                  <a:pt x="8930" y="3125"/>
                  <a:pt x="580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53132" y="0"/>
                </a:lnTo>
                <a:lnTo>
                  <a:pt x="53132" y="3125"/>
                </a:lnTo>
                <a:lnTo>
                  <a:pt x="48667" y="3125"/>
                </a:lnTo>
                <a:cubicBezTo>
                  <a:pt x="41077" y="3125"/>
                  <a:pt x="38844" y="6251"/>
                  <a:pt x="37505" y="7590"/>
                </a:cubicBezTo>
                <a:cubicBezTo>
                  <a:pt x="35272" y="10716"/>
                  <a:pt x="35272" y="18306"/>
                  <a:pt x="35272" y="21878"/>
                </a:cubicBezTo>
                <a:lnTo>
                  <a:pt x="35272" y="101798"/>
                </a:lnTo>
                <a:cubicBezTo>
                  <a:pt x="35272" y="111175"/>
                  <a:pt x="36165" y="113407"/>
                  <a:pt x="36612" y="114300"/>
                </a:cubicBezTo>
                <a:cubicBezTo>
                  <a:pt x="37505" y="116532"/>
                  <a:pt x="39291" y="117872"/>
                  <a:pt x="40630" y="118318"/>
                </a:cubicBezTo>
                <a:cubicBezTo>
                  <a:pt x="44202" y="120104"/>
                  <a:pt x="47327" y="120104"/>
                  <a:pt x="48667" y="120104"/>
                </a:cubicBezTo>
                <a:lnTo>
                  <a:pt x="53132" y="120104"/>
                </a:lnTo>
                <a:close/>
                <a:moveTo>
                  <a:pt x="53132" y="1201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A1AC6-2DAE-4C92-925A-F0638E28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262" y="4983056"/>
            <a:ext cx="94208" cy="123676"/>
          </a:xfrm>
          <a:custGeom xmlns:a="http://schemas.openxmlformats.org/drawingml/2006/main">
            <a:pathLst>
              <a:path w="94208" h="123676">
                <a:moveTo>
                  <a:pt x="35272" y="65633"/>
                </a:moveTo>
                <a:lnTo>
                  <a:pt x="35272" y="101798"/>
                </a:lnTo>
                <a:cubicBezTo>
                  <a:pt x="35272" y="113407"/>
                  <a:pt x="37058" y="115639"/>
                  <a:pt x="37505" y="116532"/>
                </a:cubicBezTo>
                <a:cubicBezTo>
                  <a:pt x="41077" y="120104"/>
                  <a:pt x="45988" y="120104"/>
                  <a:pt x="48220" y="120104"/>
                </a:cubicBezTo>
                <a:lnTo>
                  <a:pt x="53132" y="120104"/>
                </a:ln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5627" y="115193"/>
                </a:cubicBezTo>
                <a:cubicBezTo>
                  <a:pt x="17859" y="112514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45541" y="0"/>
                </a:lnTo>
                <a:cubicBezTo>
                  <a:pt x="62061" y="0"/>
                  <a:pt x="68312" y="2232"/>
                  <a:pt x="71438" y="3572"/>
                </a:cubicBezTo>
                <a:cubicBezTo>
                  <a:pt x="81260" y="6697"/>
                  <a:pt x="85725" y="12055"/>
                  <a:pt x="87511" y="14734"/>
                </a:cubicBezTo>
                <a:cubicBezTo>
                  <a:pt x="94208" y="23217"/>
                  <a:pt x="94208" y="30361"/>
                  <a:pt x="94208" y="33933"/>
                </a:cubicBezTo>
                <a:cubicBezTo>
                  <a:pt x="94208" y="49560"/>
                  <a:pt x="87511" y="55364"/>
                  <a:pt x="84386" y="58936"/>
                </a:cubicBezTo>
                <a:cubicBezTo>
                  <a:pt x="74116" y="68312"/>
                  <a:pt x="62061" y="68312"/>
                  <a:pt x="55811" y="68312"/>
                </a:cubicBezTo>
                <a:cubicBezTo>
                  <a:pt x="51346" y="68312"/>
                  <a:pt x="47774" y="67866"/>
                  <a:pt x="46434" y="67866"/>
                </a:cubicBezTo>
                <a:cubicBezTo>
                  <a:pt x="41077" y="66973"/>
                  <a:pt x="37058" y="66080"/>
                  <a:pt x="35272" y="65633"/>
                </a:cubicBezTo>
                <a:close/>
                <a:moveTo>
                  <a:pt x="35272" y="60722"/>
                </a:moveTo>
                <a:cubicBezTo>
                  <a:pt x="39737" y="61168"/>
                  <a:pt x="42416" y="61615"/>
                  <a:pt x="43755" y="62061"/>
                </a:cubicBezTo>
                <a:cubicBezTo>
                  <a:pt x="47327" y="62508"/>
                  <a:pt x="49113" y="62508"/>
                  <a:pt x="50006" y="62508"/>
                </a:cubicBezTo>
                <a:cubicBezTo>
                  <a:pt x="59382" y="62508"/>
                  <a:pt x="64294" y="57596"/>
                  <a:pt x="66526" y="54918"/>
                </a:cubicBezTo>
                <a:cubicBezTo>
                  <a:pt x="73223" y="47774"/>
                  <a:pt x="73223" y="39737"/>
                  <a:pt x="73223" y="35719"/>
                </a:cubicBezTo>
                <a:cubicBezTo>
                  <a:pt x="73223" y="27682"/>
                  <a:pt x="70991" y="23217"/>
                  <a:pt x="70098" y="20985"/>
                </a:cubicBezTo>
                <a:cubicBezTo>
                  <a:pt x="66973" y="14288"/>
                  <a:pt x="62954" y="11609"/>
                  <a:pt x="60722" y="10716"/>
                </a:cubicBezTo>
                <a:cubicBezTo>
                  <a:pt x="54918" y="7144"/>
                  <a:pt x="49560" y="7144"/>
                  <a:pt x="47327" y="7144"/>
                </a:cubicBezTo>
                <a:cubicBezTo>
                  <a:pt x="42416" y="7144"/>
                  <a:pt x="37505" y="8483"/>
                  <a:pt x="35272" y="8930"/>
                </a:cubicBezTo>
                <a:lnTo>
                  <a:pt x="35272" y="60722"/>
                </a:lnTo>
                <a:close/>
                <a:moveTo>
                  <a:pt x="35272" y="607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242E7-88AD-470C-A657-76E20D26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955" y="4983056"/>
            <a:ext cx="106710" cy="123676"/>
          </a:xfrm>
          <a:custGeom xmlns:a="http://schemas.openxmlformats.org/drawingml/2006/main">
            <a:pathLst>
              <a:path w="106710" h="123676">
                <a:moveTo>
                  <a:pt x="103584" y="89297"/>
                </a:moveTo>
                <a:lnTo>
                  <a:pt x="106710" y="90190"/>
                </a:lnTo>
                <a:lnTo>
                  <a:pt x="95994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502" y="120104"/>
                  <a:pt x="14734" y="116979"/>
                  <a:pt x="16073" y="115193"/>
                </a:cubicBezTo>
                <a:cubicBezTo>
                  <a:pt x="17859" y="112068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0269"/>
                  <a:pt x="16073" y="8037"/>
                  <a:pt x="15180" y="7144"/>
                </a:cubicBezTo>
                <a:cubicBezTo>
                  <a:pt x="11609" y="3125"/>
                  <a:pt x="714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56257" y="0"/>
                </a:lnTo>
                <a:lnTo>
                  <a:pt x="56257" y="3125"/>
                </a:lnTo>
                <a:cubicBezTo>
                  <a:pt x="46434" y="3125"/>
                  <a:pt x="43755" y="4465"/>
                  <a:pt x="42416" y="4911"/>
                </a:cubicBezTo>
                <a:cubicBezTo>
                  <a:pt x="38398" y="7144"/>
                  <a:pt x="37505" y="8930"/>
                  <a:pt x="37058" y="9823"/>
                </a:cubicBezTo>
                <a:cubicBezTo>
                  <a:pt x="35272" y="12948"/>
                  <a:pt x="35272" y="20092"/>
                  <a:pt x="35272" y="24110"/>
                </a:cubicBezTo>
                <a:lnTo>
                  <a:pt x="35272" y="101798"/>
                </a:lnTo>
                <a:cubicBezTo>
                  <a:pt x="35272" y="109389"/>
                  <a:pt x="36612" y="111175"/>
                  <a:pt x="37058" y="112068"/>
                </a:cubicBezTo>
                <a:cubicBezTo>
                  <a:pt x="37951" y="114300"/>
                  <a:pt x="39291" y="114746"/>
                  <a:pt x="40184" y="115193"/>
                </a:cubicBezTo>
                <a:cubicBezTo>
                  <a:pt x="42416" y="116086"/>
                  <a:pt x="50453" y="116086"/>
                  <a:pt x="54471" y="116086"/>
                </a:cubicBezTo>
                <a:lnTo>
                  <a:pt x="63401" y="116086"/>
                </a:lnTo>
                <a:cubicBezTo>
                  <a:pt x="77688" y="116086"/>
                  <a:pt x="81707" y="114300"/>
                  <a:pt x="83493" y="113854"/>
                </a:cubicBezTo>
                <a:cubicBezTo>
                  <a:pt x="89297" y="111621"/>
                  <a:pt x="92422" y="108049"/>
                  <a:pt x="94208" y="106263"/>
                </a:cubicBezTo>
                <a:cubicBezTo>
                  <a:pt x="98673" y="100905"/>
                  <a:pt x="101798" y="93315"/>
                  <a:pt x="103584" y="89297"/>
                </a:cubicBezTo>
                <a:close/>
                <a:moveTo>
                  <a:pt x="103584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DE983-FF5D-481E-9509-518A162E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718" y="5020560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26B28-43F9-4B84-B607-8B3EA261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23" y="5020560"/>
            <a:ext cx="57150" cy="88850"/>
          </a:xfrm>
          <a:custGeom xmlns:a="http://schemas.openxmlformats.org/drawingml/2006/main">
            <a:pathLst>
              <a:path w="57150" h="88850">
                <a:moveTo>
                  <a:pt x="50899" y="0"/>
                </a:moveTo>
                <a:lnTo>
                  <a:pt x="50899" y="28575"/>
                </a:lnTo>
                <a:lnTo>
                  <a:pt x="47774" y="28575"/>
                </a:lnTo>
                <a:cubicBezTo>
                  <a:pt x="44202" y="15180"/>
                  <a:pt x="40630" y="12055"/>
                  <a:pt x="38844" y="10269"/>
                </a:cubicBezTo>
                <a:cubicBezTo>
                  <a:pt x="33486" y="5358"/>
                  <a:pt x="28129" y="5358"/>
                  <a:pt x="25003" y="5358"/>
                </a:cubicBezTo>
                <a:cubicBezTo>
                  <a:pt x="18752" y="5358"/>
                  <a:pt x="16073" y="7590"/>
                  <a:pt x="14734" y="8930"/>
                </a:cubicBezTo>
                <a:cubicBezTo>
                  <a:pt x="10716" y="12055"/>
                  <a:pt x="10716" y="15180"/>
                  <a:pt x="10716" y="16520"/>
                </a:cubicBezTo>
                <a:cubicBezTo>
                  <a:pt x="10716" y="21431"/>
                  <a:pt x="12948" y="23664"/>
                  <a:pt x="13841" y="25003"/>
                </a:cubicBezTo>
                <a:cubicBezTo>
                  <a:pt x="16520" y="29021"/>
                  <a:pt x="22324" y="31700"/>
                  <a:pt x="25450" y="33040"/>
                </a:cubicBezTo>
                <a:lnTo>
                  <a:pt x="38398" y="39737"/>
                </a:lnTo>
                <a:cubicBezTo>
                  <a:pt x="57150" y="48667"/>
                  <a:pt x="57150" y="58489"/>
                  <a:pt x="57150" y="63401"/>
                </a:cubicBezTo>
                <a:cubicBezTo>
                  <a:pt x="57150" y="74563"/>
                  <a:pt x="51346" y="79474"/>
                  <a:pt x="48667" y="81707"/>
                </a:cubicBezTo>
                <a:cubicBezTo>
                  <a:pt x="39737" y="88850"/>
                  <a:pt x="32593" y="88850"/>
                  <a:pt x="29021" y="88850"/>
                </a:cubicBezTo>
                <a:cubicBezTo>
                  <a:pt x="21431" y="88850"/>
                  <a:pt x="15180" y="87064"/>
                  <a:pt x="11609" y="86171"/>
                </a:cubicBezTo>
                <a:cubicBezTo>
                  <a:pt x="8483" y="85279"/>
                  <a:pt x="7144" y="85279"/>
                  <a:pt x="6697" y="85279"/>
                </a:cubicBezTo>
                <a:cubicBezTo>
                  <a:pt x="4911" y="85279"/>
                  <a:pt x="4018" y="86618"/>
                  <a:pt x="3572" y="87511"/>
                </a:cubicBezTo>
                <a:lnTo>
                  <a:pt x="446" y="87511"/>
                </a:lnTo>
                <a:lnTo>
                  <a:pt x="446" y="57596"/>
                </a:lnTo>
                <a:lnTo>
                  <a:pt x="3572" y="57596"/>
                </a:lnTo>
                <a:cubicBezTo>
                  <a:pt x="6251" y="70545"/>
                  <a:pt x="10716" y="74563"/>
                  <a:pt x="13395" y="76795"/>
                </a:cubicBezTo>
                <a:cubicBezTo>
                  <a:pt x="20538" y="83493"/>
                  <a:pt x="26343" y="83493"/>
                  <a:pt x="29468" y="83493"/>
                </a:cubicBezTo>
                <a:cubicBezTo>
                  <a:pt x="35719" y="83493"/>
                  <a:pt x="38398" y="80814"/>
                  <a:pt x="39737" y="79921"/>
                </a:cubicBezTo>
                <a:cubicBezTo>
                  <a:pt x="43755" y="75902"/>
                  <a:pt x="43755" y="72330"/>
                  <a:pt x="43755" y="70991"/>
                </a:cubicBezTo>
                <a:cubicBezTo>
                  <a:pt x="43755" y="64294"/>
                  <a:pt x="40630" y="61615"/>
                  <a:pt x="39291" y="60275"/>
                </a:cubicBezTo>
                <a:cubicBezTo>
                  <a:pt x="34826" y="55811"/>
                  <a:pt x="25896" y="51346"/>
                  <a:pt x="21431" y="49113"/>
                </a:cubicBezTo>
                <a:cubicBezTo>
                  <a:pt x="8483" y="42862"/>
                  <a:pt x="5804" y="39291"/>
                  <a:pt x="4018" y="37505"/>
                </a:cubicBezTo>
                <a:cubicBezTo>
                  <a:pt x="0" y="32147"/>
                  <a:pt x="0" y="27236"/>
                  <a:pt x="0" y="24110"/>
                </a:cubicBezTo>
                <a:cubicBezTo>
                  <a:pt x="0" y="13841"/>
                  <a:pt x="4911" y="9376"/>
                  <a:pt x="7144" y="7144"/>
                </a:cubicBezTo>
                <a:cubicBezTo>
                  <a:pt x="14288" y="0"/>
                  <a:pt x="21878" y="0"/>
                  <a:pt x="25450" y="0"/>
                </a:cubicBezTo>
                <a:cubicBezTo>
                  <a:pt x="30361" y="0"/>
                  <a:pt x="35272" y="1786"/>
                  <a:pt x="37505" y="2232"/>
                </a:cubicBezTo>
                <a:cubicBezTo>
                  <a:pt x="41970" y="3572"/>
                  <a:pt x="42862" y="3572"/>
                  <a:pt x="43755" y="3572"/>
                </a:cubicBezTo>
                <a:cubicBezTo>
                  <a:pt x="45095" y="3572"/>
                  <a:pt x="45541" y="3125"/>
                  <a:pt x="45988" y="3125"/>
                </a:cubicBezTo>
                <a:cubicBezTo>
                  <a:pt x="46881" y="2232"/>
                  <a:pt x="47774" y="893"/>
                  <a:pt x="47774" y="0"/>
                </a:cubicBezTo>
                <a:lnTo>
                  <a:pt x="50899" y="0"/>
                </a:lnTo>
                <a:close/>
                <a:moveTo>
                  <a:pt x="508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001FF-18B0-4C17-9EC1-1791EFCA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189" y="5020560"/>
            <a:ext cx="57150" cy="88850"/>
          </a:xfrm>
          <a:custGeom xmlns:a="http://schemas.openxmlformats.org/drawingml/2006/main">
            <a:pathLst>
              <a:path w="57150" h="88850">
                <a:moveTo>
                  <a:pt x="50899" y="0"/>
                </a:moveTo>
                <a:lnTo>
                  <a:pt x="50899" y="28575"/>
                </a:lnTo>
                <a:lnTo>
                  <a:pt x="47774" y="28575"/>
                </a:lnTo>
                <a:cubicBezTo>
                  <a:pt x="44202" y="15180"/>
                  <a:pt x="40630" y="12055"/>
                  <a:pt x="38844" y="10269"/>
                </a:cubicBezTo>
                <a:cubicBezTo>
                  <a:pt x="33486" y="5358"/>
                  <a:pt x="28129" y="5358"/>
                  <a:pt x="25003" y="5358"/>
                </a:cubicBezTo>
                <a:cubicBezTo>
                  <a:pt x="18752" y="5358"/>
                  <a:pt x="16073" y="7590"/>
                  <a:pt x="14734" y="8930"/>
                </a:cubicBezTo>
                <a:cubicBezTo>
                  <a:pt x="10716" y="12055"/>
                  <a:pt x="10716" y="15180"/>
                  <a:pt x="10716" y="16520"/>
                </a:cubicBezTo>
                <a:cubicBezTo>
                  <a:pt x="10716" y="21431"/>
                  <a:pt x="12948" y="23664"/>
                  <a:pt x="13841" y="25003"/>
                </a:cubicBezTo>
                <a:cubicBezTo>
                  <a:pt x="16520" y="29021"/>
                  <a:pt x="22324" y="31700"/>
                  <a:pt x="25450" y="33040"/>
                </a:cubicBezTo>
                <a:lnTo>
                  <a:pt x="38398" y="39737"/>
                </a:lnTo>
                <a:cubicBezTo>
                  <a:pt x="57150" y="48667"/>
                  <a:pt x="57150" y="58489"/>
                  <a:pt x="57150" y="63401"/>
                </a:cubicBezTo>
                <a:cubicBezTo>
                  <a:pt x="57150" y="74563"/>
                  <a:pt x="51346" y="79474"/>
                  <a:pt x="48667" y="81707"/>
                </a:cubicBezTo>
                <a:cubicBezTo>
                  <a:pt x="39737" y="88850"/>
                  <a:pt x="32593" y="88850"/>
                  <a:pt x="29021" y="88850"/>
                </a:cubicBezTo>
                <a:cubicBezTo>
                  <a:pt x="21431" y="88850"/>
                  <a:pt x="15180" y="87064"/>
                  <a:pt x="11609" y="86171"/>
                </a:cubicBezTo>
                <a:cubicBezTo>
                  <a:pt x="8483" y="85279"/>
                  <a:pt x="7144" y="85279"/>
                  <a:pt x="6697" y="85279"/>
                </a:cubicBezTo>
                <a:cubicBezTo>
                  <a:pt x="4911" y="85279"/>
                  <a:pt x="4018" y="86618"/>
                  <a:pt x="3572" y="87511"/>
                </a:cubicBezTo>
                <a:lnTo>
                  <a:pt x="446" y="87511"/>
                </a:lnTo>
                <a:lnTo>
                  <a:pt x="446" y="57596"/>
                </a:lnTo>
                <a:lnTo>
                  <a:pt x="3572" y="57596"/>
                </a:lnTo>
                <a:cubicBezTo>
                  <a:pt x="6251" y="70545"/>
                  <a:pt x="10716" y="74563"/>
                  <a:pt x="13395" y="76795"/>
                </a:cubicBezTo>
                <a:cubicBezTo>
                  <a:pt x="20538" y="83493"/>
                  <a:pt x="26343" y="83493"/>
                  <a:pt x="29468" y="83493"/>
                </a:cubicBezTo>
                <a:cubicBezTo>
                  <a:pt x="35719" y="83493"/>
                  <a:pt x="38398" y="80814"/>
                  <a:pt x="39737" y="79921"/>
                </a:cubicBezTo>
                <a:cubicBezTo>
                  <a:pt x="43755" y="75902"/>
                  <a:pt x="43755" y="72330"/>
                  <a:pt x="43755" y="70991"/>
                </a:cubicBezTo>
                <a:cubicBezTo>
                  <a:pt x="43755" y="64294"/>
                  <a:pt x="40630" y="61615"/>
                  <a:pt x="39291" y="60275"/>
                </a:cubicBezTo>
                <a:cubicBezTo>
                  <a:pt x="34826" y="55811"/>
                  <a:pt x="25896" y="51346"/>
                  <a:pt x="21431" y="49113"/>
                </a:cubicBezTo>
                <a:cubicBezTo>
                  <a:pt x="8483" y="42862"/>
                  <a:pt x="5804" y="39291"/>
                  <a:pt x="4018" y="37505"/>
                </a:cubicBezTo>
                <a:cubicBezTo>
                  <a:pt x="0" y="32147"/>
                  <a:pt x="0" y="27236"/>
                  <a:pt x="0" y="24110"/>
                </a:cubicBezTo>
                <a:cubicBezTo>
                  <a:pt x="0" y="13841"/>
                  <a:pt x="4911" y="9376"/>
                  <a:pt x="7144" y="7144"/>
                </a:cubicBezTo>
                <a:cubicBezTo>
                  <a:pt x="14288" y="0"/>
                  <a:pt x="21878" y="0"/>
                  <a:pt x="25450" y="0"/>
                </a:cubicBezTo>
                <a:cubicBezTo>
                  <a:pt x="30361" y="0"/>
                  <a:pt x="35272" y="1786"/>
                  <a:pt x="37505" y="2232"/>
                </a:cubicBezTo>
                <a:cubicBezTo>
                  <a:pt x="41970" y="3572"/>
                  <a:pt x="42862" y="3572"/>
                  <a:pt x="43755" y="3572"/>
                </a:cubicBezTo>
                <a:cubicBezTo>
                  <a:pt x="45095" y="3572"/>
                  <a:pt x="45541" y="3125"/>
                  <a:pt x="45988" y="3125"/>
                </a:cubicBezTo>
                <a:cubicBezTo>
                  <a:pt x="46881" y="2232"/>
                  <a:pt x="47774" y="893"/>
                  <a:pt x="47774" y="0"/>
                </a:cubicBezTo>
                <a:lnTo>
                  <a:pt x="50899" y="0"/>
                </a:lnTo>
                <a:close/>
                <a:moveTo>
                  <a:pt x="508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e343779db4571"/>
          <a:stretch xmlns:a="http://schemas.openxmlformats.org/drawingml/2006/main"/>
        </p:blipFill>
        <p:spPr>
          <a:xfrm xmlns:a="http://schemas.openxmlformats.org/drawingml/2006/main">
            <a:off x="4669827" y="14218"/>
            <a:ext cx="2159487" cy="2211883"/>
          </a:xfrm>
          <a:prstGeom xmlns:a="http://schemas.openxmlformats.org/drawingml/2006/main" prst="rect">
            <a:avLst/>
          </a:prstGeom>
        </p:spPr>
      </p:pic>
      <p:pic>
        <p:nvPicPr>
          <p:cNvPr id="8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3c2c61f7c40f6"/>
          <a:stretch xmlns:a="http://schemas.openxmlformats.org/drawingml/2006/main"/>
        </p:blipFill>
        <p:spPr>
          <a:xfrm xmlns:a="http://schemas.openxmlformats.org/drawingml/2006/main">
            <a:off x="4707945" y="53077"/>
            <a:ext cx="2041263" cy="2068034"/>
          </a:xfrm>
          <a:prstGeom xmlns:a="http://schemas.openxmlformats.org/drawingml/2006/main" prst="rect">
            <a:avLst/>
          </a:prstGeom>
        </p:spPr>
      </p:pic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F8EC9-17B5-4FA3-BD91-A7F08B15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048" y="49225"/>
            <a:ext cx="2048024" cy="2074701"/>
          </a:xfrm>
          <a:custGeom xmlns:a="http://schemas.openxmlformats.org/drawingml/2006/main">
            <a:pathLst>
              <a:path w="2048024" h="2074701" fill="none">
                <a:moveTo>
                  <a:pt x="0" y="0"/>
                </a:moveTo>
                <a:lnTo>
                  <a:pt x="2048024" y="0"/>
                </a:lnTo>
                <a:lnTo>
                  <a:pt x="2048024" y="2074701"/>
                </a:lnTo>
                <a:lnTo>
                  <a:pt x="0" y="207470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798" cap="sq">
            <a:solidFill>
              <a:srgbClr val="000000"/>
            </a:solidFill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674CA-B91E-4D46-BFA5-18D74B1F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70" y="3134025"/>
            <a:ext cx="580400" cy="9225"/>
          </a:xfrm>
          <a:custGeom xmlns:a="http://schemas.openxmlformats.org/drawingml/2006/main">
            <a:pathLst>
              <a:path w="580400" h="9225">
                <a:moveTo>
                  <a:pt x="118524" y="5570"/>
                </a:moveTo>
                <a:lnTo>
                  <a:pt x="100981" y="2429"/>
                </a:lnTo>
                <a:lnTo>
                  <a:pt x="83409" y="579"/>
                </a:lnTo>
                <a:lnTo>
                  <a:pt x="65861" y="0"/>
                </a:lnTo>
                <a:lnTo>
                  <a:pt x="48392" y="671"/>
                </a:lnTo>
                <a:lnTo>
                  <a:pt x="31056" y="2573"/>
                </a:lnTo>
                <a:lnTo>
                  <a:pt x="13908" y="5685"/>
                </a:lnTo>
                <a:lnTo>
                  <a:pt x="0" y="9225"/>
                </a:lnTo>
                <a:lnTo>
                  <a:pt x="132861" y="9225"/>
                </a:lnTo>
                <a:lnTo>
                  <a:pt x="118524" y="5570"/>
                </a:lnTo>
                <a:close/>
                <a:moveTo>
                  <a:pt x="564119" y="5504"/>
                </a:moveTo>
                <a:lnTo>
                  <a:pt x="544921" y="2515"/>
                </a:lnTo>
                <a:lnTo>
                  <a:pt x="525635" y="885"/>
                </a:lnTo>
                <a:lnTo>
                  <a:pt x="506324" y="607"/>
                </a:lnTo>
                <a:lnTo>
                  <a:pt x="487050" y="1676"/>
                </a:lnTo>
                <a:lnTo>
                  <a:pt x="467877" y="4087"/>
                </a:lnTo>
                <a:lnTo>
                  <a:pt x="448869" y="7832"/>
                </a:lnTo>
                <a:lnTo>
                  <a:pt x="443717" y="9225"/>
                </a:lnTo>
                <a:lnTo>
                  <a:pt x="580400" y="9225"/>
                </a:lnTo>
                <a:lnTo>
                  <a:pt x="564119" y="5504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7:gradFill xmlns:ns7="http://schemas.openxmlformats.org/drawingml/2006/main" rotWithShape="1">
            <ns7:gsLst>
              <ns7:gs pos="0">
                <ns7:srgbClr val="fef8f5">
                  <ns7:alpha val="100000"/>
                </ns7:srgbClr>
              </ns7:gs>
              <ns7:gs pos="100000">
                <ns7:srgbClr val="fef8f5">
                  <ns7:alpha val="100000"/>
                </ns7:srgbClr>
              </ns7:gs>
            </ns7:gsLst>
            <ns7:lin ang="5400000" scaled="1"/>
          </ns7:gradFill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BEC80-9F2D-4BA7-B285-8F1A5EA6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7" y="3143250"/>
            <a:ext cx="2685934" cy="2158702"/>
          </a:xfrm>
          <a:custGeom xmlns:a="http://schemas.openxmlformats.org/drawingml/2006/main">
            <a:pathLst>
              <a:path w="2685934" h="2158702">
                <a:moveTo>
                  <a:pt x="2002922" y="3683"/>
                </a:moveTo>
                <a:lnTo>
                  <a:pt x="1984433" y="10083"/>
                </a:lnTo>
                <a:lnTo>
                  <a:pt x="1966298" y="17801"/>
                </a:lnTo>
                <a:lnTo>
                  <a:pt x="1948580" y="26833"/>
                </a:lnTo>
                <a:lnTo>
                  <a:pt x="1931343" y="37171"/>
                </a:lnTo>
                <a:lnTo>
                  <a:pt x="1914650" y="48811"/>
                </a:lnTo>
                <a:lnTo>
                  <a:pt x="1898564" y="61747"/>
                </a:lnTo>
                <a:lnTo>
                  <a:pt x="1883150" y="75973"/>
                </a:lnTo>
                <a:lnTo>
                  <a:pt x="1868468" y="91483"/>
                </a:lnTo>
                <a:lnTo>
                  <a:pt x="1854584" y="108272"/>
                </a:lnTo>
                <a:lnTo>
                  <a:pt x="1851408" y="103774"/>
                </a:lnTo>
                <a:lnTo>
                  <a:pt x="1848158" y="99349"/>
                </a:lnTo>
                <a:lnTo>
                  <a:pt x="1844836" y="94997"/>
                </a:lnTo>
                <a:lnTo>
                  <a:pt x="1841443" y="90720"/>
                </a:lnTo>
                <a:lnTo>
                  <a:pt x="1837979" y="86519"/>
                </a:lnTo>
                <a:lnTo>
                  <a:pt x="1834446" y="82394"/>
                </a:lnTo>
                <a:lnTo>
                  <a:pt x="1830844" y="78346"/>
                </a:lnTo>
                <a:lnTo>
                  <a:pt x="1827175" y="74377"/>
                </a:lnTo>
                <a:lnTo>
                  <a:pt x="1823440" y="70487"/>
                </a:lnTo>
                <a:lnTo>
                  <a:pt x="1819640" y="66676"/>
                </a:lnTo>
                <a:lnTo>
                  <a:pt x="1815775" y="62947"/>
                </a:lnTo>
                <a:lnTo>
                  <a:pt x="1811848" y="59299"/>
                </a:lnTo>
                <a:lnTo>
                  <a:pt x="1807858" y="55733"/>
                </a:lnTo>
                <a:lnTo>
                  <a:pt x="1803806" y="52251"/>
                </a:lnTo>
                <a:lnTo>
                  <a:pt x="1799695" y="48854"/>
                </a:lnTo>
                <a:lnTo>
                  <a:pt x="1795525" y="45541"/>
                </a:lnTo>
                <a:lnTo>
                  <a:pt x="1791296" y="42315"/>
                </a:lnTo>
                <a:lnTo>
                  <a:pt x="1787010" y="39176"/>
                </a:lnTo>
                <a:lnTo>
                  <a:pt x="1782668" y="36124"/>
                </a:lnTo>
                <a:lnTo>
                  <a:pt x="1778271" y="33161"/>
                </a:lnTo>
                <a:lnTo>
                  <a:pt x="1773820" y="30287"/>
                </a:lnTo>
                <a:lnTo>
                  <a:pt x="1769316" y="27504"/>
                </a:lnTo>
                <a:lnTo>
                  <a:pt x="1764760" y="24812"/>
                </a:lnTo>
                <a:lnTo>
                  <a:pt x="1760153" y="22213"/>
                </a:lnTo>
                <a:lnTo>
                  <a:pt x="1743269" y="13710"/>
                </a:lnTo>
                <a:lnTo>
                  <a:pt x="1726139" y="6578"/>
                </a:lnTo>
                <a:lnTo>
                  <a:pt x="1708817" y="796"/>
                </a:lnTo>
                <a:lnTo>
                  <a:pt x="1705695" y="0"/>
                </a:lnTo>
                <a:lnTo>
                  <a:pt x="1572834" y="0"/>
                </a:lnTo>
                <a:lnTo>
                  <a:pt x="1569834" y="763"/>
                </a:lnTo>
                <a:lnTo>
                  <a:pt x="1553221" y="6237"/>
                </a:lnTo>
                <a:lnTo>
                  <a:pt x="1536959" y="12861"/>
                </a:lnTo>
                <a:lnTo>
                  <a:pt x="1521099" y="20615"/>
                </a:lnTo>
                <a:lnTo>
                  <a:pt x="1505697" y="29480"/>
                </a:lnTo>
                <a:lnTo>
                  <a:pt x="1490807" y="39435"/>
                </a:lnTo>
                <a:lnTo>
                  <a:pt x="1476483" y="50461"/>
                </a:lnTo>
                <a:lnTo>
                  <a:pt x="1462779" y="62537"/>
                </a:lnTo>
                <a:lnTo>
                  <a:pt x="1449749" y="75644"/>
                </a:lnTo>
                <a:lnTo>
                  <a:pt x="1437447" y="89761"/>
                </a:lnTo>
                <a:lnTo>
                  <a:pt x="1425927" y="104869"/>
                </a:lnTo>
                <a:lnTo>
                  <a:pt x="1415244" y="120947"/>
                </a:lnTo>
                <a:lnTo>
                  <a:pt x="1405451" y="137976"/>
                </a:lnTo>
                <a:lnTo>
                  <a:pt x="1396603" y="155935"/>
                </a:lnTo>
                <a:lnTo>
                  <a:pt x="1393740" y="152871"/>
                </a:lnTo>
                <a:lnTo>
                  <a:pt x="1390844" y="149847"/>
                </a:lnTo>
                <a:lnTo>
                  <a:pt x="1387914" y="146863"/>
                </a:lnTo>
                <a:lnTo>
                  <a:pt x="1384953" y="143919"/>
                </a:lnTo>
                <a:lnTo>
                  <a:pt x="1381959" y="141016"/>
                </a:lnTo>
                <a:lnTo>
                  <a:pt x="1378934" y="138154"/>
                </a:lnTo>
                <a:lnTo>
                  <a:pt x="1375878" y="135332"/>
                </a:lnTo>
                <a:lnTo>
                  <a:pt x="1372791" y="132552"/>
                </a:lnTo>
                <a:lnTo>
                  <a:pt x="1369673" y="129813"/>
                </a:lnTo>
                <a:lnTo>
                  <a:pt x="1366526" y="127116"/>
                </a:lnTo>
                <a:lnTo>
                  <a:pt x="1363350" y="124461"/>
                </a:lnTo>
                <a:lnTo>
                  <a:pt x="1360145" y="121848"/>
                </a:lnTo>
                <a:lnTo>
                  <a:pt x="1356911" y="119278"/>
                </a:lnTo>
                <a:lnTo>
                  <a:pt x="1353649" y="116750"/>
                </a:lnTo>
                <a:lnTo>
                  <a:pt x="1350360" y="114265"/>
                </a:lnTo>
                <a:lnTo>
                  <a:pt x="1347043" y="111824"/>
                </a:lnTo>
                <a:lnTo>
                  <a:pt x="1343700" y="109425"/>
                </a:lnTo>
                <a:lnTo>
                  <a:pt x="1340330" y="107071"/>
                </a:lnTo>
                <a:lnTo>
                  <a:pt x="1336935" y="104760"/>
                </a:lnTo>
                <a:lnTo>
                  <a:pt x="1333514" y="102493"/>
                </a:lnTo>
                <a:lnTo>
                  <a:pt x="1330068" y="100271"/>
                </a:lnTo>
                <a:lnTo>
                  <a:pt x="1326598" y="98094"/>
                </a:lnTo>
                <a:lnTo>
                  <a:pt x="1323103" y="95961"/>
                </a:lnTo>
                <a:lnTo>
                  <a:pt x="1319585" y="93873"/>
                </a:lnTo>
                <a:lnTo>
                  <a:pt x="1299216" y="82896"/>
                </a:lnTo>
                <a:lnTo>
                  <a:pt x="1278506" y="73586"/>
                </a:lnTo>
                <a:lnTo>
                  <a:pt x="1257522" y="65921"/>
                </a:lnTo>
                <a:lnTo>
                  <a:pt x="1236331" y="59876"/>
                </a:lnTo>
                <a:lnTo>
                  <a:pt x="1214998" y="55431"/>
                </a:lnTo>
                <a:lnTo>
                  <a:pt x="1193592" y="52563"/>
                </a:lnTo>
                <a:lnTo>
                  <a:pt x="1172179" y="51249"/>
                </a:lnTo>
                <a:lnTo>
                  <a:pt x="1150826" y="51466"/>
                </a:lnTo>
                <a:lnTo>
                  <a:pt x="1129599" y="53191"/>
                </a:lnTo>
                <a:lnTo>
                  <a:pt x="1108566" y="56403"/>
                </a:lnTo>
                <a:lnTo>
                  <a:pt x="1087794" y="61079"/>
                </a:lnTo>
                <a:lnTo>
                  <a:pt x="1067349" y="67196"/>
                </a:lnTo>
                <a:lnTo>
                  <a:pt x="1047298" y="74731"/>
                </a:lnTo>
                <a:lnTo>
                  <a:pt x="1027708" y="83662"/>
                </a:lnTo>
                <a:lnTo>
                  <a:pt x="1008646" y="93967"/>
                </a:lnTo>
                <a:lnTo>
                  <a:pt x="990178" y="105622"/>
                </a:lnTo>
                <a:lnTo>
                  <a:pt x="972373" y="118606"/>
                </a:lnTo>
                <a:lnTo>
                  <a:pt x="955295" y="132895"/>
                </a:lnTo>
                <a:lnTo>
                  <a:pt x="939013" y="148468"/>
                </a:lnTo>
                <a:lnTo>
                  <a:pt x="923593" y="165300"/>
                </a:lnTo>
                <a:lnTo>
                  <a:pt x="909102" y="183371"/>
                </a:lnTo>
                <a:lnTo>
                  <a:pt x="895607" y="202657"/>
                </a:lnTo>
                <a:lnTo>
                  <a:pt x="883175" y="223136"/>
                </a:lnTo>
                <a:lnTo>
                  <a:pt x="871872" y="244785"/>
                </a:lnTo>
                <a:lnTo>
                  <a:pt x="861674" y="238432"/>
                </a:lnTo>
                <a:lnTo>
                  <a:pt x="851343" y="232406"/>
                </a:lnTo>
                <a:lnTo>
                  <a:pt x="840884" y="226709"/>
                </a:lnTo>
                <a:lnTo>
                  <a:pt x="830306" y="221343"/>
                </a:lnTo>
                <a:lnTo>
                  <a:pt x="819613" y="216307"/>
                </a:lnTo>
                <a:lnTo>
                  <a:pt x="808813" y="211606"/>
                </a:lnTo>
                <a:lnTo>
                  <a:pt x="797912" y="207239"/>
                </a:lnTo>
                <a:lnTo>
                  <a:pt x="786916" y="203208"/>
                </a:lnTo>
                <a:lnTo>
                  <a:pt x="775832" y="199516"/>
                </a:lnTo>
                <a:lnTo>
                  <a:pt x="764666" y="196163"/>
                </a:lnTo>
                <a:lnTo>
                  <a:pt x="753424" y="193151"/>
                </a:lnTo>
                <a:lnTo>
                  <a:pt x="742113" y="190481"/>
                </a:lnTo>
                <a:lnTo>
                  <a:pt x="730739" y="188156"/>
                </a:lnTo>
                <a:lnTo>
                  <a:pt x="719309" y="186177"/>
                </a:lnTo>
                <a:lnTo>
                  <a:pt x="707829" y="184545"/>
                </a:lnTo>
                <a:lnTo>
                  <a:pt x="696305" y="183261"/>
                </a:lnTo>
                <a:lnTo>
                  <a:pt x="684744" y="182328"/>
                </a:lnTo>
                <a:lnTo>
                  <a:pt x="673152" y="181747"/>
                </a:lnTo>
                <a:lnTo>
                  <a:pt x="661536" y="181519"/>
                </a:lnTo>
                <a:lnTo>
                  <a:pt x="649901" y="181647"/>
                </a:lnTo>
                <a:lnTo>
                  <a:pt x="638256" y="182131"/>
                </a:lnTo>
                <a:lnTo>
                  <a:pt x="626604" y="182973"/>
                </a:lnTo>
                <a:lnTo>
                  <a:pt x="614954" y="184175"/>
                </a:lnTo>
                <a:lnTo>
                  <a:pt x="603312" y="185738"/>
                </a:lnTo>
                <a:lnTo>
                  <a:pt x="575006" y="191040"/>
                </a:lnTo>
                <a:lnTo>
                  <a:pt x="547468" y="198329"/>
                </a:lnTo>
                <a:lnTo>
                  <a:pt x="520753" y="207527"/>
                </a:lnTo>
                <a:lnTo>
                  <a:pt x="494913" y="218557"/>
                </a:lnTo>
                <a:lnTo>
                  <a:pt x="470002" y="231341"/>
                </a:lnTo>
                <a:lnTo>
                  <a:pt x="446075" y="245802"/>
                </a:lnTo>
                <a:lnTo>
                  <a:pt x="423183" y="261863"/>
                </a:lnTo>
                <a:lnTo>
                  <a:pt x="401381" y="279445"/>
                </a:lnTo>
                <a:lnTo>
                  <a:pt x="380723" y="298473"/>
                </a:lnTo>
                <a:lnTo>
                  <a:pt x="361261" y="318869"/>
                </a:lnTo>
                <a:lnTo>
                  <a:pt x="343050" y="340554"/>
                </a:lnTo>
                <a:lnTo>
                  <a:pt x="326143" y="363452"/>
                </a:lnTo>
                <a:lnTo>
                  <a:pt x="310593" y="387486"/>
                </a:lnTo>
                <a:lnTo>
                  <a:pt x="296454" y="412577"/>
                </a:lnTo>
                <a:lnTo>
                  <a:pt x="283780" y="438650"/>
                </a:lnTo>
                <a:lnTo>
                  <a:pt x="272624" y="465625"/>
                </a:lnTo>
                <a:lnTo>
                  <a:pt x="263040" y="493427"/>
                </a:lnTo>
                <a:lnTo>
                  <a:pt x="255080" y="521977"/>
                </a:lnTo>
                <a:lnTo>
                  <a:pt x="248800" y="551198"/>
                </a:lnTo>
                <a:lnTo>
                  <a:pt x="244251" y="581013"/>
                </a:lnTo>
                <a:lnTo>
                  <a:pt x="241489" y="611345"/>
                </a:lnTo>
                <a:lnTo>
                  <a:pt x="240565" y="642115"/>
                </a:lnTo>
                <a:lnTo>
                  <a:pt x="241534" y="673247"/>
                </a:lnTo>
                <a:lnTo>
                  <a:pt x="244450" y="704664"/>
                </a:lnTo>
                <a:lnTo>
                  <a:pt x="242106" y="711361"/>
                </a:lnTo>
                <a:lnTo>
                  <a:pt x="231469" y="712819"/>
                </a:lnTo>
                <a:lnTo>
                  <a:pt x="220940" y="714731"/>
                </a:lnTo>
                <a:lnTo>
                  <a:pt x="210528" y="717090"/>
                </a:lnTo>
                <a:lnTo>
                  <a:pt x="200245" y="719889"/>
                </a:lnTo>
                <a:lnTo>
                  <a:pt x="190099" y="723122"/>
                </a:lnTo>
                <a:lnTo>
                  <a:pt x="180102" y="726781"/>
                </a:lnTo>
                <a:lnTo>
                  <a:pt x="170264" y="730858"/>
                </a:lnTo>
                <a:lnTo>
                  <a:pt x="160594" y="735347"/>
                </a:lnTo>
                <a:lnTo>
                  <a:pt x="151102" y="740241"/>
                </a:lnTo>
                <a:lnTo>
                  <a:pt x="141800" y="745533"/>
                </a:lnTo>
                <a:lnTo>
                  <a:pt x="132696" y="751214"/>
                </a:lnTo>
                <a:lnTo>
                  <a:pt x="123802" y="757279"/>
                </a:lnTo>
                <a:lnTo>
                  <a:pt x="115126" y="763721"/>
                </a:lnTo>
                <a:lnTo>
                  <a:pt x="106680" y="770531"/>
                </a:lnTo>
                <a:lnTo>
                  <a:pt x="98474" y="777703"/>
                </a:lnTo>
                <a:lnTo>
                  <a:pt x="90516" y="785230"/>
                </a:lnTo>
                <a:lnTo>
                  <a:pt x="82819" y="793104"/>
                </a:lnTo>
                <a:lnTo>
                  <a:pt x="75391" y="801319"/>
                </a:lnTo>
                <a:lnTo>
                  <a:pt x="68244" y="809868"/>
                </a:lnTo>
                <a:lnTo>
                  <a:pt x="61386" y="818742"/>
                </a:lnTo>
                <a:lnTo>
                  <a:pt x="54828" y="827936"/>
                </a:lnTo>
                <a:lnTo>
                  <a:pt x="48581" y="837442"/>
                </a:lnTo>
                <a:lnTo>
                  <a:pt x="42654" y="847253"/>
                </a:lnTo>
                <a:lnTo>
                  <a:pt x="37058" y="857362"/>
                </a:lnTo>
                <a:lnTo>
                  <a:pt x="28255" y="875325"/>
                </a:lnTo>
                <a:lnTo>
                  <a:pt x="20673" y="893650"/>
                </a:lnTo>
                <a:lnTo>
                  <a:pt x="14296" y="912277"/>
                </a:lnTo>
                <a:lnTo>
                  <a:pt x="9111" y="931145"/>
                </a:lnTo>
                <a:lnTo>
                  <a:pt x="5103" y="950193"/>
                </a:lnTo>
                <a:lnTo>
                  <a:pt x="2259" y="969359"/>
                </a:lnTo>
                <a:lnTo>
                  <a:pt x="562" y="988584"/>
                </a:lnTo>
                <a:lnTo>
                  <a:pt x="0" y="1007806"/>
                </a:lnTo>
                <a:lnTo>
                  <a:pt x="557" y="1026965"/>
                </a:lnTo>
                <a:lnTo>
                  <a:pt x="2220" y="1045999"/>
                </a:lnTo>
                <a:lnTo>
                  <a:pt x="4974" y="1064847"/>
                </a:lnTo>
                <a:lnTo>
                  <a:pt x="8804" y="1083450"/>
                </a:lnTo>
                <a:lnTo>
                  <a:pt x="13696" y="1101746"/>
                </a:lnTo>
                <a:lnTo>
                  <a:pt x="19637" y="1119674"/>
                </a:lnTo>
                <a:lnTo>
                  <a:pt x="26610" y="1137173"/>
                </a:lnTo>
                <a:lnTo>
                  <a:pt x="34603" y="1154183"/>
                </a:lnTo>
                <a:lnTo>
                  <a:pt x="43600" y="1170642"/>
                </a:lnTo>
                <a:lnTo>
                  <a:pt x="53587" y="1186490"/>
                </a:lnTo>
                <a:lnTo>
                  <a:pt x="64550" y="1201667"/>
                </a:lnTo>
                <a:lnTo>
                  <a:pt x="76474" y="1216110"/>
                </a:lnTo>
                <a:lnTo>
                  <a:pt x="89346" y="1229759"/>
                </a:lnTo>
                <a:lnTo>
                  <a:pt x="103150" y="1242554"/>
                </a:lnTo>
                <a:lnTo>
                  <a:pt x="117873" y="1254434"/>
                </a:lnTo>
                <a:lnTo>
                  <a:pt x="133499" y="1265337"/>
                </a:lnTo>
                <a:lnTo>
                  <a:pt x="126838" y="1273436"/>
                </a:lnTo>
                <a:lnTo>
                  <a:pt x="120476" y="1281764"/>
                </a:lnTo>
                <a:lnTo>
                  <a:pt x="114415" y="1290312"/>
                </a:lnTo>
                <a:lnTo>
                  <a:pt x="108659" y="1299070"/>
                </a:lnTo>
                <a:lnTo>
                  <a:pt x="103211" y="1308027"/>
                </a:lnTo>
                <a:lnTo>
                  <a:pt x="98073" y="1317174"/>
                </a:lnTo>
                <a:lnTo>
                  <a:pt x="93249" y="1326501"/>
                </a:lnTo>
                <a:lnTo>
                  <a:pt x="88743" y="1335997"/>
                </a:lnTo>
                <a:lnTo>
                  <a:pt x="84556" y="1345653"/>
                </a:lnTo>
                <a:lnTo>
                  <a:pt x="80693" y="1355458"/>
                </a:lnTo>
                <a:lnTo>
                  <a:pt x="77156" y="1365404"/>
                </a:lnTo>
                <a:lnTo>
                  <a:pt x="73949" y="1375479"/>
                </a:lnTo>
                <a:lnTo>
                  <a:pt x="71074" y="1385674"/>
                </a:lnTo>
                <a:lnTo>
                  <a:pt x="68535" y="1395978"/>
                </a:lnTo>
                <a:lnTo>
                  <a:pt x="66334" y="1406383"/>
                </a:lnTo>
                <a:lnTo>
                  <a:pt x="64476" y="1416877"/>
                </a:lnTo>
                <a:lnTo>
                  <a:pt x="62962" y="1427451"/>
                </a:lnTo>
                <a:lnTo>
                  <a:pt x="61796" y="1438095"/>
                </a:lnTo>
                <a:lnTo>
                  <a:pt x="60982" y="1448799"/>
                </a:lnTo>
                <a:lnTo>
                  <a:pt x="60521" y="1459552"/>
                </a:lnTo>
                <a:lnTo>
                  <a:pt x="60418" y="1470346"/>
                </a:lnTo>
                <a:lnTo>
                  <a:pt x="60676" y="1481169"/>
                </a:lnTo>
                <a:lnTo>
                  <a:pt x="61297" y="1492013"/>
                </a:lnTo>
                <a:lnTo>
                  <a:pt x="62285" y="1502866"/>
                </a:lnTo>
                <a:lnTo>
                  <a:pt x="65064" y="1522975"/>
                </a:lnTo>
                <a:lnTo>
                  <a:pt x="69017" y="1542561"/>
                </a:lnTo>
                <a:lnTo>
                  <a:pt x="74102" y="1561587"/>
                </a:lnTo>
                <a:lnTo>
                  <a:pt x="80271" y="1580012"/>
                </a:lnTo>
                <a:lnTo>
                  <a:pt x="87481" y="1597799"/>
                </a:lnTo>
                <a:lnTo>
                  <a:pt x="95687" y="1614910"/>
                </a:lnTo>
                <a:lnTo>
                  <a:pt x="104844" y="1631304"/>
                </a:lnTo>
                <a:lnTo>
                  <a:pt x="114908" y="1646944"/>
                </a:lnTo>
                <a:lnTo>
                  <a:pt x="125833" y="1661792"/>
                </a:lnTo>
                <a:lnTo>
                  <a:pt x="137575" y="1675807"/>
                </a:lnTo>
                <a:lnTo>
                  <a:pt x="150088" y="1688953"/>
                </a:lnTo>
                <a:lnTo>
                  <a:pt x="163330" y="1701189"/>
                </a:lnTo>
                <a:lnTo>
                  <a:pt x="177253" y="1712478"/>
                </a:lnTo>
                <a:lnTo>
                  <a:pt x="191815" y="1722781"/>
                </a:lnTo>
                <a:lnTo>
                  <a:pt x="206969" y="1732058"/>
                </a:lnTo>
                <a:lnTo>
                  <a:pt x="222672" y="1740272"/>
                </a:lnTo>
                <a:lnTo>
                  <a:pt x="238878" y="1747384"/>
                </a:lnTo>
                <a:lnTo>
                  <a:pt x="255543" y="1753355"/>
                </a:lnTo>
                <a:lnTo>
                  <a:pt x="272621" y="1758146"/>
                </a:lnTo>
                <a:lnTo>
                  <a:pt x="290069" y="1761719"/>
                </a:lnTo>
                <a:lnTo>
                  <a:pt x="307841" y="1764035"/>
                </a:lnTo>
                <a:lnTo>
                  <a:pt x="325893" y="1765055"/>
                </a:lnTo>
                <a:lnTo>
                  <a:pt x="344180" y="1764742"/>
                </a:lnTo>
                <a:lnTo>
                  <a:pt x="362657" y="1763055"/>
                </a:lnTo>
                <a:lnTo>
                  <a:pt x="362866" y="1763459"/>
                </a:lnTo>
                <a:lnTo>
                  <a:pt x="363076" y="1763862"/>
                </a:lnTo>
                <a:lnTo>
                  <a:pt x="363285" y="1764264"/>
                </a:lnTo>
                <a:lnTo>
                  <a:pt x="363495" y="1764665"/>
                </a:lnTo>
                <a:lnTo>
                  <a:pt x="363704" y="1765065"/>
                </a:lnTo>
                <a:lnTo>
                  <a:pt x="363914" y="1765464"/>
                </a:lnTo>
                <a:lnTo>
                  <a:pt x="364125" y="1765862"/>
                </a:lnTo>
                <a:lnTo>
                  <a:pt x="364335" y="1766259"/>
                </a:lnTo>
                <a:lnTo>
                  <a:pt x="364546" y="1766656"/>
                </a:lnTo>
                <a:lnTo>
                  <a:pt x="364758" y="1767051"/>
                </a:lnTo>
                <a:lnTo>
                  <a:pt x="364970" y="1767446"/>
                </a:lnTo>
                <a:lnTo>
                  <a:pt x="365182" y="1767841"/>
                </a:lnTo>
                <a:lnTo>
                  <a:pt x="365395" y="1768235"/>
                </a:lnTo>
                <a:lnTo>
                  <a:pt x="365609" y="1768628"/>
                </a:lnTo>
                <a:lnTo>
                  <a:pt x="365824" y="1769021"/>
                </a:lnTo>
                <a:lnTo>
                  <a:pt x="366039" y="1769413"/>
                </a:lnTo>
                <a:lnTo>
                  <a:pt x="366255" y="1769805"/>
                </a:lnTo>
                <a:lnTo>
                  <a:pt x="366471" y="1770197"/>
                </a:lnTo>
                <a:lnTo>
                  <a:pt x="366689" y="1770589"/>
                </a:lnTo>
                <a:lnTo>
                  <a:pt x="366907" y="1770980"/>
                </a:lnTo>
                <a:lnTo>
                  <a:pt x="367127" y="1771371"/>
                </a:lnTo>
                <a:lnTo>
                  <a:pt x="367347" y="1771762"/>
                </a:lnTo>
                <a:lnTo>
                  <a:pt x="367569" y="1772152"/>
                </a:lnTo>
                <a:lnTo>
                  <a:pt x="367791" y="1772543"/>
                </a:lnTo>
                <a:lnTo>
                  <a:pt x="385648" y="1802952"/>
                </a:lnTo>
                <a:lnTo>
                  <a:pt x="405054" y="1831569"/>
                </a:lnTo>
                <a:lnTo>
                  <a:pt x="425910" y="1858367"/>
                </a:lnTo>
                <a:lnTo>
                  <a:pt x="448119" y="1883319"/>
                </a:lnTo>
                <a:lnTo>
                  <a:pt x="471582" y="1906399"/>
                </a:lnTo>
                <a:lnTo>
                  <a:pt x="496203" y="1927579"/>
                </a:lnTo>
                <a:lnTo>
                  <a:pt x="521882" y="1946834"/>
                </a:lnTo>
                <a:lnTo>
                  <a:pt x="548523" y="1964134"/>
                </a:lnTo>
                <a:lnTo>
                  <a:pt x="576026" y="1979455"/>
                </a:lnTo>
                <a:lnTo>
                  <a:pt x="604295" y="1992769"/>
                </a:lnTo>
                <a:lnTo>
                  <a:pt x="633231" y="2004049"/>
                </a:lnTo>
                <a:lnTo>
                  <a:pt x="662736" y="2013268"/>
                </a:lnTo>
                <a:lnTo>
                  <a:pt x="692713" y="2020399"/>
                </a:lnTo>
                <a:lnTo>
                  <a:pt x="723064" y="2025416"/>
                </a:lnTo>
                <a:lnTo>
                  <a:pt x="753690" y="2028292"/>
                </a:lnTo>
                <a:lnTo>
                  <a:pt x="784494" y="2028999"/>
                </a:lnTo>
                <a:lnTo>
                  <a:pt x="815377" y="2027511"/>
                </a:lnTo>
                <a:lnTo>
                  <a:pt x="846243" y="2023800"/>
                </a:lnTo>
                <a:lnTo>
                  <a:pt x="876993" y="2017841"/>
                </a:lnTo>
                <a:lnTo>
                  <a:pt x="907529" y="2009606"/>
                </a:lnTo>
                <a:lnTo>
                  <a:pt x="937753" y="1999068"/>
                </a:lnTo>
                <a:lnTo>
                  <a:pt x="967567" y="1986201"/>
                </a:lnTo>
                <a:lnTo>
                  <a:pt x="996873" y="1970977"/>
                </a:lnTo>
                <a:lnTo>
                  <a:pt x="1025575" y="1953369"/>
                </a:lnTo>
                <a:lnTo>
                  <a:pt x="1032450" y="1964367"/>
                </a:lnTo>
                <a:lnTo>
                  <a:pt x="1039594" y="1975115"/>
                </a:lnTo>
                <a:lnTo>
                  <a:pt x="1047000" y="1985610"/>
                </a:lnTo>
                <a:lnTo>
                  <a:pt x="1054663" y="1995846"/>
                </a:lnTo>
                <a:lnTo>
                  <a:pt x="1062576" y="2005818"/>
                </a:lnTo>
                <a:lnTo>
                  <a:pt x="1070734" y="2015523"/>
                </a:lnTo>
                <a:lnTo>
                  <a:pt x="1079131" y="2024955"/>
                </a:lnTo>
                <a:lnTo>
                  <a:pt x="1087760" y="2034108"/>
                </a:lnTo>
                <a:lnTo>
                  <a:pt x="1096616" y="2042980"/>
                </a:lnTo>
                <a:lnTo>
                  <a:pt x="1105693" y="2051564"/>
                </a:lnTo>
                <a:lnTo>
                  <a:pt x="1114984" y="2059856"/>
                </a:lnTo>
                <a:lnTo>
                  <a:pt x="1124485" y="2067851"/>
                </a:lnTo>
                <a:lnTo>
                  <a:pt x="1134188" y="2075544"/>
                </a:lnTo>
                <a:lnTo>
                  <a:pt x="1144088" y="2082930"/>
                </a:lnTo>
                <a:lnTo>
                  <a:pt x="1154180" y="2090006"/>
                </a:lnTo>
                <a:lnTo>
                  <a:pt x="1164456" y="2096765"/>
                </a:lnTo>
                <a:lnTo>
                  <a:pt x="1174911" y="2103203"/>
                </a:lnTo>
                <a:lnTo>
                  <a:pt x="1185540" y="2109316"/>
                </a:lnTo>
                <a:lnTo>
                  <a:pt x="1196335" y="2115098"/>
                </a:lnTo>
                <a:lnTo>
                  <a:pt x="1207292" y="2120545"/>
                </a:lnTo>
                <a:lnTo>
                  <a:pt x="1218404" y="2125652"/>
                </a:lnTo>
                <a:lnTo>
                  <a:pt x="1229665" y="2130414"/>
                </a:lnTo>
                <a:lnTo>
                  <a:pt x="1241070" y="2134826"/>
                </a:lnTo>
                <a:lnTo>
                  <a:pt x="1252612" y="2138883"/>
                </a:lnTo>
                <a:lnTo>
                  <a:pt x="1280360" y="2147037"/>
                </a:lnTo>
                <a:lnTo>
                  <a:pt x="1308160" y="2153027"/>
                </a:lnTo>
                <a:lnTo>
                  <a:pt x="1335935" y="2156901"/>
                </a:lnTo>
                <a:lnTo>
                  <a:pt x="1363607" y="2158702"/>
                </a:lnTo>
                <a:lnTo>
                  <a:pt x="1391097" y="2158479"/>
                </a:lnTo>
                <a:lnTo>
                  <a:pt x="1418327" y="2156275"/>
                </a:lnTo>
                <a:lnTo>
                  <a:pt x="1445221" y="2152138"/>
                </a:lnTo>
                <a:lnTo>
                  <a:pt x="1471699" y="2146114"/>
                </a:lnTo>
                <a:lnTo>
                  <a:pt x="1497685" y="2138248"/>
                </a:lnTo>
                <a:lnTo>
                  <a:pt x="1523099" y="2128586"/>
                </a:lnTo>
                <a:lnTo>
                  <a:pt x="1547865" y="2117174"/>
                </a:lnTo>
                <a:lnTo>
                  <a:pt x="1571904" y="2104058"/>
                </a:lnTo>
                <a:lnTo>
                  <a:pt x="1595138" y="2089284"/>
                </a:lnTo>
                <a:lnTo>
                  <a:pt x="1617490" y="2072898"/>
                </a:lnTo>
                <a:lnTo>
                  <a:pt x="1638882" y="2054945"/>
                </a:lnTo>
                <a:lnTo>
                  <a:pt x="1659235" y="2035473"/>
                </a:lnTo>
                <a:lnTo>
                  <a:pt x="1678472" y="2014526"/>
                </a:lnTo>
                <a:lnTo>
                  <a:pt x="1696515" y="1992150"/>
                </a:lnTo>
                <a:lnTo>
                  <a:pt x="1713286" y="1968393"/>
                </a:lnTo>
                <a:lnTo>
                  <a:pt x="1728707" y="1943298"/>
                </a:lnTo>
                <a:lnTo>
                  <a:pt x="1742700" y="1916914"/>
                </a:lnTo>
                <a:lnTo>
                  <a:pt x="1755187" y="1889284"/>
                </a:lnTo>
                <a:lnTo>
                  <a:pt x="1766091" y="1860456"/>
                </a:lnTo>
                <a:lnTo>
                  <a:pt x="1775333" y="1830474"/>
                </a:lnTo>
                <a:lnTo>
                  <a:pt x="1782410" y="1835195"/>
                </a:lnTo>
                <a:lnTo>
                  <a:pt x="1789573" y="1839730"/>
                </a:lnTo>
                <a:lnTo>
                  <a:pt x="1796819" y="1844079"/>
                </a:lnTo>
                <a:lnTo>
                  <a:pt x="1804145" y="1848239"/>
                </a:lnTo>
                <a:lnTo>
                  <a:pt x="1811549" y="1852210"/>
                </a:lnTo>
                <a:lnTo>
                  <a:pt x="1819026" y="1855990"/>
                </a:lnTo>
                <a:lnTo>
                  <a:pt x="1826575" y="1859580"/>
                </a:lnTo>
                <a:lnTo>
                  <a:pt x="1834191" y="1862977"/>
                </a:lnTo>
                <a:lnTo>
                  <a:pt x="1841872" y="1866180"/>
                </a:lnTo>
                <a:lnTo>
                  <a:pt x="1849614" y="1869190"/>
                </a:lnTo>
                <a:lnTo>
                  <a:pt x="1857416" y="1872003"/>
                </a:lnTo>
                <a:lnTo>
                  <a:pt x="1865272" y="1874620"/>
                </a:lnTo>
                <a:lnTo>
                  <a:pt x="1873181" y="1877040"/>
                </a:lnTo>
                <a:lnTo>
                  <a:pt x="1881139" y="1879261"/>
                </a:lnTo>
                <a:lnTo>
                  <a:pt x="1889143" y="1881282"/>
                </a:lnTo>
                <a:lnTo>
                  <a:pt x="1897191" y="1883102"/>
                </a:lnTo>
                <a:lnTo>
                  <a:pt x="1905278" y="1884720"/>
                </a:lnTo>
                <a:lnTo>
                  <a:pt x="1913402" y="1886135"/>
                </a:lnTo>
                <a:lnTo>
                  <a:pt x="1921560" y="1887346"/>
                </a:lnTo>
                <a:lnTo>
                  <a:pt x="1929748" y="1888352"/>
                </a:lnTo>
                <a:lnTo>
                  <a:pt x="1937964" y="1889152"/>
                </a:lnTo>
                <a:lnTo>
                  <a:pt x="1946204" y="1889744"/>
                </a:lnTo>
                <a:lnTo>
                  <a:pt x="1954465" y="1890128"/>
                </a:lnTo>
                <a:lnTo>
                  <a:pt x="1962745" y="1890303"/>
                </a:lnTo>
                <a:lnTo>
                  <a:pt x="1987341" y="1889614"/>
                </a:lnTo>
                <a:lnTo>
                  <a:pt x="2011505" y="1887139"/>
                </a:lnTo>
                <a:lnTo>
                  <a:pt x="2035184" y="1882937"/>
                </a:lnTo>
                <a:lnTo>
                  <a:pt x="2058322" y="1877065"/>
                </a:lnTo>
                <a:lnTo>
                  <a:pt x="2080868" y="1869583"/>
                </a:lnTo>
                <a:lnTo>
                  <a:pt x="2102765" y="1860547"/>
                </a:lnTo>
                <a:lnTo>
                  <a:pt x="2123962" y="1850018"/>
                </a:lnTo>
                <a:lnTo>
                  <a:pt x="2144402" y="1838052"/>
                </a:lnTo>
                <a:lnTo>
                  <a:pt x="2164034" y="1824709"/>
                </a:lnTo>
                <a:lnTo>
                  <a:pt x="2182803" y="1810046"/>
                </a:lnTo>
                <a:lnTo>
                  <a:pt x="2200654" y="1794121"/>
                </a:lnTo>
                <a:lnTo>
                  <a:pt x="2217534" y="1776994"/>
                </a:lnTo>
                <a:lnTo>
                  <a:pt x="2233390" y="1758722"/>
                </a:lnTo>
                <a:lnTo>
                  <a:pt x="2248166" y="1739363"/>
                </a:lnTo>
                <a:lnTo>
                  <a:pt x="2261810" y="1718977"/>
                </a:lnTo>
                <a:lnTo>
                  <a:pt x="2274267" y="1697620"/>
                </a:lnTo>
                <a:lnTo>
                  <a:pt x="2285484" y="1675352"/>
                </a:lnTo>
                <a:lnTo>
                  <a:pt x="2295406" y="1652231"/>
                </a:lnTo>
                <a:lnTo>
                  <a:pt x="2303979" y="1628315"/>
                </a:lnTo>
                <a:lnTo>
                  <a:pt x="2311150" y="1603662"/>
                </a:lnTo>
                <a:lnTo>
                  <a:pt x="2316865" y="1578330"/>
                </a:lnTo>
                <a:lnTo>
                  <a:pt x="2321070" y="1552379"/>
                </a:lnTo>
                <a:lnTo>
                  <a:pt x="2323710" y="1525865"/>
                </a:lnTo>
                <a:lnTo>
                  <a:pt x="2324733" y="1498848"/>
                </a:lnTo>
                <a:lnTo>
                  <a:pt x="2333669" y="1497334"/>
                </a:lnTo>
                <a:lnTo>
                  <a:pt x="2342563" y="1495613"/>
                </a:lnTo>
                <a:lnTo>
                  <a:pt x="2351410" y="1493684"/>
                </a:lnTo>
                <a:lnTo>
                  <a:pt x="2360207" y="1491551"/>
                </a:lnTo>
                <a:lnTo>
                  <a:pt x="2368953" y="1489213"/>
                </a:lnTo>
                <a:lnTo>
                  <a:pt x="2377644" y="1486673"/>
                </a:lnTo>
                <a:lnTo>
                  <a:pt x="2386278" y="1483931"/>
                </a:lnTo>
                <a:lnTo>
                  <a:pt x="2394851" y="1480989"/>
                </a:lnTo>
                <a:lnTo>
                  <a:pt x="2403361" y="1477848"/>
                </a:lnTo>
                <a:lnTo>
                  <a:pt x="2411805" y="1474509"/>
                </a:lnTo>
                <a:lnTo>
                  <a:pt x="2420181" y="1470975"/>
                </a:lnTo>
                <a:lnTo>
                  <a:pt x="2428484" y="1467245"/>
                </a:lnTo>
                <a:lnTo>
                  <a:pt x="2436714" y="1463322"/>
                </a:lnTo>
                <a:lnTo>
                  <a:pt x="2444866" y="1459207"/>
                </a:lnTo>
                <a:lnTo>
                  <a:pt x="2452938" y="1454901"/>
                </a:lnTo>
                <a:lnTo>
                  <a:pt x="2460927" y="1450405"/>
                </a:lnTo>
                <a:lnTo>
                  <a:pt x="2468830" y="1445720"/>
                </a:lnTo>
                <a:lnTo>
                  <a:pt x="2476645" y="1440849"/>
                </a:lnTo>
                <a:lnTo>
                  <a:pt x="2484369" y="1435792"/>
                </a:lnTo>
                <a:lnTo>
                  <a:pt x="2491999" y="1430550"/>
                </a:lnTo>
                <a:lnTo>
                  <a:pt x="2499532" y="1425125"/>
                </a:lnTo>
                <a:lnTo>
                  <a:pt x="2506965" y="1419519"/>
                </a:lnTo>
                <a:lnTo>
                  <a:pt x="2514295" y="1413732"/>
                </a:lnTo>
                <a:lnTo>
                  <a:pt x="2521520" y="1407765"/>
                </a:lnTo>
                <a:lnTo>
                  <a:pt x="2543762" y="1387642"/>
                </a:lnTo>
                <a:lnTo>
                  <a:pt x="2564435" y="1366211"/>
                </a:lnTo>
                <a:lnTo>
                  <a:pt x="2583528" y="1343567"/>
                </a:lnTo>
                <a:lnTo>
                  <a:pt x="2601029" y="1319807"/>
                </a:lnTo>
                <a:lnTo>
                  <a:pt x="2616926" y="1295029"/>
                </a:lnTo>
                <a:lnTo>
                  <a:pt x="2631209" y="1269329"/>
                </a:lnTo>
                <a:lnTo>
                  <a:pt x="2643865" y="1242803"/>
                </a:lnTo>
                <a:lnTo>
                  <a:pt x="2654883" y="1215550"/>
                </a:lnTo>
                <a:lnTo>
                  <a:pt x="2664251" y="1187664"/>
                </a:lnTo>
                <a:lnTo>
                  <a:pt x="2671957" y="1159243"/>
                </a:lnTo>
                <a:lnTo>
                  <a:pt x="2677990" y="1130384"/>
                </a:lnTo>
                <a:lnTo>
                  <a:pt x="2682339" y="1101184"/>
                </a:lnTo>
                <a:lnTo>
                  <a:pt x="2684991" y="1071739"/>
                </a:lnTo>
                <a:lnTo>
                  <a:pt x="2685934" y="1042146"/>
                </a:lnTo>
                <a:lnTo>
                  <a:pt x="2685159" y="1012501"/>
                </a:lnTo>
                <a:lnTo>
                  <a:pt x="2682652" y="982902"/>
                </a:lnTo>
                <a:lnTo>
                  <a:pt x="2678402" y="953446"/>
                </a:lnTo>
                <a:lnTo>
                  <a:pt x="2672397" y="924228"/>
                </a:lnTo>
                <a:lnTo>
                  <a:pt x="2664627" y="895346"/>
                </a:lnTo>
                <a:lnTo>
                  <a:pt x="2655078" y="866896"/>
                </a:lnTo>
                <a:lnTo>
                  <a:pt x="2643740" y="838976"/>
                </a:lnTo>
                <a:lnTo>
                  <a:pt x="2630601" y="811682"/>
                </a:lnTo>
                <a:lnTo>
                  <a:pt x="2615650" y="785110"/>
                </a:lnTo>
                <a:lnTo>
                  <a:pt x="2598874" y="759358"/>
                </a:lnTo>
                <a:lnTo>
                  <a:pt x="2599622" y="757403"/>
                </a:lnTo>
                <a:lnTo>
                  <a:pt x="2600360" y="755445"/>
                </a:lnTo>
                <a:lnTo>
                  <a:pt x="2601087" y="753482"/>
                </a:lnTo>
                <a:lnTo>
                  <a:pt x="2601804" y="751516"/>
                </a:lnTo>
                <a:lnTo>
                  <a:pt x="2602511" y="749547"/>
                </a:lnTo>
                <a:lnTo>
                  <a:pt x="2603208" y="747574"/>
                </a:lnTo>
                <a:lnTo>
                  <a:pt x="2603894" y="745596"/>
                </a:lnTo>
                <a:lnTo>
                  <a:pt x="2604571" y="743616"/>
                </a:lnTo>
                <a:lnTo>
                  <a:pt x="2605237" y="741631"/>
                </a:lnTo>
                <a:lnTo>
                  <a:pt x="2605893" y="739642"/>
                </a:lnTo>
                <a:lnTo>
                  <a:pt x="2606539" y="737649"/>
                </a:lnTo>
                <a:lnTo>
                  <a:pt x="2607176" y="735653"/>
                </a:lnTo>
                <a:lnTo>
                  <a:pt x="2607802" y="733652"/>
                </a:lnTo>
                <a:lnTo>
                  <a:pt x="2608419" y="731647"/>
                </a:lnTo>
                <a:lnTo>
                  <a:pt x="2609026" y="729638"/>
                </a:lnTo>
                <a:lnTo>
                  <a:pt x="2609623" y="727625"/>
                </a:lnTo>
                <a:lnTo>
                  <a:pt x="2610210" y="725607"/>
                </a:lnTo>
                <a:lnTo>
                  <a:pt x="2610788" y="723585"/>
                </a:lnTo>
                <a:lnTo>
                  <a:pt x="2611356" y="721559"/>
                </a:lnTo>
                <a:lnTo>
                  <a:pt x="2611914" y="719529"/>
                </a:lnTo>
                <a:lnTo>
                  <a:pt x="2612464" y="717494"/>
                </a:lnTo>
                <a:lnTo>
                  <a:pt x="2613003" y="715454"/>
                </a:lnTo>
                <a:lnTo>
                  <a:pt x="2613533" y="713410"/>
                </a:lnTo>
                <a:lnTo>
                  <a:pt x="2614054" y="711361"/>
                </a:lnTo>
                <a:lnTo>
                  <a:pt x="2619268" y="687035"/>
                </a:lnTo>
                <a:lnTo>
                  <a:pt x="2622932" y="662714"/>
                </a:lnTo>
                <a:lnTo>
                  <a:pt x="2625082" y="638462"/>
                </a:lnTo>
                <a:lnTo>
                  <a:pt x="2625752" y="614348"/>
                </a:lnTo>
                <a:lnTo>
                  <a:pt x="2624977" y="590438"/>
                </a:lnTo>
                <a:lnTo>
                  <a:pt x="2622790" y="566798"/>
                </a:lnTo>
                <a:lnTo>
                  <a:pt x="2619228" y="543495"/>
                </a:lnTo>
                <a:lnTo>
                  <a:pt x="2614323" y="520597"/>
                </a:lnTo>
                <a:lnTo>
                  <a:pt x="2608111" y="498168"/>
                </a:lnTo>
                <a:lnTo>
                  <a:pt x="2600627" y="476277"/>
                </a:lnTo>
                <a:lnTo>
                  <a:pt x="2591904" y="454990"/>
                </a:lnTo>
                <a:lnTo>
                  <a:pt x="2581977" y="434373"/>
                </a:lnTo>
                <a:lnTo>
                  <a:pt x="2570882" y="414494"/>
                </a:lnTo>
                <a:lnTo>
                  <a:pt x="2558652" y="395418"/>
                </a:lnTo>
                <a:lnTo>
                  <a:pt x="2545321" y="377213"/>
                </a:lnTo>
                <a:lnTo>
                  <a:pt x="2530926" y="359945"/>
                </a:lnTo>
                <a:lnTo>
                  <a:pt x="2515499" y="343681"/>
                </a:lnTo>
                <a:lnTo>
                  <a:pt x="2499076" y="328487"/>
                </a:lnTo>
                <a:lnTo>
                  <a:pt x="2481691" y="314430"/>
                </a:lnTo>
                <a:lnTo>
                  <a:pt x="2463379" y="301577"/>
                </a:lnTo>
                <a:lnTo>
                  <a:pt x="2444174" y="289995"/>
                </a:lnTo>
                <a:lnTo>
                  <a:pt x="2424111" y="279750"/>
                </a:lnTo>
                <a:lnTo>
                  <a:pt x="2403224" y="270908"/>
                </a:lnTo>
                <a:lnTo>
                  <a:pt x="2381548" y="263537"/>
                </a:lnTo>
                <a:lnTo>
                  <a:pt x="2379863" y="254129"/>
                </a:lnTo>
                <a:lnTo>
                  <a:pt x="2377937" y="244799"/>
                </a:lnTo>
                <a:lnTo>
                  <a:pt x="2375773" y="235552"/>
                </a:lnTo>
                <a:lnTo>
                  <a:pt x="2373371" y="226394"/>
                </a:lnTo>
                <a:lnTo>
                  <a:pt x="2370737" y="217330"/>
                </a:lnTo>
                <a:lnTo>
                  <a:pt x="2367871" y="208365"/>
                </a:lnTo>
                <a:lnTo>
                  <a:pt x="2364776" y="199504"/>
                </a:lnTo>
                <a:lnTo>
                  <a:pt x="2361456" y="190752"/>
                </a:lnTo>
                <a:lnTo>
                  <a:pt x="2357912" y="182115"/>
                </a:lnTo>
                <a:lnTo>
                  <a:pt x="2354148" y="173597"/>
                </a:lnTo>
                <a:lnTo>
                  <a:pt x="2350166" y="165203"/>
                </a:lnTo>
                <a:lnTo>
                  <a:pt x="2345968" y="156939"/>
                </a:lnTo>
                <a:lnTo>
                  <a:pt x="2341558" y="148810"/>
                </a:lnTo>
                <a:lnTo>
                  <a:pt x="2336938" y="140822"/>
                </a:lnTo>
                <a:lnTo>
                  <a:pt x="2332110" y="132978"/>
                </a:lnTo>
                <a:lnTo>
                  <a:pt x="2327077" y="125284"/>
                </a:lnTo>
                <a:lnTo>
                  <a:pt x="2321841" y="117746"/>
                </a:lnTo>
                <a:lnTo>
                  <a:pt x="2316406" y="110369"/>
                </a:lnTo>
                <a:lnTo>
                  <a:pt x="2310774" y="103157"/>
                </a:lnTo>
                <a:lnTo>
                  <a:pt x="2304948" y="96116"/>
                </a:lnTo>
                <a:lnTo>
                  <a:pt x="2298929" y="89251"/>
                </a:lnTo>
                <a:lnTo>
                  <a:pt x="2292722" y="82567"/>
                </a:lnTo>
                <a:lnTo>
                  <a:pt x="2286327" y="76069"/>
                </a:lnTo>
                <a:lnTo>
                  <a:pt x="2279749" y="69763"/>
                </a:lnTo>
                <a:lnTo>
                  <a:pt x="2263539" y="55705"/>
                </a:lnTo>
                <a:lnTo>
                  <a:pt x="2246733" y="43050"/>
                </a:lnTo>
                <a:lnTo>
                  <a:pt x="2229396" y="31793"/>
                </a:lnTo>
                <a:lnTo>
                  <a:pt x="2211591" y="21929"/>
                </a:lnTo>
                <a:lnTo>
                  <a:pt x="2193381" y="13451"/>
                </a:lnTo>
                <a:lnTo>
                  <a:pt x="2174829" y="6354"/>
                </a:lnTo>
                <a:lnTo>
                  <a:pt x="2155998" y="632"/>
                </a:lnTo>
                <a:lnTo>
                  <a:pt x="2153234" y="0"/>
                </a:lnTo>
                <a:lnTo>
                  <a:pt x="2016551" y="0"/>
                </a:lnTo>
                <a:lnTo>
                  <a:pt x="2002922" y="3683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8:gradFill xmlns:ns8="http://schemas.openxmlformats.org/drawingml/2006/main" rotWithShape="1">
            <ns8:gsLst>
              <ns8:gs pos="0">
                <ns8:srgbClr val="fef7f4">
                  <ns8:alpha val="100000"/>
                </ns8:srgbClr>
              </ns8:gs>
              <ns8:gs pos="181">
                <ns8:srgbClr val="fef7f4">
                  <ns8:alpha val="100000"/>
                </ns8:srgbClr>
              </ns8:gs>
              <ns8:gs pos="574">
                <ns8:srgbClr val="fef7f3">
                  <ns8:alpha val="100000"/>
                </ns8:srgbClr>
              </ns8:gs>
              <ns8:gs pos="967">
                <ns8:srgbClr val="fef7f3">
                  <ns8:alpha val="100000"/>
                </ns8:srgbClr>
              </ns8:gs>
              <ns8:gs pos="1360">
                <ns8:srgbClr val="fef6f2">
                  <ns8:alpha val="100000"/>
                </ns8:srgbClr>
              </ns8:gs>
              <ns8:gs pos="1752">
                <ns8:srgbClr val="fef6f2">
                  <ns8:alpha val="100000"/>
                </ns8:srgbClr>
              </ns8:gs>
              <ns8:gs pos="2538">
                <ns8:srgbClr val="fef6f2">
                  <ns8:alpha val="100000"/>
                </ns8:srgbClr>
              </ns8:gs>
              <ns8:gs pos="2931">
                <ns8:srgbClr val="fef5f1">
                  <ns8:alpha val="100000"/>
                </ns8:srgbClr>
              </ns8:gs>
              <ns8:gs pos="3324">
                <ns8:srgbClr val="fef5f1">
                  <ns8:alpha val="100000"/>
                </ns8:srgbClr>
              </ns8:gs>
              <ns8:gs pos="3717">
                <ns8:srgbClr val="fdf4f0">
                  <ns8:alpha val="100000"/>
                </ns8:srgbClr>
              </ns8:gs>
              <ns8:gs pos="4109">
                <ns8:srgbClr val="fdf4f0">
                  <ns8:alpha val="100000"/>
                </ns8:srgbClr>
              </ns8:gs>
              <ns8:gs pos="4502">
                <ns8:srgbClr val="fdf4ef">
                  <ns8:alpha val="100000"/>
                </ns8:srgbClr>
              </ns8:gs>
              <ns8:gs pos="4895">
                <ns8:srgbClr val="fdf4ef">
                  <ns8:alpha val="100000"/>
                </ns8:srgbClr>
              </ns8:gs>
              <ns8:gs pos="5288">
                <ns8:srgbClr val="fdf3ee">
                  <ns8:alpha val="100000"/>
                </ns8:srgbClr>
              </ns8:gs>
              <ns8:gs pos="5681">
                <ns8:srgbClr val="fdf3ee">
                  <ns8:alpha val="100000"/>
                </ns8:srgbClr>
              </ns8:gs>
              <ns8:gs pos="6073">
                <ns8:srgbClr val="fdf3ed">
                  <ns8:alpha val="100000"/>
                </ns8:srgbClr>
              </ns8:gs>
              <ns8:gs pos="6466">
                <ns8:srgbClr val="fdf3ed">
                  <ns8:alpha val="100000"/>
                </ns8:srgbClr>
              </ns8:gs>
              <ns8:gs pos="6859">
                <ns8:srgbClr val="fdf2ec">
                  <ns8:alpha val="100000"/>
                </ns8:srgbClr>
              </ns8:gs>
              <ns8:gs pos="7252">
                <ns8:srgbClr val="fdf2ec">
                  <ns8:alpha val="100000"/>
                </ns8:srgbClr>
              </ns8:gs>
              <ns8:gs pos="7645">
                <ns8:srgbClr val="fdf1eb">
                  <ns8:alpha val="100000"/>
                </ns8:srgbClr>
              </ns8:gs>
              <ns8:gs pos="8038">
                <ns8:srgbClr val="fdf1eb">
                  <ns8:alpha val="100000"/>
                </ns8:srgbClr>
              </ns8:gs>
              <ns8:gs pos="8823">
                <ns8:srgbClr val="fdf1eb">
                  <ns8:alpha val="100000"/>
                </ns8:srgbClr>
              </ns8:gs>
              <ns8:gs pos="9216">
                <ns8:srgbClr val="fdf0ea">
                  <ns8:alpha val="100000"/>
                </ns8:srgbClr>
              </ns8:gs>
              <ns8:gs pos="9609">
                <ns8:srgbClr val="fdf0ea">
                  <ns8:alpha val="100000"/>
                </ns8:srgbClr>
              </ns8:gs>
              <ns8:gs pos="10002">
                <ns8:srgbClr val="fdf0e9">
                  <ns8:alpha val="100000"/>
                </ns8:srgbClr>
              </ns8:gs>
              <ns8:gs pos="10394">
                <ns8:srgbClr val="fdf0e9">
                  <ns8:alpha val="100000"/>
                </ns8:srgbClr>
              </ns8:gs>
              <ns8:gs pos="10787">
                <ns8:srgbClr val="fdefe8">
                  <ns8:alpha val="100000"/>
                </ns8:srgbClr>
              </ns8:gs>
              <ns8:gs pos="11180">
                <ns8:srgbClr val="fdefe8">
                  <ns8:alpha val="100000"/>
                </ns8:srgbClr>
              </ns8:gs>
              <ns8:gs pos="11573">
                <ns8:srgbClr val="fceee7">
                  <ns8:alpha val="100000"/>
                </ns8:srgbClr>
              </ns8:gs>
              <ns8:gs pos="11966">
                <ns8:srgbClr val="fceee7">
                  <ns8:alpha val="100000"/>
                </ns8:srgbClr>
              </ns8:gs>
              <ns8:gs pos="12358">
                <ns8:srgbClr val="fceee6">
                  <ns8:alpha val="100000"/>
                </ns8:srgbClr>
              </ns8:gs>
              <ns8:gs pos="12751">
                <ns8:srgbClr val="fceee6">
                  <ns8:alpha val="100000"/>
                </ns8:srgbClr>
              </ns8:gs>
              <ns8:gs pos="13144">
                <ns8:srgbClr val="fcede5">
                  <ns8:alpha val="100000"/>
                </ns8:srgbClr>
              </ns8:gs>
              <ns8:gs pos="13537">
                <ns8:srgbClr val="fcede5">
                  <ns8:alpha val="100000"/>
                </ns8:srgbClr>
              </ns8:gs>
              <ns8:gs pos="14323">
                <ns8:srgbClr val="fcede5">
                  <ns8:alpha val="100000"/>
                </ns8:srgbClr>
              </ns8:gs>
              <ns8:gs pos="14715">
                <ns8:srgbClr val="fcece4">
                  <ns8:alpha val="100000"/>
                </ns8:srgbClr>
              </ns8:gs>
              <ns8:gs pos="15108">
                <ns8:srgbClr val="fcece4">
                  <ns8:alpha val="100000"/>
                </ns8:srgbClr>
              </ns8:gs>
              <ns8:gs pos="15501">
                <ns8:srgbClr val="fcebe3">
                  <ns8:alpha val="100000"/>
                </ns8:srgbClr>
              </ns8:gs>
              <ns8:gs pos="15894">
                <ns8:srgbClr val="fcebe3">
                  <ns8:alpha val="100000"/>
                </ns8:srgbClr>
              </ns8:gs>
              <ns8:gs pos="16287">
                <ns8:srgbClr val="fcebe2">
                  <ns8:alpha val="100000"/>
                </ns8:srgbClr>
              </ns8:gs>
              <ns8:gs pos="16679">
                <ns8:srgbClr val="fcebe2">
                  <ns8:alpha val="100000"/>
                </ns8:srgbClr>
              </ns8:gs>
              <ns8:gs pos="17072">
                <ns8:srgbClr val="fceae1">
                  <ns8:alpha val="100000"/>
                </ns8:srgbClr>
              </ns8:gs>
              <ns8:gs pos="17465">
                <ns8:srgbClr val="fceae1">
                  <ns8:alpha val="100000"/>
                </ns8:srgbClr>
              </ns8:gs>
              <ns8:gs pos="17858">
                <ns8:srgbClr val="fceae0">
                  <ns8:alpha val="100000"/>
                </ns8:srgbClr>
              </ns8:gs>
              <ns8:gs pos="18251">
                <ns8:srgbClr val="fceae0">
                  <ns8:alpha val="100000"/>
                </ns8:srgbClr>
              </ns8:gs>
              <ns8:gs pos="18644">
                <ns8:srgbClr val="fce9df">
                  <ns8:alpha val="100000"/>
                </ns8:srgbClr>
              </ns8:gs>
              <ns8:gs pos="19036">
                <ns8:srgbClr val="fce9df">
                  <ns8:alpha val="100000"/>
                </ns8:srgbClr>
              </ns8:gs>
              <ns8:gs pos="19429">
                <ns8:srgbClr val="fce8de">
                  <ns8:alpha val="100000"/>
                </ns8:srgbClr>
              </ns8:gs>
              <ns8:gs pos="19822">
                <ns8:srgbClr val="fce8de">
                  <ns8:alpha val="100000"/>
                </ns8:srgbClr>
              </ns8:gs>
              <ns8:gs pos="20215">
                <ns8:srgbClr val="fbe8de">
                  <ns8:alpha val="100000"/>
                </ns8:srgbClr>
              </ns8:gs>
              <ns8:gs pos="20608">
                <ns8:srgbClr val="fbe8de">
                  <ns8:alpha val="100000"/>
                </ns8:srgbClr>
              </ns8:gs>
              <ns8:gs pos="21000">
                <ns8:srgbClr val="fbe7dd">
                  <ns8:alpha val="100000"/>
                </ns8:srgbClr>
              </ns8:gs>
              <ns8:gs pos="21393">
                <ns8:srgbClr val="fbe7dd">
                  <ns8:alpha val="100000"/>
                </ns8:srgbClr>
              </ns8:gs>
              <ns8:gs pos="21786">
                <ns8:srgbClr val="fbe7dc">
                  <ns8:alpha val="100000"/>
                </ns8:srgbClr>
              </ns8:gs>
              <ns8:gs pos="22179">
                <ns8:srgbClr val="fbe7dc">
                  <ns8:alpha val="100000"/>
                </ns8:srgbClr>
              </ns8:gs>
              <ns8:gs pos="22572">
                <ns8:srgbClr val="fbe6db">
                  <ns8:alpha val="100000"/>
                </ns8:srgbClr>
              </ns8:gs>
              <ns8:gs pos="22964">
                <ns8:srgbClr val="fbe6db">
                  <ns8:alpha val="100000"/>
                </ns8:srgbClr>
              </ns8:gs>
              <ns8:gs pos="23357">
                <ns8:srgbClr val="fbe5da">
                  <ns8:alpha val="100000"/>
                </ns8:srgbClr>
              </ns8:gs>
              <ns8:gs pos="23750">
                <ns8:srgbClr val="fbe5da">
                  <ns8:alpha val="100000"/>
                </ns8:srgbClr>
              </ns8:gs>
              <ns8:gs pos="24143">
                <ns8:srgbClr val="fbe5d9">
                  <ns8:alpha val="100000"/>
                </ns8:srgbClr>
              </ns8:gs>
              <ns8:gs pos="24536">
                <ns8:srgbClr val="fbe5d9">
                  <ns8:alpha val="100000"/>
                </ns8:srgbClr>
              </ns8:gs>
              <ns8:gs pos="24929">
                <ns8:srgbClr val="fbe4d8">
                  <ns8:alpha val="100000"/>
                </ns8:srgbClr>
              </ns8:gs>
              <ns8:gs pos="25321">
                <ns8:srgbClr val="fbe4d8">
                  <ns8:alpha val="100000"/>
                </ns8:srgbClr>
              </ns8:gs>
              <ns8:gs pos="26107">
                <ns8:srgbClr val="fbe4d8">
                  <ns8:alpha val="100000"/>
                </ns8:srgbClr>
              </ns8:gs>
              <ns8:gs pos="26500">
                <ns8:srgbClr val="fbe3d7">
                  <ns8:alpha val="100000"/>
                </ns8:srgbClr>
              </ns8:gs>
              <ns8:gs pos="26893">
                <ns8:srgbClr val="fbe3d7">
                  <ns8:alpha val="100000"/>
                </ns8:srgbClr>
              </ns8:gs>
              <ns8:gs pos="27285">
                <ns8:srgbClr val="fbe2d6">
                  <ns8:alpha val="100000"/>
                </ns8:srgbClr>
              </ns8:gs>
              <ns8:gs pos="27678">
                <ns8:srgbClr val="fbe2d6">
                  <ns8:alpha val="100000"/>
                </ns8:srgbClr>
              </ns8:gs>
              <ns8:gs pos="28071">
                <ns8:srgbClr val="fae2d5">
                  <ns8:alpha val="100000"/>
                </ns8:srgbClr>
              </ns8:gs>
              <ns8:gs pos="28464">
                <ns8:srgbClr val="fae2d5">
                  <ns8:alpha val="100000"/>
                </ns8:srgbClr>
              </ns8:gs>
              <ns8:gs pos="28857">
                <ns8:srgbClr val="fae1d4">
                  <ns8:alpha val="100000"/>
                </ns8:srgbClr>
              </ns8:gs>
              <ns8:gs pos="29250">
                <ns8:srgbClr val="fae1d4">
                  <ns8:alpha val="100000"/>
                </ns8:srgbClr>
              </ns8:gs>
              <ns8:gs pos="29642">
                <ns8:srgbClr val="fae1d3">
                  <ns8:alpha val="100000"/>
                </ns8:srgbClr>
              </ns8:gs>
              <ns8:gs pos="30035">
                <ns8:srgbClr val="fae1d3">
                  <ns8:alpha val="100000"/>
                </ns8:srgbClr>
              </ns8:gs>
              <ns8:gs pos="30428">
                <ns8:srgbClr val="fae0d2">
                  <ns8:alpha val="100000"/>
                </ns8:srgbClr>
              </ns8:gs>
              <ns8:gs pos="30821">
                <ns8:srgbClr val="fae0d2">
                  <ns8:alpha val="100000"/>
                </ns8:srgbClr>
              </ns8:gs>
              <ns8:gs pos="31214">
                <ns8:srgbClr val="fadfd2">
                  <ns8:alpha val="100000"/>
                </ns8:srgbClr>
              </ns8:gs>
              <ns8:gs pos="31606">
                <ns8:srgbClr val="fadfd1">
                  <ns8:alpha val="100000"/>
                </ns8:srgbClr>
              </ns8:gs>
              <ns8:gs pos="32392">
                <ns8:srgbClr val="fadfd1">
                  <ns8:alpha val="100000"/>
                </ns8:srgbClr>
              </ns8:gs>
              <ns8:gs pos="32785">
                <ns8:srgbClr val="faded0">
                  <ns8:alpha val="100000"/>
                </ns8:srgbClr>
              </ns8:gs>
              <ns8:gs pos="33178">
                <ns8:srgbClr val="faded0">
                  <ns8:alpha val="100000"/>
                </ns8:srgbClr>
              </ns8:gs>
              <ns8:gs pos="33571">
                <ns8:srgbClr val="fadecf">
                  <ns8:alpha val="100000"/>
                </ns8:srgbClr>
              </ns8:gs>
              <ns8:gs pos="33963">
                <ns8:srgbClr val="fadecf">
                  <ns8:alpha val="100000"/>
                </ns8:srgbClr>
              </ns8:gs>
              <ns8:gs pos="34356">
                <ns8:srgbClr val="faddce">
                  <ns8:alpha val="100000"/>
                </ns8:srgbClr>
              </ns8:gs>
              <ns8:gs pos="34749">
                <ns8:srgbClr val="faddce">
                  <ns8:alpha val="100000"/>
                </ns8:srgbClr>
              </ns8:gs>
              <ns8:gs pos="35142">
                <ns8:srgbClr val="fadccd">
                  <ns8:alpha val="100000"/>
                </ns8:srgbClr>
              </ns8:gs>
              <ns8:gs pos="35535">
                <ns8:srgbClr val="fadccd">
                  <ns8:alpha val="100000"/>
                </ns8:srgbClr>
              </ns8:gs>
              <ns8:gs pos="35927">
                <ns8:srgbClr val="fadccc">
                  <ns8:alpha val="100000"/>
                </ns8:srgbClr>
              </ns8:gs>
              <ns8:gs pos="36320">
                <ns8:srgbClr val="fadccc">
                  <ns8:alpha val="100000"/>
                </ns8:srgbClr>
              </ns8:gs>
              <ns8:gs pos="36713">
                <ns8:srgbClr val="f9dbcb">
                  <ns8:alpha val="100000"/>
                </ns8:srgbClr>
              </ns8:gs>
              <ns8:gs pos="37106">
                <ns8:srgbClr val="f9dbcb">
                  <ns8:alpha val="100000"/>
                </ns8:srgbClr>
              </ns8:gs>
              <ns8:gs pos="37891">
                <ns8:srgbClr val="f9dbcb">
                  <ns8:alpha val="100000"/>
                </ns8:srgbClr>
              </ns8:gs>
              <ns8:gs pos="38284">
                <ns8:srgbClr val="f9daca">
                  <ns8:alpha val="100000"/>
                </ns8:srgbClr>
              </ns8:gs>
              <ns8:gs pos="38677">
                <ns8:srgbClr val="f9daca">
                  <ns8:alpha val="100000"/>
                </ns8:srgbClr>
              </ns8:gs>
              <ns8:gs pos="39070">
                <ns8:srgbClr val="f9d9c9">
                  <ns8:alpha val="100000"/>
                </ns8:srgbClr>
              </ns8:gs>
              <ns8:gs pos="39463">
                <ns8:srgbClr val="f9d9c9">
                  <ns8:alpha val="100000"/>
                </ns8:srgbClr>
              </ns8:gs>
              <ns8:gs pos="39856">
                <ns8:srgbClr val="f9d9c8">
                  <ns8:alpha val="100000"/>
                </ns8:srgbClr>
              </ns8:gs>
              <ns8:gs pos="40248">
                <ns8:srgbClr val="f9d9c8">
                  <ns8:alpha val="100000"/>
                </ns8:srgbClr>
              </ns8:gs>
              <ns8:gs pos="40641">
                <ns8:srgbClr val="f9d8c7">
                  <ns8:alpha val="100000"/>
                </ns8:srgbClr>
              </ns8:gs>
              <ns8:gs pos="41034">
                <ns8:srgbClr val="f9d8c7">
                  <ns8:alpha val="100000"/>
                </ns8:srgbClr>
              </ns8:gs>
              <ns8:gs pos="41427">
                <ns8:srgbClr val="f9d8c6">
                  <ns8:alpha val="100000"/>
                </ns8:srgbClr>
              </ns8:gs>
              <ns8:gs pos="41820">
                <ns8:srgbClr val="f9d8c6">
                  <ns8:alpha val="100000"/>
                </ns8:srgbClr>
              </ns8:gs>
              <ns8:gs pos="42212">
                <ns8:srgbClr val="f9d7c5">
                  <ns8:alpha val="100000"/>
                </ns8:srgbClr>
              </ns8:gs>
              <ns8:gs pos="42605">
                <ns8:srgbClr val="f9d7c5">
                  <ns8:alpha val="100000"/>
                </ns8:srgbClr>
              </ns8:gs>
              <ns8:gs pos="42998">
                <ns8:srgbClr val="f9d6c5">
                  <ns8:alpha val="100000"/>
                </ns8:srgbClr>
              </ns8:gs>
              <ns8:gs pos="43391">
                <ns8:srgbClr val="f9d6c4">
                  <ns8:alpha val="100000"/>
                </ns8:srgbClr>
              </ns8:gs>
              <ns8:gs pos="44176">
                <ns8:srgbClr val="f9d6c4">
                  <ns8:alpha val="100000"/>
                </ns8:srgbClr>
              </ns8:gs>
              <ns8:gs pos="44569">
                <ns8:srgbClr val="f8d5c3">
                  <ns8:alpha val="100000"/>
                </ns8:srgbClr>
              </ns8:gs>
              <ns8:gs pos="44962">
                <ns8:srgbClr val="f8d5c3">
                  <ns8:alpha val="100000"/>
                </ns8:srgbClr>
              </ns8:gs>
              <ns8:gs pos="45355">
                <ns8:srgbClr val="f8d5c2">
                  <ns8:alpha val="100000"/>
                </ns8:srgbClr>
              </ns8:gs>
              <ns8:gs pos="45748">
                <ns8:srgbClr val="f8d4c2">
                  <ns8:alpha val="100000"/>
                </ns8:srgbClr>
              </ns8:gs>
              <ns8:gs pos="46141">
                <ns8:srgbClr val="f8d4c1">
                  <ns8:alpha val="100000"/>
                </ns8:srgbClr>
              </ns8:gs>
              <ns8:gs pos="46533">
                <ns8:srgbClr val="f8d4c1">
                  <ns8:alpha val="100000"/>
                </ns8:srgbClr>
              </ns8:gs>
              <ns8:gs pos="46926">
                <ns8:srgbClr val="f8d3c0">
                  <ns8:alpha val="100000"/>
                </ns8:srgbClr>
              </ns8:gs>
              <ns8:gs pos="47319">
                <ns8:srgbClr val="f8d3c0">
                  <ns8:alpha val="100000"/>
                </ns8:srgbClr>
              </ns8:gs>
              <ns8:gs pos="47712">
                <ns8:srgbClr val="f8d3bf">
                  <ns8:alpha val="100000"/>
                </ns8:srgbClr>
              </ns8:gs>
              <ns8:gs pos="48105">
                <ns8:srgbClr val="f8d3bf">
                  <ns8:alpha val="100000"/>
                </ns8:srgbClr>
              </ns8:gs>
              <ns8:gs pos="48497">
                <ns8:srgbClr val="f8d2be">
                  <ns8:alpha val="100000"/>
                </ns8:srgbClr>
              </ns8:gs>
              <ns8:gs pos="48890">
                <ns8:srgbClr val="f8d2be">
                  <ns8:alpha val="100000"/>
                </ns8:srgbClr>
              </ns8:gs>
              <ns8:gs pos="49283">
                <ns8:srgbClr val="f8d1be">
                  <ns8:alpha val="100000"/>
                </ns8:srgbClr>
              </ns8:gs>
              <ns8:gs pos="49676">
                <ns8:srgbClr val="f8d1be">
                  <ns8:alpha val="100000"/>
                </ns8:srgbClr>
              </ns8:gs>
              <ns8:gs pos="50069">
                <ns8:srgbClr val="f8d1bd">
                  <ns8:alpha val="100000"/>
                </ns8:srgbClr>
              </ns8:gs>
              <ns8:gs pos="50461">
                <ns8:srgbClr val="f8d1bd">
                  <ns8:alpha val="100000"/>
                </ns8:srgbClr>
              </ns8:gs>
              <ns8:gs pos="50854">
                <ns8:srgbClr val="f8d0bc">
                  <ns8:alpha val="100000"/>
                </ns8:srgbClr>
              </ns8:gs>
              <ns8:gs pos="51247">
                <ns8:srgbClr val="f8d0bc">
                  <ns8:alpha val="100000"/>
                </ns8:srgbClr>
              </ns8:gs>
              <ns8:gs pos="51640">
                <ns8:srgbClr val="f8d0bb">
                  <ns8:alpha val="100000"/>
                </ns8:srgbClr>
              </ns8:gs>
              <ns8:gs pos="52033">
                <ns8:srgbClr val="f8d0bb">
                  <ns8:alpha val="100000"/>
                </ns8:srgbClr>
              </ns8:gs>
              <ns8:gs pos="52426">
                <ns8:srgbClr val="f8cfba">
                  <ns8:alpha val="100000"/>
                </ns8:srgbClr>
              </ns8:gs>
              <ns8:gs pos="52818">
                <ns8:srgbClr val="f8cfba">
                  <ns8:alpha val="100000"/>
                </ns8:srgbClr>
              </ns8:gs>
              <ns8:gs pos="53211">
                <ns8:srgbClr val="f7ceb9">
                  <ns8:alpha val="100000"/>
                </ns8:srgbClr>
              </ns8:gs>
              <ns8:gs pos="53604">
                <ns8:srgbClr val="f7ceb9">
                  <ns8:alpha val="100000"/>
                </ns8:srgbClr>
              </ns8:gs>
              <ns8:gs pos="53997">
                <ns8:srgbClr val="f7ceb8">
                  <ns8:alpha val="100000"/>
                </ns8:srgbClr>
              </ns8:gs>
              <ns8:gs pos="54390">
                <ns8:srgbClr val="f7ceb8">
                  <ns8:alpha val="100000"/>
                </ns8:srgbClr>
              </ns8:gs>
              <ns8:gs pos="54782">
                <ns8:srgbClr val="f7cdb8">
                  <ns8:alpha val="100000"/>
                </ns8:srgbClr>
              </ns8:gs>
              <ns8:gs pos="55175">
                <ns8:srgbClr val="f7cdb8">
                  <ns8:alpha val="100000"/>
                </ns8:srgbClr>
              </ns8:gs>
              <ns8:gs pos="55568">
                <ns8:srgbClr val="f7cdb7">
                  <ns8:alpha val="100000"/>
                </ns8:srgbClr>
              </ns8:gs>
              <ns8:gs pos="55961">
                <ns8:srgbClr val="f7cdb7">
                  <ns8:alpha val="100000"/>
                </ns8:srgbClr>
              </ns8:gs>
              <ns8:gs pos="56354">
                <ns8:srgbClr val="f7ccb6">
                  <ns8:alpha val="100000"/>
                </ns8:srgbClr>
              </ns8:gs>
              <ns8:gs pos="56747">
                <ns8:srgbClr val="f7ccb6">
                  <ns8:alpha val="100000"/>
                </ns8:srgbClr>
              </ns8:gs>
              <ns8:gs pos="57139">
                <ns8:srgbClr val="f7ccb5">
                  <ns8:alpha val="100000"/>
                </ns8:srgbClr>
              </ns8:gs>
              <ns8:gs pos="57532">
                <ns8:srgbClr val="f7cbb5">
                  <ns8:alpha val="100000"/>
                </ns8:srgbClr>
              </ns8:gs>
              <ns8:gs pos="57925">
                <ns8:srgbClr val="f7cbb4">
                  <ns8:alpha val="100000"/>
                </ns8:srgbClr>
              </ns8:gs>
              <ns8:gs pos="58318">
                <ns8:srgbClr val="f7cbb4">
                  <ns8:alpha val="100000"/>
                </ns8:srgbClr>
              </ns8:gs>
              <ns8:gs pos="58711">
                <ns8:srgbClr val="f7cab3">
                  <ns8:alpha val="100000"/>
                </ns8:srgbClr>
              </ns8:gs>
              <ns8:gs pos="59103">
                <ns8:srgbClr val="f7cab3">
                  <ns8:alpha val="100000"/>
                </ns8:srgbClr>
              </ns8:gs>
              <ns8:gs pos="59496">
                <ns8:srgbClr val="f7cab2">
                  <ns8:alpha val="100000"/>
                </ns8:srgbClr>
              </ns8:gs>
              <ns8:gs pos="59889">
                <ns8:srgbClr val="f7cab2">
                  <ns8:alpha val="100000"/>
                </ns8:srgbClr>
              </ns8:gs>
              <ns8:gs pos="60282">
                <ns8:srgbClr val="f7c9b1">
                  <ns8:alpha val="100000"/>
                </ns8:srgbClr>
              </ns8:gs>
              <ns8:gs pos="60675">
                <ns8:srgbClr val="f7c9b1">
                  <ns8:alpha val="100000"/>
                </ns8:srgbClr>
              </ns8:gs>
              <ns8:gs pos="61460">
                <ns8:srgbClr val="f7c9b1">
                  <ns8:alpha val="100000"/>
                </ns8:srgbClr>
              </ns8:gs>
              <ns8:gs pos="61853">
                <ns8:srgbClr val="f6c8b0">
                  <ns8:alpha val="100000"/>
                </ns8:srgbClr>
              </ns8:gs>
              <ns8:gs pos="62246">
                <ns8:srgbClr val="f6c8b0">
                  <ns8:alpha val="100000"/>
                </ns8:srgbClr>
              </ns8:gs>
              <ns8:gs pos="62639">
                <ns8:srgbClr val="f6c7af">
                  <ns8:alpha val="100000"/>
                </ns8:srgbClr>
              </ns8:gs>
              <ns8:gs pos="63032">
                <ns8:srgbClr val="f6c7af">
                  <ns8:alpha val="100000"/>
                </ns8:srgbClr>
              </ns8:gs>
              <ns8:gs pos="63424">
                <ns8:srgbClr val="f6c7ae">
                  <ns8:alpha val="100000"/>
                </ns8:srgbClr>
              </ns8:gs>
              <ns8:gs pos="63817">
                <ns8:srgbClr val="f6c7ae">
                  <ns8:alpha val="100000"/>
                </ns8:srgbClr>
              </ns8:gs>
              <ns8:gs pos="64210">
                <ns8:srgbClr val="f6c6ad">
                  <ns8:alpha val="100000"/>
                </ns8:srgbClr>
              </ns8:gs>
              <ns8:gs pos="64603">
                <ns8:srgbClr val="f6c6ad">
                  <ns8:alpha val="100000"/>
                </ns8:srgbClr>
              </ns8:gs>
              <ns8:gs pos="64996">
                <ns8:srgbClr val="f6c5ac">
                  <ns8:alpha val="100000"/>
                </ns8:srgbClr>
              </ns8:gs>
              <ns8:gs pos="65389">
                <ns8:srgbClr val="f6c5ac">
                  <ns8:alpha val="100000"/>
                </ns8:srgbClr>
              </ns8:gs>
              <ns8:gs pos="65781">
                <ns8:srgbClr val="f6c5ab">
                  <ns8:alpha val="100000"/>
                </ns8:srgbClr>
              </ns8:gs>
              <ns8:gs pos="66174">
                <ns8:srgbClr val="f6c5ab">
                  <ns8:alpha val="100000"/>
                </ns8:srgbClr>
              </ns8:gs>
              <ns8:gs pos="66567">
                <ns8:srgbClr val="f6c4ab">
                  <ns8:alpha val="100000"/>
                </ns8:srgbClr>
              </ns8:gs>
              <ns8:gs pos="66960">
                <ns8:srgbClr val="f6c4ab">
                  <ns8:alpha val="100000"/>
                </ns8:srgbClr>
              </ns8:gs>
              <ns8:gs pos="67353">
                <ns8:srgbClr val="f6c4aa">
                  <ns8:alpha val="100000"/>
                </ns8:srgbClr>
              </ns8:gs>
              <ns8:gs pos="67745">
                <ns8:srgbClr val="f6c4aa">
                  <ns8:alpha val="100000"/>
                </ns8:srgbClr>
              </ns8:gs>
              <ns8:gs pos="68138">
                <ns8:srgbClr val="f6c3a9">
                  <ns8:alpha val="100000"/>
                </ns8:srgbClr>
              </ns8:gs>
              <ns8:gs pos="68531">
                <ns8:srgbClr val="f6c3a9">
                  <ns8:alpha val="100000"/>
                </ns8:srgbClr>
              </ns8:gs>
              <ns8:gs pos="68924">
                <ns8:srgbClr val="f6c2a8">
                  <ns8:alpha val="100000"/>
                </ns8:srgbClr>
              </ns8:gs>
              <ns8:gs pos="69317">
                <ns8:srgbClr val="f6c2a8">
                  <ns8:alpha val="100000"/>
                </ns8:srgbClr>
              </ns8:gs>
              <ns8:gs pos="69709">
                <ns8:srgbClr val="f5c2a7">
                  <ns8:alpha val="100000"/>
                </ns8:srgbClr>
              </ns8:gs>
              <ns8:gs pos="70102">
                <ns8:srgbClr val="f5c2a7">
                  <ns8:alpha val="100000"/>
                </ns8:srgbClr>
              </ns8:gs>
              <ns8:gs pos="70495">
                <ns8:srgbClr val="f5c1a6">
                  <ns8:alpha val="100000"/>
                </ns8:srgbClr>
              </ns8:gs>
              <ns8:gs pos="70888">
                <ns8:srgbClr val="f5c1a6">
                  <ns8:alpha val="100000"/>
                </ns8:srgbClr>
              </ns8:gs>
              <ns8:gs pos="71281">
                <ns8:srgbClr val="f5c1a5">
                  <ns8:alpha val="100000"/>
                </ns8:srgbClr>
              </ns8:gs>
              <ns8:gs pos="71674">
                <ns8:srgbClr val="f5c1a5">
                  <ns8:alpha val="100000"/>
                </ns8:srgbClr>
              </ns8:gs>
              <ns8:gs pos="72066">
                <ns8:srgbClr val="f5c0a4">
                  <ns8:alpha val="100000"/>
                </ns8:srgbClr>
              </ns8:gs>
              <ns8:gs pos="72459">
                <ns8:srgbClr val="f5c0a4">
                  <ns8:alpha val="100000"/>
                </ns8:srgbClr>
              </ns8:gs>
              <ns8:gs pos="72852">
                <ns8:srgbClr val="f5bfa4">
                  <ns8:alpha val="100000"/>
                </ns8:srgbClr>
              </ns8:gs>
              <ns8:gs pos="73245">
                <ns8:srgbClr val="f5bfa4">
                  <ns8:alpha val="100000"/>
                </ns8:srgbClr>
              </ns8:gs>
              <ns8:gs pos="73638">
                <ns8:srgbClr val="f5bfa3">
                  <ns8:alpha val="100000"/>
                </ns8:srgbClr>
              </ns8:gs>
              <ns8:gs pos="74030">
                <ns8:srgbClr val="f5bfa3">
                  <ns8:alpha val="100000"/>
                </ns8:srgbClr>
              </ns8:gs>
              <ns8:gs pos="74816">
                <ns8:srgbClr val="f5bfa3">
                  <ns8:alpha val="100000"/>
                </ns8:srgbClr>
              </ns8:gs>
              <ns8:gs pos="81101">
                <ns8:srgbClr val="f5bfa3">
                  <ns8:alpha val="100000"/>
                </ns8:srgbClr>
              </ns8:gs>
              <ns8:gs pos="82672">
                <ns8:srgbClr val="f5bfa3">
                  <ns8:alpha val="100000"/>
                </ns8:srgbClr>
              </ns8:gs>
              <ns8:gs pos="83065">
                <ns8:srgbClr val="f5bfa3">
                  <ns8:alpha val="100000"/>
                </ns8:srgbClr>
              </ns8:gs>
              <ns8:gs pos="83458">
                <ns8:srgbClr val="f5c0a4">
                  <ns8:alpha val="100000"/>
                </ns8:srgbClr>
              </ns8:gs>
              <ns8:gs pos="83851">
                <ns8:srgbClr val="f5c0a5">
                  <ns8:alpha val="100000"/>
                </ns8:srgbClr>
              </ns8:gs>
              <ns8:gs pos="84244">
                <ns8:srgbClr val="f5c1a6">
                  <ns8:alpha val="100000"/>
                </ns8:srgbClr>
              </ns8:gs>
              <ns8:gs pos="84636">
                <ns8:srgbClr val="f5c1a6">
                  <ns8:alpha val="100000"/>
                </ns8:srgbClr>
              </ns8:gs>
              <ns8:gs pos="85029">
                <ns8:srgbClr val="f5c2a7">
                  <ns8:alpha val="100000"/>
                </ns8:srgbClr>
              </ns8:gs>
              <ns8:gs pos="85422">
                <ns8:srgbClr val="f5c2a7">
                  <ns8:alpha val="100000"/>
                </ns8:srgbClr>
              </ns8:gs>
              <ns8:gs pos="85815">
                <ns8:srgbClr val="f6c3a8">
                  <ns8:alpha val="100000"/>
                </ns8:srgbClr>
              </ns8:gs>
              <ns8:gs pos="86208">
                <ns8:srgbClr val="f6c3a9">
                  <ns8:alpha val="100000"/>
                </ns8:srgbClr>
              </ns8:gs>
              <ns8:gs pos="86601">
                <ns8:srgbClr val="f6c4aa">
                  <ns8:alpha val="100000"/>
                </ns8:srgbClr>
              </ns8:gs>
              <ns8:gs pos="86993">
                <ns8:srgbClr val="f6c4aa">
                  <ns8:alpha val="100000"/>
                </ns8:srgbClr>
              </ns8:gs>
              <ns8:gs pos="87386">
                <ns8:srgbClr val="f6c5ab">
                  <ns8:alpha val="100000"/>
                </ns8:srgbClr>
              </ns8:gs>
              <ns8:gs pos="87779">
                <ns8:srgbClr val="f6c5ac">
                  <ns8:alpha val="100000"/>
                </ns8:srgbClr>
              </ns8:gs>
              <ns8:gs pos="88172">
                <ns8:srgbClr val="f6c6ad">
                  <ns8:alpha val="100000"/>
                </ns8:srgbClr>
              </ns8:gs>
              <ns8:gs pos="88565">
                <ns8:srgbClr val="f6c6ad">
                  <ns8:alpha val="100000"/>
                </ns8:srgbClr>
              </ns8:gs>
              <ns8:gs pos="88957">
                <ns8:srgbClr val="f6c7ae">
                  <ns8:alpha val="100000"/>
                </ns8:srgbClr>
              </ns8:gs>
              <ns8:gs pos="89350">
                <ns8:srgbClr val="f6c7af">
                  <ns8:alpha val="100000"/>
                </ns8:srgbClr>
              </ns8:gs>
              <ns8:gs pos="89743">
                <ns8:srgbClr val="f6c7af">
                  <ns8:alpha val="100000"/>
                </ns8:srgbClr>
              </ns8:gs>
              <ns8:gs pos="90136">
                <ns8:srgbClr val="f6c8b0">
                  <ns8:alpha val="100000"/>
                </ns8:srgbClr>
              </ns8:gs>
              <ns8:gs pos="90529">
                <ns8:srgbClr val="f6c8b1">
                  <ns8:alpha val="100000"/>
                </ns8:srgbClr>
              </ns8:gs>
              <ns8:gs pos="90921">
                <ns8:srgbClr val="f6c8b1">
                  <ns8:alpha val="100000"/>
                </ns8:srgbClr>
              </ns8:gs>
              <ns8:gs pos="91314">
                <ns8:srgbClr val="f6c9b2">
                  <ns8:alpha val="100000"/>
                </ns8:srgbClr>
              </ns8:gs>
              <ns8:gs pos="91707">
                <ns8:srgbClr val="f6c9b3">
                  <ns8:alpha val="100000"/>
                </ns8:srgbClr>
              </ns8:gs>
              <ns8:gs pos="92100">
                <ns8:srgbClr val="f7cab4">
                  <ns8:alpha val="100000"/>
                </ns8:srgbClr>
              </ns8:gs>
              <ns8:gs pos="92493">
                <ns8:srgbClr val="f7cab4">
                  <ns8:alpha val="100000"/>
                </ns8:srgbClr>
              </ns8:gs>
              <ns8:gs pos="92886">
                <ns8:srgbClr val="f7cbb5">
                  <ns8:alpha val="100000"/>
                </ns8:srgbClr>
              </ns8:gs>
              <ns8:gs pos="93278">
                <ns8:srgbClr val="f7cbb6">
                  <ns8:alpha val="100000"/>
                </ns8:srgbClr>
              </ns8:gs>
              <ns8:gs pos="93671">
                <ns8:srgbClr val="f7ccb7">
                  <ns8:alpha val="100000"/>
                </ns8:srgbClr>
              </ns8:gs>
              <ns8:gs pos="94064">
                <ns8:srgbClr val="f7ccb7">
                  <ns8:alpha val="100000"/>
                </ns8:srgbClr>
              </ns8:gs>
              <ns8:gs pos="94457">
                <ns8:srgbClr val="f7cdb8">
                  <ns8:alpha val="100000"/>
                </ns8:srgbClr>
              </ns8:gs>
              <ns8:gs pos="94850">
                <ns8:srgbClr val="f7cdb9">
                  <ns8:alpha val="100000"/>
                </ns8:srgbClr>
              </ns8:gs>
              <ns8:gs pos="95242">
                <ns8:srgbClr val="f7ceb9">
                  <ns8:alpha val="100000"/>
                </ns8:srgbClr>
              </ns8:gs>
              <ns8:gs pos="95635">
                <ns8:srgbClr val="f7ceba">
                  <ns8:alpha val="100000"/>
                </ns8:srgbClr>
              </ns8:gs>
              <ns8:gs pos="96028">
                <ns8:srgbClr val="f7cfbb">
                  <ns8:alpha val="100000"/>
                </ns8:srgbClr>
              </ns8:gs>
              <ns8:gs pos="96421">
                <ns8:srgbClr val="f7cfbb">
                  <ns8:alpha val="100000"/>
                </ns8:srgbClr>
              </ns8:gs>
              <ns8:gs pos="96814">
                <ns8:srgbClr val="f7d0bc">
                  <ns8:alpha val="100000"/>
                </ns8:srgbClr>
              </ns8:gs>
              <ns8:gs pos="97206">
                <ns8:srgbClr val="f7d0bd">
                  <ns8:alpha val="100000"/>
                </ns8:srgbClr>
              </ns8:gs>
              <ns8:gs pos="97599">
                <ns8:srgbClr val="f8d1be">
                  <ns8:alpha val="100000"/>
                </ns8:srgbClr>
              </ns8:gs>
              <ns8:gs pos="97992">
                <ns8:srgbClr val="f8d1be">
                  <ns8:alpha val="100000"/>
                </ns8:srgbClr>
              </ns8:gs>
              <ns8:gs pos="98385">
                <ns8:srgbClr val="f8d2bf">
                  <ns8:alpha val="100000"/>
                </ns8:srgbClr>
              </ns8:gs>
              <ns8:gs pos="98778">
                <ns8:srgbClr val="f8d2c0">
                  <ns8:alpha val="100000"/>
                </ns8:srgbClr>
              </ns8:gs>
              <ns8:gs pos="99171">
                <ns8:srgbClr val="f8d3c1">
                  <ns8:alpha val="100000"/>
                </ns8:srgbClr>
              </ns8:gs>
              <ns8:gs pos="99563">
                <ns8:srgbClr val="f8d3c1">
                  <ns8:alpha val="100000"/>
                </ns8:srgbClr>
              </ns8:gs>
              <ns8:gs pos="99956">
                <ns8:srgbClr val="f8d4c2">
                  <ns8:alpha val="100000"/>
                </ns8:srgbClr>
              </ns8:gs>
              <ns8:gs pos="100000">
                <ns8:srgbClr val="f8d4c2">
                  <ns8:alpha val="100000"/>
                </ns8:srgbClr>
              </ns8:gs>
            </ns8:gsLst>
            <ns8:lin ang="5400000" scaled="1"/>
          </ns8:gradFill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0807A-4369-4E4A-A61C-016803D1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549" y="3143250"/>
            <a:ext cx="114441" cy="28575"/>
          </a:xfrm>
          <a:custGeom xmlns:a="http://schemas.openxmlformats.org/drawingml/2006/main">
            <a:pathLst>
              <a:path w="114441" h="28575">
                <a:moveTo>
                  <a:pt x="17471" y="1954"/>
                </a:moveTo>
                <a:lnTo>
                  <a:pt x="14665" y="4590"/>
                </a:lnTo>
                <a:lnTo>
                  <a:pt x="12032" y="7399"/>
                </a:lnTo>
                <a:lnTo>
                  <a:pt x="9582" y="10372"/>
                </a:lnTo>
                <a:lnTo>
                  <a:pt x="7323" y="13499"/>
                </a:lnTo>
                <a:lnTo>
                  <a:pt x="5263" y="16772"/>
                </a:lnTo>
                <a:lnTo>
                  <a:pt x="3413" y="20181"/>
                </a:lnTo>
                <a:lnTo>
                  <a:pt x="1780" y="23718"/>
                </a:lnTo>
                <a:lnTo>
                  <a:pt x="374" y="27373"/>
                </a:lnTo>
                <a:lnTo>
                  <a:pt x="0" y="28575"/>
                </a:lnTo>
                <a:lnTo>
                  <a:pt x="114441" y="28575"/>
                </a:lnTo>
                <a:lnTo>
                  <a:pt x="114067" y="27373"/>
                </a:lnTo>
                <a:lnTo>
                  <a:pt x="112661" y="23718"/>
                </a:lnTo>
                <a:lnTo>
                  <a:pt x="111029" y="20181"/>
                </a:lnTo>
                <a:lnTo>
                  <a:pt x="109178" y="16772"/>
                </a:lnTo>
                <a:lnTo>
                  <a:pt x="107119" y="13499"/>
                </a:lnTo>
                <a:lnTo>
                  <a:pt x="104859" y="10372"/>
                </a:lnTo>
                <a:lnTo>
                  <a:pt x="102409" y="7399"/>
                </a:lnTo>
                <a:lnTo>
                  <a:pt x="99776" y="4590"/>
                </a:lnTo>
                <a:lnTo>
                  <a:pt x="96970" y="1954"/>
                </a:lnTo>
                <a:lnTo>
                  <a:pt x="94606" y="0"/>
                </a:lnTo>
                <a:lnTo>
                  <a:pt x="19835" y="0"/>
                </a:lnTo>
                <a:lnTo>
                  <a:pt x="17471" y="1954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9:gradFill xmlns:ns9="http://schemas.openxmlformats.org/drawingml/2006/main" rotWithShape="1">
            <ns9:gsLst>
              <ns9:gs pos="0">
                <ns9:srgbClr val="fef8f5">
                  <ns9:alpha val="100000"/>
                </ns9:srgbClr>
              </ns9:gs>
              <ns9:gs pos="100000">
                <ns9:srgbClr val="fef8f5">
                  <ns9:alpha val="100000"/>
                </ns9:srgbClr>
              </ns9:gs>
            </ns9:gsLst>
            <ns9:lin ang="5400000" scaled="1"/>
          </ns9:gradFill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E43F4-08CA-4CAC-9FA3-2EECC0AF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606" y="3143250"/>
            <a:ext cx="120328" cy="107379"/>
          </a:xfrm>
          <a:custGeom xmlns:a="http://schemas.openxmlformats.org/drawingml/2006/main">
            <a:pathLst>
              <a:path w="120328" h="107379">
                <a:moveTo>
                  <a:pt x="20414" y="1954"/>
                </a:moveTo>
                <a:lnTo>
                  <a:pt x="17608" y="4590"/>
                </a:lnTo>
                <a:lnTo>
                  <a:pt x="14976" y="7399"/>
                </a:lnTo>
                <a:lnTo>
                  <a:pt x="12525" y="10372"/>
                </a:lnTo>
                <a:lnTo>
                  <a:pt x="10266" y="13499"/>
                </a:lnTo>
                <a:lnTo>
                  <a:pt x="8206" y="16772"/>
                </a:lnTo>
                <a:lnTo>
                  <a:pt x="6356" y="20181"/>
                </a:lnTo>
                <a:lnTo>
                  <a:pt x="4723" y="23718"/>
                </a:lnTo>
                <a:lnTo>
                  <a:pt x="3317" y="27373"/>
                </a:lnTo>
                <a:lnTo>
                  <a:pt x="2147" y="31137"/>
                </a:lnTo>
                <a:lnTo>
                  <a:pt x="1221" y="35001"/>
                </a:lnTo>
                <a:lnTo>
                  <a:pt x="549" y="38956"/>
                </a:lnTo>
                <a:lnTo>
                  <a:pt x="139" y="42994"/>
                </a:lnTo>
                <a:lnTo>
                  <a:pt x="0" y="47104"/>
                </a:lnTo>
                <a:lnTo>
                  <a:pt x="139" y="51228"/>
                </a:lnTo>
                <a:lnTo>
                  <a:pt x="549" y="55278"/>
                </a:lnTo>
                <a:lnTo>
                  <a:pt x="1221" y="59244"/>
                </a:lnTo>
                <a:lnTo>
                  <a:pt x="2147" y="63119"/>
                </a:lnTo>
                <a:lnTo>
                  <a:pt x="3317" y="66892"/>
                </a:lnTo>
                <a:lnTo>
                  <a:pt x="4723" y="70555"/>
                </a:lnTo>
                <a:lnTo>
                  <a:pt x="6356" y="74099"/>
                </a:lnTo>
                <a:lnTo>
                  <a:pt x="8206" y="77515"/>
                </a:lnTo>
                <a:lnTo>
                  <a:pt x="10266" y="80793"/>
                </a:lnTo>
                <a:lnTo>
                  <a:pt x="12525" y="83925"/>
                </a:lnTo>
                <a:lnTo>
                  <a:pt x="14976" y="86903"/>
                </a:lnTo>
                <a:lnTo>
                  <a:pt x="17608" y="89715"/>
                </a:lnTo>
                <a:lnTo>
                  <a:pt x="20414" y="92355"/>
                </a:lnTo>
                <a:lnTo>
                  <a:pt x="23384" y="94812"/>
                </a:lnTo>
                <a:lnTo>
                  <a:pt x="26510" y="97079"/>
                </a:lnTo>
                <a:lnTo>
                  <a:pt x="29782" y="99144"/>
                </a:lnTo>
                <a:lnTo>
                  <a:pt x="33192" y="101001"/>
                </a:lnTo>
                <a:lnTo>
                  <a:pt x="36730" y="102639"/>
                </a:lnTo>
                <a:lnTo>
                  <a:pt x="40388" y="104050"/>
                </a:lnTo>
                <a:lnTo>
                  <a:pt x="44158" y="105225"/>
                </a:lnTo>
                <a:lnTo>
                  <a:pt x="48028" y="106154"/>
                </a:lnTo>
                <a:lnTo>
                  <a:pt x="51992" y="106829"/>
                </a:lnTo>
                <a:lnTo>
                  <a:pt x="56041" y="107240"/>
                </a:lnTo>
                <a:lnTo>
                  <a:pt x="60164" y="107379"/>
                </a:lnTo>
                <a:lnTo>
                  <a:pt x="64287" y="107240"/>
                </a:lnTo>
                <a:lnTo>
                  <a:pt x="68335" y="106829"/>
                </a:lnTo>
                <a:lnTo>
                  <a:pt x="72299" y="106154"/>
                </a:lnTo>
                <a:lnTo>
                  <a:pt x="76170" y="105225"/>
                </a:lnTo>
                <a:lnTo>
                  <a:pt x="79939" y="104050"/>
                </a:lnTo>
                <a:lnTo>
                  <a:pt x="83597" y="102639"/>
                </a:lnTo>
                <a:lnTo>
                  <a:pt x="87136" y="101001"/>
                </a:lnTo>
                <a:lnTo>
                  <a:pt x="90545" y="99144"/>
                </a:lnTo>
                <a:lnTo>
                  <a:pt x="93818" y="97079"/>
                </a:lnTo>
                <a:lnTo>
                  <a:pt x="96943" y="94812"/>
                </a:lnTo>
                <a:lnTo>
                  <a:pt x="99913" y="92355"/>
                </a:lnTo>
                <a:lnTo>
                  <a:pt x="102719" y="89715"/>
                </a:lnTo>
                <a:lnTo>
                  <a:pt x="105352" y="86903"/>
                </a:lnTo>
                <a:lnTo>
                  <a:pt x="107802" y="83925"/>
                </a:lnTo>
                <a:lnTo>
                  <a:pt x="110062" y="80793"/>
                </a:lnTo>
                <a:lnTo>
                  <a:pt x="112121" y="77515"/>
                </a:lnTo>
                <a:lnTo>
                  <a:pt x="113972" y="74099"/>
                </a:lnTo>
                <a:lnTo>
                  <a:pt x="115605" y="70555"/>
                </a:lnTo>
                <a:lnTo>
                  <a:pt x="117011" y="66892"/>
                </a:lnTo>
                <a:lnTo>
                  <a:pt x="118181" y="63119"/>
                </a:lnTo>
                <a:lnTo>
                  <a:pt x="119107" y="59244"/>
                </a:lnTo>
                <a:lnTo>
                  <a:pt x="119779" y="55278"/>
                </a:lnTo>
                <a:lnTo>
                  <a:pt x="120189" y="51228"/>
                </a:lnTo>
                <a:lnTo>
                  <a:pt x="120328" y="47104"/>
                </a:lnTo>
                <a:lnTo>
                  <a:pt x="120189" y="42994"/>
                </a:lnTo>
                <a:lnTo>
                  <a:pt x="119779" y="38956"/>
                </a:lnTo>
                <a:lnTo>
                  <a:pt x="119107" y="35001"/>
                </a:lnTo>
                <a:lnTo>
                  <a:pt x="118181" y="31137"/>
                </a:lnTo>
                <a:lnTo>
                  <a:pt x="117011" y="27373"/>
                </a:lnTo>
                <a:lnTo>
                  <a:pt x="115605" y="23718"/>
                </a:lnTo>
                <a:lnTo>
                  <a:pt x="113972" y="20181"/>
                </a:lnTo>
                <a:lnTo>
                  <a:pt x="112121" y="16772"/>
                </a:lnTo>
                <a:lnTo>
                  <a:pt x="110062" y="13499"/>
                </a:lnTo>
                <a:lnTo>
                  <a:pt x="107802" y="10372"/>
                </a:lnTo>
                <a:lnTo>
                  <a:pt x="105352" y="7399"/>
                </a:lnTo>
                <a:lnTo>
                  <a:pt x="102719" y="4590"/>
                </a:lnTo>
                <a:lnTo>
                  <a:pt x="99913" y="1954"/>
                </a:lnTo>
                <a:lnTo>
                  <a:pt x="97549" y="0"/>
                </a:lnTo>
                <a:lnTo>
                  <a:pt x="22779" y="0"/>
                </a:lnTo>
                <a:lnTo>
                  <a:pt x="20414" y="1954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10:gradFill xmlns:ns10="http://schemas.openxmlformats.org/drawingml/2006/main" rotWithShape="1">
            <ns10:gsLst>
              <ns10:gs pos="0">
                <ns10:srgbClr val="fef8f4">
                  <ns10:alpha val="100000"/>
                </ns10:srgbClr>
              </ns10:gs>
              <ns10:gs pos="114">
                <ns10:srgbClr val="fef8f4">
                  <ns10:alpha val="100000"/>
                </ns10:srgbClr>
              </ns10:gs>
              <ns10:gs pos="1866">
                <ns10:srgbClr val="fef7f4">
                  <ns10:alpha val="100000"/>
                </ns10:srgbClr>
              </ns10:gs>
              <ns10:gs pos="15880">
                <ns10:srgbClr val="fef7f4">
                  <ns10:alpha val="100000"/>
                </ns10:srgbClr>
              </ns10:gs>
              <ns10:gs pos="22887">
                <ns10:srgbClr val="fef7f3">
                  <ns10:alpha val="100000"/>
                </ns10:srgbClr>
              </ns10:gs>
              <ns10:gs pos="26391">
                <ns10:srgbClr val="fef7f3">
                  <ns10:alpha val="100000"/>
                </ns10:srgbClr>
              </ns10:gs>
              <ns10:gs pos="29895">
                <ns10:srgbClr val="fef6f3">
                  <ns10:alpha val="100000"/>
                </ns10:srgbClr>
              </ns10:gs>
              <ns10:gs pos="33398">
                <ns10:srgbClr val="fef6f3">
                  <ns10:alpha val="100000"/>
                </ns10:srgbClr>
              </ns10:gs>
              <ns10:gs pos="36902">
                <ns10:srgbClr val="fef6f2">
                  <ns10:alpha val="100000"/>
                </ns10:srgbClr>
              </ns10:gs>
              <ns10:gs pos="43909">
                <ns10:srgbClr val="fef6f2">
                  <ns10:alpha val="100000"/>
                </ns10:srgbClr>
              </ns10:gs>
              <ns10:gs pos="50916">
                <ns10:srgbClr val="fef6f2">
                  <ns10:alpha val="100000"/>
                </ns10:srgbClr>
              </ns10:gs>
              <ns10:gs pos="52668">
                <ns10:srgbClr val="fef6f2">
                  <ns10:alpha val="100000"/>
                </ns10:srgbClr>
              </ns10:gs>
              <ns10:gs pos="54419">
                <ns10:srgbClr val="fef6f1">
                  <ns10:alpha val="100000"/>
                </ns10:srgbClr>
              </ns10:gs>
              <ns10:gs pos="57923">
                <ns10:srgbClr val="fef5f1">
                  <ns10:alpha val="100000"/>
                </ns10:srgbClr>
              </ns10:gs>
              <ns10:gs pos="64930">
                <ns10:srgbClr val="fef5f1">
                  <ns10:alpha val="100000"/>
                </ns10:srgbClr>
              </ns10:gs>
              <ns10:gs pos="68433">
                <ns10:srgbClr val="fef5f1">
                  <ns10:alpha val="100000"/>
                </ns10:srgbClr>
              </ns10:gs>
              <ns10:gs pos="70185">
                <ns10:srgbClr val="fef5f1">
                  <ns10:alpha val="100000"/>
                </ns10:srgbClr>
              </ns10:gs>
              <ns10:gs pos="71937">
                <ns10:srgbClr val="fef5f0">
                  <ns10:alpha val="100000"/>
                </ns10:srgbClr>
              </ns10:gs>
              <ns10:gs pos="78944">
                <ns10:srgbClr val="fdf5f0">
                  <ns10:alpha val="100000"/>
                </ns10:srgbClr>
              </ns10:gs>
              <ns10:gs pos="85951">
                <ns10:srgbClr val="fdf4f0">
                  <ns10:alpha val="100000"/>
                </ns10:srgbClr>
              </ns10:gs>
              <ns10:gs pos="87703">
                <ns10:srgbClr val="fdf4f0">
                  <ns10:alpha val="100000"/>
                </ns10:srgbClr>
              </ns10:gs>
              <ns10:gs pos="89455">
                <ns10:srgbClr val="fdf4ef">
                  <ns10:alpha val="100000"/>
                </ns10:srgbClr>
              </ns10:gs>
              <ns10:gs pos="92958">
                <ns10:srgbClr val="fdf4ef">
                  <ns10:alpha val="100000"/>
                </ns10:srgbClr>
              </ns10:gs>
              <ns10:gs pos="99965">
                <ns10:srgbClr val="fdf4ef">
                  <ns10:alpha val="100000"/>
                </ns10:srgbClr>
              </ns10:gs>
              <ns10:gs pos="100000">
                <ns10:srgbClr val="fdf4ef">
                  <ns10:alpha val="100000"/>
                </ns10:srgbClr>
              </ns10:gs>
            </ns10:gsLst>
            <ns10:lin ang="5400000" scaled="1"/>
          </ns10:gradFill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6AAB4-7FE0-46A2-B0D7-AB85617E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905" y="3179973"/>
            <a:ext cx="240767" cy="240767"/>
          </a:xfrm>
          <a:custGeom xmlns:a="http://schemas.openxmlformats.org/drawingml/2006/main">
            <a:pathLst>
              <a:path w="240767" h="240767">
                <a:moveTo>
                  <a:pt x="236465" y="88418"/>
                </a:moveTo>
                <a:lnTo>
                  <a:pt x="234120" y="80876"/>
                </a:lnTo>
                <a:lnTo>
                  <a:pt x="231303" y="73555"/>
                </a:lnTo>
                <a:lnTo>
                  <a:pt x="228032" y="66472"/>
                </a:lnTo>
                <a:lnTo>
                  <a:pt x="224325" y="59647"/>
                </a:lnTo>
                <a:lnTo>
                  <a:pt x="220200" y="53096"/>
                </a:lnTo>
                <a:lnTo>
                  <a:pt x="215675" y="46838"/>
                </a:lnTo>
                <a:lnTo>
                  <a:pt x="210767" y="40891"/>
                </a:lnTo>
                <a:lnTo>
                  <a:pt x="205494" y="35272"/>
                </a:lnTo>
                <a:lnTo>
                  <a:pt x="199876" y="30000"/>
                </a:lnTo>
                <a:lnTo>
                  <a:pt x="193928" y="25092"/>
                </a:lnTo>
                <a:lnTo>
                  <a:pt x="187670" y="20567"/>
                </a:lnTo>
                <a:lnTo>
                  <a:pt x="181120" y="16441"/>
                </a:lnTo>
                <a:lnTo>
                  <a:pt x="174294" y="12734"/>
                </a:lnTo>
                <a:lnTo>
                  <a:pt x="167212" y="9463"/>
                </a:lnTo>
                <a:lnTo>
                  <a:pt x="159891" y="6646"/>
                </a:lnTo>
                <a:lnTo>
                  <a:pt x="152348" y="4302"/>
                </a:lnTo>
                <a:lnTo>
                  <a:pt x="144603" y="2447"/>
                </a:lnTo>
                <a:lnTo>
                  <a:pt x="136672" y="1099"/>
                </a:lnTo>
                <a:lnTo>
                  <a:pt x="128575" y="278"/>
                </a:lnTo>
                <a:lnTo>
                  <a:pt x="120328" y="0"/>
                </a:lnTo>
                <a:lnTo>
                  <a:pt x="112094" y="278"/>
                </a:lnTo>
                <a:lnTo>
                  <a:pt x="104008" y="1099"/>
                </a:lnTo>
                <a:lnTo>
                  <a:pt x="96089" y="2447"/>
                </a:lnTo>
                <a:lnTo>
                  <a:pt x="88354" y="4302"/>
                </a:lnTo>
                <a:lnTo>
                  <a:pt x="80821" y="6646"/>
                </a:lnTo>
                <a:lnTo>
                  <a:pt x="73508" y="9463"/>
                </a:lnTo>
                <a:lnTo>
                  <a:pt x="66433" y="12734"/>
                </a:lnTo>
                <a:lnTo>
                  <a:pt x="59614" y="16441"/>
                </a:lnTo>
                <a:lnTo>
                  <a:pt x="53069" y="20567"/>
                </a:lnTo>
                <a:lnTo>
                  <a:pt x="46816" y="25092"/>
                </a:lnTo>
                <a:lnTo>
                  <a:pt x="40873" y="30000"/>
                </a:lnTo>
                <a:lnTo>
                  <a:pt x="35258" y="35272"/>
                </a:lnTo>
                <a:lnTo>
                  <a:pt x="29989" y="40891"/>
                </a:lnTo>
                <a:lnTo>
                  <a:pt x="25084" y="46838"/>
                </a:lnTo>
                <a:lnTo>
                  <a:pt x="20561" y="53096"/>
                </a:lnTo>
                <a:lnTo>
                  <a:pt x="16437" y="59647"/>
                </a:lnTo>
                <a:lnTo>
                  <a:pt x="12732" y="66472"/>
                </a:lnTo>
                <a:lnTo>
                  <a:pt x="9462" y="73555"/>
                </a:lnTo>
                <a:lnTo>
                  <a:pt x="6645" y="80876"/>
                </a:lnTo>
                <a:lnTo>
                  <a:pt x="4301" y="88418"/>
                </a:lnTo>
                <a:lnTo>
                  <a:pt x="2446" y="96164"/>
                </a:lnTo>
                <a:lnTo>
                  <a:pt x="1099" y="104094"/>
                </a:lnTo>
                <a:lnTo>
                  <a:pt x="278" y="112192"/>
                </a:lnTo>
                <a:lnTo>
                  <a:pt x="0" y="120439"/>
                </a:lnTo>
                <a:lnTo>
                  <a:pt x="278" y="128673"/>
                </a:lnTo>
                <a:lnTo>
                  <a:pt x="1099" y="136758"/>
                </a:lnTo>
                <a:lnTo>
                  <a:pt x="2446" y="144678"/>
                </a:lnTo>
                <a:lnTo>
                  <a:pt x="4301" y="152413"/>
                </a:lnTo>
                <a:lnTo>
                  <a:pt x="6645" y="159946"/>
                </a:lnTo>
                <a:lnTo>
                  <a:pt x="9462" y="167259"/>
                </a:lnTo>
                <a:lnTo>
                  <a:pt x="12732" y="174334"/>
                </a:lnTo>
                <a:lnTo>
                  <a:pt x="16437" y="181153"/>
                </a:lnTo>
                <a:lnTo>
                  <a:pt x="20561" y="187698"/>
                </a:lnTo>
                <a:lnTo>
                  <a:pt x="25084" y="193951"/>
                </a:lnTo>
                <a:lnTo>
                  <a:pt x="29989" y="199893"/>
                </a:lnTo>
                <a:lnTo>
                  <a:pt x="35258" y="205508"/>
                </a:lnTo>
                <a:lnTo>
                  <a:pt x="40873" y="210777"/>
                </a:lnTo>
                <a:lnTo>
                  <a:pt x="46816" y="215683"/>
                </a:lnTo>
                <a:lnTo>
                  <a:pt x="53069" y="220206"/>
                </a:lnTo>
                <a:lnTo>
                  <a:pt x="59614" y="224329"/>
                </a:lnTo>
                <a:lnTo>
                  <a:pt x="66433" y="228035"/>
                </a:lnTo>
                <a:lnTo>
                  <a:pt x="73508" y="231305"/>
                </a:lnTo>
                <a:lnTo>
                  <a:pt x="80821" y="234121"/>
                </a:lnTo>
                <a:lnTo>
                  <a:pt x="88354" y="236466"/>
                </a:lnTo>
                <a:lnTo>
                  <a:pt x="96089" y="238320"/>
                </a:lnTo>
                <a:lnTo>
                  <a:pt x="104008" y="239667"/>
                </a:lnTo>
                <a:lnTo>
                  <a:pt x="112094" y="240489"/>
                </a:lnTo>
                <a:lnTo>
                  <a:pt x="120328" y="240767"/>
                </a:lnTo>
                <a:lnTo>
                  <a:pt x="128575" y="240489"/>
                </a:lnTo>
                <a:lnTo>
                  <a:pt x="136672" y="239667"/>
                </a:lnTo>
                <a:lnTo>
                  <a:pt x="144603" y="238320"/>
                </a:lnTo>
                <a:lnTo>
                  <a:pt x="152348" y="236466"/>
                </a:lnTo>
                <a:lnTo>
                  <a:pt x="159891" y="234121"/>
                </a:lnTo>
                <a:lnTo>
                  <a:pt x="167212" y="231305"/>
                </a:lnTo>
                <a:lnTo>
                  <a:pt x="174294" y="228035"/>
                </a:lnTo>
                <a:lnTo>
                  <a:pt x="181120" y="224329"/>
                </a:lnTo>
                <a:lnTo>
                  <a:pt x="187670" y="220206"/>
                </a:lnTo>
                <a:lnTo>
                  <a:pt x="193928" y="215683"/>
                </a:lnTo>
                <a:lnTo>
                  <a:pt x="199876" y="210777"/>
                </a:lnTo>
                <a:lnTo>
                  <a:pt x="205494" y="205508"/>
                </a:lnTo>
                <a:lnTo>
                  <a:pt x="210767" y="199893"/>
                </a:lnTo>
                <a:lnTo>
                  <a:pt x="215675" y="193951"/>
                </a:lnTo>
                <a:lnTo>
                  <a:pt x="220200" y="187698"/>
                </a:lnTo>
                <a:lnTo>
                  <a:pt x="224325" y="181153"/>
                </a:lnTo>
                <a:lnTo>
                  <a:pt x="228032" y="174334"/>
                </a:lnTo>
                <a:lnTo>
                  <a:pt x="231303" y="167259"/>
                </a:lnTo>
                <a:lnTo>
                  <a:pt x="234120" y="159946"/>
                </a:lnTo>
                <a:lnTo>
                  <a:pt x="236465" y="152413"/>
                </a:lnTo>
                <a:lnTo>
                  <a:pt x="238320" y="144678"/>
                </a:lnTo>
                <a:lnTo>
                  <a:pt x="239667" y="136758"/>
                </a:lnTo>
                <a:lnTo>
                  <a:pt x="240489" y="128673"/>
                </a:lnTo>
                <a:lnTo>
                  <a:pt x="240767" y="120439"/>
                </a:lnTo>
                <a:lnTo>
                  <a:pt x="240489" y="112192"/>
                </a:lnTo>
                <a:lnTo>
                  <a:pt x="239667" y="104094"/>
                </a:lnTo>
                <a:lnTo>
                  <a:pt x="238320" y="96164"/>
                </a:lnTo>
                <a:lnTo>
                  <a:pt x="236465" y="88418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11:gradFill xmlns:ns11="http://schemas.openxmlformats.org/drawingml/2006/main" rotWithShape="1">
            <ns11:gsLst>
              <ns11:gs pos="0">
                <ns11:srgbClr val="fef6f2">
                  <ns11:alpha val="100000"/>
                </ns11:srgbClr>
              </ns11:gs>
              <ns11:gs pos="11">
                <ns11:srgbClr val="fef6f2">
                  <ns11:alpha val="100000"/>
                </ns11:srgbClr>
              </ns11:gs>
              <ns11:gs pos="6261">
                <ns11:srgbClr val="fef6f2">
                  <ns11:alpha val="100000"/>
                </ns11:srgbClr>
              </ns11:gs>
              <ns11:gs pos="7824">
                <ns11:srgbClr val="fef6f2">
                  <ns11:alpha val="100000"/>
                </ns11:srgbClr>
              </ns11:gs>
              <ns11:gs pos="8605">
                <ns11:srgbClr val="fef6f1">
                  <ns11:alpha val="100000"/>
                </ns11:srgbClr>
              </ns11:gs>
              <ns11:gs pos="9386">
                <ns11:srgbClr val="fef5f1">
                  <ns11:alpha val="100000"/>
                </ns11:srgbClr>
              </ns11:gs>
              <ns11:gs pos="12512">
                <ns11:srgbClr val="fef5f1">
                  <ns11:alpha val="100000"/>
                </ns11:srgbClr>
              </ns11:gs>
              <ns11:gs pos="15637">
                <ns11:srgbClr val="fef5f1">
                  <ns11:alpha val="100000"/>
                </ns11:srgbClr>
              </ns11:gs>
              <ns11:gs pos="16028">
                <ns11:srgbClr val="fef5f0">
                  <ns11:alpha val="100000"/>
                </ns11:srgbClr>
              </ns11:gs>
              <ns11:gs pos="16418">
                <ns11:srgbClr val="fef5f0">
                  <ns11:alpha val="100000"/>
                </ns11:srgbClr>
              </ns11:gs>
              <ns11:gs pos="17200">
                <ns11:srgbClr val="fdf5f0">
                  <ns11:alpha val="100000"/>
                </ns11:srgbClr>
              </ns11:gs>
              <ns11:gs pos="18762">
                <ns11:srgbClr val="fdf5f0">
                  <ns11:alpha val="100000"/>
                </ns11:srgbClr>
              </ns11:gs>
              <ns11:gs pos="19544">
                <ns11:srgbClr val="fdf5f0">
                  <ns11:alpha val="100000"/>
                </ns11:srgbClr>
              </ns11:gs>
              <ns11:gs pos="19934">
                <ns11:srgbClr val="fdf4f0">
                  <ns11:alpha val="100000"/>
                </ns11:srgbClr>
              </ns11:gs>
              <ns11:gs pos="20325">
                <ns11:srgbClr val="fdf4f0">
                  <ns11:alpha val="100000"/>
                </ns11:srgbClr>
              </ns11:gs>
              <ns11:gs pos="21888">
                <ns11:srgbClr val="fdf4f0">
                  <ns11:alpha val="100000"/>
                </ns11:srgbClr>
              </ns11:gs>
              <ns11:gs pos="23450">
                <ns11:srgbClr val="fdf4f0">
                  <ns11:alpha val="100000"/>
                </ns11:srgbClr>
              </ns11:gs>
              <ns11:gs pos="24232">
                <ns11:srgbClr val="fdf4f0">
                  <ns11:alpha val="100000"/>
                </ns11:srgbClr>
              </ns11:gs>
              <ns11:gs pos="25013">
                <ns11:srgbClr val="fdf4ef">
                  <ns11:alpha val="100000"/>
                </ns11:srgbClr>
              </ns11:gs>
              <ns11:gs pos="31263">
                <ns11:srgbClr val="fdf4ef">
                  <ns11:alpha val="100000"/>
                </ns11:srgbClr>
              </ns11:gs>
              <ns11:gs pos="32045">
                <ns11:srgbClr val="fdf4ef">
                  <ns11:alpha val="100000"/>
                </ns11:srgbClr>
              </ns11:gs>
              <ns11:gs pos="32826">
                <ns11:srgbClr val="fdf3ef">
                  <ns11:alpha val="100000"/>
                </ns11:srgbClr>
              </ns11:gs>
              <ns11:gs pos="34389">
                <ns11:srgbClr val="fdf3ee">
                  <ns11:alpha val="100000"/>
                </ns11:srgbClr>
              </ns11:gs>
              <ns11:gs pos="37514">
                <ns11:srgbClr val="fdf3ee">
                  <ns11:alpha val="100000"/>
                </ns11:srgbClr>
              </ns11:gs>
              <ns11:gs pos="40639">
                <ns11:srgbClr val="fdf3ee">
                  <ns11:alpha val="100000"/>
                </ns11:srgbClr>
              </ns11:gs>
              <ns11:gs pos="43765">
                <ns11:srgbClr val="fdf3ed">
                  <ns11:alpha val="100000"/>
                </ns11:srgbClr>
              </ns11:gs>
              <ns11:gs pos="46890">
                <ns11:srgbClr val="fdf2ed">
                  <ns11:alpha val="100000"/>
                </ns11:srgbClr>
              </ns11:gs>
              <ns11:gs pos="48453">
                <ns11:srgbClr val="fdf2ed">
                  <ns11:alpha val="100000"/>
                </ns11:srgbClr>
              </ns11:gs>
              <ns11:gs pos="50015">
                <ns11:srgbClr val="fdf2ec">
                  <ns11:alpha val="100000"/>
                </ns11:srgbClr>
              </ns11:gs>
              <ns11:gs pos="53140">
                <ns11:srgbClr val="fdf2ec">
                  <ns11:alpha val="100000"/>
                </ns11:srgbClr>
              </ns11:gs>
              <ns11:gs pos="54703">
                <ns11:srgbClr val="fdf2ec">
                  <ns11:alpha val="100000"/>
                </ns11:srgbClr>
              </ns11:gs>
              <ns11:gs pos="55484">
                <ns11:srgbClr val="fdf2ec">
                  <ns11:alpha val="100000"/>
                </ns11:srgbClr>
              </ns11:gs>
              <ns11:gs pos="56266">
                <ns11:srgbClr val="fdf1ec">
                  <ns11:alpha val="100000"/>
                </ns11:srgbClr>
              </ns11:gs>
              <ns11:gs pos="62516">
                <ns11:srgbClr val="fdf1eb">
                  <ns11:alpha val="100000"/>
                </ns11:srgbClr>
              </ns11:gs>
              <ns11:gs pos="64079">
                <ns11:srgbClr val="fdf1eb">
                  <ns11:alpha val="100000"/>
                </ns11:srgbClr>
              </ns11:gs>
              <ns11:gs pos="64860">
                <ns11:srgbClr val="fdf1eb">
                  <ns11:alpha val="100000"/>
                </ns11:srgbClr>
              </ns11:gs>
              <ns11:gs pos="65642">
                <ns11:srgbClr val="fdf1ea">
                  <ns11:alpha val="100000"/>
                </ns11:srgbClr>
              </ns11:gs>
              <ns11:gs pos="67204">
                <ns11:srgbClr val="fdf1ea">
                  <ns11:alpha val="100000"/>
                </ns11:srgbClr>
              </ns11:gs>
              <ns11:gs pos="68767">
                <ns11:srgbClr val="fdf0ea">
                  <ns11:alpha val="100000"/>
                </ns11:srgbClr>
              </ns11:gs>
              <ns11:gs pos="71892">
                <ns11:srgbClr val="fdf0ea">
                  <ns11:alpha val="100000"/>
                </ns11:srgbClr>
              </ns11:gs>
              <ns11:gs pos="72673">
                <ns11:srgbClr val="fdf0ea">
                  <ns11:alpha val="100000"/>
                </ns11:srgbClr>
              </ns11:gs>
              <ns11:gs pos="73455">
                <ns11:srgbClr val="fdf0e9">
                  <ns11:alpha val="100000"/>
                </ns11:srgbClr>
              </ns11:gs>
              <ns11:gs pos="75017">
                <ns11:srgbClr val="fdf0e9">
                  <ns11:alpha val="100000"/>
                </ns11:srgbClr>
              </ns11:gs>
              <ns11:gs pos="78143">
                <ns11:srgbClr val="fdf0e9">
                  <ns11:alpha val="100000"/>
                </ns11:srgbClr>
              </ns11:gs>
              <ns11:gs pos="78924">
                <ns11:srgbClr val="fdf0e9">
                  <ns11:alpha val="100000"/>
                </ns11:srgbClr>
              </ns11:gs>
              <ns11:gs pos="79705">
                <ns11:srgbClr val="fdefe9">
                  <ns11:alpha val="100000"/>
                </ns11:srgbClr>
              </ns11:gs>
              <ns11:gs pos="80487">
                <ns11:srgbClr val="fdefe9">
                  <ns11:alpha val="100000"/>
                </ns11:srgbClr>
              </ns11:gs>
              <ns11:gs pos="81268">
                <ns11:srgbClr val="fdefe8">
                  <ns11:alpha val="100000"/>
                </ns11:srgbClr>
              </ns11:gs>
              <ns11:gs pos="87519">
                <ns11:srgbClr val="fdefe8">
                  <ns11:alpha val="100000"/>
                </ns11:srgbClr>
              </ns11:gs>
              <ns11:gs pos="89081">
                <ns11:srgbClr val="fdefe8">
                  <ns11:alpha val="100000"/>
                </ns11:srgbClr>
              </ns11:gs>
              <ns11:gs pos="90644">
                <ns11:srgbClr val="fdefe7">
                  <ns11:alpha val="100000"/>
                </ns11:srgbClr>
              </ns11:gs>
              <ns11:gs pos="93769">
                <ns11:srgbClr val="fceee7">
                  <ns11:alpha val="100000"/>
                </ns11:srgbClr>
              </ns11:gs>
              <ns11:gs pos="96894">
                <ns11:srgbClr val="fceee7">
                  <ns11:alpha val="100000"/>
                </ns11:srgbClr>
              </ns11:gs>
              <ns11:gs pos="97285">
                <ns11:srgbClr val="fceee6">
                  <ns11:alpha val="100000"/>
                </ns11:srgbClr>
              </ns11:gs>
              <ns11:gs pos="97676">
                <ns11:srgbClr val="fceee6">
                  <ns11:alpha val="100000"/>
                </ns11:srgbClr>
              </ns11:gs>
              <ns11:gs pos="98457">
                <ns11:srgbClr val="fceee6">
                  <ns11:alpha val="100000"/>
                </ns11:srgbClr>
              </ns11:gs>
              <ns11:gs pos="100000">
                <ns11:srgbClr val="fceee6">
                  <ns11:alpha val="100000"/>
                </ns11:srgbClr>
              </ns11:gs>
            </ns11:gsLst>
            <ns11:lin ang="5400000" scaled="1"/>
          </ns11:gradFill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2CA07-3766-4DAB-BF7B-F7B32170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950" y="3290032"/>
            <a:ext cx="361094" cy="361094"/>
          </a:xfrm>
          <a:custGeom xmlns:a="http://schemas.openxmlformats.org/drawingml/2006/main">
            <a:pathLst>
              <a:path w="361094" h="361094">
                <a:moveTo>
                  <a:pt x="354646" y="132576"/>
                </a:moveTo>
                <a:lnTo>
                  <a:pt x="351131" y="121265"/>
                </a:lnTo>
                <a:lnTo>
                  <a:pt x="346908" y="110285"/>
                </a:lnTo>
                <a:lnTo>
                  <a:pt x="342004" y="99664"/>
                </a:lnTo>
                <a:lnTo>
                  <a:pt x="336447" y="89429"/>
                </a:lnTo>
                <a:lnTo>
                  <a:pt x="330262" y="79606"/>
                </a:lnTo>
                <a:lnTo>
                  <a:pt x="323477" y="70223"/>
                </a:lnTo>
                <a:lnTo>
                  <a:pt x="316119" y="61305"/>
                </a:lnTo>
                <a:lnTo>
                  <a:pt x="308214" y="52880"/>
                </a:lnTo>
                <a:lnTo>
                  <a:pt x="299789" y="44976"/>
                </a:lnTo>
                <a:lnTo>
                  <a:pt x="290872" y="37617"/>
                </a:lnTo>
                <a:lnTo>
                  <a:pt x="281488" y="30832"/>
                </a:lnTo>
                <a:lnTo>
                  <a:pt x="271665" y="24648"/>
                </a:lnTo>
                <a:lnTo>
                  <a:pt x="261430" y="19090"/>
                </a:lnTo>
                <a:lnTo>
                  <a:pt x="250809" y="14186"/>
                </a:lnTo>
                <a:lnTo>
                  <a:pt x="239830" y="9963"/>
                </a:lnTo>
                <a:lnTo>
                  <a:pt x="228518" y="6448"/>
                </a:lnTo>
                <a:lnTo>
                  <a:pt x="216902" y="3667"/>
                </a:lnTo>
                <a:lnTo>
                  <a:pt x="205008" y="1648"/>
                </a:lnTo>
                <a:lnTo>
                  <a:pt x="192862" y="416"/>
                </a:lnTo>
                <a:lnTo>
                  <a:pt x="180491" y="0"/>
                </a:lnTo>
                <a:lnTo>
                  <a:pt x="168134" y="416"/>
                </a:lnTo>
                <a:lnTo>
                  <a:pt x="156001" y="1648"/>
                </a:lnTo>
                <a:lnTo>
                  <a:pt x="144117" y="3667"/>
                </a:lnTo>
                <a:lnTo>
                  <a:pt x="132511" y="6448"/>
                </a:lnTo>
                <a:lnTo>
                  <a:pt x="121209" y="9963"/>
                </a:lnTo>
                <a:lnTo>
                  <a:pt x="110238" y="14186"/>
                </a:lnTo>
                <a:lnTo>
                  <a:pt x="99625" y="19090"/>
                </a:lnTo>
                <a:lnTo>
                  <a:pt x="89396" y="24648"/>
                </a:lnTo>
                <a:lnTo>
                  <a:pt x="79579" y="30832"/>
                </a:lnTo>
                <a:lnTo>
                  <a:pt x="70201" y="37617"/>
                </a:lnTo>
                <a:lnTo>
                  <a:pt x="61287" y="44976"/>
                </a:lnTo>
                <a:lnTo>
                  <a:pt x="52867" y="52880"/>
                </a:lnTo>
                <a:lnTo>
                  <a:pt x="44965" y="61305"/>
                </a:lnTo>
                <a:lnTo>
                  <a:pt x="37609" y="70223"/>
                </a:lnTo>
                <a:lnTo>
                  <a:pt x="30826" y="79606"/>
                </a:lnTo>
                <a:lnTo>
                  <a:pt x="24643" y="89429"/>
                </a:lnTo>
                <a:lnTo>
                  <a:pt x="19087" y="99664"/>
                </a:lnTo>
                <a:lnTo>
                  <a:pt x="14185" y="110285"/>
                </a:lnTo>
                <a:lnTo>
                  <a:pt x="9962" y="121265"/>
                </a:lnTo>
                <a:lnTo>
                  <a:pt x="6448" y="132576"/>
                </a:lnTo>
                <a:lnTo>
                  <a:pt x="3667" y="144192"/>
                </a:lnTo>
                <a:lnTo>
                  <a:pt x="1648" y="156087"/>
                </a:lnTo>
                <a:lnTo>
                  <a:pt x="416" y="168233"/>
                </a:lnTo>
                <a:lnTo>
                  <a:pt x="0" y="180603"/>
                </a:lnTo>
                <a:lnTo>
                  <a:pt x="416" y="192960"/>
                </a:lnTo>
                <a:lnTo>
                  <a:pt x="1648" y="205093"/>
                </a:lnTo>
                <a:lnTo>
                  <a:pt x="3667" y="216977"/>
                </a:lnTo>
                <a:lnTo>
                  <a:pt x="6448" y="228583"/>
                </a:lnTo>
                <a:lnTo>
                  <a:pt x="9962" y="239885"/>
                </a:lnTo>
                <a:lnTo>
                  <a:pt x="14185" y="250856"/>
                </a:lnTo>
                <a:lnTo>
                  <a:pt x="19087" y="261470"/>
                </a:lnTo>
                <a:lnTo>
                  <a:pt x="24643" y="271698"/>
                </a:lnTo>
                <a:lnTo>
                  <a:pt x="30826" y="281515"/>
                </a:lnTo>
                <a:lnTo>
                  <a:pt x="37609" y="290894"/>
                </a:lnTo>
                <a:lnTo>
                  <a:pt x="44965" y="299807"/>
                </a:lnTo>
                <a:lnTo>
                  <a:pt x="52867" y="308228"/>
                </a:lnTo>
                <a:lnTo>
                  <a:pt x="61287" y="316129"/>
                </a:lnTo>
                <a:lnTo>
                  <a:pt x="70201" y="323485"/>
                </a:lnTo>
                <a:lnTo>
                  <a:pt x="79579" y="330268"/>
                </a:lnTo>
                <a:lnTo>
                  <a:pt x="89396" y="336451"/>
                </a:lnTo>
                <a:lnTo>
                  <a:pt x="99625" y="342007"/>
                </a:lnTo>
                <a:lnTo>
                  <a:pt x="110238" y="346910"/>
                </a:lnTo>
                <a:lnTo>
                  <a:pt x="121209" y="351132"/>
                </a:lnTo>
                <a:lnTo>
                  <a:pt x="132511" y="354647"/>
                </a:lnTo>
                <a:lnTo>
                  <a:pt x="144117" y="357427"/>
                </a:lnTo>
                <a:lnTo>
                  <a:pt x="156001" y="359446"/>
                </a:lnTo>
                <a:lnTo>
                  <a:pt x="168134" y="360678"/>
                </a:lnTo>
                <a:lnTo>
                  <a:pt x="180491" y="361094"/>
                </a:lnTo>
                <a:lnTo>
                  <a:pt x="192862" y="360678"/>
                </a:lnTo>
                <a:lnTo>
                  <a:pt x="205008" y="359446"/>
                </a:lnTo>
                <a:lnTo>
                  <a:pt x="216902" y="357427"/>
                </a:lnTo>
                <a:lnTo>
                  <a:pt x="228518" y="354647"/>
                </a:lnTo>
                <a:lnTo>
                  <a:pt x="239830" y="351132"/>
                </a:lnTo>
                <a:lnTo>
                  <a:pt x="250809" y="346910"/>
                </a:lnTo>
                <a:lnTo>
                  <a:pt x="261430" y="342007"/>
                </a:lnTo>
                <a:lnTo>
                  <a:pt x="271665" y="336451"/>
                </a:lnTo>
                <a:lnTo>
                  <a:pt x="281488" y="330268"/>
                </a:lnTo>
                <a:lnTo>
                  <a:pt x="290872" y="323485"/>
                </a:lnTo>
                <a:lnTo>
                  <a:pt x="299789" y="316129"/>
                </a:lnTo>
                <a:lnTo>
                  <a:pt x="308214" y="308228"/>
                </a:lnTo>
                <a:lnTo>
                  <a:pt x="316119" y="299807"/>
                </a:lnTo>
                <a:lnTo>
                  <a:pt x="323477" y="290894"/>
                </a:lnTo>
                <a:lnTo>
                  <a:pt x="330262" y="281515"/>
                </a:lnTo>
                <a:lnTo>
                  <a:pt x="336447" y="271698"/>
                </a:lnTo>
                <a:lnTo>
                  <a:pt x="342004" y="261470"/>
                </a:lnTo>
                <a:lnTo>
                  <a:pt x="346908" y="250856"/>
                </a:lnTo>
                <a:lnTo>
                  <a:pt x="351131" y="239885"/>
                </a:lnTo>
                <a:lnTo>
                  <a:pt x="354646" y="228583"/>
                </a:lnTo>
                <a:lnTo>
                  <a:pt x="357427" y="216977"/>
                </a:lnTo>
                <a:lnTo>
                  <a:pt x="359446" y="205093"/>
                </a:lnTo>
                <a:lnTo>
                  <a:pt x="360678" y="192960"/>
                </a:lnTo>
                <a:lnTo>
                  <a:pt x="361094" y="180603"/>
                </a:lnTo>
                <a:lnTo>
                  <a:pt x="360678" y="168233"/>
                </a:lnTo>
                <a:lnTo>
                  <a:pt x="359446" y="156087"/>
                </a:lnTo>
                <a:lnTo>
                  <a:pt x="357427" y="144192"/>
                </a:lnTo>
                <a:lnTo>
                  <a:pt x="354646" y="132576"/>
                </a:lnTo>
                <a:close/>
              </a:path>
            </a:pathLst>
          </a:custGeom>
          <a:ln xmlns:a="http://schemas.openxmlformats.org/drawingml/2006/main" w="0" cap="flat">
            <a:noFill/>
            <a:miter/>
          </a:ln>
          <ns12:gradFill xmlns:ns12="http://schemas.openxmlformats.org/drawingml/2006/main" rotWithShape="1">
            <ns12:gsLst>
              <ns12:gs pos="0">
                <ns12:srgbClr val="fdf2ed">
                  <ns12:alpha val="100000"/>
                </ns12:srgbClr>
              </ns12:gs>
              <ns12:gs pos="1552">
                <ns12:srgbClr val="fdf2ed">
                  <ns12:alpha val="100000"/>
                </ns12:srgbClr>
              </ns12:gs>
              <ns12:gs pos="1943">
                <ns12:srgbClr val="fdf2ec">
                  <ns12:alpha val="100000"/>
                </ns12:srgbClr>
              </ns12:gs>
              <ns12:gs pos="2334">
                <ns12:srgbClr val="fdf2ec">
                  <ns12:alpha val="100000"/>
                </ns12:srgbClr>
              </ns12:gs>
              <ns12:gs pos="3115">
                <ns12:srgbClr val="fdf2ec">
                  <ns12:alpha val="100000"/>
                </ns12:srgbClr>
              </ns12:gs>
              <ns12:gs pos="6241">
                <ns12:srgbClr val="fdf2ec">
                  <ns12:alpha val="100000"/>
                </ns12:srgbClr>
              </ns12:gs>
              <ns12:gs pos="6631">
                <ns12:srgbClr val="fdf1ec">
                  <ns12:alpha val="100000"/>
                </ns12:srgbClr>
              </ns12:gs>
              <ns12:gs pos="7022">
                <ns12:srgbClr val="fdf1ec">
                  <ns12:alpha val="100000"/>
                </ns12:srgbClr>
              </ns12:gs>
              <ns12:gs pos="7804">
                <ns12:srgbClr val="fdf1eb">
                  <ns12:alpha val="100000"/>
                </ns12:srgbClr>
              </ns12:gs>
              <ns12:gs pos="9366">
                <ns12:srgbClr val="fdf1eb">
                  <ns12:alpha val="100000"/>
                </ns12:srgbClr>
              </ns12:gs>
              <ns12:gs pos="12492">
                <ns12:srgbClr val="fdf1eb">
                  <ns12:alpha val="100000"/>
                </ns12:srgbClr>
              </ns12:gs>
              <ns12:gs pos="12883">
                <ns12:srgbClr val="fdf1ea">
                  <ns12:alpha val="100000"/>
                </ns12:srgbClr>
              </ns12:gs>
              <ns12:gs pos="13273">
                <ns12:srgbClr val="fdf1ea">
                  <ns12:alpha val="100000"/>
                </ns12:srgbClr>
              </ns12:gs>
              <ns12:gs pos="14055">
                <ns12:srgbClr val="fdf1ea">
                  <ns12:alpha val="100000"/>
                </ns12:srgbClr>
              </ns12:gs>
              <ns12:gs pos="15618">
                <ns12:srgbClr val="fdf0ea">
                  <ns12:alpha val="100000"/>
                </ns12:srgbClr>
              </ns12:gs>
              <ns12:gs pos="17181">
                <ns12:srgbClr val="fdf0ea">
                  <ns12:alpha val="100000"/>
                </ns12:srgbClr>
              </ns12:gs>
              <ns12:gs pos="17962">
                <ns12:srgbClr val="fdf0ea">
                  <ns12:alpha val="100000"/>
                </ns12:srgbClr>
              </ns12:gs>
              <ns12:gs pos="18743">
                <ns12:srgbClr val="fdf0e9">
                  <ns12:alpha val="100000"/>
                </ns12:srgbClr>
              </ns12:gs>
              <ns12:gs pos="21869">
                <ns12:srgbClr val="fdf0e9">
                  <ns12:alpha val="100000"/>
                </ns12:srgbClr>
              </ns12:gs>
              <ns12:gs pos="23432">
                <ns12:srgbClr val="fdefe9">
                  <ns12:alpha val="100000"/>
                </ns12:srgbClr>
              </ns12:gs>
              <ns12:gs pos="24995">
                <ns12:srgbClr val="fdefe8">
                  <ns12:alpha val="100000"/>
                </ns12:srgbClr>
              </ns12:gs>
              <ns12:gs pos="28121">
                <ns12:srgbClr val="fdefe8">
                  <ns12:alpha val="100000"/>
                </ns12:srgbClr>
              </ns12:gs>
              <ns12:gs pos="28902">
                <ns12:srgbClr val="fdefe8">
                  <ns12:alpha val="100000"/>
                </ns12:srgbClr>
              </ns12:gs>
              <ns12:gs pos="29293">
                <ns12:srgbClr val="fdefe7">
                  <ns12:alpha val="100000"/>
                </ns12:srgbClr>
              </ns12:gs>
              <ns12:gs pos="29683">
                <ns12:srgbClr val="fdefe7">
                  <ns12:alpha val="100000"/>
                </ns12:srgbClr>
              </ns12:gs>
              <ns12:gs pos="30074">
                <ns12:srgbClr val="fceee7">
                  <ns12:alpha val="100000"/>
                </ns12:srgbClr>
              </ns12:gs>
              <ns12:gs pos="30465">
                <ns12:srgbClr val="fceee7">
                  <ns12:alpha val="100000"/>
                </ns12:srgbClr>
              </ns12:gs>
              <ns12:gs pos="31246">
                <ns12:srgbClr val="fceee7">
                  <ns12:alpha val="100000"/>
                </ns12:srgbClr>
              </ns12:gs>
              <ns12:gs pos="34372">
                <ns12:srgbClr val="fceee7">
                  <ns12:alpha val="100000"/>
                </ns12:srgbClr>
              </ns12:gs>
              <ns12:gs pos="37498">
                <ns12:srgbClr val="fceee6">
                  <ns12:alpha val="100000"/>
                </ns12:srgbClr>
              </ns12:gs>
              <ns12:gs pos="39061">
                <ns12:srgbClr val="fcede6">
                  <ns12:alpha val="100000"/>
                </ns12:srgbClr>
              </ns12:gs>
              <ns12:gs pos="39842">
                <ns12:srgbClr val="fcede6">
                  <ns12:alpha val="100000"/>
                </ns12:srgbClr>
              </ns12:gs>
              <ns12:gs pos="40623">
                <ns12:srgbClr val="fcede5">
                  <ns12:alpha val="100000"/>
                </ns12:srgbClr>
              </ns12:gs>
              <ns12:gs pos="43749">
                <ns12:srgbClr val="fcede5">
                  <ns12:alpha val="100000"/>
                </ns12:srgbClr>
              </ns12:gs>
              <ns12:gs pos="45312">
                <ns12:srgbClr val="fcede5">
                  <ns12:alpha val="100000"/>
                </ns12:srgbClr>
              </ns12:gs>
              <ns12:gs pos="46875">
                <ns12:srgbClr val="fcece4">
                  <ns12:alpha val="100000"/>
                </ns12:srgbClr>
              </ns12:gs>
              <ns12:gs pos="50001">
                <ns12:srgbClr val="fcece4">
                  <ns12:alpha val="100000"/>
                </ns12:srgbClr>
              </ns12:gs>
              <ns12:gs pos="50782">
                <ns12:srgbClr val="fcece4">
                  <ns12:alpha val="100000"/>
                </ns12:srgbClr>
              </ns12:gs>
              <ns12:gs pos="51563">
                <ns12:srgbClr val="fcece3">
                  <ns12:alpha val="100000"/>
                </ns12:srgbClr>
              </ns12:gs>
              <ns12:gs pos="53126">
                <ns12:srgbClr val="fcece3">
                  <ns12:alpha val="100000"/>
                </ns12:srgbClr>
              </ns12:gs>
              <ns12:gs pos="53517">
                <ns12:srgbClr val="fcebe3">
                  <ns12:alpha val="100000"/>
                </ns12:srgbClr>
              </ns12:gs>
              <ns12:gs pos="53908">
                <ns12:srgbClr val="fcebe3">
                  <ns12:alpha val="100000"/>
                </ns12:srgbClr>
              </ns12:gs>
              <ns12:gs pos="54689">
                <ns12:srgbClr val="fcebe3">
                  <ns12:alpha val="100000"/>
                </ns12:srgbClr>
              </ns12:gs>
              <ns12:gs pos="55470">
                <ns12:srgbClr val="fcebe3">
                  <ns12:alpha val="100000"/>
                </ns12:srgbClr>
              </ns12:gs>
              <ns12:gs pos="55861">
                <ns12:srgbClr val="fcebe2">
                  <ns12:alpha val="100000"/>
                </ns12:srgbClr>
              </ns12:gs>
              <ns12:gs pos="56252">
                <ns12:srgbClr val="fcebe2">
                  <ns12:alpha val="100000"/>
                </ns12:srgbClr>
              </ns12:gs>
              <ns12:gs pos="59378">
                <ns12:srgbClr val="fcebe2">
                  <ns12:alpha val="100000"/>
                </ns12:srgbClr>
              </ns12:gs>
              <ns12:gs pos="60940">
                <ns12:srgbClr val="fcebe2">
                  <ns12:alpha val="100000"/>
                </ns12:srgbClr>
              </ns12:gs>
              <ns12:gs pos="61331">
                <ns12:srgbClr val="fceae2">
                  <ns12:alpha val="100000"/>
                </ns12:srgbClr>
              </ns12:gs>
              <ns12:gs pos="61722">
                <ns12:srgbClr val="fceae2">
                  <ns12:alpha val="100000"/>
                </ns12:srgbClr>
              </ns12:gs>
              <ns12:gs pos="62503">
                <ns12:srgbClr val="fceae1">
                  <ns12:alpha val="100000"/>
                </ns12:srgbClr>
              </ns12:gs>
              <ns12:gs pos="65629">
                <ns12:srgbClr val="fceae1">
                  <ns12:alpha val="100000"/>
                </ns12:srgbClr>
              </ns12:gs>
              <ns12:gs pos="67192">
                <ns12:srgbClr val="fceae1">
                  <ns12:alpha val="100000"/>
                </ns12:srgbClr>
              </ns12:gs>
              <ns12:gs pos="68755">
                <ns12:srgbClr val="fceae0">
                  <ns12:alpha val="100000"/>
                </ns12:srgbClr>
              </ns12:gs>
              <ns12:gs pos="71880">
                <ns12:srgbClr val="fce9e0">
                  <ns12:alpha val="100000"/>
                </ns12:srgbClr>
              </ns12:gs>
              <ns12:gs pos="72271">
                <ns12:srgbClr val="fce9df">
                  <ns12:alpha val="100000"/>
                </ns12:srgbClr>
              </ns12:gs>
              <ns12:gs pos="72662">
                <ns12:srgbClr val="fce9df">
                  <ns12:alpha val="100000"/>
                </ns12:srgbClr>
              </ns12:gs>
              <ns12:gs pos="73443">
                <ns12:srgbClr val="fce9df">
                  <ns12:alpha val="100000"/>
                </ns12:srgbClr>
              </ns12:gs>
              <ns12:gs pos="75006">
                <ns12:srgbClr val="fce9df">
                  <ns12:alpha val="100000"/>
                </ns12:srgbClr>
              </ns12:gs>
              <ns12:gs pos="76569">
                <ns12:srgbClr val="fce9df">
                  <ns12:alpha val="100000"/>
                </ns12:srgbClr>
              </ns12:gs>
              <ns12:gs pos="77350">
                <ns12:srgbClr val="fce8df">
                  <ns12:alpha val="100000"/>
                </ns12:srgbClr>
              </ns12:gs>
              <ns12:gs pos="77741">
                <ns12:srgbClr val="fce8de">
                  <ns12:alpha val="100000"/>
                </ns12:srgbClr>
              </ns12:gs>
              <ns12:gs pos="78132">
                <ns12:srgbClr val="fce8de">
                  <ns12:alpha val="100000"/>
                </ns12:srgbClr>
              </ns12:gs>
              <ns12:gs pos="78913">
                <ns12:srgbClr val="fce8de">
                  <ns12:alpha val="100000"/>
                </ns12:srgbClr>
              </ns12:gs>
              <ns12:gs pos="79304">
                <ns12:srgbClr val="fbe8de">
                  <ns12:alpha val="100000"/>
                </ns12:srgbClr>
              </ns12:gs>
              <ns12:gs pos="79695">
                <ns12:srgbClr val="fbe8de">
                  <ns12:alpha val="100000"/>
                </ns12:srgbClr>
              </ns12:gs>
              <ns12:gs pos="81258">
                <ns12:srgbClr val="fbe8de">
                  <ns12:alpha val="100000"/>
                </ns12:srgbClr>
              </ns12:gs>
              <ns12:gs pos="82820">
                <ns12:srgbClr val="fbe8de">
                  <ns12:alpha val="100000"/>
                </ns12:srgbClr>
              </ns12:gs>
              <ns12:gs pos="83211">
                <ns12:srgbClr val="fbe8dd">
                  <ns12:alpha val="100000"/>
                </ns12:srgbClr>
              </ns12:gs>
              <ns12:gs pos="83602">
                <ns12:srgbClr val="fbe8dd">
                  <ns12:alpha val="100000"/>
                </ns12:srgbClr>
              </ns12:gs>
              <ns12:gs pos="84383">
                <ns12:srgbClr val="fbe8dd">
                  <ns12:alpha val="100000"/>
                </ns12:srgbClr>
              </ns12:gs>
              <ns12:gs pos="84774">
                <ns12:srgbClr val="fbe7dd">
                  <ns12:alpha val="100000"/>
                </ns12:srgbClr>
              </ns12:gs>
              <ns12:gs pos="85165">
                <ns12:srgbClr val="fbe7dd">
                  <ns12:alpha val="100000"/>
                </ns12:srgbClr>
              </ns12:gs>
              <ns12:gs pos="85946">
                <ns12:srgbClr val="fbe7dd">
                  <ns12:alpha val="100000"/>
                </ns12:srgbClr>
              </ns12:gs>
              <ns12:gs pos="87509">
                <ns12:srgbClr val="fbe7dd">
                  <ns12:alpha val="100000"/>
                </ns12:srgbClr>
              </ns12:gs>
              <ns12:gs pos="88290">
                <ns12:srgbClr val="fbe7dd">
                  <ns12:alpha val="100000"/>
                </ns12:srgbClr>
              </ns12:gs>
              <ns12:gs pos="88681">
                <ns12:srgbClr val="fbe7dc">
                  <ns12:alpha val="100000"/>
                </ns12:srgbClr>
              </ns12:gs>
              <ns12:gs pos="89072">
                <ns12:srgbClr val="fbe7dc">
                  <ns12:alpha val="100000"/>
                </ns12:srgbClr>
              </ns12:gs>
              <ns12:gs pos="90635">
                <ns12:srgbClr val="fbe7dc">
                  <ns12:alpha val="100000"/>
                </ns12:srgbClr>
              </ns12:gs>
              <ns12:gs pos="92198">
                <ns12:srgbClr val="fbe7dc">
                  <ns12:alpha val="100000"/>
                </ns12:srgbClr>
              </ns12:gs>
              <ns12:gs pos="93760">
                <ns12:srgbClr val="fbe6dc">
                  <ns12:alpha val="100000"/>
                </ns12:srgbClr>
              </ns12:gs>
              <ns12:gs pos="96886">
                <ns12:srgbClr val="fbe6db">
                  <ns12:alpha val="100000"/>
                </ns12:srgbClr>
              </ns12:gs>
              <ns12:gs pos="98449">
                <ns12:srgbClr val="fbe6db">
                  <ns12:alpha val="100000"/>
                </ns12:srgbClr>
              </ns12:gs>
              <ns12:gs pos="99230">
                <ns12:srgbClr val="fbe6db">
                  <ns12:alpha val="100000"/>
                </ns12:srgbClr>
              </ns12:gs>
              <ns12:gs pos="99621">
                <ns12:srgbClr val="fbe6da">
                  <ns12:alpha val="100000"/>
                </ns12:srgbClr>
              </ns12:gs>
              <ns12:gs pos="100000">
                <ns12:srgbClr val="fbe6da">
                  <ns12:alpha val="100000"/>
                </ns12:srgbClr>
              </ns12:gs>
            </ns12:gsLst>
            <ns12:lin ang="5400000" scaled="1"/>
          </ns12:gradFill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EE8C1-483B-4F95-A453-0374FA4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9" y="3134074"/>
            <a:ext cx="2684585" cy="2166763"/>
          </a:xfrm>
          <a:custGeom xmlns:a="http://schemas.openxmlformats.org/drawingml/2006/main">
            <a:pathLst>
              <a:path w="2684585" h="2166763" fill="none">
                <a:moveTo>
                  <a:pt x="244264" y="713393"/>
                </a:moveTo>
                <a:lnTo>
                  <a:pt x="241361" y="682004"/>
                </a:lnTo>
                <a:lnTo>
                  <a:pt x="240403" y="650898"/>
                </a:lnTo>
                <a:lnTo>
                  <a:pt x="241335" y="620152"/>
                </a:lnTo>
                <a:lnTo>
                  <a:pt x="244104" y="589845"/>
                </a:lnTo>
                <a:lnTo>
                  <a:pt x="248657" y="560052"/>
                </a:lnTo>
                <a:lnTo>
                  <a:pt x="254941" y="530853"/>
                </a:lnTo>
                <a:lnTo>
                  <a:pt x="262903" y="502323"/>
                </a:lnTo>
                <a:lnTo>
                  <a:pt x="272488" y="474541"/>
                </a:lnTo>
                <a:lnTo>
                  <a:pt x="283643" y="447583"/>
                </a:lnTo>
                <a:lnTo>
                  <a:pt x="296316" y="421528"/>
                </a:lnTo>
                <a:lnTo>
                  <a:pt x="310452" y="396452"/>
                </a:lnTo>
                <a:lnTo>
                  <a:pt x="325999" y="372433"/>
                </a:lnTo>
                <a:lnTo>
                  <a:pt x="342902" y="349548"/>
                </a:lnTo>
                <a:lnTo>
                  <a:pt x="361109" y="327875"/>
                </a:lnTo>
                <a:lnTo>
                  <a:pt x="380566" y="307490"/>
                </a:lnTo>
                <a:lnTo>
                  <a:pt x="401220" y="288472"/>
                </a:lnTo>
                <a:lnTo>
                  <a:pt x="423017" y="270898"/>
                </a:lnTo>
                <a:lnTo>
                  <a:pt x="445904" y="254845"/>
                </a:lnTo>
                <a:lnTo>
                  <a:pt x="469828" y="240390"/>
                </a:lnTo>
                <a:lnTo>
                  <a:pt x="494735" y="227611"/>
                </a:lnTo>
                <a:lnTo>
                  <a:pt x="520571" y="216586"/>
                </a:lnTo>
                <a:lnTo>
                  <a:pt x="547284" y="207391"/>
                </a:lnTo>
                <a:lnTo>
                  <a:pt x="574820" y="200104"/>
                </a:lnTo>
                <a:lnTo>
                  <a:pt x="603126" y="194802"/>
                </a:lnTo>
                <a:lnTo>
                  <a:pt x="614742" y="193239"/>
                </a:lnTo>
                <a:lnTo>
                  <a:pt x="626369" y="192037"/>
                </a:lnTo>
                <a:lnTo>
                  <a:pt x="638000" y="191195"/>
                </a:lnTo>
                <a:lnTo>
                  <a:pt x="649629" y="190711"/>
                </a:lnTo>
                <a:lnTo>
                  <a:pt x="661249" y="190584"/>
                </a:lnTo>
                <a:lnTo>
                  <a:pt x="672853" y="190811"/>
                </a:lnTo>
                <a:lnTo>
                  <a:pt x="684434" y="191392"/>
                </a:lnTo>
                <a:lnTo>
                  <a:pt x="695987" y="192325"/>
                </a:lnTo>
                <a:lnTo>
                  <a:pt x="707503" y="193609"/>
                </a:lnTo>
                <a:lnTo>
                  <a:pt x="718978" y="195241"/>
                </a:lnTo>
                <a:lnTo>
                  <a:pt x="730403" y="197220"/>
                </a:lnTo>
                <a:lnTo>
                  <a:pt x="741773" y="199546"/>
                </a:lnTo>
                <a:lnTo>
                  <a:pt x="753081" y="202215"/>
                </a:lnTo>
                <a:lnTo>
                  <a:pt x="764320" y="205227"/>
                </a:lnTo>
                <a:lnTo>
                  <a:pt x="775484" y="208580"/>
                </a:lnTo>
                <a:lnTo>
                  <a:pt x="786565" y="212272"/>
                </a:lnTo>
                <a:lnTo>
                  <a:pt x="797558" y="216303"/>
                </a:lnTo>
                <a:lnTo>
                  <a:pt x="808455" y="220670"/>
                </a:lnTo>
                <a:lnTo>
                  <a:pt x="819250" y="225372"/>
                </a:lnTo>
                <a:lnTo>
                  <a:pt x="829936" y="230407"/>
                </a:lnTo>
                <a:lnTo>
                  <a:pt x="840508" y="235774"/>
                </a:lnTo>
                <a:lnTo>
                  <a:pt x="850957" y="241471"/>
                </a:lnTo>
                <a:lnTo>
                  <a:pt x="861278" y="247496"/>
                </a:lnTo>
                <a:lnTo>
                  <a:pt x="871463" y="253849"/>
                </a:lnTo>
                <a:lnTo>
                  <a:pt x="882765" y="232201"/>
                </a:lnTo>
                <a:lnTo>
                  <a:pt x="895194" y="211724"/>
                </a:lnTo>
                <a:lnTo>
                  <a:pt x="908684" y="192440"/>
                </a:lnTo>
                <a:lnTo>
                  <a:pt x="923168" y="174372"/>
                </a:lnTo>
                <a:lnTo>
                  <a:pt x="938579" y="157543"/>
                </a:lnTo>
                <a:lnTo>
                  <a:pt x="954851" y="141975"/>
                </a:lnTo>
                <a:lnTo>
                  <a:pt x="971917" y="127690"/>
                </a:lnTo>
                <a:lnTo>
                  <a:pt x="989711" y="114711"/>
                </a:lnTo>
                <a:lnTo>
                  <a:pt x="1008166" y="103061"/>
                </a:lnTo>
                <a:lnTo>
                  <a:pt x="1027215" y="92760"/>
                </a:lnTo>
                <a:lnTo>
                  <a:pt x="1046791" y="83833"/>
                </a:lnTo>
                <a:lnTo>
                  <a:pt x="1066828" y="76302"/>
                </a:lnTo>
                <a:lnTo>
                  <a:pt x="1087259" y="70188"/>
                </a:lnTo>
                <a:lnTo>
                  <a:pt x="1108018" y="65515"/>
                </a:lnTo>
                <a:lnTo>
                  <a:pt x="1129038" y="62305"/>
                </a:lnTo>
                <a:lnTo>
                  <a:pt x="1150251" y="60579"/>
                </a:lnTo>
                <a:lnTo>
                  <a:pt x="1171593" y="60362"/>
                </a:lnTo>
                <a:lnTo>
                  <a:pt x="1192995" y="61674"/>
                </a:lnTo>
                <a:lnTo>
                  <a:pt x="1214391" y="64539"/>
                </a:lnTo>
                <a:lnTo>
                  <a:pt x="1235715" y="68979"/>
                </a:lnTo>
                <a:lnTo>
                  <a:pt x="1256900" y="75017"/>
                </a:lnTo>
                <a:lnTo>
                  <a:pt x="1277878" y="82674"/>
                </a:lnTo>
                <a:lnTo>
                  <a:pt x="1298585" y="91973"/>
                </a:lnTo>
                <a:lnTo>
                  <a:pt x="1318952" y="102937"/>
                </a:lnTo>
                <a:lnTo>
                  <a:pt x="1322470" y="105025"/>
                </a:lnTo>
                <a:lnTo>
                  <a:pt x="1325963" y="107158"/>
                </a:lnTo>
                <a:lnTo>
                  <a:pt x="1329431" y="109336"/>
                </a:lnTo>
                <a:lnTo>
                  <a:pt x="1332874" y="111558"/>
                </a:lnTo>
                <a:lnTo>
                  <a:pt x="1336291" y="113825"/>
                </a:lnTo>
                <a:lnTo>
                  <a:pt x="1339682" y="116137"/>
                </a:lnTo>
                <a:lnTo>
                  <a:pt x="1343047" y="118492"/>
                </a:lnTo>
                <a:lnTo>
                  <a:pt x="1346386" y="120892"/>
                </a:lnTo>
                <a:lnTo>
                  <a:pt x="1349698" y="123335"/>
                </a:lnTo>
                <a:lnTo>
                  <a:pt x="1352983" y="125822"/>
                </a:lnTo>
                <a:lnTo>
                  <a:pt x="1356241" y="128353"/>
                </a:lnTo>
                <a:lnTo>
                  <a:pt x="1359471" y="130926"/>
                </a:lnTo>
                <a:lnTo>
                  <a:pt x="1362673" y="133543"/>
                </a:lnTo>
                <a:lnTo>
                  <a:pt x="1365847" y="136203"/>
                </a:lnTo>
                <a:lnTo>
                  <a:pt x="1368992" y="138905"/>
                </a:lnTo>
                <a:lnTo>
                  <a:pt x="1372109" y="141649"/>
                </a:lnTo>
                <a:lnTo>
                  <a:pt x="1375196" y="144436"/>
                </a:lnTo>
                <a:lnTo>
                  <a:pt x="1378254" y="147265"/>
                </a:lnTo>
                <a:lnTo>
                  <a:pt x="1381283" y="150136"/>
                </a:lnTo>
                <a:lnTo>
                  <a:pt x="1384282" y="153048"/>
                </a:lnTo>
                <a:lnTo>
                  <a:pt x="1387250" y="156002"/>
                </a:lnTo>
                <a:lnTo>
                  <a:pt x="1390188" y="158997"/>
                </a:lnTo>
                <a:lnTo>
                  <a:pt x="1393095" y="162033"/>
                </a:lnTo>
                <a:lnTo>
                  <a:pt x="1395971" y="165110"/>
                </a:lnTo>
                <a:lnTo>
                  <a:pt x="1404805" y="147152"/>
                </a:lnTo>
                <a:lnTo>
                  <a:pt x="1414584" y="130125"/>
                </a:lnTo>
                <a:lnTo>
                  <a:pt x="1425253" y="114049"/>
                </a:lnTo>
                <a:lnTo>
                  <a:pt x="1436759" y="98945"/>
                </a:lnTo>
                <a:lnTo>
                  <a:pt x="1449047" y="84831"/>
                </a:lnTo>
                <a:lnTo>
                  <a:pt x="1462064" y="71729"/>
                </a:lnTo>
                <a:lnTo>
                  <a:pt x="1475756" y="59657"/>
                </a:lnTo>
                <a:lnTo>
                  <a:pt x="1490067" y="48636"/>
                </a:lnTo>
                <a:lnTo>
                  <a:pt x="1504945" y="38685"/>
                </a:lnTo>
                <a:lnTo>
                  <a:pt x="1520335" y="29825"/>
                </a:lnTo>
                <a:lnTo>
                  <a:pt x="1536183" y="22075"/>
                </a:lnTo>
                <a:lnTo>
                  <a:pt x="1552436" y="15454"/>
                </a:lnTo>
                <a:lnTo>
                  <a:pt x="1569038" y="9984"/>
                </a:lnTo>
                <a:lnTo>
                  <a:pt x="1585936" y="5684"/>
                </a:lnTo>
                <a:lnTo>
                  <a:pt x="1603076" y="2573"/>
                </a:lnTo>
                <a:lnTo>
                  <a:pt x="1620404" y="672"/>
                </a:lnTo>
                <a:lnTo>
                  <a:pt x="1637865" y="0"/>
                </a:lnTo>
                <a:lnTo>
                  <a:pt x="1655406" y="577"/>
                </a:lnTo>
                <a:lnTo>
                  <a:pt x="1672973" y="2424"/>
                </a:lnTo>
                <a:lnTo>
                  <a:pt x="1690511" y="5559"/>
                </a:lnTo>
                <a:lnTo>
                  <a:pt x="1707967" y="10004"/>
                </a:lnTo>
                <a:lnTo>
                  <a:pt x="1725286" y="15777"/>
                </a:lnTo>
                <a:lnTo>
                  <a:pt x="1742414" y="22898"/>
                </a:lnTo>
                <a:lnTo>
                  <a:pt x="1759297" y="31388"/>
                </a:lnTo>
                <a:lnTo>
                  <a:pt x="1763905" y="33975"/>
                </a:lnTo>
                <a:lnTo>
                  <a:pt x="1768461" y="36656"/>
                </a:lnTo>
                <a:lnTo>
                  <a:pt x="1772965" y="39431"/>
                </a:lnTo>
                <a:lnTo>
                  <a:pt x="1777416" y="42297"/>
                </a:lnTo>
                <a:lnTo>
                  <a:pt x="1781813" y="45255"/>
                </a:lnTo>
                <a:lnTo>
                  <a:pt x="1786155" y="48302"/>
                </a:lnTo>
                <a:lnTo>
                  <a:pt x="1790440" y="51439"/>
                </a:lnTo>
                <a:lnTo>
                  <a:pt x="1794669" y="54663"/>
                </a:lnTo>
                <a:lnTo>
                  <a:pt x="1798839" y="57975"/>
                </a:lnTo>
                <a:lnTo>
                  <a:pt x="1802951" y="61372"/>
                </a:lnTo>
                <a:lnTo>
                  <a:pt x="1807002" y="64853"/>
                </a:lnTo>
                <a:lnTo>
                  <a:pt x="1810992" y="68419"/>
                </a:lnTo>
                <a:lnTo>
                  <a:pt x="1814920" y="72066"/>
                </a:lnTo>
                <a:lnTo>
                  <a:pt x="1818784" y="75796"/>
                </a:lnTo>
                <a:lnTo>
                  <a:pt x="1822585" y="79606"/>
                </a:lnTo>
                <a:lnTo>
                  <a:pt x="1826320" y="83495"/>
                </a:lnTo>
                <a:lnTo>
                  <a:pt x="1829988" y="87462"/>
                </a:lnTo>
                <a:lnTo>
                  <a:pt x="1833590" y="91507"/>
                </a:lnTo>
                <a:lnTo>
                  <a:pt x="1837123" y="95628"/>
                </a:lnTo>
                <a:lnTo>
                  <a:pt x="1840587" y="99823"/>
                </a:lnTo>
                <a:lnTo>
                  <a:pt x="1843981" y="104093"/>
                </a:lnTo>
                <a:lnTo>
                  <a:pt x="1847303" y="108436"/>
                </a:lnTo>
                <a:lnTo>
                  <a:pt x="1850553" y="112851"/>
                </a:lnTo>
                <a:lnTo>
                  <a:pt x="1853729" y="117337"/>
                </a:lnTo>
                <a:lnTo>
                  <a:pt x="1867599" y="100561"/>
                </a:lnTo>
                <a:lnTo>
                  <a:pt x="1882266" y="85062"/>
                </a:lnTo>
                <a:lnTo>
                  <a:pt x="1897667" y="70848"/>
                </a:lnTo>
                <a:lnTo>
                  <a:pt x="1913739" y="57922"/>
                </a:lnTo>
                <a:lnTo>
                  <a:pt x="1930418" y="46291"/>
                </a:lnTo>
                <a:lnTo>
                  <a:pt x="1947641" y="35961"/>
                </a:lnTo>
                <a:lnTo>
                  <a:pt x="1965344" y="26938"/>
                </a:lnTo>
                <a:lnTo>
                  <a:pt x="1983466" y="19226"/>
                </a:lnTo>
                <a:lnTo>
                  <a:pt x="2001941" y="12832"/>
                </a:lnTo>
                <a:lnTo>
                  <a:pt x="2020708" y="7761"/>
                </a:lnTo>
                <a:lnTo>
                  <a:pt x="2039702" y="4020"/>
                </a:lnTo>
                <a:lnTo>
                  <a:pt x="2058861" y="1613"/>
                </a:lnTo>
                <a:lnTo>
                  <a:pt x="2078120" y="548"/>
                </a:lnTo>
                <a:lnTo>
                  <a:pt x="2097418" y="828"/>
                </a:lnTo>
                <a:lnTo>
                  <a:pt x="2116690" y="2461"/>
                </a:lnTo>
                <a:lnTo>
                  <a:pt x="2135874" y="5451"/>
                </a:lnTo>
                <a:lnTo>
                  <a:pt x="2154906" y="9805"/>
                </a:lnTo>
                <a:lnTo>
                  <a:pt x="2173722" y="15528"/>
                </a:lnTo>
                <a:lnTo>
                  <a:pt x="2192260" y="22626"/>
                </a:lnTo>
                <a:lnTo>
                  <a:pt x="2210456" y="31104"/>
                </a:lnTo>
                <a:lnTo>
                  <a:pt x="2228248" y="40969"/>
                </a:lnTo>
                <a:lnTo>
                  <a:pt x="2245571" y="52226"/>
                </a:lnTo>
                <a:lnTo>
                  <a:pt x="2262362" y="64881"/>
                </a:lnTo>
                <a:lnTo>
                  <a:pt x="2278559" y="78939"/>
                </a:lnTo>
                <a:lnTo>
                  <a:pt x="2285138" y="85245"/>
                </a:lnTo>
                <a:lnTo>
                  <a:pt x="2291533" y="91741"/>
                </a:lnTo>
                <a:lnTo>
                  <a:pt x="2297743" y="98422"/>
                </a:lnTo>
                <a:lnTo>
                  <a:pt x="2303765" y="105283"/>
                </a:lnTo>
                <a:lnTo>
                  <a:pt x="2309595" y="112319"/>
                </a:lnTo>
                <a:lnTo>
                  <a:pt x="2315232" y="119525"/>
                </a:lnTo>
                <a:lnTo>
                  <a:pt x="2320671" y="126896"/>
                </a:lnTo>
                <a:lnTo>
                  <a:pt x="2325911" y="134427"/>
                </a:lnTo>
                <a:lnTo>
                  <a:pt x="2330949" y="142112"/>
                </a:lnTo>
                <a:lnTo>
                  <a:pt x="2335781" y="149947"/>
                </a:lnTo>
                <a:lnTo>
                  <a:pt x="2340406" y="157927"/>
                </a:lnTo>
                <a:lnTo>
                  <a:pt x="2344820" y="166045"/>
                </a:lnTo>
                <a:lnTo>
                  <a:pt x="2349021" y="174298"/>
                </a:lnTo>
                <a:lnTo>
                  <a:pt x="2353005" y="182680"/>
                </a:lnTo>
                <a:lnTo>
                  <a:pt x="2356771" y="191187"/>
                </a:lnTo>
                <a:lnTo>
                  <a:pt x="2360315" y="199812"/>
                </a:lnTo>
                <a:lnTo>
                  <a:pt x="2363635" y="208551"/>
                </a:lnTo>
                <a:lnTo>
                  <a:pt x="2366727" y="217400"/>
                </a:lnTo>
                <a:lnTo>
                  <a:pt x="2369590" y="226352"/>
                </a:lnTo>
                <a:lnTo>
                  <a:pt x="2372220" y="235402"/>
                </a:lnTo>
                <a:lnTo>
                  <a:pt x="2374614" y="244546"/>
                </a:lnTo>
                <a:lnTo>
                  <a:pt x="2376770" y="253779"/>
                </a:lnTo>
                <a:lnTo>
                  <a:pt x="2378686" y="263095"/>
                </a:lnTo>
                <a:lnTo>
                  <a:pt x="2380357" y="272490"/>
                </a:lnTo>
                <a:lnTo>
                  <a:pt x="2402020" y="279874"/>
                </a:lnTo>
                <a:lnTo>
                  <a:pt x="2422895" y="288726"/>
                </a:lnTo>
                <a:lnTo>
                  <a:pt x="2442947" y="298979"/>
                </a:lnTo>
                <a:lnTo>
                  <a:pt x="2462141" y="310568"/>
                </a:lnTo>
                <a:lnTo>
                  <a:pt x="2480444" y="323426"/>
                </a:lnTo>
                <a:lnTo>
                  <a:pt x="2497821" y="337485"/>
                </a:lnTo>
                <a:lnTo>
                  <a:pt x="2514237" y="352679"/>
                </a:lnTo>
                <a:lnTo>
                  <a:pt x="2529657" y="368943"/>
                </a:lnTo>
                <a:lnTo>
                  <a:pt x="2544047" y="386209"/>
                </a:lnTo>
                <a:lnTo>
                  <a:pt x="2557372" y="404410"/>
                </a:lnTo>
                <a:lnTo>
                  <a:pt x="2569597" y="423481"/>
                </a:lnTo>
                <a:lnTo>
                  <a:pt x="2580689" y="443354"/>
                </a:lnTo>
                <a:lnTo>
                  <a:pt x="2590613" y="463963"/>
                </a:lnTo>
                <a:lnTo>
                  <a:pt x="2599333" y="485242"/>
                </a:lnTo>
                <a:lnTo>
                  <a:pt x="2606815" y="507123"/>
                </a:lnTo>
                <a:lnTo>
                  <a:pt x="2613025" y="529541"/>
                </a:lnTo>
                <a:lnTo>
                  <a:pt x="2617928" y="552428"/>
                </a:lnTo>
                <a:lnTo>
                  <a:pt x="2621490" y="575719"/>
                </a:lnTo>
                <a:lnTo>
                  <a:pt x="2623676" y="599346"/>
                </a:lnTo>
                <a:lnTo>
                  <a:pt x="2624451" y="623244"/>
                </a:lnTo>
                <a:lnTo>
                  <a:pt x="2623781" y="647345"/>
                </a:lnTo>
                <a:lnTo>
                  <a:pt x="2621631" y="671582"/>
                </a:lnTo>
                <a:lnTo>
                  <a:pt x="2617966" y="695890"/>
                </a:lnTo>
                <a:lnTo>
                  <a:pt x="2612752" y="720202"/>
                </a:lnTo>
                <a:lnTo>
                  <a:pt x="2612244" y="722238"/>
                </a:lnTo>
                <a:lnTo>
                  <a:pt x="2611725" y="724271"/>
                </a:lnTo>
                <a:lnTo>
                  <a:pt x="2611194" y="726302"/>
                </a:lnTo>
                <a:lnTo>
                  <a:pt x="2610651" y="728330"/>
                </a:lnTo>
                <a:lnTo>
                  <a:pt x="2610098" y="730355"/>
                </a:lnTo>
                <a:lnTo>
                  <a:pt x="2609533" y="732378"/>
                </a:lnTo>
                <a:lnTo>
                  <a:pt x="2608957" y="734396"/>
                </a:lnTo>
                <a:lnTo>
                  <a:pt x="2608370" y="736412"/>
                </a:lnTo>
                <a:lnTo>
                  <a:pt x="2607773" y="738424"/>
                </a:lnTo>
                <a:lnTo>
                  <a:pt x="2607164" y="740433"/>
                </a:lnTo>
                <a:lnTo>
                  <a:pt x="2606545" y="742437"/>
                </a:lnTo>
                <a:lnTo>
                  <a:pt x="2605916" y="744438"/>
                </a:lnTo>
                <a:lnTo>
                  <a:pt x="2605276" y="746435"/>
                </a:lnTo>
                <a:lnTo>
                  <a:pt x="2604625" y="748427"/>
                </a:lnTo>
                <a:lnTo>
                  <a:pt x="2603964" y="750415"/>
                </a:lnTo>
                <a:lnTo>
                  <a:pt x="2603294" y="752399"/>
                </a:lnTo>
                <a:lnTo>
                  <a:pt x="2602613" y="754378"/>
                </a:lnTo>
                <a:lnTo>
                  <a:pt x="2601922" y="756352"/>
                </a:lnTo>
                <a:lnTo>
                  <a:pt x="2601221" y="758321"/>
                </a:lnTo>
                <a:lnTo>
                  <a:pt x="2600510" y="760285"/>
                </a:lnTo>
                <a:lnTo>
                  <a:pt x="2599790" y="762244"/>
                </a:lnTo>
                <a:lnTo>
                  <a:pt x="2599060" y="764197"/>
                </a:lnTo>
                <a:lnTo>
                  <a:pt x="2598321" y="766145"/>
                </a:lnTo>
                <a:lnTo>
                  <a:pt x="2597572" y="768088"/>
                </a:lnTo>
                <a:lnTo>
                  <a:pt x="2614335" y="793839"/>
                </a:lnTo>
                <a:lnTo>
                  <a:pt x="2629276" y="820407"/>
                </a:lnTo>
                <a:lnTo>
                  <a:pt x="2642406" y="847696"/>
                </a:lnTo>
                <a:lnTo>
                  <a:pt x="2653737" y="875609"/>
                </a:lnTo>
                <a:lnTo>
                  <a:pt x="2663281" y="904050"/>
                </a:lnTo>
                <a:lnTo>
                  <a:pt x="2671048" y="932922"/>
                </a:lnTo>
                <a:lnTo>
                  <a:pt x="2677051" y="962129"/>
                </a:lnTo>
                <a:lnTo>
                  <a:pt x="2681300" y="991574"/>
                </a:lnTo>
                <a:lnTo>
                  <a:pt x="2683808" y="1021160"/>
                </a:lnTo>
                <a:lnTo>
                  <a:pt x="2684585" y="1050791"/>
                </a:lnTo>
                <a:lnTo>
                  <a:pt x="2683644" y="1080370"/>
                </a:lnTo>
                <a:lnTo>
                  <a:pt x="2680995" y="1109802"/>
                </a:lnTo>
                <a:lnTo>
                  <a:pt x="2676650" y="1138988"/>
                </a:lnTo>
                <a:lnTo>
                  <a:pt x="2670621" y="1167833"/>
                </a:lnTo>
                <a:lnTo>
                  <a:pt x="2662919" y="1196241"/>
                </a:lnTo>
                <a:lnTo>
                  <a:pt x="2653556" y="1224114"/>
                </a:lnTo>
                <a:lnTo>
                  <a:pt x="2642543" y="1251355"/>
                </a:lnTo>
                <a:lnTo>
                  <a:pt x="2629891" y="1277870"/>
                </a:lnTo>
                <a:lnTo>
                  <a:pt x="2615613" y="1303560"/>
                </a:lnTo>
                <a:lnTo>
                  <a:pt x="2599719" y="1328330"/>
                </a:lnTo>
                <a:lnTo>
                  <a:pt x="2582221" y="1352082"/>
                </a:lnTo>
                <a:lnTo>
                  <a:pt x="2563131" y="1374721"/>
                </a:lnTo>
                <a:lnTo>
                  <a:pt x="2542459" y="1396150"/>
                </a:lnTo>
                <a:lnTo>
                  <a:pt x="2520218" y="1416271"/>
                </a:lnTo>
                <a:lnTo>
                  <a:pt x="2512994" y="1422237"/>
                </a:lnTo>
                <a:lnTo>
                  <a:pt x="2505665" y="1428023"/>
                </a:lnTo>
                <a:lnTo>
                  <a:pt x="2498235" y="1433626"/>
                </a:lnTo>
                <a:lnTo>
                  <a:pt x="2490706" y="1439048"/>
                </a:lnTo>
                <a:lnTo>
                  <a:pt x="2483081" y="1444285"/>
                </a:lnTo>
                <a:lnTo>
                  <a:pt x="2475363" y="1449337"/>
                </a:lnTo>
                <a:lnTo>
                  <a:pt x="2467554" y="1454203"/>
                </a:lnTo>
                <a:lnTo>
                  <a:pt x="2459658" y="1458882"/>
                </a:lnTo>
                <a:lnTo>
                  <a:pt x="2451677" y="1463371"/>
                </a:lnTo>
                <a:lnTo>
                  <a:pt x="2443614" y="1467671"/>
                </a:lnTo>
                <a:lnTo>
                  <a:pt x="2435471" y="1471780"/>
                </a:lnTo>
                <a:lnTo>
                  <a:pt x="2427252" y="1475696"/>
                </a:lnTo>
                <a:lnTo>
                  <a:pt x="2418959" y="1479418"/>
                </a:lnTo>
                <a:lnTo>
                  <a:pt x="2410595" y="1482946"/>
                </a:lnTo>
                <a:lnTo>
                  <a:pt x="2402163" y="1486278"/>
                </a:lnTo>
                <a:lnTo>
                  <a:pt x="2393665" y="1489412"/>
                </a:lnTo>
                <a:lnTo>
                  <a:pt x="2385104" y="1492348"/>
                </a:lnTo>
                <a:lnTo>
                  <a:pt x="2376484" y="1495085"/>
                </a:lnTo>
                <a:lnTo>
                  <a:pt x="2367806" y="1497620"/>
                </a:lnTo>
                <a:lnTo>
                  <a:pt x="2359073" y="1499954"/>
                </a:lnTo>
                <a:lnTo>
                  <a:pt x="2350289" y="1502084"/>
                </a:lnTo>
                <a:lnTo>
                  <a:pt x="2341456" y="1504009"/>
                </a:lnTo>
                <a:lnTo>
                  <a:pt x="2332577" y="1505729"/>
                </a:lnTo>
                <a:lnTo>
                  <a:pt x="2323654" y="1507243"/>
                </a:lnTo>
                <a:lnTo>
                  <a:pt x="2322631" y="1534246"/>
                </a:lnTo>
                <a:lnTo>
                  <a:pt x="2319991" y="1560745"/>
                </a:lnTo>
                <a:lnTo>
                  <a:pt x="2315787" y="1586683"/>
                </a:lnTo>
                <a:lnTo>
                  <a:pt x="2310072" y="1612001"/>
                </a:lnTo>
                <a:lnTo>
                  <a:pt x="2302902" y="1636641"/>
                </a:lnTo>
                <a:lnTo>
                  <a:pt x="2294329" y="1660544"/>
                </a:lnTo>
                <a:lnTo>
                  <a:pt x="2284408" y="1683652"/>
                </a:lnTo>
                <a:lnTo>
                  <a:pt x="2273193" y="1705907"/>
                </a:lnTo>
                <a:lnTo>
                  <a:pt x="2260737" y="1727252"/>
                </a:lnTo>
                <a:lnTo>
                  <a:pt x="2247096" y="1747626"/>
                </a:lnTo>
                <a:lnTo>
                  <a:pt x="2232322" y="1766974"/>
                </a:lnTo>
                <a:lnTo>
                  <a:pt x="2216470" y="1785235"/>
                </a:lnTo>
                <a:lnTo>
                  <a:pt x="2199593" y="1802352"/>
                </a:lnTo>
                <a:lnTo>
                  <a:pt x="2181746" y="1818267"/>
                </a:lnTo>
                <a:lnTo>
                  <a:pt x="2162983" y="1832921"/>
                </a:lnTo>
                <a:lnTo>
                  <a:pt x="2143357" y="1846257"/>
                </a:lnTo>
                <a:lnTo>
                  <a:pt x="2122922" y="1858215"/>
                </a:lnTo>
                <a:lnTo>
                  <a:pt x="2101734" y="1868738"/>
                </a:lnTo>
                <a:lnTo>
                  <a:pt x="2079844" y="1877768"/>
                </a:lnTo>
                <a:lnTo>
                  <a:pt x="2057308" y="1885245"/>
                </a:lnTo>
                <a:lnTo>
                  <a:pt x="2034180" y="1891113"/>
                </a:lnTo>
                <a:lnTo>
                  <a:pt x="2010512" y="1895313"/>
                </a:lnTo>
                <a:lnTo>
                  <a:pt x="1986361" y="1897786"/>
                </a:lnTo>
                <a:lnTo>
                  <a:pt x="1961778" y="1898475"/>
                </a:lnTo>
                <a:lnTo>
                  <a:pt x="1953499" y="1898300"/>
                </a:lnTo>
                <a:lnTo>
                  <a:pt x="1945239" y="1897918"/>
                </a:lnTo>
                <a:lnTo>
                  <a:pt x="1937001" y="1897328"/>
                </a:lnTo>
                <a:lnTo>
                  <a:pt x="1928789" y="1896531"/>
                </a:lnTo>
                <a:lnTo>
                  <a:pt x="1920605" y="1895529"/>
                </a:lnTo>
                <a:lnTo>
                  <a:pt x="1912452" y="1894322"/>
                </a:lnTo>
                <a:lnTo>
                  <a:pt x="1904334" y="1892911"/>
                </a:lnTo>
                <a:lnTo>
                  <a:pt x="1896252" y="1891298"/>
                </a:lnTo>
                <a:lnTo>
                  <a:pt x="1888212" y="1889482"/>
                </a:lnTo>
                <a:lnTo>
                  <a:pt x="1880214" y="1887466"/>
                </a:lnTo>
                <a:lnTo>
                  <a:pt x="1872263" y="1885249"/>
                </a:lnTo>
                <a:lnTo>
                  <a:pt x="1864361" y="1882834"/>
                </a:lnTo>
                <a:lnTo>
                  <a:pt x="1856511" y="1880220"/>
                </a:lnTo>
                <a:lnTo>
                  <a:pt x="1848717" y="1877408"/>
                </a:lnTo>
                <a:lnTo>
                  <a:pt x="1840981" y="1874401"/>
                </a:lnTo>
                <a:lnTo>
                  <a:pt x="1833306" y="1871198"/>
                </a:lnTo>
                <a:lnTo>
                  <a:pt x="1825696" y="1867800"/>
                </a:lnTo>
                <a:lnTo>
                  <a:pt x="1818153" y="1864209"/>
                </a:lnTo>
                <a:lnTo>
                  <a:pt x="1810681" y="1860425"/>
                </a:lnTo>
                <a:lnTo>
                  <a:pt x="1803281" y="1856449"/>
                </a:lnTo>
                <a:lnTo>
                  <a:pt x="1795958" y="1852282"/>
                </a:lnTo>
                <a:lnTo>
                  <a:pt x="1788715" y="1847925"/>
                </a:lnTo>
                <a:lnTo>
                  <a:pt x="1781554" y="1843379"/>
                </a:lnTo>
                <a:lnTo>
                  <a:pt x="1774478" y="1838646"/>
                </a:lnTo>
                <a:lnTo>
                  <a:pt x="1765237" y="1868613"/>
                </a:lnTo>
                <a:lnTo>
                  <a:pt x="1754336" y="1897430"/>
                </a:lnTo>
                <a:lnTo>
                  <a:pt x="1741854" y="1925048"/>
                </a:lnTo>
                <a:lnTo>
                  <a:pt x="1727868" y="1951423"/>
                </a:lnTo>
                <a:lnTo>
                  <a:pt x="1712455" y="1976508"/>
                </a:lnTo>
                <a:lnTo>
                  <a:pt x="1695694" y="2000257"/>
                </a:lnTo>
                <a:lnTo>
                  <a:pt x="1677662" y="2022625"/>
                </a:lnTo>
                <a:lnTo>
                  <a:pt x="1658437" y="2043565"/>
                </a:lnTo>
                <a:lnTo>
                  <a:pt x="1638097" y="2063032"/>
                </a:lnTo>
                <a:lnTo>
                  <a:pt x="1616719" y="2080979"/>
                </a:lnTo>
                <a:lnTo>
                  <a:pt x="1594381" y="2097361"/>
                </a:lnTo>
                <a:lnTo>
                  <a:pt x="1571160" y="2112131"/>
                </a:lnTo>
                <a:lnTo>
                  <a:pt x="1547135" y="2125244"/>
                </a:lnTo>
                <a:lnTo>
                  <a:pt x="1522383" y="2136653"/>
                </a:lnTo>
                <a:lnTo>
                  <a:pt x="1496982" y="2146313"/>
                </a:lnTo>
                <a:lnTo>
                  <a:pt x="1471009" y="2154178"/>
                </a:lnTo>
                <a:lnTo>
                  <a:pt x="1444543" y="2160201"/>
                </a:lnTo>
                <a:lnTo>
                  <a:pt x="1417660" y="2164337"/>
                </a:lnTo>
                <a:lnTo>
                  <a:pt x="1390439" y="2166539"/>
                </a:lnTo>
                <a:lnTo>
                  <a:pt x="1362958" y="2166763"/>
                </a:lnTo>
                <a:lnTo>
                  <a:pt x="1335293" y="2164961"/>
                </a:lnTo>
                <a:lnTo>
                  <a:pt x="1307524" y="2161087"/>
                </a:lnTo>
                <a:lnTo>
                  <a:pt x="1279726" y="2155097"/>
                </a:lnTo>
                <a:lnTo>
                  <a:pt x="1251980" y="2146943"/>
                </a:lnTo>
                <a:lnTo>
                  <a:pt x="1240451" y="2142899"/>
                </a:lnTo>
                <a:lnTo>
                  <a:pt x="1229059" y="2138499"/>
                </a:lnTo>
                <a:lnTo>
                  <a:pt x="1217809" y="2133748"/>
                </a:lnTo>
                <a:lnTo>
                  <a:pt x="1206707" y="2128652"/>
                </a:lnTo>
                <a:lnTo>
                  <a:pt x="1195759" y="2123214"/>
                </a:lnTo>
                <a:lnTo>
                  <a:pt x="1184972" y="2117440"/>
                </a:lnTo>
                <a:lnTo>
                  <a:pt x="1174351" y="2111335"/>
                </a:lnTo>
                <a:lnTo>
                  <a:pt x="1163902" y="2104903"/>
                </a:lnTo>
                <a:lnTo>
                  <a:pt x="1153632" y="2098150"/>
                </a:lnTo>
                <a:lnTo>
                  <a:pt x="1143546" y="2091080"/>
                </a:lnTo>
                <a:lnTo>
                  <a:pt x="1133650" y="2083697"/>
                </a:lnTo>
                <a:lnTo>
                  <a:pt x="1123950" y="2076008"/>
                </a:lnTo>
                <a:lnTo>
                  <a:pt x="1114453" y="2068016"/>
                </a:lnTo>
                <a:lnTo>
                  <a:pt x="1105164" y="2059727"/>
                </a:lnTo>
                <a:lnTo>
                  <a:pt x="1096089" y="2051145"/>
                </a:lnTo>
                <a:lnTo>
                  <a:pt x="1087235" y="2042276"/>
                </a:lnTo>
                <a:lnTo>
                  <a:pt x="1078607" y="2033123"/>
                </a:lnTo>
                <a:lnTo>
                  <a:pt x="1070212" y="2023692"/>
                </a:lnTo>
                <a:lnTo>
                  <a:pt x="1062054" y="2013989"/>
                </a:lnTo>
                <a:lnTo>
                  <a:pt x="1054141" y="2004016"/>
                </a:lnTo>
                <a:lnTo>
                  <a:pt x="1046479" y="1993781"/>
                </a:lnTo>
                <a:lnTo>
                  <a:pt x="1039073" y="1983286"/>
                </a:lnTo>
                <a:lnTo>
                  <a:pt x="1031929" y="1972538"/>
                </a:lnTo>
                <a:lnTo>
                  <a:pt x="1025054" y="1961540"/>
                </a:lnTo>
                <a:lnTo>
                  <a:pt x="996367" y="1979148"/>
                </a:lnTo>
                <a:lnTo>
                  <a:pt x="967074" y="1994372"/>
                </a:lnTo>
                <a:lnTo>
                  <a:pt x="937274" y="2007240"/>
                </a:lnTo>
                <a:lnTo>
                  <a:pt x="907064" y="2017778"/>
                </a:lnTo>
                <a:lnTo>
                  <a:pt x="876542" y="2026013"/>
                </a:lnTo>
                <a:lnTo>
                  <a:pt x="845806" y="2031973"/>
                </a:lnTo>
                <a:lnTo>
                  <a:pt x="814954" y="2035685"/>
                </a:lnTo>
                <a:lnTo>
                  <a:pt x="784085" y="2037174"/>
                </a:lnTo>
                <a:lnTo>
                  <a:pt x="753295" y="2036469"/>
                </a:lnTo>
                <a:lnTo>
                  <a:pt x="722682" y="2033595"/>
                </a:lnTo>
                <a:lnTo>
                  <a:pt x="692346" y="2028581"/>
                </a:lnTo>
                <a:lnTo>
                  <a:pt x="662383" y="2021453"/>
                </a:lnTo>
                <a:lnTo>
                  <a:pt x="632891" y="2012238"/>
                </a:lnTo>
                <a:lnTo>
                  <a:pt x="603969" y="2000962"/>
                </a:lnTo>
                <a:lnTo>
                  <a:pt x="575715" y="1987654"/>
                </a:lnTo>
                <a:lnTo>
                  <a:pt x="548225" y="1972339"/>
                </a:lnTo>
                <a:lnTo>
                  <a:pt x="521599" y="1955044"/>
                </a:lnTo>
                <a:lnTo>
                  <a:pt x="495933" y="1935798"/>
                </a:lnTo>
                <a:lnTo>
                  <a:pt x="471327" y="1914626"/>
                </a:lnTo>
                <a:lnTo>
                  <a:pt x="447877" y="1891555"/>
                </a:lnTo>
                <a:lnTo>
                  <a:pt x="425682" y="1866613"/>
                </a:lnTo>
                <a:lnTo>
                  <a:pt x="404840" y="1839826"/>
                </a:lnTo>
                <a:lnTo>
                  <a:pt x="385449" y="1811221"/>
                </a:lnTo>
                <a:lnTo>
                  <a:pt x="367606" y="1780826"/>
                </a:lnTo>
                <a:lnTo>
                  <a:pt x="367396" y="1780435"/>
                </a:lnTo>
                <a:lnTo>
                  <a:pt x="367185" y="1780044"/>
                </a:lnTo>
                <a:lnTo>
                  <a:pt x="366973" y="1779654"/>
                </a:lnTo>
                <a:lnTo>
                  <a:pt x="366761" y="1779263"/>
                </a:lnTo>
                <a:lnTo>
                  <a:pt x="366548" y="1778872"/>
                </a:lnTo>
                <a:lnTo>
                  <a:pt x="366334" y="1778480"/>
                </a:lnTo>
                <a:lnTo>
                  <a:pt x="366120" y="1778088"/>
                </a:lnTo>
                <a:lnTo>
                  <a:pt x="365906" y="1777696"/>
                </a:lnTo>
                <a:lnTo>
                  <a:pt x="365692" y="1777304"/>
                </a:lnTo>
                <a:lnTo>
                  <a:pt x="365479" y="1776911"/>
                </a:lnTo>
                <a:lnTo>
                  <a:pt x="365265" y="1776518"/>
                </a:lnTo>
                <a:lnTo>
                  <a:pt x="365052" y="1776124"/>
                </a:lnTo>
                <a:lnTo>
                  <a:pt x="364840" y="1775729"/>
                </a:lnTo>
                <a:lnTo>
                  <a:pt x="364628" y="1775334"/>
                </a:lnTo>
                <a:lnTo>
                  <a:pt x="364417" y="1774939"/>
                </a:lnTo>
                <a:lnTo>
                  <a:pt x="364207" y="1774542"/>
                </a:lnTo>
                <a:lnTo>
                  <a:pt x="363999" y="1774145"/>
                </a:lnTo>
                <a:lnTo>
                  <a:pt x="363791" y="1773747"/>
                </a:lnTo>
                <a:lnTo>
                  <a:pt x="363585" y="1773348"/>
                </a:lnTo>
                <a:lnTo>
                  <a:pt x="363381" y="1772948"/>
                </a:lnTo>
                <a:lnTo>
                  <a:pt x="363178" y="1772547"/>
                </a:lnTo>
                <a:lnTo>
                  <a:pt x="362978" y="1772145"/>
                </a:lnTo>
                <a:lnTo>
                  <a:pt x="362779" y="1771742"/>
                </a:lnTo>
                <a:lnTo>
                  <a:pt x="362583" y="1771338"/>
                </a:lnTo>
                <a:lnTo>
                  <a:pt x="344106" y="1773025"/>
                </a:lnTo>
                <a:lnTo>
                  <a:pt x="325819" y="1773338"/>
                </a:lnTo>
                <a:lnTo>
                  <a:pt x="307767" y="1772318"/>
                </a:lnTo>
                <a:lnTo>
                  <a:pt x="289995" y="1770002"/>
                </a:lnTo>
                <a:lnTo>
                  <a:pt x="272547" y="1766430"/>
                </a:lnTo>
                <a:lnTo>
                  <a:pt x="255468" y="1761639"/>
                </a:lnTo>
                <a:lnTo>
                  <a:pt x="238803" y="1755669"/>
                </a:lnTo>
                <a:lnTo>
                  <a:pt x="222597" y="1748559"/>
                </a:lnTo>
                <a:lnTo>
                  <a:pt x="206895" y="1740347"/>
                </a:lnTo>
                <a:lnTo>
                  <a:pt x="191740" y="1731071"/>
                </a:lnTo>
                <a:lnTo>
                  <a:pt x="177179" y="1720772"/>
                </a:lnTo>
                <a:lnTo>
                  <a:pt x="163255" y="1709486"/>
                </a:lnTo>
                <a:lnTo>
                  <a:pt x="150014" y="1697253"/>
                </a:lnTo>
                <a:lnTo>
                  <a:pt x="137500" y="1684112"/>
                </a:lnTo>
                <a:lnTo>
                  <a:pt x="125758" y="1670102"/>
                </a:lnTo>
                <a:lnTo>
                  <a:pt x="114833" y="1655260"/>
                </a:lnTo>
                <a:lnTo>
                  <a:pt x="104770" y="1639627"/>
                </a:lnTo>
                <a:lnTo>
                  <a:pt x="95613" y="1623240"/>
                </a:lnTo>
                <a:lnTo>
                  <a:pt x="87407" y="1606138"/>
                </a:lnTo>
                <a:lnTo>
                  <a:pt x="80197" y="1588360"/>
                </a:lnTo>
                <a:lnTo>
                  <a:pt x="74027" y="1569944"/>
                </a:lnTo>
                <a:lnTo>
                  <a:pt x="68943" y="1550930"/>
                </a:lnTo>
                <a:lnTo>
                  <a:pt x="64989" y="1531356"/>
                </a:lnTo>
                <a:lnTo>
                  <a:pt x="62210" y="1511261"/>
                </a:lnTo>
                <a:lnTo>
                  <a:pt x="61236" y="1500421"/>
                </a:lnTo>
                <a:lnTo>
                  <a:pt x="60627" y="1489590"/>
                </a:lnTo>
                <a:lnTo>
                  <a:pt x="60381" y="1478777"/>
                </a:lnTo>
                <a:lnTo>
                  <a:pt x="60493" y="1467994"/>
                </a:lnTo>
                <a:lnTo>
                  <a:pt x="60962" y="1457249"/>
                </a:lnTo>
                <a:lnTo>
                  <a:pt x="61785" y="1446554"/>
                </a:lnTo>
                <a:lnTo>
                  <a:pt x="62957" y="1435917"/>
                </a:lnTo>
                <a:lnTo>
                  <a:pt x="64476" y="1425350"/>
                </a:lnTo>
                <a:lnTo>
                  <a:pt x="66338" y="1414861"/>
                </a:lnTo>
                <a:lnTo>
                  <a:pt x="68542" y="1404462"/>
                </a:lnTo>
                <a:lnTo>
                  <a:pt x="71083" y="1394162"/>
                </a:lnTo>
                <a:lnTo>
                  <a:pt x="73958" y="1383971"/>
                </a:lnTo>
                <a:lnTo>
                  <a:pt x="77165" y="1373899"/>
                </a:lnTo>
                <a:lnTo>
                  <a:pt x="80700" y="1363957"/>
                </a:lnTo>
                <a:lnTo>
                  <a:pt x="84561" y="1354153"/>
                </a:lnTo>
                <a:lnTo>
                  <a:pt x="88743" y="1344499"/>
                </a:lnTo>
                <a:lnTo>
                  <a:pt x="93244" y="1335004"/>
                </a:lnTo>
                <a:lnTo>
                  <a:pt x="98061" y="1325679"/>
                </a:lnTo>
                <a:lnTo>
                  <a:pt x="103191" y="1316532"/>
                </a:lnTo>
                <a:lnTo>
                  <a:pt x="108631" y="1307576"/>
                </a:lnTo>
                <a:lnTo>
                  <a:pt x="114377" y="1298818"/>
                </a:lnTo>
                <a:lnTo>
                  <a:pt x="120427" y="1290270"/>
                </a:lnTo>
                <a:lnTo>
                  <a:pt x="126777" y="1281942"/>
                </a:lnTo>
                <a:lnTo>
                  <a:pt x="133424" y="1273843"/>
                </a:lnTo>
                <a:lnTo>
                  <a:pt x="117811" y="1262940"/>
                </a:lnTo>
                <a:lnTo>
                  <a:pt x="103101" y="1251062"/>
                </a:lnTo>
                <a:lnTo>
                  <a:pt x="89308" y="1238270"/>
                </a:lnTo>
                <a:lnTo>
                  <a:pt x="76447" y="1224625"/>
                </a:lnTo>
                <a:lnTo>
                  <a:pt x="64531" y="1210186"/>
                </a:lnTo>
                <a:lnTo>
                  <a:pt x="53575" y="1195016"/>
                </a:lnTo>
                <a:lnTo>
                  <a:pt x="43594" y="1179174"/>
                </a:lnTo>
                <a:lnTo>
                  <a:pt x="34603" y="1162722"/>
                </a:lnTo>
                <a:lnTo>
                  <a:pt x="26614" y="1145720"/>
                </a:lnTo>
                <a:lnTo>
                  <a:pt x="19644" y="1128230"/>
                </a:lnTo>
                <a:lnTo>
                  <a:pt x="13705" y="1110312"/>
                </a:lnTo>
                <a:lnTo>
                  <a:pt x="8813" y="1092026"/>
                </a:lnTo>
                <a:lnTo>
                  <a:pt x="4983" y="1073434"/>
                </a:lnTo>
                <a:lnTo>
                  <a:pt x="2227" y="1054597"/>
                </a:lnTo>
                <a:lnTo>
                  <a:pt x="562" y="1035574"/>
                </a:lnTo>
                <a:lnTo>
                  <a:pt x="0" y="1016428"/>
                </a:lnTo>
                <a:lnTo>
                  <a:pt x="557" y="997219"/>
                </a:lnTo>
                <a:lnTo>
                  <a:pt x="2247" y="978007"/>
                </a:lnTo>
                <a:lnTo>
                  <a:pt x="5084" y="958853"/>
                </a:lnTo>
                <a:lnTo>
                  <a:pt x="9083" y="939819"/>
                </a:lnTo>
                <a:lnTo>
                  <a:pt x="14258" y="920965"/>
                </a:lnTo>
                <a:lnTo>
                  <a:pt x="20624" y="902352"/>
                </a:lnTo>
                <a:lnTo>
                  <a:pt x="28194" y="884040"/>
                </a:lnTo>
                <a:lnTo>
                  <a:pt x="36984" y="866091"/>
                </a:lnTo>
                <a:lnTo>
                  <a:pt x="42581" y="855995"/>
                </a:lnTo>
                <a:lnTo>
                  <a:pt x="48509" y="846195"/>
                </a:lnTo>
                <a:lnTo>
                  <a:pt x="54759" y="836698"/>
                </a:lnTo>
                <a:lnTo>
                  <a:pt x="61319" y="827511"/>
                </a:lnTo>
                <a:lnTo>
                  <a:pt x="68181" y="818642"/>
                </a:lnTo>
                <a:lnTo>
                  <a:pt x="75333" y="810097"/>
                </a:lnTo>
                <a:lnTo>
                  <a:pt x="82765" y="801885"/>
                </a:lnTo>
                <a:lnTo>
                  <a:pt x="90467" y="794013"/>
                </a:lnTo>
                <a:lnTo>
                  <a:pt x="98429" y="786487"/>
                </a:lnTo>
                <a:lnTo>
                  <a:pt x="106640" y="779316"/>
                </a:lnTo>
                <a:lnTo>
                  <a:pt x="115090" y="772506"/>
                </a:lnTo>
                <a:lnTo>
                  <a:pt x="123769" y="766064"/>
                </a:lnTo>
                <a:lnTo>
                  <a:pt x="132667" y="759999"/>
                </a:lnTo>
                <a:lnTo>
                  <a:pt x="141773" y="754318"/>
                </a:lnTo>
                <a:lnTo>
                  <a:pt x="151077" y="749027"/>
                </a:lnTo>
                <a:lnTo>
                  <a:pt x="160569" y="744135"/>
                </a:lnTo>
                <a:lnTo>
                  <a:pt x="170238" y="739647"/>
                </a:lnTo>
                <a:lnTo>
                  <a:pt x="180075" y="735573"/>
                </a:lnTo>
                <a:lnTo>
                  <a:pt x="190069" y="731918"/>
                </a:lnTo>
                <a:lnTo>
                  <a:pt x="200209" y="728691"/>
                </a:lnTo>
                <a:lnTo>
                  <a:pt x="210486" y="725899"/>
                </a:lnTo>
                <a:lnTo>
                  <a:pt x="220889" y="723548"/>
                </a:lnTo>
                <a:lnTo>
                  <a:pt x="231407" y="721647"/>
                </a:lnTo>
                <a:lnTo>
                  <a:pt x="242032" y="720202"/>
                </a:lnTo>
                <a:lnTo>
                  <a:pt x="244264" y="713393"/>
                </a:lnTo>
              </a:path>
            </a:pathLst>
          </a:custGeom>
          <a:noFill xmlns:a="http://schemas.openxmlformats.org/drawingml/2006/main"/>
          <a:ln xmlns:a="http://schemas.openxmlformats.org/drawingml/2006/main" w="11697" cap="flat">
            <a:solidFill>
              <a:srgbClr val="042433"/>
            </a:solidFill>
            <a:round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61EB6-8DC0-441A-BE0B-34C36598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043" y="3130190"/>
            <a:ext cx="120328" cy="120328"/>
          </a:xfrm>
          <a:custGeom xmlns:a="http://schemas.openxmlformats.org/drawingml/2006/main">
            <a:pathLst>
              <a:path w="120328" h="120328" fill="none">
                <a:moveTo>
                  <a:pt x="120328" y="60164"/>
                </a:moveTo>
                <a:cubicBezTo>
                  <a:pt x="120328" y="93427"/>
                  <a:pt x="93427" y="120328"/>
                  <a:pt x="60164" y="120328"/>
                </a:cubicBezTo>
                <a:cubicBezTo>
                  <a:pt x="26901" y="120328"/>
                  <a:pt x="0" y="93427"/>
                  <a:pt x="0" y="60164"/>
                </a:cubicBezTo>
                <a:cubicBezTo>
                  <a:pt x="0" y="26901"/>
                  <a:pt x="26901" y="0"/>
                  <a:pt x="60164" y="0"/>
                </a:cubicBezTo>
                <a:cubicBezTo>
                  <a:pt x="93427" y="0"/>
                  <a:pt x="120328" y="26901"/>
                  <a:pt x="120328" y="60164"/>
                </a:cubicBezTo>
                <a:close/>
                <a:moveTo>
                  <a:pt x="120328" y="60164"/>
                </a:moveTo>
              </a:path>
            </a:pathLst>
          </a:custGeom>
          <a:noFill xmlns:a="http://schemas.openxmlformats.org/drawingml/2006/main"/>
          <a:ln xmlns:a="http://schemas.openxmlformats.org/drawingml/2006/main" w="11697" cap="flat">
            <a:solidFill>
              <a:srgbClr val="042433"/>
            </a:solidFill>
            <a:round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7A360-2F60-4A91-82ED-54BAB137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454" y="3179973"/>
            <a:ext cx="240655" cy="240655"/>
          </a:xfrm>
          <a:custGeom xmlns:a="http://schemas.openxmlformats.org/drawingml/2006/main">
            <a:pathLst>
              <a:path w="240655" h="240655" fill="none">
                <a:moveTo>
                  <a:pt x="240655" y="120328"/>
                </a:moveTo>
                <a:cubicBezTo>
                  <a:pt x="240655" y="186742"/>
                  <a:pt x="186742" y="240655"/>
                  <a:pt x="120328" y="240655"/>
                </a:cubicBezTo>
                <a:cubicBezTo>
                  <a:pt x="53913" y="240655"/>
                  <a:pt x="0" y="186742"/>
                  <a:pt x="0" y="120328"/>
                </a:cubicBezTo>
                <a:cubicBezTo>
                  <a:pt x="0" y="53913"/>
                  <a:pt x="53913" y="0"/>
                  <a:pt x="120328" y="0"/>
                </a:cubicBezTo>
                <a:cubicBezTo>
                  <a:pt x="186742" y="0"/>
                  <a:pt x="240655" y="53913"/>
                  <a:pt x="240655" y="120328"/>
                </a:cubicBezTo>
                <a:close/>
                <a:moveTo>
                  <a:pt x="240655" y="120328"/>
                </a:moveTo>
              </a:path>
            </a:pathLst>
          </a:custGeom>
          <a:noFill xmlns:a="http://schemas.openxmlformats.org/drawingml/2006/main"/>
          <a:ln xmlns:a="http://schemas.openxmlformats.org/drawingml/2006/main" w="11697" cap="flat">
            <a:solidFill>
              <a:srgbClr val="042433"/>
            </a:solidFill>
            <a:round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16EDE-FDD1-45E2-9527-0BA288B1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611" y="3289920"/>
            <a:ext cx="360983" cy="360983"/>
          </a:xfrm>
          <a:custGeom xmlns:a="http://schemas.openxmlformats.org/drawingml/2006/main">
            <a:pathLst>
              <a:path w="360983" h="360983" fill="none">
                <a:moveTo>
                  <a:pt x="360983" y="180491"/>
                </a:moveTo>
                <a:cubicBezTo>
                  <a:pt x="360983" y="280169"/>
                  <a:pt x="280169" y="360983"/>
                  <a:pt x="180491" y="360983"/>
                </a:cubicBezTo>
                <a:cubicBezTo>
                  <a:pt x="80814" y="360983"/>
                  <a:pt x="0" y="280169"/>
                  <a:pt x="0" y="180491"/>
                </a:cubicBezTo>
                <a:cubicBezTo>
                  <a:pt x="0" y="80814"/>
                  <a:pt x="80814" y="0"/>
                  <a:pt x="180491" y="0"/>
                </a:cubicBezTo>
                <a:cubicBezTo>
                  <a:pt x="280169" y="0"/>
                  <a:pt x="360983" y="80814"/>
                  <a:pt x="360983" y="180491"/>
                </a:cubicBezTo>
                <a:close/>
                <a:moveTo>
                  <a:pt x="360983" y="180491"/>
                </a:moveTo>
              </a:path>
            </a:pathLst>
          </a:custGeom>
          <a:noFill xmlns:a="http://schemas.openxmlformats.org/drawingml/2006/main"/>
          <a:ln xmlns:a="http://schemas.openxmlformats.org/drawingml/2006/main" w="11697" cap="flat">
            <a:solidFill>
              <a:srgbClr val="042433"/>
            </a:solidFill>
            <a:round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5B3B0-C137-4280-AA7E-C16C9761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6" y="3244379"/>
            <a:ext cx="2460018" cy="1842530"/>
          </a:xfrm>
          <a:custGeom xmlns:a="http://schemas.openxmlformats.org/drawingml/2006/main">
            <a:pathLst>
              <a:path w="2460018" h="1842530" fill="none">
                <a:moveTo>
                  <a:pt x="157163" y="1195127"/>
                </a:moveTo>
                <a:cubicBezTo>
                  <a:pt x="102357" y="1199815"/>
                  <a:pt x="47439" y="1185863"/>
                  <a:pt x="0" y="1155167"/>
                </a:cubicBezTo>
                <a:moveTo>
                  <a:pt x="295908" y="1632459"/>
                </a:moveTo>
                <a:cubicBezTo>
                  <a:pt x="273807" y="1642058"/>
                  <a:pt x="250701" y="1648532"/>
                  <a:pt x="227149" y="1651546"/>
                </a:cubicBezTo>
                <a:moveTo>
                  <a:pt x="888616" y="1842530"/>
                </a:moveTo>
                <a:cubicBezTo>
                  <a:pt x="871984" y="1815182"/>
                  <a:pt x="858143" y="1785938"/>
                  <a:pt x="847093" y="1755242"/>
                </a:cubicBezTo>
                <a:moveTo>
                  <a:pt x="1655006" y="1624980"/>
                </a:moveTo>
                <a:cubicBezTo>
                  <a:pt x="1652550" y="1657462"/>
                  <a:pt x="1646969" y="1689497"/>
                  <a:pt x="1638486" y="1720751"/>
                </a:cubicBezTo>
                <a:moveTo>
                  <a:pt x="1984065" y="1033500"/>
                </a:moveTo>
                <a:cubicBezTo>
                  <a:pt x="2108411" y="1100138"/>
                  <a:pt x="2186881" y="1239217"/>
                  <a:pt x="2185764" y="1391245"/>
                </a:cubicBezTo>
                <a:moveTo>
                  <a:pt x="2460018" y="652425"/>
                </a:moveTo>
                <a:cubicBezTo>
                  <a:pt x="2439814" y="704218"/>
                  <a:pt x="2409118" y="750205"/>
                  <a:pt x="2370163" y="786594"/>
                </a:cubicBezTo>
                <a:moveTo>
                  <a:pt x="2244366" y="154707"/>
                </a:moveTo>
                <a:cubicBezTo>
                  <a:pt x="2247826" y="175580"/>
                  <a:pt x="2249388" y="196788"/>
                  <a:pt x="2249165" y="218108"/>
                </a:cubicBezTo>
                <a:moveTo>
                  <a:pt x="1670521" y="80814"/>
                </a:moveTo>
                <a:cubicBezTo>
                  <a:pt x="1682242" y="51569"/>
                  <a:pt x="1697757" y="24333"/>
                  <a:pt x="1716621" y="0"/>
                </a:cubicBezTo>
                <a:moveTo>
                  <a:pt x="1239999" y="119323"/>
                </a:moveTo>
                <a:cubicBezTo>
                  <a:pt x="1244799" y="95213"/>
                  <a:pt x="1252277" y="71772"/>
                  <a:pt x="1262323" y="49671"/>
                </a:cubicBezTo>
                <a:moveTo>
                  <a:pt x="734802" y="142987"/>
                </a:moveTo>
                <a:cubicBezTo>
                  <a:pt x="764046" y="161851"/>
                  <a:pt x="791170" y="184510"/>
                  <a:pt x="815504" y="210629"/>
                </a:cubicBezTo>
                <a:moveTo>
                  <a:pt x="122113" y="674303"/>
                </a:moveTo>
                <a:cubicBezTo>
                  <a:pt x="115639" y="650974"/>
                  <a:pt x="110951" y="627199"/>
                  <a:pt x="108049" y="603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697" cap="flat">
            <a:solidFill>
              <a:srgbClr val="042433"/>
            </a:solidFill>
            <a:round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9F458-AB2B-4B35-A0F0-3818C923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413" y="3788395"/>
            <a:ext cx="128141" cy="123676"/>
          </a:xfrm>
          <a:custGeom xmlns:a="http://schemas.openxmlformats.org/drawingml/2006/main">
            <a:pathLst>
              <a:path w="128141" h="123676">
                <a:moveTo>
                  <a:pt x="35272" y="57596"/>
                </a:moveTo>
                <a:lnTo>
                  <a:pt x="92869" y="57596"/>
                </a:lnTo>
                <a:lnTo>
                  <a:pt x="92869" y="21878"/>
                </a:lnTo>
                <a:cubicBezTo>
                  <a:pt x="92869" y="12502"/>
                  <a:pt x="91976" y="10716"/>
                  <a:pt x="91529" y="9376"/>
                </a:cubicBezTo>
                <a:cubicBezTo>
                  <a:pt x="90636" y="7144"/>
                  <a:pt x="88850" y="5804"/>
                  <a:pt x="87957" y="5358"/>
                </a:cubicBezTo>
                <a:cubicBezTo>
                  <a:pt x="83939" y="3125"/>
                  <a:pt x="80814" y="3125"/>
                  <a:pt x="79474" y="3125"/>
                </a:cubicBezTo>
                <a:lnTo>
                  <a:pt x="75009" y="3125"/>
                </a:lnTo>
                <a:lnTo>
                  <a:pt x="75009" y="0"/>
                </a:lnTo>
                <a:lnTo>
                  <a:pt x="128141" y="0"/>
                </a:lnTo>
                <a:lnTo>
                  <a:pt x="128141" y="3125"/>
                </a:lnTo>
                <a:lnTo>
                  <a:pt x="123676" y="3125"/>
                </a:lnTo>
                <a:cubicBezTo>
                  <a:pt x="119211" y="3125"/>
                  <a:pt x="116532" y="4911"/>
                  <a:pt x="115193" y="5358"/>
                </a:cubicBezTo>
                <a:cubicBezTo>
                  <a:pt x="112514" y="6697"/>
                  <a:pt x="111621" y="8930"/>
                  <a:pt x="111175" y="9823"/>
                </a:cubicBezTo>
                <a:cubicBezTo>
                  <a:pt x="110282" y="12948"/>
                  <a:pt x="110282" y="18752"/>
                  <a:pt x="110282" y="21878"/>
                </a:cubicBezTo>
                <a:lnTo>
                  <a:pt x="110282" y="101798"/>
                </a:lnTo>
                <a:cubicBezTo>
                  <a:pt x="110282" y="111175"/>
                  <a:pt x="111175" y="113407"/>
                  <a:pt x="111621" y="114300"/>
                </a:cubicBezTo>
                <a:cubicBezTo>
                  <a:pt x="112514" y="116532"/>
                  <a:pt x="114300" y="117872"/>
                  <a:pt x="115193" y="118318"/>
                </a:cubicBezTo>
                <a:cubicBezTo>
                  <a:pt x="119211" y="120104"/>
                  <a:pt x="122337" y="120104"/>
                  <a:pt x="123676" y="120104"/>
                </a:cubicBezTo>
                <a:lnTo>
                  <a:pt x="128141" y="120104"/>
                </a:lnTo>
                <a:lnTo>
                  <a:pt x="128141" y="123676"/>
                </a:lnTo>
                <a:lnTo>
                  <a:pt x="75009" y="123676"/>
                </a:lnTo>
                <a:lnTo>
                  <a:pt x="75009" y="120104"/>
                </a:lnTo>
                <a:lnTo>
                  <a:pt x="79474" y="120104"/>
                </a:lnTo>
                <a:cubicBezTo>
                  <a:pt x="87064" y="120104"/>
                  <a:pt x="89297" y="117425"/>
                  <a:pt x="90636" y="116086"/>
                </a:cubicBezTo>
                <a:cubicBezTo>
                  <a:pt x="92869" y="112961"/>
                  <a:pt x="92869" y="105370"/>
                  <a:pt x="92869" y="101798"/>
                </a:cubicBezTo>
                <a:lnTo>
                  <a:pt x="92869" y="64294"/>
                </a:lnTo>
                <a:lnTo>
                  <a:pt x="35272" y="64294"/>
                </a:lnTo>
                <a:lnTo>
                  <a:pt x="35272" y="101798"/>
                </a:lnTo>
                <a:cubicBezTo>
                  <a:pt x="35272" y="111175"/>
                  <a:pt x="36165" y="113407"/>
                  <a:pt x="36165" y="114300"/>
                </a:cubicBezTo>
                <a:cubicBezTo>
                  <a:pt x="37505" y="116532"/>
                  <a:pt x="39291" y="117872"/>
                  <a:pt x="40184" y="118318"/>
                </a:cubicBezTo>
                <a:cubicBezTo>
                  <a:pt x="44202" y="120104"/>
                  <a:pt x="47327" y="120104"/>
                  <a:pt x="48667" y="120104"/>
                </a:cubicBezTo>
                <a:lnTo>
                  <a:pt x="53132" y="120104"/>
                </a:lnTo>
                <a:lnTo>
                  <a:pt x="5313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055" y="120104"/>
                  <a:pt x="14288" y="117425"/>
                  <a:pt x="15627" y="116086"/>
                </a:cubicBezTo>
                <a:cubicBezTo>
                  <a:pt x="17859" y="112961"/>
                  <a:pt x="17859" y="105370"/>
                  <a:pt x="17859" y="101798"/>
                </a:cubicBezTo>
                <a:lnTo>
                  <a:pt x="17859" y="21878"/>
                </a:lnTo>
                <a:cubicBezTo>
                  <a:pt x="17859" y="12502"/>
                  <a:pt x="16966" y="10716"/>
                  <a:pt x="16520" y="9376"/>
                </a:cubicBezTo>
                <a:cubicBezTo>
                  <a:pt x="15627" y="7144"/>
                  <a:pt x="13841" y="5804"/>
                  <a:pt x="12948" y="5358"/>
                </a:cubicBezTo>
                <a:cubicBezTo>
                  <a:pt x="8483" y="3125"/>
                  <a:pt x="5804" y="3125"/>
                  <a:pt x="4465" y="3125"/>
                </a:cubicBezTo>
                <a:lnTo>
                  <a:pt x="0" y="3125"/>
                </a:lnTo>
                <a:lnTo>
                  <a:pt x="0" y="0"/>
                </a:lnTo>
                <a:lnTo>
                  <a:pt x="53132" y="0"/>
                </a:lnTo>
                <a:lnTo>
                  <a:pt x="53132" y="3125"/>
                </a:lnTo>
                <a:lnTo>
                  <a:pt x="48667" y="3125"/>
                </a:lnTo>
                <a:cubicBezTo>
                  <a:pt x="44202" y="3125"/>
                  <a:pt x="41523" y="4911"/>
                  <a:pt x="40184" y="5358"/>
                </a:cubicBezTo>
                <a:cubicBezTo>
                  <a:pt x="37505" y="6697"/>
                  <a:pt x="36612" y="8930"/>
                  <a:pt x="36165" y="9823"/>
                </a:cubicBezTo>
                <a:cubicBezTo>
                  <a:pt x="35272" y="12948"/>
                  <a:pt x="35272" y="18752"/>
                  <a:pt x="35272" y="21878"/>
                </a:cubicBezTo>
                <a:lnTo>
                  <a:pt x="35272" y="57596"/>
                </a:lnTo>
                <a:close/>
                <a:moveTo>
                  <a:pt x="35272" y="575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2611B-8B94-437D-A3BF-6D814167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223" y="3782144"/>
            <a:ext cx="41970" cy="129927"/>
          </a:xfrm>
          <a:custGeom xmlns:a="http://schemas.openxmlformats.org/drawingml/2006/main">
            <a:pathLst>
              <a:path w="41970" h="129927">
                <a:moveTo>
                  <a:pt x="21878" y="0"/>
                </a:moveTo>
                <a:cubicBezTo>
                  <a:pt x="25450" y="0"/>
                  <a:pt x="27236" y="1786"/>
                  <a:pt x="28129" y="2679"/>
                </a:cubicBezTo>
                <a:cubicBezTo>
                  <a:pt x="30807" y="5358"/>
                  <a:pt x="30807" y="8037"/>
                  <a:pt x="30807" y="9376"/>
                </a:cubicBezTo>
                <a:cubicBezTo>
                  <a:pt x="30807" y="13395"/>
                  <a:pt x="29021" y="15180"/>
                  <a:pt x="28129" y="16073"/>
                </a:cubicBezTo>
                <a:cubicBezTo>
                  <a:pt x="25450" y="18752"/>
                  <a:pt x="22771" y="18752"/>
                  <a:pt x="21878" y="18752"/>
                </a:cubicBezTo>
                <a:cubicBezTo>
                  <a:pt x="17859" y="18752"/>
                  <a:pt x="16073" y="16966"/>
                  <a:pt x="15180" y="16073"/>
                </a:cubicBezTo>
                <a:cubicBezTo>
                  <a:pt x="12502" y="13395"/>
                  <a:pt x="12502" y="10716"/>
                  <a:pt x="12502" y="9376"/>
                </a:cubicBezTo>
                <a:cubicBezTo>
                  <a:pt x="12502" y="5358"/>
                  <a:pt x="14288" y="3572"/>
                  <a:pt x="15180" y="2679"/>
                </a:cubicBezTo>
                <a:cubicBezTo>
                  <a:pt x="17859" y="0"/>
                  <a:pt x="20538" y="0"/>
                  <a:pt x="21878" y="0"/>
                </a:cubicBezTo>
                <a:close/>
                <a:moveTo>
                  <a:pt x="29468" y="43755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39737" y="126802"/>
                  <a:pt x="41970" y="126802"/>
                </a:cubicBezTo>
                <a:lnTo>
                  <a:pt x="41970" y="129927"/>
                </a:lnTo>
                <a:lnTo>
                  <a:pt x="1339" y="129927"/>
                </a:lnTo>
                <a:lnTo>
                  <a:pt x="1339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79028"/>
                </a:lnTo>
                <a:cubicBezTo>
                  <a:pt x="14288" y="65187"/>
                  <a:pt x="13395" y="62508"/>
                  <a:pt x="13395" y="61168"/>
                </a:cubicBezTo>
                <a:cubicBezTo>
                  <a:pt x="12502" y="58489"/>
                  <a:pt x="11609" y="57596"/>
                  <a:pt x="11162" y="57150"/>
                </a:cubicBezTo>
                <a:cubicBezTo>
                  <a:pt x="9823" y="55811"/>
                  <a:pt x="8483" y="55811"/>
                  <a:pt x="7590" y="55811"/>
                </a:cubicBezTo>
                <a:cubicBezTo>
                  <a:pt x="4911" y="55811"/>
                  <a:pt x="2679" y="57150"/>
                  <a:pt x="1339" y="57150"/>
                </a:cubicBezTo>
                <a:lnTo>
                  <a:pt x="0" y="54025"/>
                </a:lnTo>
                <a:lnTo>
                  <a:pt x="25450" y="43755"/>
                </a:lnTo>
                <a:lnTo>
                  <a:pt x="29468" y="43755"/>
                </a:lnTo>
                <a:close/>
                <a:moveTo>
                  <a:pt x="29468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A7650-6A39-4E97-8E45-E87074D6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68" y="3825900"/>
            <a:ext cx="57150" cy="88850"/>
          </a:xfrm>
          <a:custGeom xmlns:a="http://schemas.openxmlformats.org/drawingml/2006/main">
            <a:pathLst>
              <a:path w="57150" h="88850">
                <a:moveTo>
                  <a:pt x="50899" y="0"/>
                </a:moveTo>
                <a:lnTo>
                  <a:pt x="50899" y="28575"/>
                </a:lnTo>
                <a:lnTo>
                  <a:pt x="47774" y="28575"/>
                </a:lnTo>
                <a:cubicBezTo>
                  <a:pt x="44202" y="15180"/>
                  <a:pt x="40630" y="12055"/>
                  <a:pt x="38844" y="10269"/>
                </a:cubicBezTo>
                <a:cubicBezTo>
                  <a:pt x="33486" y="5358"/>
                  <a:pt x="28129" y="5358"/>
                  <a:pt x="25003" y="5358"/>
                </a:cubicBezTo>
                <a:cubicBezTo>
                  <a:pt x="18752" y="5358"/>
                  <a:pt x="16073" y="7590"/>
                  <a:pt x="14734" y="8930"/>
                </a:cubicBezTo>
                <a:cubicBezTo>
                  <a:pt x="10716" y="12055"/>
                  <a:pt x="10716" y="15180"/>
                  <a:pt x="10716" y="16520"/>
                </a:cubicBezTo>
                <a:cubicBezTo>
                  <a:pt x="10716" y="21431"/>
                  <a:pt x="12948" y="23664"/>
                  <a:pt x="13841" y="25003"/>
                </a:cubicBezTo>
                <a:cubicBezTo>
                  <a:pt x="16520" y="29021"/>
                  <a:pt x="22324" y="31700"/>
                  <a:pt x="25450" y="33040"/>
                </a:cubicBezTo>
                <a:lnTo>
                  <a:pt x="38398" y="39737"/>
                </a:lnTo>
                <a:cubicBezTo>
                  <a:pt x="57150" y="48667"/>
                  <a:pt x="57150" y="58489"/>
                  <a:pt x="57150" y="63401"/>
                </a:cubicBezTo>
                <a:cubicBezTo>
                  <a:pt x="57150" y="74563"/>
                  <a:pt x="51346" y="79474"/>
                  <a:pt x="48667" y="81707"/>
                </a:cubicBezTo>
                <a:cubicBezTo>
                  <a:pt x="39737" y="88850"/>
                  <a:pt x="32593" y="88850"/>
                  <a:pt x="29021" y="88850"/>
                </a:cubicBezTo>
                <a:cubicBezTo>
                  <a:pt x="21431" y="88850"/>
                  <a:pt x="15180" y="87064"/>
                  <a:pt x="11609" y="86171"/>
                </a:cubicBezTo>
                <a:cubicBezTo>
                  <a:pt x="8483" y="85279"/>
                  <a:pt x="7144" y="85279"/>
                  <a:pt x="6697" y="85279"/>
                </a:cubicBezTo>
                <a:cubicBezTo>
                  <a:pt x="4911" y="85279"/>
                  <a:pt x="4018" y="86618"/>
                  <a:pt x="3572" y="87511"/>
                </a:cubicBezTo>
                <a:lnTo>
                  <a:pt x="446" y="87511"/>
                </a:lnTo>
                <a:lnTo>
                  <a:pt x="446" y="57596"/>
                </a:lnTo>
                <a:lnTo>
                  <a:pt x="3572" y="57596"/>
                </a:lnTo>
                <a:cubicBezTo>
                  <a:pt x="6251" y="70545"/>
                  <a:pt x="10716" y="74563"/>
                  <a:pt x="13395" y="76795"/>
                </a:cubicBezTo>
                <a:cubicBezTo>
                  <a:pt x="20538" y="83493"/>
                  <a:pt x="26343" y="83493"/>
                  <a:pt x="29468" y="83493"/>
                </a:cubicBezTo>
                <a:cubicBezTo>
                  <a:pt x="35719" y="83493"/>
                  <a:pt x="38398" y="80814"/>
                  <a:pt x="39737" y="79921"/>
                </a:cubicBezTo>
                <a:cubicBezTo>
                  <a:pt x="43755" y="75902"/>
                  <a:pt x="43755" y="72330"/>
                  <a:pt x="43755" y="70991"/>
                </a:cubicBezTo>
                <a:cubicBezTo>
                  <a:pt x="43755" y="64294"/>
                  <a:pt x="40630" y="61615"/>
                  <a:pt x="39291" y="60275"/>
                </a:cubicBezTo>
                <a:cubicBezTo>
                  <a:pt x="34826" y="55811"/>
                  <a:pt x="25896" y="51346"/>
                  <a:pt x="21431" y="49113"/>
                </a:cubicBezTo>
                <a:cubicBezTo>
                  <a:pt x="8483" y="42862"/>
                  <a:pt x="5804" y="39291"/>
                  <a:pt x="4018" y="37505"/>
                </a:cubicBezTo>
                <a:cubicBezTo>
                  <a:pt x="0" y="32147"/>
                  <a:pt x="0" y="27236"/>
                  <a:pt x="0" y="24110"/>
                </a:cubicBezTo>
                <a:cubicBezTo>
                  <a:pt x="0" y="13841"/>
                  <a:pt x="4911" y="9376"/>
                  <a:pt x="7144" y="7144"/>
                </a:cubicBezTo>
                <a:cubicBezTo>
                  <a:pt x="14288" y="0"/>
                  <a:pt x="21878" y="0"/>
                  <a:pt x="25450" y="0"/>
                </a:cubicBezTo>
                <a:cubicBezTo>
                  <a:pt x="30361" y="0"/>
                  <a:pt x="35272" y="1786"/>
                  <a:pt x="37505" y="2232"/>
                </a:cubicBezTo>
                <a:cubicBezTo>
                  <a:pt x="41970" y="3572"/>
                  <a:pt x="42862" y="3572"/>
                  <a:pt x="43755" y="3572"/>
                </a:cubicBezTo>
                <a:cubicBezTo>
                  <a:pt x="45095" y="3572"/>
                  <a:pt x="45541" y="3125"/>
                  <a:pt x="45988" y="3125"/>
                </a:cubicBezTo>
                <a:cubicBezTo>
                  <a:pt x="46881" y="2232"/>
                  <a:pt x="47774" y="893"/>
                  <a:pt x="47774" y="0"/>
                </a:cubicBezTo>
                <a:lnTo>
                  <a:pt x="50899" y="0"/>
                </a:lnTo>
                <a:close/>
                <a:moveTo>
                  <a:pt x="508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5AD4C-FB9F-4E76-9D89-5A648B83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491" y="3800897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80146-4BFA-460A-A728-159DABFC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630" y="3825900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B4547-5E93-485F-A37E-92C8309D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344" y="3825900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4BF1E-A800-4DED-BF1D-9C6CB111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52" y="3828579"/>
            <a:ext cx="91529" cy="124123"/>
          </a:xfrm>
          <a:custGeom xmlns:a="http://schemas.openxmlformats.org/drawingml/2006/main">
            <a:pathLst>
              <a:path w="91529" h="124123">
                <a:moveTo>
                  <a:pt x="0" y="0"/>
                </a:moveTo>
                <a:lnTo>
                  <a:pt x="39291" y="0"/>
                </a:lnTo>
                <a:lnTo>
                  <a:pt x="39291" y="3125"/>
                </a:lnTo>
                <a:lnTo>
                  <a:pt x="37058" y="3125"/>
                </a:lnTo>
                <a:cubicBezTo>
                  <a:pt x="33040" y="3125"/>
                  <a:pt x="31700" y="4465"/>
                  <a:pt x="31254" y="4911"/>
                </a:cubicBezTo>
                <a:cubicBezTo>
                  <a:pt x="29021" y="6697"/>
                  <a:pt x="29021" y="8483"/>
                  <a:pt x="29021" y="9376"/>
                </a:cubicBezTo>
                <a:cubicBezTo>
                  <a:pt x="29021" y="12948"/>
                  <a:pt x="30807" y="17413"/>
                  <a:pt x="32147" y="19199"/>
                </a:cubicBezTo>
                <a:lnTo>
                  <a:pt x="52239" y="61615"/>
                </a:lnTo>
                <a:lnTo>
                  <a:pt x="70991" y="15180"/>
                </a:lnTo>
                <a:cubicBezTo>
                  <a:pt x="72777" y="11609"/>
                  <a:pt x="72777" y="9376"/>
                  <a:pt x="72777" y="8037"/>
                </a:cubicBezTo>
                <a:cubicBezTo>
                  <a:pt x="72777" y="6251"/>
                  <a:pt x="72330" y="5804"/>
                  <a:pt x="71884" y="5358"/>
                </a:cubicBezTo>
                <a:cubicBezTo>
                  <a:pt x="71438" y="4465"/>
                  <a:pt x="70098" y="4018"/>
                  <a:pt x="69652" y="4018"/>
                </a:cubicBezTo>
                <a:cubicBezTo>
                  <a:pt x="68312" y="3125"/>
                  <a:pt x="65633" y="3125"/>
                  <a:pt x="64294" y="3125"/>
                </a:cubicBezTo>
                <a:lnTo>
                  <a:pt x="64294" y="0"/>
                </a:lnTo>
                <a:lnTo>
                  <a:pt x="91529" y="0"/>
                </a:lnTo>
                <a:lnTo>
                  <a:pt x="91529" y="3125"/>
                </a:lnTo>
                <a:cubicBezTo>
                  <a:pt x="87957" y="3572"/>
                  <a:pt x="87064" y="4465"/>
                  <a:pt x="86171" y="4911"/>
                </a:cubicBezTo>
                <a:cubicBezTo>
                  <a:pt x="84386" y="5804"/>
                  <a:pt x="83046" y="8037"/>
                  <a:pt x="82153" y="8930"/>
                </a:cubicBezTo>
                <a:cubicBezTo>
                  <a:pt x="81260" y="10269"/>
                  <a:pt x="79921" y="13841"/>
                  <a:pt x="79028" y="16073"/>
                </a:cubicBezTo>
                <a:lnTo>
                  <a:pt x="45095" y="99566"/>
                </a:lnTo>
                <a:cubicBezTo>
                  <a:pt x="40184" y="111621"/>
                  <a:pt x="34826" y="115639"/>
                  <a:pt x="32147" y="117872"/>
                </a:cubicBezTo>
                <a:cubicBezTo>
                  <a:pt x="24110" y="124123"/>
                  <a:pt x="19199" y="124123"/>
                  <a:pt x="16520" y="124123"/>
                </a:cubicBezTo>
                <a:cubicBezTo>
                  <a:pt x="11162" y="124123"/>
                  <a:pt x="8930" y="121890"/>
                  <a:pt x="8037" y="120997"/>
                </a:cubicBezTo>
                <a:cubicBezTo>
                  <a:pt x="4465" y="117872"/>
                  <a:pt x="4465" y="115193"/>
                  <a:pt x="4465" y="113854"/>
                </a:cubicBezTo>
                <a:cubicBezTo>
                  <a:pt x="4465" y="109835"/>
                  <a:pt x="6251" y="108496"/>
                  <a:pt x="7144" y="107603"/>
                </a:cubicBezTo>
                <a:cubicBezTo>
                  <a:pt x="9376" y="105370"/>
                  <a:pt x="12502" y="105370"/>
                  <a:pt x="13841" y="105370"/>
                </a:cubicBezTo>
                <a:cubicBezTo>
                  <a:pt x="16966" y="105370"/>
                  <a:pt x="20092" y="106710"/>
                  <a:pt x="22324" y="107156"/>
                </a:cubicBezTo>
                <a:cubicBezTo>
                  <a:pt x="25450" y="108496"/>
                  <a:pt x="26343" y="108496"/>
                  <a:pt x="26789" y="108496"/>
                </a:cubicBezTo>
                <a:cubicBezTo>
                  <a:pt x="29468" y="108496"/>
                  <a:pt x="31254" y="106710"/>
                  <a:pt x="32593" y="105817"/>
                </a:cubicBezTo>
                <a:cubicBezTo>
                  <a:pt x="35719" y="103138"/>
                  <a:pt x="37951" y="97334"/>
                  <a:pt x="39291" y="95101"/>
                </a:cubicBezTo>
                <a:lnTo>
                  <a:pt x="45095" y="80367"/>
                </a:lnTo>
                <a:lnTo>
                  <a:pt x="15180" y="17413"/>
                </a:lnTo>
                <a:cubicBezTo>
                  <a:pt x="13841" y="14288"/>
                  <a:pt x="11609" y="11609"/>
                  <a:pt x="10716" y="10269"/>
                </a:cubicBezTo>
                <a:cubicBezTo>
                  <a:pt x="8483" y="7144"/>
                  <a:pt x="7144" y="6251"/>
                  <a:pt x="6697" y="5804"/>
                </a:cubicBezTo>
                <a:cubicBezTo>
                  <a:pt x="4911" y="4465"/>
                  <a:pt x="1786" y="3572"/>
                  <a:pt x="0" y="3125"/>
                </a:cubicBez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AC1B1-74DD-4CA3-A32B-B7469DF1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25" y="4629384"/>
            <a:ext cx="146893" cy="151358"/>
          </a:xfrm>
          <a:custGeom xmlns:a="http://schemas.openxmlformats.org/drawingml/2006/main">
            <a:pathLst>
              <a:path w="146893" h="151358">
                <a:moveTo>
                  <a:pt x="126355" y="0"/>
                </a:moveTo>
                <a:lnTo>
                  <a:pt x="129927" y="45541"/>
                </a:lnTo>
                <a:lnTo>
                  <a:pt x="126355" y="45541"/>
                </a:lnTo>
                <a:cubicBezTo>
                  <a:pt x="120551" y="28575"/>
                  <a:pt x="114746" y="22771"/>
                  <a:pt x="111621" y="20092"/>
                </a:cubicBezTo>
                <a:cubicBezTo>
                  <a:pt x="98673" y="7590"/>
                  <a:pt x="85279" y="7590"/>
                  <a:pt x="78581" y="7590"/>
                </a:cubicBezTo>
                <a:cubicBezTo>
                  <a:pt x="50899" y="7590"/>
                  <a:pt x="41523" y="21878"/>
                  <a:pt x="36612" y="29468"/>
                </a:cubicBezTo>
                <a:cubicBezTo>
                  <a:pt x="24557" y="47774"/>
                  <a:pt x="24557" y="64740"/>
                  <a:pt x="24557" y="73223"/>
                </a:cubicBezTo>
                <a:cubicBezTo>
                  <a:pt x="24557" y="93762"/>
                  <a:pt x="29914" y="105370"/>
                  <a:pt x="32593" y="111175"/>
                </a:cubicBezTo>
                <a:cubicBezTo>
                  <a:pt x="40630" y="128141"/>
                  <a:pt x="49113" y="133499"/>
                  <a:pt x="53578" y="136178"/>
                </a:cubicBezTo>
                <a:cubicBezTo>
                  <a:pt x="66526" y="143768"/>
                  <a:pt x="75456" y="143768"/>
                  <a:pt x="79921" y="143768"/>
                </a:cubicBezTo>
                <a:cubicBezTo>
                  <a:pt x="87957" y="143768"/>
                  <a:pt x="92869" y="142429"/>
                  <a:pt x="95548" y="141982"/>
                </a:cubicBezTo>
                <a:cubicBezTo>
                  <a:pt x="102691" y="139750"/>
                  <a:pt x="107603" y="137517"/>
                  <a:pt x="109835" y="136178"/>
                </a:cubicBezTo>
                <a:lnTo>
                  <a:pt x="109835" y="94208"/>
                </a:lnTo>
                <a:cubicBezTo>
                  <a:pt x="109835" y="83493"/>
                  <a:pt x="108942" y="80814"/>
                  <a:pt x="108496" y="79921"/>
                </a:cubicBezTo>
                <a:cubicBezTo>
                  <a:pt x="106710" y="76795"/>
                  <a:pt x="104031" y="75456"/>
                  <a:pt x="103138" y="75009"/>
                </a:cubicBezTo>
                <a:cubicBezTo>
                  <a:pt x="99566" y="73223"/>
                  <a:pt x="93762" y="73223"/>
                  <a:pt x="91083" y="73223"/>
                </a:cubicBezTo>
                <a:lnTo>
                  <a:pt x="91083" y="68759"/>
                </a:lnTo>
                <a:lnTo>
                  <a:pt x="146893" y="68759"/>
                </a:lnTo>
                <a:lnTo>
                  <a:pt x="146893" y="73223"/>
                </a:lnTo>
                <a:lnTo>
                  <a:pt x="144214" y="73223"/>
                </a:lnTo>
                <a:cubicBezTo>
                  <a:pt x="135731" y="73223"/>
                  <a:pt x="133945" y="76795"/>
                  <a:pt x="132606" y="78581"/>
                </a:cubicBezTo>
                <a:cubicBezTo>
                  <a:pt x="130820" y="82600"/>
                  <a:pt x="130820" y="90190"/>
                  <a:pt x="130820" y="94208"/>
                </a:cubicBezTo>
                <a:lnTo>
                  <a:pt x="130820" y="138410"/>
                </a:lnTo>
                <a:cubicBezTo>
                  <a:pt x="118318" y="145107"/>
                  <a:pt x="110728" y="147340"/>
                  <a:pt x="106263" y="147786"/>
                </a:cubicBezTo>
                <a:cubicBezTo>
                  <a:pt x="94655" y="151358"/>
                  <a:pt x="84832" y="151358"/>
                  <a:pt x="79921" y="151358"/>
                </a:cubicBezTo>
                <a:cubicBezTo>
                  <a:pt x="37951" y="151358"/>
                  <a:pt x="23664" y="133499"/>
                  <a:pt x="16073" y="124569"/>
                </a:cubicBezTo>
                <a:cubicBezTo>
                  <a:pt x="0" y="104031"/>
                  <a:pt x="0" y="86618"/>
                  <a:pt x="0" y="78135"/>
                </a:cubicBezTo>
                <a:cubicBezTo>
                  <a:pt x="0" y="58489"/>
                  <a:pt x="6251" y="47327"/>
                  <a:pt x="9376" y="41077"/>
                </a:cubicBezTo>
                <a:cubicBezTo>
                  <a:pt x="20092" y="20538"/>
                  <a:pt x="32593" y="12948"/>
                  <a:pt x="38844" y="9376"/>
                </a:cubicBezTo>
                <a:cubicBezTo>
                  <a:pt x="54918" y="0"/>
                  <a:pt x="69205" y="0"/>
                  <a:pt x="76349" y="0"/>
                </a:cubicBezTo>
                <a:cubicBezTo>
                  <a:pt x="84386" y="0"/>
                  <a:pt x="88850" y="893"/>
                  <a:pt x="91083" y="1339"/>
                </a:cubicBezTo>
                <a:cubicBezTo>
                  <a:pt x="97334" y="2679"/>
                  <a:pt x="105370" y="5358"/>
                  <a:pt x="109389" y="7144"/>
                </a:cubicBezTo>
                <a:cubicBezTo>
                  <a:pt x="115193" y="8930"/>
                  <a:pt x="116532" y="8930"/>
                  <a:pt x="116979" y="8930"/>
                </a:cubicBezTo>
                <a:cubicBezTo>
                  <a:pt x="119211" y="8930"/>
                  <a:pt x="120104" y="8037"/>
                  <a:pt x="120551" y="7590"/>
                </a:cubicBezTo>
                <a:cubicBezTo>
                  <a:pt x="121890" y="5358"/>
                  <a:pt x="122337" y="1786"/>
                  <a:pt x="122337" y="0"/>
                </a:cubicBezTo>
                <a:lnTo>
                  <a:pt x="126355" y="0"/>
                </a:lnTo>
                <a:close/>
                <a:moveTo>
                  <a:pt x="12635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3D31D-1207-4CE0-99DB-A0B10A00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61" y="4676711"/>
            <a:ext cx="82600" cy="103584"/>
          </a:xfrm>
          <a:custGeom xmlns:a="http://schemas.openxmlformats.org/drawingml/2006/main">
            <a:pathLst>
              <a:path w="82600" h="103584">
                <a:moveTo>
                  <a:pt x="15180" y="39737"/>
                </a:moveTo>
                <a:cubicBezTo>
                  <a:pt x="14734" y="61168"/>
                  <a:pt x="21878" y="69652"/>
                  <a:pt x="25450" y="73670"/>
                </a:cubicBezTo>
                <a:cubicBezTo>
                  <a:pt x="36165" y="86171"/>
                  <a:pt x="45988" y="86171"/>
                  <a:pt x="50899" y="86171"/>
                </a:cubicBezTo>
                <a:cubicBezTo>
                  <a:pt x="60275" y="86171"/>
                  <a:pt x="65187" y="82600"/>
                  <a:pt x="67419" y="80814"/>
                </a:cubicBezTo>
                <a:cubicBezTo>
                  <a:pt x="74563" y="75456"/>
                  <a:pt x="77688" y="66973"/>
                  <a:pt x="79474" y="62954"/>
                </a:cubicBezTo>
                <a:lnTo>
                  <a:pt x="82600" y="64740"/>
                </a:lnTo>
                <a:cubicBezTo>
                  <a:pt x="80367" y="79474"/>
                  <a:pt x="73223" y="87511"/>
                  <a:pt x="69652" y="91529"/>
                </a:cubicBezTo>
                <a:cubicBezTo>
                  <a:pt x="58936" y="103584"/>
                  <a:pt x="48220" y="103584"/>
                  <a:pt x="42416" y="103584"/>
                </a:cubicBezTo>
                <a:cubicBezTo>
                  <a:pt x="25003" y="103584"/>
                  <a:pt x="16520" y="94208"/>
                  <a:pt x="12502" y="89743"/>
                </a:cubicBezTo>
                <a:cubicBezTo>
                  <a:pt x="0" y="76349"/>
                  <a:pt x="0" y="60722"/>
                  <a:pt x="0" y="53132"/>
                </a:cubicBezTo>
                <a:cubicBezTo>
                  <a:pt x="0" y="28129"/>
                  <a:pt x="8483" y="18752"/>
                  <a:pt x="12502" y="13841"/>
                </a:cubicBezTo>
                <a:cubicBezTo>
                  <a:pt x="25450" y="0"/>
                  <a:pt x="38844" y="0"/>
                  <a:pt x="45095" y="0"/>
                </a:cubicBezTo>
                <a:cubicBezTo>
                  <a:pt x="61615" y="0"/>
                  <a:pt x="68759" y="7144"/>
                  <a:pt x="71884" y="10716"/>
                </a:cubicBezTo>
                <a:cubicBezTo>
                  <a:pt x="82600" y="21431"/>
                  <a:pt x="82600" y="33486"/>
                  <a:pt x="82600" y="39737"/>
                </a:cubicBezTo>
                <a:lnTo>
                  <a:pt x="15180" y="39737"/>
                </a:lnTo>
                <a:close/>
                <a:moveTo>
                  <a:pt x="15180" y="33486"/>
                </a:moveTo>
                <a:lnTo>
                  <a:pt x="60275" y="33486"/>
                </a:lnTo>
                <a:cubicBezTo>
                  <a:pt x="59829" y="24110"/>
                  <a:pt x="58489" y="21431"/>
                  <a:pt x="58043" y="20538"/>
                </a:cubicBezTo>
                <a:cubicBezTo>
                  <a:pt x="55364" y="14288"/>
                  <a:pt x="51792" y="12055"/>
                  <a:pt x="50006" y="11162"/>
                </a:cubicBezTo>
                <a:cubicBezTo>
                  <a:pt x="44648" y="7590"/>
                  <a:pt x="41077" y="7590"/>
                  <a:pt x="39291" y="7590"/>
                </a:cubicBezTo>
                <a:cubicBezTo>
                  <a:pt x="30361" y="7590"/>
                  <a:pt x="25450" y="12055"/>
                  <a:pt x="23217" y="14288"/>
                </a:cubicBezTo>
                <a:cubicBezTo>
                  <a:pt x="16073" y="20985"/>
                  <a:pt x="15627" y="29468"/>
                  <a:pt x="15180" y="33486"/>
                </a:cubicBezTo>
                <a:close/>
                <a:moveTo>
                  <a:pt x="15180" y="334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3B1D4-EE04-493A-95D8-F47647F4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88" y="4676711"/>
            <a:ext cx="94208" cy="103584"/>
          </a:xfrm>
          <a:custGeom xmlns:a="http://schemas.openxmlformats.org/drawingml/2006/main">
            <a:pathLst>
              <a:path w="94208" h="103584">
                <a:moveTo>
                  <a:pt x="47327" y="0"/>
                </a:moveTo>
                <a:cubicBezTo>
                  <a:pt x="69652" y="0"/>
                  <a:pt x="78581" y="11162"/>
                  <a:pt x="83046" y="16966"/>
                </a:cubicBezTo>
                <a:cubicBezTo>
                  <a:pt x="94208" y="31254"/>
                  <a:pt x="94208" y="43755"/>
                  <a:pt x="94208" y="50006"/>
                </a:cubicBezTo>
                <a:cubicBezTo>
                  <a:pt x="94208" y="62954"/>
                  <a:pt x="90190" y="71884"/>
                  <a:pt x="87957" y="76349"/>
                </a:cubicBezTo>
                <a:cubicBezTo>
                  <a:pt x="81707" y="90190"/>
                  <a:pt x="74563" y="94655"/>
                  <a:pt x="70991" y="96887"/>
                </a:cubicBezTo>
                <a:cubicBezTo>
                  <a:pt x="59829" y="103584"/>
                  <a:pt x="50899" y="103584"/>
                  <a:pt x="45988" y="103584"/>
                </a:cubicBezTo>
                <a:cubicBezTo>
                  <a:pt x="24110" y="103584"/>
                  <a:pt x="15180" y="91529"/>
                  <a:pt x="11162" y="86171"/>
                </a:cubicBezTo>
                <a:cubicBezTo>
                  <a:pt x="0" y="70991"/>
                  <a:pt x="0" y="58936"/>
                  <a:pt x="0" y="52685"/>
                </a:cubicBezTo>
                <a:cubicBezTo>
                  <a:pt x="0" y="39291"/>
                  <a:pt x="4465" y="30361"/>
                  <a:pt x="6697" y="25896"/>
                </a:cubicBezTo>
                <a:cubicBezTo>
                  <a:pt x="13395" y="12502"/>
                  <a:pt x="20538" y="8483"/>
                  <a:pt x="24110" y="6251"/>
                </a:cubicBezTo>
                <a:cubicBezTo>
                  <a:pt x="35272" y="0"/>
                  <a:pt x="43309" y="0"/>
                  <a:pt x="47327" y="0"/>
                </a:cubicBezTo>
                <a:close/>
                <a:moveTo>
                  <a:pt x="43755" y="7144"/>
                </a:moveTo>
                <a:cubicBezTo>
                  <a:pt x="38398" y="7144"/>
                  <a:pt x="34379" y="9376"/>
                  <a:pt x="32593" y="10269"/>
                </a:cubicBezTo>
                <a:cubicBezTo>
                  <a:pt x="26789" y="13841"/>
                  <a:pt x="24557" y="19199"/>
                  <a:pt x="23217" y="21878"/>
                </a:cubicBezTo>
                <a:cubicBezTo>
                  <a:pt x="20092" y="30807"/>
                  <a:pt x="20092" y="39291"/>
                  <a:pt x="20092" y="43755"/>
                </a:cubicBezTo>
                <a:cubicBezTo>
                  <a:pt x="20092" y="65187"/>
                  <a:pt x="25450" y="75456"/>
                  <a:pt x="28575" y="80814"/>
                </a:cubicBezTo>
                <a:cubicBezTo>
                  <a:pt x="37058" y="95994"/>
                  <a:pt x="45988" y="95994"/>
                  <a:pt x="50899" y="95994"/>
                </a:cubicBezTo>
                <a:cubicBezTo>
                  <a:pt x="61168" y="95994"/>
                  <a:pt x="65633" y="90190"/>
                  <a:pt x="67866" y="87511"/>
                </a:cubicBezTo>
                <a:cubicBezTo>
                  <a:pt x="74563" y="79028"/>
                  <a:pt x="74563" y="65187"/>
                  <a:pt x="74563" y="58043"/>
                </a:cubicBezTo>
                <a:cubicBezTo>
                  <a:pt x="74563" y="32147"/>
                  <a:pt x="66973" y="21878"/>
                  <a:pt x="63401" y="17413"/>
                </a:cubicBezTo>
                <a:cubicBezTo>
                  <a:pt x="55811" y="7144"/>
                  <a:pt x="47774" y="7144"/>
                  <a:pt x="43755" y="7144"/>
                </a:cubicBezTo>
                <a:close/>
                <a:moveTo>
                  <a:pt x="43755" y="71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C8993-4E73-4CEE-91C9-B96D3A03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60" y="4676711"/>
            <a:ext cx="166985" cy="100459"/>
          </a:xfrm>
          <a:custGeom xmlns:a="http://schemas.openxmlformats.org/drawingml/2006/main">
            <a:pathLst>
              <a:path w="166985" h="100459">
                <a:moveTo>
                  <a:pt x="33933" y="20985"/>
                </a:moveTo>
                <a:cubicBezTo>
                  <a:pt x="44648" y="10269"/>
                  <a:pt x="45988" y="9376"/>
                  <a:pt x="46434" y="8483"/>
                </a:cubicBezTo>
                <a:cubicBezTo>
                  <a:pt x="51346" y="4465"/>
                  <a:pt x="54918" y="3125"/>
                  <a:pt x="57150" y="2232"/>
                </a:cubicBezTo>
                <a:cubicBezTo>
                  <a:pt x="62508" y="0"/>
                  <a:pt x="66080" y="0"/>
                  <a:pt x="67866" y="0"/>
                </a:cubicBezTo>
                <a:cubicBezTo>
                  <a:pt x="77242" y="0"/>
                  <a:pt x="81260" y="3572"/>
                  <a:pt x="83493" y="5358"/>
                </a:cubicBezTo>
                <a:cubicBezTo>
                  <a:pt x="90190" y="10716"/>
                  <a:pt x="91529" y="17413"/>
                  <a:pt x="92422" y="20985"/>
                </a:cubicBezTo>
                <a:cubicBezTo>
                  <a:pt x="103584" y="8037"/>
                  <a:pt x="108496" y="5358"/>
                  <a:pt x="111175" y="4018"/>
                </a:cubicBezTo>
                <a:cubicBezTo>
                  <a:pt x="118318" y="0"/>
                  <a:pt x="124123" y="0"/>
                  <a:pt x="126802" y="0"/>
                </a:cubicBezTo>
                <a:cubicBezTo>
                  <a:pt x="134392" y="0"/>
                  <a:pt x="138410" y="2679"/>
                  <a:pt x="140196" y="4018"/>
                </a:cubicBezTo>
                <a:cubicBezTo>
                  <a:pt x="146447" y="8037"/>
                  <a:pt x="148679" y="13841"/>
                  <a:pt x="150019" y="16966"/>
                </a:cubicBezTo>
                <a:cubicBezTo>
                  <a:pt x="152251" y="23217"/>
                  <a:pt x="152251" y="32147"/>
                  <a:pt x="152251" y="36612"/>
                </a:cubicBezTo>
                <a:lnTo>
                  <a:pt x="152251" y="78581"/>
                </a:lnTo>
                <a:cubicBezTo>
                  <a:pt x="152251" y="87511"/>
                  <a:pt x="153144" y="90190"/>
                  <a:pt x="153591" y="91083"/>
                </a:cubicBezTo>
                <a:cubicBezTo>
                  <a:pt x="154930" y="93315"/>
                  <a:pt x="156716" y="94655"/>
                  <a:pt x="157609" y="95101"/>
                </a:cubicBezTo>
                <a:cubicBezTo>
                  <a:pt x="160288" y="96887"/>
                  <a:pt x="164753" y="96887"/>
                  <a:pt x="166985" y="96887"/>
                </a:cubicBezTo>
                <a:lnTo>
                  <a:pt x="166985" y="100459"/>
                </a:lnTo>
                <a:lnTo>
                  <a:pt x="118765" y="100459"/>
                </a:lnTo>
                <a:lnTo>
                  <a:pt x="118765" y="96887"/>
                </a:lnTo>
                <a:lnTo>
                  <a:pt x="120997" y="96887"/>
                </a:lnTo>
                <a:cubicBezTo>
                  <a:pt x="127248" y="96887"/>
                  <a:pt x="129480" y="95101"/>
                  <a:pt x="130373" y="94208"/>
                </a:cubicBezTo>
                <a:cubicBezTo>
                  <a:pt x="133052" y="92422"/>
                  <a:pt x="133945" y="90190"/>
                  <a:pt x="134392" y="88850"/>
                </a:cubicBezTo>
                <a:cubicBezTo>
                  <a:pt x="134838" y="87064"/>
                  <a:pt x="134838" y="81260"/>
                  <a:pt x="134838" y="78581"/>
                </a:cubicBezTo>
                <a:lnTo>
                  <a:pt x="134838" y="36612"/>
                </a:lnTo>
                <a:cubicBezTo>
                  <a:pt x="134838" y="24557"/>
                  <a:pt x="132606" y="20985"/>
                  <a:pt x="131713" y="19645"/>
                </a:cubicBezTo>
                <a:cubicBezTo>
                  <a:pt x="127248" y="12948"/>
                  <a:pt x="121444" y="12948"/>
                  <a:pt x="118318" y="12948"/>
                </a:cubicBezTo>
                <a:cubicBezTo>
                  <a:pt x="112514" y="12948"/>
                  <a:pt x="108942" y="14734"/>
                  <a:pt x="107156" y="15627"/>
                </a:cubicBezTo>
                <a:cubicBezTo>
                  <a:pt x="101352" y="18752"/>
                  <a:pt x="95994" y="23664"/>
                  <a:pt x="93315" y="26343"/>
                </a:cubicBezTo>
                <a:lnTo>
                  <a:pt x="92869" y="27236"/>
                </a:lnTo>
                <a:lnTo>
                  <a:pt x="93315" y="31700"/>
                </a:lnTo>
                <a:lnTo>
                  <a:pt x="93315" y="78581"/>
                </a:lnTo>
                <a:cubicBezTo>
                  <a:pt x="93315" y="88404"/>
                  <a:pt x="93762" y="90190"/>
                  <a:pt x="94208" y="91083"/>
                </a:cubicBezTo>
                <a:cubicBezTo>
                  <a:pt x="95548" y="93315"/>
                  <a:pt x="97334" y="94655"/>
                  <a:pt x="98227" y="95101"/>
                </a:cubicBezTo>
                <a:cubicBezTo>
                  <a:pt x="101798" y="96887"/>
                  <a:pt x="106710" y="96887"/>
                  <a:pt x="108942" y="96887"/>
                </a:cubicBezTo>
                <a:lnTo>
                  <a:pt x="108942" y="100459"/>
                </a:lnTo>
                <a:lnTo>
                  <a:pt x="59829" y="100459"/>
                </a:lnTo>
                <a:lnTo>
                  <a:pt x="59829" y="96887"/>
                </a:lnTo>
                <a:cubicBezTo>
                  <a:pt x="67866" y="96887"/>
                  <a:pt x="69652" y="95548"/>
                  <a:pt x="70991" y="94655"/>
                </a:cubicBezTo>
                <a:cubicBezTo>
                  <a:pt x="74116" y="92869"/>
                  <a:pt x="74563" y="90636"/>
                  <a:pt x="75009" y="89297"/>
                </a:cubicBezTo>
                <a:cubicBezTo>
                  <a:pt x="75456" y="87064"/>
                  <a:pt x="75456" y="81260"/>
                  <a:pt x="75456" y="78581"/>
                </a:cubicBezTo>
                <a:lnTo>
                  <a:pt x="75456" y="36612"/>
                </a:lnTo>
                <a:cubicBezTo>
                  <a:pt x="75456" y="24557"/>
                  <a:pt x="73223" y="20985"/>
                  <a:pt x="71884" y="19199"/>
                </a:cubicBezTo>
                <a:cubicBezTo>
                  <a:pt x="67419" y="12502"/>
                  <a:pt x="61615" y="12502"/>
                  <a:pt x="58936" y="12502"/>
                </a:cubicBezTo>
                <a:cubicBezTo>
                  <a:pt x="53132" y="12502"/>
                  <a:pt x="49560" y="14734"/>
                  <a:pt x="47774" y="15627"/>
                </a:cubicBezTo>
                <a:cubicBezTo>
                  <a:pt x="38844" y="20538"/>
                  <a:pt x="35719" y="24110"/>
                  <a:pt x="33933" y="26343"/>
                </a:cubicBezTo>
                <a:lnTo>
                  <a:pt x="33933" y="78581"/>
                </a:lnTo>
                <a:cubicBezTo>
                  <a:pt x="33933" y="87957"/>
                  <a:pt x="34826" y="90190"/>
                  <a:pt x="35272" y="91083"/>
                </a:cubicBezTo>
                <a:cubicBezTo>
                  <a:pt x="36612" y="93762"/>
                  <a:pt x="38398" y="94655"/>
                  <a:pt x="39291" y="95101"/>
                </a:cubicBezTo>
                <a:cubicBezTo>
                  <a:pt x="41970" y="96887"/>
                  <a:pt x="47327" y="96887"/>
                  <a:pt x="49560" y="96887"/>
                </a:cubicBezTo>
                <a:lnTo>
                  <a:pt x="49560" y="100459"/>
                </a:lnTo>
                <a:lnTo>
                  <a:pt x="1339" y="100459"/>
                </a:lnTo>
                <a:lnTo>
                  <a:pt x="1339" y="96887"/>
                </a:lnTo>
                <a:cubicBezTo>
                  <a:pt x="8037" y="96887"/>
                  <a:pt x="9823" y="95994"/>
                  <a:pt x="10716" y="95101"/>
                </a:cubicBezTo>
                <a:cubicBezTo>
                  <a:pt x="13395" y="93762"/>
                  <a:pt x="14734" y="91529"/>
                  <a:pt x="15180" y="90636"/>
                </a:cubicBezTo>
                <a:cubicBezTo>
                  <a:pt x="16520" y="87511"/>
                  <a:pt x="16520" y="81260"/>
                  <a:pt x="16520" y="78581"/>
                </a:cubicBezTo>
                <a:lnTo>
                  <a:pt x="16520" y="41077"/>
                </a:lnTo>
                <a:cubicBezTo>
                  <a:pt x="16520" y="25003"/>
                  <a:pt x="15627" y="21878"/>
                  <a:pt x="15627" y="20538"/>
                </a:cubicBezTo>
                <a:cubicBezTo>
                  <a:pt x="14734" y="16966"/>
                  <a:pt x="13395" y="16073"/>
                  <a:pt x="12948" y="15627"/>
                </a:cubicBezTo>
                <a:cubicBezTo>
                  <a:pt x="11609" y="14288"/>
                  <a:pt x="9376" y="14288"/>
                  <a:pt x="8483" y="14288"/>
                </a:cubicBezTo>
                <a:cubicBezTo>
                  <a:pt x="5804" y="14288"/>
                  <a:pt x="2679" y="15180"/>
                  <a:pt x="1339" y="15627"/>
                </a:cubicBezTo>
                <a:lnTo>
                  <a:pt x="0" y="12055"/>
                </a:lnTo>
                <a:lnTo>
                  <a:pt x="29468" y="0"/>
                </a:lnTo>
                <a:lnTo>
                  <a:pt x="33933" y="0"/>
                </a:lnTo>
                <a:lnTo>
                  <a:pt x="33933" y="20985"/>
                </a:lnTo>
                <a:close/>
                <a:moveTo>
                  <a:pt x="33933" y="209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81D6E-534C-483F-AA1A-E5906DE5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10" y="4676711"/>
            <a:ext cx="82600" cy="103584"/>
          </a:xfrm>
          <a:custGeom xmlns:a="http://schemas.openxmlformats.org/drawingml/2006/main">
            <a:pathLst>
              <a:path w="82600" h="103584">
                <a:moveTo>
                  <a:pt x="15180" y="39737"/>
                </a:moveTo>
                <a:cubicBezTo>
                  <a:pt x="14734" y="61168"/>
                  <a:pt x="21878" y="69652"/>
                  <a:pt x="25450" y="73670"/>
                </a:cubicBezTo>
                <a:cubicBezTo>
                  <a:pt x="36165" y="86171"/>
                  <a:pt x="45988" y="86171"/>
                  <a:pt x="50899" y="86171"/>
                </a:cubicBezTo>
                <a:cubicBezTo>
                  <a:pt x="60275" y="86171"/>
                  <a:pt x="65187" y="82600"/>
                  <a:pt x="67419" y="80814"/>
                </a:cubicBezTo>
                <a:cubicBezTo>
                  <a:pt x="74563" y="75456"/>
                  <a:pt x="77688" y="66973"/>
                  <a:pt x="79474" y="62954"/>
                </a:cubicBezTo>
                <a:lnTo>
                  <a:pt x="82600" y="64740"/>
                </a:lnTo>
                <a:cubicBezTo>
                  <a:pt x="80367" y="79474"/>
                  <a:pt x="73223" y="87511"/>
                  <a:pt x="69652" y="91529"/>
                </a:cubicBezTo>
                <a:cubicBezTo>
                  <a:pt x="58936" y="103584"/>
                  <a:pt x="48220" y="103584"/>
                  <a:pt x="42416" y="103584"/>
                </a:cubicBezTo>
                <a:cubicBezTo>
                  <a:pt x="25003" y="103584"/>
                  <a:pt x="16520" y="94208"/>
                  <a:pt x="12502" y="89743"/>
                </a:cubicBezTo>
                <a:cubicBezTo>
                  <a:pt x="0" y="76349"/>
                  <a:pt x="0" y="60722"/>
                  <a:pt x="0" y="53132"/>
                </a:cubicBezTo>
                <a:cubicBezTo>
                  <a:pt x="0" y="28129"/>
                  <a:pt x="8483" y="18752"/>
                  <a:pt x="12502" y="13841"/>
                </a:cubicBezTo>
                <a:cubicBezTo>
                  <a:pt x="25450" y="0"/>
                  <a:pt x="38844" y="0"/>
                  <a:pt x="45095" y="0"/>
                </a:cubicBezTo>
                <a:cubicBezTo>
                  <a:pt x="61615" y="0"/>
                  <a:pt x="68759" y="7144"/>
                  <a:pt x="71884" y="10716"/>
                </a:cubicBezTo>
                <a:cubicBezTo>
                  <a:pt x="82600" y="21431"/>
                  <a:pt x="82600" y="33486"/>
                  <a:pt x="82600" y="39737"/>
                </a:cubicBezTo>
                <a:lnTo>
                  <a:pt x="15180" y="39737"/>
                </a:lnTo>
                <a:close/>
                <a:moveTo>
                  <a:pt x="15180" y="33486"/>
                </a:moveTo>
                <a:lnTo>
                  <a:pt x="60275" y="33486"/>
                </a:lnTo>
                <a:cubicBezTo>
                  <a:pt x="59829" y="24110"/>
                  <a:pt x="58489" y="21431"/>
                  <a:pt x="58043" y="20538"/>
                </a:cubicBezTo>
                <a:cubicBezTo>
                  <a:pt x="55364" y="14288"/>
                  <a:pt x="51792" y="12055"/>
                  <a:pt x="50006" y="11162"/>
                </a:cubicBezTo>
                <a:cubicBezTo>
                  <a:pt x="44648" y="7590"/>
                  <a:pt x="41077" y="7590"/>
                  <a:pt x="39291" y="7590"/>
                </a:cubicBezTo>
                <a:cubicBezTo>
                  <a:pt x="30361" y="7590"/>
                  <a:pt x="25450" y="12055"/>
                  <a:pt x="23217" y="14288"/>
                </a:cubicBezTo>
                <a:cubicBezTo>
                  <a:pt x="16073" y="20985"/>
                  <a:pt x="15627" y="29468"/>
                  <a:pt x="15180" y="33486"/>
                </a:cubicBezTo>
                <a:close/>
                <a:moveTo>
                  <a:pt x="15180" y="334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0E4A7-E67E-4207-88E0-8731751E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79" y="4647690"/>
            <a:ext cx="58936" cy="131266"/>
          </a:xfrm>
          <a:custGeom xmlns:a="http://schemas.openxmlformats.org/drawingml/2006/main">
            <a:pathLst>
              <a:path w="58936" h="131266">
                <a:moveTo>
                  <a:pt x="33486" y="0"/>
                </a:moveTo>
                <a:lnTo>
                  <a:pt x="33486" y="31700"/>
                </a:lnTo>
                <a:lnTo>
                  <a:pt x="56257" y="31700"/>
                </a:lnTo>
                <a:lnTo>
                  <a:pt x="56257" y="39291"/>
                </a:lnTo>
                <a:lnTo>
                  <a:pt x="33486" y="39291"/>
                </a:lnTo>
                <a:lnTo>
                  <a:pt x="33486" y="102691"/>
                </a:lnTo>
                <a:cubicBezTo>
                  <a:pt x="33486" y="112068"/>
                  <a:pt x="35272" y="114300"/>
                  <a:pt x="36165" y="115639"/>
                </a:cubicBezTo>
                <a:cubicBezTo>
                  <a:pt x="38844" y="118765"/>
                  <a:pt x="41523" y="118765"/>
                  <a:pt x="42862" y="118765"/>
                </a:cubicBezTo>
                <a:cubicBezTo>
                  <a:pt x="46434" y="118765"/>
                  <a:pt x="48667" y="117425"/>
                  <a:pt x="49560" y="116532"/>
                </a:cubicBezTo>
                <a:cubicBezTo>
                  <a:pt x="53132" y="114300"/>
                  <a:pt x="54471" y="111621"/>
                  <a:pt x="54918" y="110282"/>
                </a:cubicBezTo>
                <a:lnTo>
                  <a:pt x="58936" y="110282"/>
                </a:lnTo>
                <a:cubicBezTo>
                  <a:pt x="55364" y="120551"/>
                  <a:pt x="50899" y="124123"/>
                  <a:pt x="48220" y="125909"/>
                </a:cubicBezTo>
                <a:cubicBezTo>
                  <a:pt x="41523" y="131266"/>
                  <a:pt x="37058" y="131266"/>
                  <a:pt x="34379" y="131266"/>
                </a:cubicBezTo>
                <a:cubicBezTo>
                  <a:pt x="29468" y="131266"/>
                  <a:pt x="26343" y="129480"/>
                  <a:pt x="25003" y="128588"/>
                </a:cubicBezTo>
                <a:cubicBezTo>
                  <a:pt x="20092" y="125909"/>
                  <a:pt x="18752" y="122337"/>
                  <a:pt x="17859" y="120551"/>
                </a:cubicBezTo>
                <a:cubicBezTo>
                  <a:pt x="15627" y="115639"/>
                  <a:pt x="15627" y="108496"/>
                  <a:pt x="15627" y="104924"/>
                </a:cubicBezTo>
                <a:lnTo>
                  <a:pt x="15627" y="39291"/>
                </a:lnTo>
                <a:lnTo>
                  <a:pt x="0" y="39291"/>
                </a:lnTo>
                <a:lnTo>
                  <a:pt x="0" y="35719"/>
                </a:lnTo>
                <a:cubicBezTo>
                  <a:pt x="6251" y="33486"/>
                  <a:pt x="10269" y="29914"/>
                  <a:pt x="12055" y="28129"/>
                </a:cubicBezTo>
                <a:cubicBezTo>
                  <a:pt x="18306" y="22324"/>
                  <a:pt x="21431" y="17413"/>
                  <a:pt x="23217" y="14734"/>
                </a:cubicBezTo>
                <a:cubicBezTo>
                  <a:pt x="25450" y="10716"/>
                  <a:pt x="28575" y="3572"/>
                  <a:pt x="29914" y="0"/>
                </a:cubicBezTo>
                <a:lnTo>
                  <a:pt x="33486" y="0"/>
                </a:lnTo>
                <a:close/>
                <a:moveTo>
                  <a:pt x="334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B51B7-2F10-4FDD-9101-6F985699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02" y="4676711"/>
            <a:ext cx="72777" cy="100459"/>
          </a:xfrm>
          <a:custGeom xmlns:a="http://schemas.openxmlformats.org/drawingml/2006/main">
            <a:pathLst>
              <a:path w="72777" h="100459">
                <a:moveTo>
                  <a:pt x="33933" y="0"/>
                </a:moveTo>
                <a:lnTo>
                  <a:pt x="33933" y="21878"/>
                </a:lnTo>
                <a:cubicBezTo>
                  <a:pt x="46434" y="0"/>
                  <a:pt x="54918" y="0"/>
                  <a:pt x="58936" y="0"/>
                </a:cubicBezTo>
                <a:cubicBezTo>
                  <a:pt x="65187" y="0"/>
                  <a:pt x="67419" y="2232"/>
                  <a:pt x="68759" y="3572"/>
                </a:cubicBezTo>
                <a:cubicBezTo>
                  <a:pt x="72777" y="7144"/>
                  <a:pt x="72777" y="10269"/>
                  <a:pt x="72777" y="11609"/>
                </a:cubicBezTo>
                <a:cubicBezTo>
                  <a:pt x="72777" y="16073"/>
                  <a:pt x="70545" y="17859"/>
                  <a:pt x="69652" y="18752"/>
                </a:cubicBezTo>
                <a:cubicBezTo>
                  <a:pt x="66973" y="21878"/>
                  <a:pt x="64740" y="21878"/>
                  <a:pt x="63401" y="21878"/>
                </a:cubicBezTo>
                <a:cubicBezTo>
                  <a:pt x="59382" y="21878"/>
                  <a:pt x="56704" y="19199"/>
                  <a:pt x="54918" y="18306"/>
                </a:cubicBezTo>
                <a:cubicBezTo>
                  <a:pt x="50006" y="14288"/>
                  <a:pt x="48667" y="14288"/>
                  <a:pt x="48220" y="14288"/>
                </a:cubicBezTo>
                <a:cubicBezTo>
                  <a:pt x="45988" y="14288"/>
                  <a:pt x="44648" y="15627"/>
                  <a:pt x="43755" y="16520"/>
                </a:cubicBezTo>
                <a:cubicBezTo>
                  <a:pt x="38844" y="20985"/>
                  <a:pt x="35719" y="27682"/>
                  <a:pt x="33933" y="30807"/>
                </a:cubicBezTo>
                <a:lnTo>
                  <a:pt x="33933" y="77688"/>
                </a:lnTo>
                <a:cubicBezTo>
                  <a:pt x="33933" y="85725"/>
                  <a:pt x="35272" y="88850"/>
                  <a:pt x="36165" y="90190"/>
                </a:cubicBezTo>
                <a:cubicBezTo>
                  <a:pt x="37505" y="92869"/>
                  <a:pt x="39737" y="94208"/>
                  <a:pt x="40630" y="94655"/>
                </a:cubicBezTo>
                <a:cubicBezTo>
                  <a:pt x="44202" y="96887"/>
                  <a:pt x="48667" y="96887"/>
                  <a:pt x="50899" y="96887"/>
                </a:cubicBezTo>
                <a:lnTo>
                  <a:pt x="50899" y="100459"/>
                </a:lnTo>
                <a:lnTo>
                  <a:pt x="893" y="100459"/>
                </a:lnTo>
                <a:lnTo>
                  <a:pt x="893" y="96887"/>
                </a:lnTo>
                <a:cubicBezTo>
                  <a:pt x="8483" y="96887"/>
                  <a:pt x="10716" y="95101"/>
                  <a:pt x="12055" y="94208"/>
                </a:cubicBezTo>
                <a:cubicBezTo>
                  <a:pt x="14734" y="92422"/>
                  <a:pt x="15627" y="90190"/>
                  <a:pt x="16073" y="88850"/>
                </a:cubicBezTo>
                <a:cubicBezTo>
                  <a:pt x="16520" y="87064"/>
                  <a:pt x="16520" y="81260"/>
                  <a:pt x="16520" y="78581"/>
                </a:cubicBezTo>
                <a:lnTo>
                  <a:pt x="16520" y="41077"/>
                </a:lnTo>
                <a:cubicBezTo>
                  <a:pt x="16520" y="23664"/>
                  <a:pt x="16073" y="21431"/>
                  <a:pt x="15627" y="20538"/>
                </a:cubicBezTo>
                <a:cubicBezTo>
                  <a:pt x="15180" y="17413"/>
                  <a:pt x="13841" y="16073"/>
                  <a:pt x="12948" y="15627"/>
                </a:cubicBezTo>
                <a:cubicBezTo>
                  <a:pt x="11162" y="14288"/>
                  <a:pt x="9376" y="14288"/>
                  <a:pt x="8483" y="14288"/>
                </a:cubicBezTo>
                <a:cubicBezTo>
                  <a:pt x="5358" y="14288"/>
                  <a:pt x="2232" y="15180"/>
                  <a:pt x="893" y="15627"/>
                </a:cubicBezTo>
                <a:lnTo>
                  <a:pt x="0" y="12055"/>
                </a:lnTo>
                <a:lnTo>
                  <a:pt x="29468" y="0"/>
                </a:lnTo>
                <a:lnTo>
                  <a:pt x="33933" y="0"/>
                </a:lnTo>
                <a:close/>
                <a:moveTo>
                  <a:pt x="339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0CA5D-9001-4526-8B45-2DEDB81E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93" y="4625812"/>
            <a:ext cx="49113" cy="151358"/>
          </a:xfrm>
          <a:custGeom xmlns:a="http://schemas.openxmlformats.org/drawingml/2006/main">
            <a:pathLst>
              <a:path w="49113" h="151358">
                <a:moveTo>
                  <a:pt x="25450" y="0"/>
                </a:moveTo>
                <a:cubicBezTo>
                  <a:pt x="29914" y="0"/>
                  <a:pt x="32147" y="2232"/>
                  <a:pt x="33040" y="3125"/>
                </a:cubicBezTo>
                <a:cubicBezTo>
                  <a:pt x="36165" y="6251"/>
                  <a:pt x="36165" y="9376"/>
                  <a:pt x="36165" y="10716"/>
                </a:cubicBezTo>
                <a:cubicBezTo>
                  <a:pt x="36165" y="15180"/>
                  <a:pt x="33933" y="17413"/>
                  <a:pt x="33040" y="18306"/>
                </a:cubicBezTo>
                <a:cubicBezTo>
                  <a:pt x="29914" y="21431"/>
                  <a:pt x="26789" y="21431"/>
                  <a:pt x="25450" y="21431"/>
                </a:cubicBezTo>
                <a:cubicBezTo>
                  <a:pt x="20985" y="21431"/>
                  <a:pt x="18752" y="19645"/>
                  <a:pt x="17413" y="18306"/>
                </a:cubicBezTo>
                <a:cubicBezTo>
                  <a:pt x="14288" y="15180"/>
                  <a:pt x="14288" y="12055"/>
                  <a:pt x="14288" y="10716"/>
                </a:cubicBezTo>
                <a:cubicBezTo>
                  <a:pt x="14288" y="6251"/>
                  <a:pt x="16520" y="4018"/>
                  <a:pt x="17413" y="3125"/>
                </a:cubicBezTo>
                <a:cubicBezTo>
                  <a:pt x="20985" y="0"/>
                  <a:pt x="23664" y="0"/>
                  <a:pt x="25450" y="0"/>
                </a:cubicBezTo>
                <a:close/>
                <a:moveTo>
                  <a:pt x="33933" y="50899"/>
                </a:moveTo>
                <a:lnTo>
                  <a:pt x="33933" y="129480"/>
                </a:lnTo>
                <a:cubicBezTo>
                  <a:pt x="33933" y="138410"/>
                  <a:pt x="34826" y="140643"/>
                  <a:pt x="35272" y="141536"/>
                </a:cubicBezTo>
                <a:cubicBezTo>
                  <a:pt x="36612" y="144661"/>
                  <a:pt x="38398" y="145554"/>
                  <a:pt x="39291" y="146000"/>
                </a:cubicBezTo>
                <a:cubicBezTo>
                  <a:pt x="41970" y="147786"/>
                  <a:pt x="46434" y="147786"/>
                  <a:pt x="49113" y="147786"/>
                </a:cubicBezTo>
                <a:lnTo>
                  <a:pt x="49113" y="151358"/>
                </a:lnTo>
                <a:lnTo>
                  <a:pt x="1786" y="151358"/>
                </a:lnTo>
                <a:lnTo>
                  <a:pt x="1786" y="147786"/>
                </a:lnTo>
                <a:cubicBezTo>
                  <a:pt x="8483" y="147786"/>
                  <a:pt x="10269" y="146893"/>
                  <a:pt x="11162" y="146447"/>
                </a:cubicBezTo>
                <a:cubicBezTo>
                  <a:pt x="13395" y="144661"/>
                  <a:pt x="14288" y="142429"/>
                  <a:pt x="14734" y="141536"/>
                </a:cubicBezTo>
                <a:cubicBezTo>
                  <a:pt x="16520" y="138410"/>
                  <a:pt x="16520" y="132159"/>
                  <a:pt x="16520" y="129480"/>
                </a:cubicBezTo>
                <a:lnTo>
                  <a:pt x="16520" y="91976"/>
                </a:lnTo>
                <a:cubicBezTo>
                  <a:pt x="16520" y="75902"/>
                  <a:pt x="15627" y="72777"/>
                  <a:pt x="15627" y="71438"/>
                </a:cubicBezTo>
                <a:cubicBezTo>
                  <a:pt x="14734" y="67866"/>
                  <a:pt x="13395" y="66973"/>
                  <a:pt x="13395" y="66526"/>
                </a:cubicBezTo>
                <a:cubicBezTo>
                  <a:pt x="11609" y="65187"/>
                  <a:pt x="9823" y="65187"/>
                  <a:pt x="8930" y="65187"/>
                </a:cubicBezTo>
                <a:cubicBezTo>
                  <a:pt x="5804" y="65187"/>
                  <a:pt x="3125" y="66080"/>
                  <a:pt x="1786" y="66526"/>
                </a:cubicBezTo>
                <a:lnTo>
                  <a:pt x="0" y="62954"/>
                </a:lnTo>
                <a:lnTo>
                  <a:pt x="29468" y="50899"/>
                </a:lnTo>
                <a:lnTo>
                  <a:pt x="33933" y="50899"/>
                </a:lnTo>
                <a:close/>
                <a:moveTo>
                  <a:pt x="33933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64FE4-02C4-448D-A6EA-559852DF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02" y="4676711"/>
            <a:ext cx="82153" cy="103584"/>
          </a:xfrm>
          <a:custGeom xmlns:a="http://schemas.openxmlformats.org/drawingml/2006/main">
            <a:pathLst>
              <a:path w="82153" h="103584">
                <a:moveTo>
                  <a:pt x="82153" y="63401"/>
                </a:moveTo>
                <a:cubicBezTo>
                  <a:pt x="78135" y="82600"/>
                  <a:pt x="70545" y="89743"/>
                  <a:pt x="66526" y="93315"/>
                </a:cubicBezTo>
                <a:cubicBezTo>
                  <a:pt x="54918" y="103584"/>
                  <a:pt x="45541" y="103584"/>
                  <a:pt x="41077" y="103584"/>
                </a:cubicBezTo>
                <a:cubicBezTo>
                  <a:pt x="24557" y="103584"/>
                  <a:pt x="16073" y="94208"/>
                  <a:pt x="12055" y="89743"/>
                </a:cubicBezTo>
                <a:cubicBezTo>
                  <a:pt x="0" y="75456"/>
                  <a:pt x="0" y="59829"/>
                  <a:pt x="0" y="51792"/>
                </a:cubicBezTo>
                <a:cubicBezTo>
                  <a:pt x="0" y="29021"/>
                  <a:pt x="8930" y="19199"/>
                  <a:pt x="13395" y="14288"/>
                </a:cubicBezTo>
                <a:cubicBezTo>
                  <a:pt x="27236" y="0"/>
                  <a:pt x="40184" y="0"/>
                  <a:pt x="46434" y="0"/>
                </a:cubicBezTo>
                <a:cubicBezTo>
                  <a:pt x="60722" y="0"/>
                  <a:pt x="66973" y="4911"/>
                  <a:pt x="70098" y="7590"/>
                </a:cubicBezTo>
                <a:cubicBezTo>
                  <a:pt x="79474" y="15180"/>
                  <a:pt x="79474" y="20985"/>
                  <a:pt x="79474" y="23217"/>
                </a:cubicBezTo>
                <a:cubicBezTo>
                  <a:pt x="79474" y="27682"/>
                  <a:pt x="77688" y="29468"/>
                  <a:pt x="76795" y="30361"/>
                </a:cubicBezTo>
                <a:cubicBezTo>
                  <a:pt x="74116" y="32593"/>
                  <a:pt x="70991" y="32593"/>
                  <a:pt x="69652" y="32593"/>
                </a:cubicBezTo>
                <a:cubicBezTo>
                  <a:pt x="62954" y="32593"/>
                  <a:pt x="61168" y="29914"/>
                  <a:pt x="59829" y="28575"/>
                </a:cubicBezTo>
                <a:cubicBezTo>
                  <a:pt x="58043" y="26343"/>
                  <a:pt x="57596" y="21878"/>
                  <a:pt x="57596" y="20092"/>
                </a:cubicBezTo>
                <a:cubicBezTo>
                  <a:pt x="56704" y="13841"/>
                  <a:pt x="54471" y="11162"/>
                  <a:pt x="53132" y="10269"/>
                </a:cubicBezTo>
                <a:cubicBezTo>
                  <a:pt x="49560" y="7144"/>
                  <a:pt x="45095" y="7144"/>
                  <a:pt x="42862" y="7144"/>
                </a:cubicBezTo>
                <a:cubicBezTo>
                  <a:pt x="32147" y="7144"/>
                  <a:pt x="27682" y="12502"/>
                  <a:pt x="25450" y="15180"/>
                </a:cubicBezTo>
                <a:cubicBezTo>
                  <a:pt x="16966" y="25450"/>
                  <a:pt x="16966" y="37058"/>
                  <a:pt x="16966" y="42416"/>
                </a:cubicBezTo>
                <a:cubicBezTo>
                  <a:pt x="16966" y="60275"/>
                  <a:pt x="22771" y="69205"/>
                  <a:pt x="25450" y="73670"/>
                </a:cubicBezTo>
                <a:cubicBezTo>
                  <a:pt x="33933" y="87064"/>
                  <a:pt x="43755" y="87064"/>
                  <a:pt x="48667" y="87064"/>
                </a:cubicBezTo>
                <a:cubicBezTo>
                  <a:pt x="59382" y="87064"/>
                  <a:pt x="64740" y="82153"/>
                  <a:pt x="67419" y="79921"/>
                </a:cubicBezTo>
                <a:cubicBezTo>
                  <a:pt x="73223" y="75009"/>
                  <a:pt x="77242" y="66080"/>
                  <a:pt x="79028" y="62061"/>
                </a:cubicBezTo>
                <a:lnTo>
                  <a:pt x="82153" y="63401"/>
                </a:lnTo>
                <a:close/>
                <a:moveTo>
                  <a:pt x="82153" y="634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46E27-3525-4AD9-A9AA-E475B318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805" y="4743374"/>
            <a:ext cx="159395" cy="123676"/>
          </a:xfrm>
          <a:custGeom xmlns:a="http://schemas.openxmlformats.org/drawingml/2006/main">
            <a:pathLst>
              <a:path w="159395" h="123676">
                <a:moveTo>
                  <a:pt x="73223" y="123676"/>
                </a:moveTo>
                <a:lnTo>
                  <a:pt x="25450" y="19645"/>
                </a:lnTo>
                <a:lnTo>
                  <a:pt x="25450" y="102245"/>
                </a:lnTo>
                <a:cubicBezTo>
                  <a:pt x="25450" y="113854"/>
                  <a:pt x="27236" y="115639"/>
                  <a:pt x="28129" y="116532"/>
                </a:cubicBezTo>
                <a:cubicBezTo>
                  <a:pt x="31254" y="120104"/>
                  <a:pt x="36165" y="120104"/>
                  <a:pt x="38398" y="120104"/>
                </a:cubicBezTo>
                <a:lnTo>
                  <a:pt x="42862" y="120104"/>
                </a:lnTo>
                <a:lnTo>
                  <a:pt x="42862" y="123676"/>
                </a:lnTo>
                <a:lnTo>
                  <a:pt x="0" y="123676"/>
                </a:lnTo>
                <a:lnTo>
                  <a:pt x="0" y="120104"/>
                </a:lnTo>
                <a:lnTo>
                  <a:pt x="4465" y="120104"/>
                </a:lnTo>
                <a:cubicBezTo>
                  <a:pt x="12055" y="120104"/>
                  <a:pt x="14288" y="117425"/>
                  <a:pt x="15180" y="115639"/>
                </a:cubicBezTo>
                <a:cubicBezTo>
                  <a:pt x="17413" y="112514"/>
                  <a:pt x="17413" y="105817"/>
                  <a:pt x="17413" y="102245"/>
                </a:cubicBezTo>
                <a:lnTo>
                  <a:pt x="17413" y="21431"/>
                </a:lnTo>
                <a:cubicBezTo>
                  <a:pt x="17413" y="12948"/>
                  <a:pt x="16073" y="10716"/>
                  <a:pt x="15627" y="9376"/>
                </a:cubicBezTo>
                <a:cubicBezTo>
                  <a:pt x="14288" y="6697"/>
                  <a:pt x="12055" y="5804"/>
                  <a:pt x="10716" y="4911"/>
                </a:cubicBezTo>
                <a:cubicBezTo>
                  <a:pt x="7590" y="3125"/>
                  <a:pt x="2679" y="3125"/>
                  <a:pt x="0" y="3125"/>
                </a:cubicBezTo>
                <a:lnTo>
                  <a:pt x="0" y="0"/>
                </a:lnTo>
                <a:lnTo>
                  <a:pt x="34826" y="0"/>
                </a:lnTo>
                <a:lnTo>
                  <a:pt x="79921" y="96887"/>
                </a:lnTo>
                <a:lnTo>
                  <a:pt x="124123" y="0"/>
                </a:lnTo>
                <a:lnTo>
                  <a:pt x="159395" y="0"/>
                </a:lnTo>
                <a:lnTo>
                  <a:pt x="159395" y="3125"/>
                </a:lnTo>
                <a:lnTo>
                  <a:pt x="154930" y="3125"/>
                </a:lnTo>
                <a:cubicBezTo>
                  <a:pt x="146893" y="3125"/>
                  <a:pt x="144661" y="6251"/>
                  <a:pt x="143768" y="8037"/>
                </a:cubicBezTo>
                <a:cubicBezTo>
                  <a:pt x="141536" y="10716"/>
                  <a:pt x="141536" y="17859"/>
                  <a:pt x="141536" y="21431"/>
                </a:cubicBezTo>
                <a:lnTo>
                  <a:pt x="141536" y="102245"/>
                </a:lnTo>
                <a:cubicBezTo>
                  <a:pt x="141536" y="113854"/>
                  <a:pt x="143321" y="115639"/>
                  <a:pt x="144214" y="116532"/>
                </a:cubicBezTo>
                <a:cubicBezTo>
                  <a:pt x="147786" y="120104"/>
                  <a:pt x="152698" y="120104"/>
                  <a:pt x="154930" y="120104"/>
                </a:cubicBezTo>
                <a:lnTo>
                  <a:pt x="159395" y="120104"/>
                </a:lnTo>
                <a:lnTo>
                  <a:pt x="159395" y="123676"/>
                </a:lnTo>
                <a:lnTo>
                  <a:pt x="106710" y="123676"/>
                </a:lnTo>
                <a:lnTo>
                  <a:pt x="106710" y="120104"/>
                </a:lnTo>
                <a:lnTo>
                  <a:pt x="111175" y="120104"/>
                </a:lnTo>
                <a:cubicBezTo>
                  <a:pt x="118765" y="120104"/>
                  <a:pt x="120997" y="117425"/>
                  <a:pt x="121890" y="115639"/>
                </a:cubicBezTo>
                <a:cubicBezTo>
                  <a:pt x="124123" y="112514"/>
                  <a:pt x="124123" y="105817"/>
                  <a:pt x="124123" y="102245"/>
                </a:cubicBezTo>
                <a:lnTo>
                  <a:pt x="124123" y="19645"/>
                </a:lnTo>
                <a:lnTo>
                  <a:pt x="76349" y="123676"/>
                </a:lnTo>
                <a:lnTo>
                  <a:pt x="73223" y="123676"/>
                </a:lnTo>
                <a:close/>
                <a:moveTo>
                  <a:pt x="73223" y="1236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02D23-1941-47F3-8EC7-3F67F177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68" y="4780879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DD022-E226-4AFC-93EE-47118E16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27" y="4755876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12F47-F03B-4720-9DAC-41FD3FE1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354" y="4737124"/>
            <a:ext cx="91083" cy="129927"/>
          </a:xfrm>
          <a:custGeom xmlns:a="http://schemas.openxmlformats.org/drawingml/2006/main">
            <a:pathLst>
              <a:path w="91083" h="129927">
                <a:moveTo>
                  <a:pt x="29021" y="0"/>
                </a:moveTo>
                <a:lnTo>
                  <a:pt x="29021" y="61168"/>
                </a:lnTo>
                <a:cubicBezTo>
                  <a:pt x="39291" y="50453"/>
                  <a:pt x="42862" y="48220"/>
                  <a:pt x="45095" y="46881"/>
                </a:cubicBezTo>
                <a:cubicBezTo>
                  <a:pt x="50899" y="43755"/>
                  <a:pt x="54918" y="43755"/>
                  <a:pt x="57150" y="43755"/>
                </a:cubicBezTo>
                <a:cubicBezTo>
                  <a:pt x="64294" y="43755"/>
                  <a:pt x="67419" y="46434"/>
                  <a:pt x="69205" y="47774"/>
                </a:cubicBezTo>
                <a:cubicBezTo>
                  <a:pt x="74116" y="51792"/>
                  <a:pt x="75902" y="57150"/>
                  <a:pt x="76795" y="60275"/>
                </a:cubicBezTo>
                <a:cubicBezTo>
                  <a:pt x="78581" y="66080"/>
                  <a:pt x="78581" y="76349"/>
                  <a:pt x="78581" y="81260"/>
                </a:cubicBezTo>
                <a:lnTo>
                  <a:pt x="78581" y="111175"/>
                </a:lnTo>
                <a:cubicBezTo>
                  <a:pt x="78581" y="119211"/>
                  <a:pt x="79474" y="120997"/>
                  <a:pt x="79921" y="121890"/>
                </a:cubicBezTo>
                <a:cubicBezTo>
                  <a:pt x="80814" y="124123"/>
                  <a:pt x="82153" y="125016"/>
                  <a:pt x="83046" y="125462"/>
                </a:cubicBezTo>
                <a:cubicBezTo>
                  <a:pt x="85279" y="126802"/>
                  <a:pt x="88850" y="126802"/>
                  <a:pt x="91083" y="126802"/>
                </a:cubicBezTo>
                <a:lnTo>
                  <a:pt x="91083" y="129927"/>
                </a:lnTo>
                <a:lnTo>
                  <a:pt x="49560" y="129927"/>
                </a:lnTo>
                <a:lnTo>
                  <a:pt x="49560" y="126802"/>
                </a:lnTo>
                <a:lnTo>
                  <a:pt x="51792" y="126802"/>
                </a:lnTo>
                <a:cubicBezTo>
                  <a:pt x="57596" y="126802"/>
                  <a:pt x="58936" y="125462"/>
                  <a:pt x="59829" y="125016"/>
                </a:cubicBezTo>
                <a:cubicBezTo>
                  <a:pt x="62061" y="123230"/>
                  <a:pt x="62954" y="120997"/>
                  <a:pt x="62954" y="119658"/>
                </a:cubicBezTo>
                <a:cubicBezTo>
                  <a:pt x="63401" y="118318"/>
                  <a:pt x="63401" y="113407"/>
                  <a:pt x="63401" y="111175"/>
                </a:cubicBezTo>
                <a:lnTo>
                  <a:pt x="63401" y="81260"/>
                </a:lnTo>
                <a:cubicBezTo>
                  <a:pt x="63401" y="67866"/>
                  <a:pt x="62508" y="65187"/>
                  <a:pt x="62061" y="63401"/>
                </a:cubicBezTo>
                <a:cubicBezTo>
                  <a:pt x="60722" y="59382"/>
                  <a:pt x="58489" y="57596"/>
                  <a:pt x="57596" y="57150"/>
                </a:cubicBezTo>
                <a:cubicBezTo>
                  <a:pt x="54025" y="54918"/>
                  <a:pt x="51346" y="54918"/>
                  <a:pt x="50006" y="54918"/>
                </a:cubicBezTo>
                <a:cubicBezTo>
                  <a:pt x="45541" y="54918"/>
                  <a:pt x="42416" y="56704"/>
                  <a:pt x="40630" y="57150"/>
                </a:cubicBezTo>
                <a:cubicBezTo>
                  <a:pt x="35719" y="59829"/>
                  <a:pt x="31254" y="64294"/>
                  <a:pt x="29021" y="66973"/>
                </a:cubicBezTo>
                <a:lnTo>
                  <a:pt x="29021" y="111175"/>
                </a:lnTo>
                <a:cubicBezTo>
                  <a:pt x="29021" y="119658"/>
                  <a:pt x="29914" y="120997"/>
                  <a:pt x="29914" y="121890"/>
                </a:cubicBezTo>
                <a:cubicBezTo>
                  <a:pt x="30807" y="124123"/>
                  <a:pt x="32593" y="125016"/>
                  <a:pt x="33486" y="125462"/>
                </a:cubicBezTo>
                <a:cubicBezTo>
                  <a:pt x="36165" y="126802"/>
                  <a:pt x="40184" y="126802"/>
                  <a:pt x="42416" y="126802"/>
                </a:cubicBezTo>
                <a:lnTo>
                  <a:pt x="42416" y="129927"/>
                </a:lnTo>
                <a:lnTo>
                  <a:pt x="893" y="129927"/>
                </a:lnTo>
                <a:lnTo>
                  <a:pt x="893" y="126802"/>
                </a:lnTo>
                <a:cubicBezTo>
                  <a:pt x="6697" y="126802"/>
                  <a:pt x="8930" y="125462"/>
                  <a:pt x="9823" y="125016"/>
                </a:cubicBezTo>
                <a:cubicBezTo>
                  <a:pt x="11609" y="124123"/>
                  <a:pt x="12502" y="122337"/>
                  <a:pt x="12502" y="121444"/>
                </a:cubicBezTo>
                <a:cubicBezTo>
                  <a:pt x="13841" y="118765"/>
                  <a:pt x="13841" y="113854"/>
                  <a:pt x="13841" y="111175"/>
                </a:cubicBezTo>
                <a:lnTo>
                  <a:pt x="13841" y="35272"/>
                </a:lnTo>
                <a:cubicBezTo>
                  <a:pt x="13841" y="20985"/>
                  <a:pt x="13395" y="18752"/>
                  <a:pt x="12948" y="17859"/>
                </a:cubicBezTo>
                <a:cubicBezTo>
                  <a:pt x="12502" y="14288"/>
                  <a:pt x="11609" y="13841"/>
                  <a:pt x="11162" y="13395"/>
                </a:cubicBezTo>
                <a:cubicBezTo>
                  <a:pt x="9823" y="12055"/>
                  <a:pt x="8037" y="12055"/>
                  <a:pt x="7144" y="12055"/>
                </a:cubicBezTo>
                <a:cubicBezTo>
                  <a:pt x="5358" y="12055"/>
                  <a:pt x="2232" y="12948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73C27-54D5-4100-8FBB-D40BCDB3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784" y="4780879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AAE4B-82B3-4111-B716-701282BC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849" y="4780879"/>
            <a:ext cx="143321" cy="86171"/>
          </a:xfrm>
          <a:custGeom xmlns:a="http://schemas.openxmlformats.org/drawingml/2006/main">
            <a:pathLst>
              <a:path w="143321" h="86171">
                <a:moveTo>
                  <a:pt x="29468" y="17859"/>
                </a:moveTo>
                <a:cubicBezTo>
                  <a:pt x="38398" y="8930"/>
                  <a:pt x="39291" y="8037"/>
                  <a:pt x="40184" y="7590"/>
                </a:cubicBezTo>
                <a:cubicBezTo>
                  <a:pt x="44202" y="4018"/>
                  <a:pt x="47327" y="2679"/>
                  <a:pt x="49113" y="1786"/>
                </a:cubicBezTo>
                <a:cubicBezTo>
                  <a:pt x="53578" y="0"/>
                  <a:pt x="56704" y="0"/>
                  <a:pt x="58489" y="0"/>
                </a:cubicBezTo>
                <a:cubicBezTo>
                  <a:pt x="66080" y="0"/>
                  <a:pt x="70098" y="3125"/>
                  <a:pt x="71884" y="4465"/>
                </a:cubicBezTo>
                <a:cubicBezTo>
                  <a:pt x="77242" y="9376"/>
                  <a:pt x="78581" y="15180"/>
                  <a:pt x="79474" y="17859"/>
                </a:cubicBezTo>
                <a:cubicBezTo>
                  <a:pt x="88850" y="7144"/>
                  <a:pt x="93315" y="4465"/>
                  <a:pt x="95548" y="3572"/>
                </a:cubicBezTo>
                <a:cubicBezTo>
                  <a:pt x="101798" y="0"/>
                  <a:pt x="106263" y="0"/>
                  <a:pt x="108496" y="0"/>
                </a:cubicBezTo>
                <a:cubicBezTo>
                  <a:pt x="115193" y="0"/>
                  <a:pt x="118765" y="2232"/>
                  <a:pt x="120551" y="3572"/>
                </a:cubicBezTo>
                <a:cubicBezTo>
                  <a:pt x="125909" y="7144"/>
                  <a:pt x="127695" y="12055"/>
                  <a:pt x="128588" y="14734"/>
                </a:cubicBezTo>
                <a:cubicBezTo>
                  <a:pt x="130820" y="20092"/>
                  <a:pt x="130820" y="27682"/>
                  <a:pt x="130820" y="31254"/>
                </a:cubicBezTo>
                <a:lnTo>
                  <a:pt x="130820" y="67419"/>
                </a:lnTo>
                <a:cubicBezTo>
                  <a:pt x="130820" y="75009"/>
                  <a:pt x="131266" y="77242"/>
                  <a:pt x="131713" y="78135"/>
                </a:cubicBezTo>
                <a:cubicBezTo>
                  <a:pt x="132606" y="80367"/>
                  <a:pt x="134392" y="81260"/>
                  <a:pt x="135285" y="81707"/>
                </a:cubicBezTo>
                <a:cubicBezTo>
                  <a:pt x="137517" y="83046"/>
                  <a:pt x="141536" y="83046"/>
                  <a:pt x="143321" y="83046"/>
                </a:cubicBezTo>
                <a:lnTo>
                  <a:pt x="143321" y="86171"/>
                </a:lnTo>
                <a:lnTo>
                  <a:pt x="101798" y="86171"/>
                </a:lnTo>
                <a:lnTo>
                  <a:pt x="101798" y="83046"/>
                </a:lnTo>
                <a:lnTo>
                  <a:pt x="103584" y="83046"/>
                </a:lnTo>
                <a:cubicBezTo>
                  <a:pt x="108942" y="83046"/>
                  <a:pt x="111175" y="81707"/>
                  <a:pt x="112068" y="80814"/>
                </a:cubicBezTo>
                <a:cubicBezTo>
                  <a:pt x="114300" y="79474"/>
                  <a:pt x="114746" y="77242"/>
                  <a:pt x="115193" y="76349"/>
                </a:cubicBezTo>
                <a:cubicBezTo>
                  <a:pt x="115639" y="74563"/>
                  <a:pt x="115639" y="69652"/>
                  <a:pt x="115639" y="67419"/>
                </a:cubicBezTo>
                <a:lnTo>
                  <a:pt x="115639" y="31254"/>
                </a:lnTo>
                <a:cubicBezTo>
                  <a:pt x="115639" y="20985"/>
                  <a:pt x="113854" y="18306"/>
                  <a:pt x="112961" y="16966"/>
                </a:cubicBezTo>
                <a:cubicBezTo>
                  <a:pt x="109389" y="11162"/>
                  <a:pt x="104031" y="11162"/>
                  <a:pt x="101352" y="11162"/>
                </a:cubicBezTo>
                <a:cubicBezTo>
                  <a:pt x="96887" y="11162"/>
                  <a:pt x="93315" y="12502"/>
                  <a:pt x="91976" y="13395"/>
                </a:cubicBezTo>
                <a:cubicBezTo>
                  <a:pt x="87064" y="16073"/>
                  <a:pt x="82153" y="20538"/>
                  <a:pt x="79921" y="22771"/>
                </a:cubicBezTo>
                <a:lnTo>
                  <a:pt x="79921" y="67419"/>
                </a:lnTo>
                <a:cubicBezTo>
                  <a:pt x="79921" y="75902"/>
                  <a:pt x="80814" y="77242"/>
                  <a:pt x="80814" y="78135"/>
                </a:cubicBezTo>
                <a:cubicBezTo>
                  <a:pt x="81707" y="80367"/>
                  <a:pt x="83939" y="81260"/>
                  <a:pt x="84386" y="81707"/>
                </a:cubicBezTo>
                <a:cubicBezTo>
                  <a:pt x="87511" y="83046"/>
                  <a:pt x="91529" y="83046"/>
                  <a:pt x="93762" y="83046"/>
                </a:cubicBezTo>
                <a:lnTo>
                  <a:pt x="93762" y="86171"/>
                </a:lnTo>
                <a:lnTo>
                  <a:pt x="51346" y="86171"/>
                </a:lnTo>
                <a:lnTo>
                  <a:pt x="51346" y="83046"/>
                </a:lnTo>
                <a:cubicBezTo>
                  <a:pt x="58489" y="83046"/>
                  <a:pt x="59829" y="81707"/>
                  <a:pt x="61168" y="81260"/>
                </a:cubicBezTo>
                <a:cubicBezTo>
                  <a:pt x="63401" y="79474"/>
                  <a:pt x="64294" y="77688"/>
                  <a:pt x="64294" y="76349"/>
                </a:cubicBezTo>
                <a:cubicBezTo>
                  <a:pt x="64740" y="74563"/>
                  <a:pt x="64740" y="70098"/>
                  <a:pt x="64740" y="67419"/>
                </a:cubicBezTo>
                <a:lnTo>
                  <a:pt x="64740" y="31254"/>
                </a:lnTo>
                <a:cubicBezTo>
                  <a:pt x="64740" y="20985"/>
                  <a:pt x="62954" y="17859"/>
                  <a:pt x="62061" y="16520"/>
                </a:cubicBezTo>
                <a:cubicBezTo>
                  <a:pt x="58043" y="10716"/>
                  <a:pt x="53132" y="10716"/>
                  <a:pt x="50453" y="10716"/>
                </a:cubicBezTo>
                <a:cubicBezTo>
                  <a:pt x="45988" y="10716"/>
                  <a:pt x="42416" y="12502"/>
                  <a:pt x="41077" y="13395"/>
                </a:cubicBezTo>
                <a:cubicBezTo>
                  <a:pt x="33486" y="17413"/>
                  <a:pt x="30807" y="20985"/>
                  <a:pt x="29468" y="22771"/>
                </a:cubicBezTo>
                <a:lnTo>
                  <a:pt x="29468" y="67419"/>
                </a:lnTo>
                <a:cubicBezTo>
                  <a:pt x="29468" y="75456"/>
                  <a:pt x="29914" y="77242"/>
                  <a:pt x="30361" y="78135"/>
                </a:cubicBezTo>
                <a:cubicBezTo>
                  <a:pt x="31700" y="80367"/>
                  <a:pt x="33040" y="81260"/>
                  <a:pt x="33933" y="81707"/>
                </a:cubicBezTo>
                <a:cubicBezTo>
                  <a:pt x="36165" y="83046"/>
                  <a:pt x="40630" y="83046"/>
                  <a:pt x="42862" y="83046"/>
                </a:cubicBezTo>
                <a:lnTo>
                  <a:pt x="42862" y="86171"/>
                </a:lnTo>
                <a:lnTo>
                  <a:pt x="1339" y="86171"/>
                </a:lnTo>
                <a:lnTo>
                  <a:pt x="1339" y="83046"/>
                </a:lnTo>
                <a:cubicBezTo>
                  <a:pt x="7144" y="83046"/>
                  <a:pt x="8930" y="82153"/>
                  <a:pt x="9376" y="81707"/>
                </a:cubicBezTo>
                <a:cubicBezTo>
                  <a:pt x="11609" y="80367"/>
                  <a:pt x="12502" y="78581"/>
                  <a:pt x="12948" y="77688"/>
                </a:cubicBezTo>
                <a:cubicBezTo>
                  <a:pt x="14288" y="75009"/>
                  <a:pt x="14288" y="70098"/>
                  <a:pt x="14288" y="67419"/>
                </a:cubicBezTo>
                <a:lnTo>
                  <a:pt x="14288" y="35272"/>
                </a:lnTo>
                <a:cubicBezTo>
                  <a:pt x="14288" y="21431"/>
                  <a:pt x="13841" y="18752"/>
                  <a:pt x="13395" y="17413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10269" y="12055"/>
                  <a:pt x="8483" y="12055"/>
                  <a:pt x="7590" y="12055"/>
                </a:cubicBezTo>
                <a:cubicBezTo>
                  <a:pt x="4911" y="12055"/>
                  <a:pt x="2679" y="13395"/>
                  <a:pt x="1339" y="13395"/>
                </a:cubicBezTo>
                <a:lnTo>
                  <a:pt x="0" y="10269"/>
                </a:lnTo>
                <a:lnTo>
                  <a:pt x="25450" y="0"/>
                </a:lnTo>
                <a:lnTo>
                  <a:pt x="29468" y="0"/>
                </a:lnTo>
                <a:lnTo>
                  <a:pt x="29468" y="17859"/>
                </a:lnTo>
                <a:close/>
                <a:moveTo>
                  <a:pt x="29468" y="17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DFE11-45AD-4B6E-95BC-3EF3D1AE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506" y="4780879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CA3F6-9C6E-4202-BF11-A4F29EB3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464" y="4755876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4EAC8-6908-45D8-ADA1-93844308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710" y="4737124"/>
            <a:ext cx="41970" cy="129927"/>
          </a:xfrm>
          <a:custGeom xmlns:a="http://schemas.openxmlformats.org/drawingml/2006/main">
            <a:pathLst>
              <a:path w="41970" h="129927">
                <a:moveTo>
                  <a:pt x="21878" y="0"/>
                </a:moveTo>
                <a:cubicBezTo>
                  <a:pt x="25450" y="0"/>
                  <a:pt x="27236" y="1786"/>
                  <a:pt x="28129" y="2679"/>
                </a:cubicBezTo>
                <a:cubicBezTo>
                  <a:pt x="30807" y="5358"/>
                  <a:pt x="30807" y="8037"/>
                  <a:pt x="30807" y="9376"/>
                </a:cubicBezTo>
                <a:cubicBezTo>
                  <a:pt x="30807" y="13395"/>
                  <a:pt x="29021" y="15180"/>
                  <a:pt x="28129" y="16073"/>
                </a:cubicBezTo>
                <a:cubicBezTo>
                  <a:pt x="25450" y="18752"/>
                  <a:pt x="22771" y="18752"/>
                  <a:pt x="21878" y="18752"/>
                </a:cubicBezTo>
                <a:cubicBezTo>
                  <a:pt x="17859" y="18752"/>
                  <a:pt x="16073" y="16966"/>
                  <a:pt x="15180" y="16073"/>
                </a:cubicBezTo>
                <a:cubicBezTo>
                  <a:pt x="12502" y="13395"/>
                  <a:pt x="12502" y="10716"/>
                  <a:pt x="12502" y="9376"/>
                </a:cubicBezTo>
                <a:cubicBezTo>
                  <a:pt x="12502" y="5358"/>
                  <a:pt x="14288" y="3572"/>
                  <a:pt x="15180" y="2679"/>
                </a:cubicBezTo>
                <a:cubicBezTo>
                  <a:pt x="17859" y="0"/>
                  <a:pt x="20538" y="0"/>
                  <a:pt x="21878" y="0"/>
                </a:cubicBezTo>
                <a:close/>
                <a:moveTo>
                  <a:pt x="29468" y="43755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39737" y="126802"/>
                  <a:pt x="41970" y="126802"/>
                </a:cubicBezTo>
                <a:lnTo>
                  <a:pt x="41970" y="129927"/>
                </a:lnTo>
                <a:lnTo>
                  <a:pt x="1339" y="129927"/>
                </a:lnTo>
                <a:lnTo>
                  <a:pt x="1339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79028"/>
                </a:lnTo>
                <a:cubicBezTo>
                  <a:pt x="14288" y="65187"/>
                  <a:pt x="13395" y="62508"/>
                  <a:pt x="13395" y="61168"/>
                </a:cubicBezTo>
                <a:cubicBezTo>
                  <a:pt x="12502" y="58489"/>
                  <a:pt x="11609" y="57596"/>
                  <a:pt x="11162" y="57150"/>
                </a:cubicBezTo>
                <a:cubicBezTo>
                  <a:pt x="9823" y="55811"/>
                  <a:pt x="8483" y="55811"/>
                  <a:pt x="7590" y="55811"/>
                </a:cubicBezTo>
                <a:cubicBezTo>
                  <a:pt x="4911" y="55811"/>
                  <a:pt x="2679" y="57150"/>
                  <a:pt x="1339" y="57150"/>
                </a:cubicBezTo>
                <a:lnTo>
                  <a:pt x="0" y="54025"/>
                </a:lnTo>
                <a:lnTo>
                  <a:pt x="25450" y="43755"/>
                </a:lnTo>
                <a:lnTo>
                  <a:pt x="29468" y="43755"/>
                </a:lnTo>
                <a:close/>
                <a:moveTo>
                  <a:pt x="29468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5E706-7550-467B-98E6-03A75F8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276" y="4780879"/>
            <a:ext cx="70545" cy="88850"/>
          </a:xfrm>
          <a:custGeom xmlns:a="http://schemas.openxmlformats.org/drawingml/2006/main">
            <a:pathLst>
              <a:path w="70545" h="88850">
                <a:moveTo>
                  <a:pt x="70545" y="54471"/>
                </a:moveTo>
                <a:cubicBezTo>
                  <a:pt x="67419" y="70991"/>
                  <a:pt x="60722" y="76795"/>
                  <a:pt x="57150" y="79921"/>
                </a:cubicBezTo>
                <a:cubicBezTo>
                  <a:pt x="47327" y="88850"/>
                  <a:pt x="39291" y="88850"/>
                  <a:pt x="35272" y="88850"/>
                </a:cubicBezTo>
                <a:cubicBezTo>
                  <a:pt x="21431" y="88850"/>
                  <a:pt x="14288" y="80814"/>
                  <a:pt x="10716" y="76795"/>
                </a:cubicBezTo>
                <a:cubicBezTo>
                  <a:pt x="0" y="64740"/>
                  <a:pt x="0" y="51346"/>
                  <a:pt x="0" y="44648"/>
                </a:cubicBezTo>
                <a:cubicBezTo>
                  <a:pt x="0" y="25003"/>
                  <a:pt x="8037" y="16520"/>
                  <a:pt x="11609" y="12502"/>
                </a:cubicBezTo>
                <a:cubicBezTo>
                  <a:pt x="23664" y="0"/>
                  <a:pt x="34379" y="0"/>
                  <a:pt x="39737" y="0"/>
                </a:cubicBezTo>
                <a:cubicBezTo>
                  <a:pt x="52239" y="0"/>
                  <a:pt x="57596" y="4465"/>
                  <a:pt x="60275" y="6697"/>
                </a:cubicBezTo>
                <a:cubicBezTo>
                  <a:pt x="68312" y="13395"/>
                  <a:pt x="68312" y="17859"/>
                  <a:pt x="68312" y="20092"/>
                </a:cubicBezTo>
                <a:cubicBezTo>
                  <a:pt x="68312" y="23664"/>
                  <a:pt x="66526" y="25003"/>
                  <a:pt x="66080" y="25896"/>
                </a:cubicBezTo>
                <a:cubicBezTo>
                  <a:pt x="63847" y="28129"/>
                  <a:pt x="61168" y="28129"/>
                  <a:pt x="59829" y="28129"/>
                </a:cubicBezTo>
                <a:cubicBezTo>
                  <a:pt x="54471" y="28129"/>
                  <a:pt x="52685" y="25896"/>
                  <a:pt x="51346" y="24557"/>
                </a:cubicBezTo>
                <a:cubicBezTo>
                  <a:pt x="50006" y="22771"/>
                  <a:pt x="49560" y="19199"/>
                  <a:pt x="49560" y="16966"/>
                </a:cubicBezTo>
                <a:cubicBezTo>
                  <a:pt x="49113" y="12055"/>
                  <a:pt x="46881" y="9823"/>
                  <a:pt x="45541" y="8930"/>
                </a:cubicBezTo>
                <a:cubicBezTo>
                  <a:pt x="42416" y="6251"/>
                  <a:pt x="38844" y="6251"/>
                  <a:pt x="37058" y="6251"/>
                </a:cubicBezTo>
                <a:cubicBezTo>
                  <a:pt x="27682" y="6251"/>
                  <a:pt x="24110" y="10716"/>
                  <a:pt x="22324" y="12948"/>
                </a:cubicBezTo>
                <a:cubicBezTo>
                  <a:pt x="14734" y="21878"/>
                  <a:pt x="14734" y="31700"/>
                  <a:pt x="14734" y="36612"/>
                </a:cubicBezTo>
                <a:cubicBezTo>
                  <a:pt x="14734" y="51346"/>
                  <a:pt x="19645" y="59382"/>
                  <a:pt x="22324" y="62954"/>
                </a:cubicBezTo>
                <a:cubicBezTo>
                  <a:pt x="29468" y="74563"/>
                  <a:pt x="37951" y="74563"/>
                  <a:pt x="41970" y="74563"/>
                </a:cubicBezTo>
                <a:cubicBezTo>
                  <a:pt x="50899" y="74563"/>
                  <a:pt x="55811" y="70545"/>
                  <a:pt x="58043" y="68312"/>
                </a:cubicBezTo>
                <a:cubicBezTo>
                  <a:pt x="62954" y="64294"/>
                  <a:pt x="66526" y="56704"/>
                  <a:pt x="67866" y="53132"/>
                </a:cubicBezTo>
                <a:lnTo>
                  <a:pt x="70545" y="54471"/>
                </a:lnTo>
                <a:close/>
                <a:moveTo>
                  <a:pt x="70545" y="544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D932B-F8F7-40D9-A40E-D05E6BBE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592" y="4780879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49792-70E4-4FE5-B90C-FBB58636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123" y="4737124"/>
            <a:ext cx="42863" cy="129927"/>
          </a:xfrm>
          <a:custGeom xmlns:a="http://schemas.openxmlformats.org/drawingml/2006/main">
            <a:pathLst>
              <a:path w="42862" h="129927">
                <a:moveTo>
                  <a:pt x="29468" y="0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40630" y="126802"/>
                  <a:pt x="42862" y="126802"/>
                </a:cubicBezTo>
                <a:lnTo>
                  <a:pt x="42862" y="129927"/>
                </a:lnTo>
                <a:lnTo>
                  <a:pt x="1786" y="129927"/>
                </a:lnTo>
                <a:lnTo>
                  <a:pt x="1786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35272"/>
                </a:lnTo>
                <a:cubicBezTo>
                  <a:pt x="14288" y="20985"/>
                  <a:pt x="13395" y="18752"/>
                  <a:pt x="13395" y="17859"/>
                </a:cubicBezTo>
                <a:cubicBezTo>
                  <a:pt x="12948" y="14288"/>
                  <a:pt x="12055" y="13841"/>
                  <a:pt x="11162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5358" y="12055"/>
                  <a:pt x="2679" y="12948"/>
                  <a:pt x="1786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468" y="0"/>
                </a:lnTo>
                <a:close/>
                <a:moveTo>
                  <a:pt x="294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A81A2-3B47-4014-9328-DB932C46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33" y="4075121"/>
            <a:ext cx="129927" cy="151358"/>
          </a:xfrm>
          <a:custGeom xmlns:a="http://schemas.openxmlformats.org/drawingml/2006/main">
            <a:pathLst>
              <a:path w="129927" h="151358">
                <a:moveTo>
                  <a:pt x="123230" y="0"/>
                </a:moveTo>
                <a:lnTo>
                  <a:pt x="126802" y="49113"/>
                </a:lnTo>
                <a:lnTo>
                  <a:pt x="123230" y="49113"/>
                </a:lnTo>
                <a:cubicBezTo>
                  <a:pt x="116532" y="27236"/>
                  <a:pt x="108496" y="20538"/>
                  <a:pt x="104477" y="17413"/>
                </a:cubicBezTo>
                <a:cubicBezTo>
                  <a:pt x="91976" y="7590"/>
                  <a:pt x="80814" y="7590"/>
                  <a:pt x="75009" y="7590"/>
                </a:cubicBezTo>
                <a:cubicBezTo>
                  <a:pt x="60722" y="7590"/>
                  <a:pt x="52685" y="12502"/>
                  <a:pt x="49113" y="15180"/>
                </a:cubicBezTo>
                <a:cubicBezTo>
                  <a:pt x="37505" y="22324"/>
                  <a:pt x="33040" y="33040"/>
                  <a:pt x="30807" y="38398"/>
                </a:cubicBezTo>
                <a:cubicBezTo>
                  <a:pt x="24110" y="54471"/>
                  <a:pt x="24110" y="70098"/>
                  <a:pt x="24110" y="78135"/>
                </a:cubicBezTo>
                <a:cubicBezTo>
                  <a:pt x="24110" y="97780"/>
                  <a:pt x="28129" y="107156"/>
                  <a:pt x="30361" y="112068"/>
                </a:cubicBezTo>
                <a:cubicBezTo>
                  <a:pt x="36612" y="126355"/>
                  <a:pt x="45095" y="131713"/>
                  <a:pt x="49113" y="134392"/>
                </a:cubicBezTo>
                <a:cubicBezTo>
                  <a:pt x="61615" y="141982"/>
                  <a:pt x="72777" y="141982"/>
                  <a:pt x="78135" y="141982"/>
                </a:cubicBezTo>
                <a:cubicBezTo>
                  <a:pt x="91976" y="141982"/>
                  <a:pt x="99566" y="137964"/>
                  <a:pt x="102691" y="135731"/>
                </a:cubicBezTo>
                <a:cubicBezTo>
                  <a:pt x="113854" y="129480"/>
                  <a:pt x="122337" y="117872"/>
                  <a:pt x="126802" y="111621"/>
                </a:cubicBezTo>
                <a:lnTo>
                  <a:pt x="129927" y="113854"/>
                </a:lnTo>
                <a:cubicBezTo>
                  <a:pt x="119211" y="133499"/>
                  <a:pt x="109389" y="139303"/>
                  <a:pt x="104477" y="142429"/>
                </a:cubicBezTo>
                <a:cubicBezTo>
                  <a:pt x="90190" y="151358"/>
                  <a:pt x="76795" y="151358"/>
                  <a:pt x="70098" y="151358"/>
                </a:cubicBezTo>
                <a:cubicBezTo>
                  <a:pt x="33933" y="151358"/>
                  <a:pt x="20985" y="133499"/>
                  <a:pt x="14288" y="124569"/>
                </a:cubicBezTo>
                <a:cubicBezTo>
                  <a:pt x="0" y="104924"/>
                  <a:pt x="0" y="87064"/>
                  <a:pt x="0" y="78135"/>
                </a:cubicBezTo>
                <a:cubicBezTo>
                  <a:pt x="0" y="56257"/>
                  <a:pt x="6251" y="44202"/>
                  <a:pt x="9376" y="38398"/>
                </a:cubicBezTo>
                <a:cubicBezTo>
                  <a:pt x="19199" y="20092"/>
                  <a:pt x="30361" y="13395"/>
                  <a:pt x="36165" y="9823"/>
                </a:cubicBezTo>
                <a:cubicBezTo>
                  <a:pt x="53132" y="0"/>
                  <a:pt x="66526" y="0"/>
                  <a:pt x="73223" y="0"/>
                </a:cubicBezTo>
                <a:cubicBezTo>
                  <a:pt x="88850" y="0"/>
                  <a:pt x="99120" y="5358"/>
                  <a:pt x="104031" y="7590"/>
                </a:cubicBezTo>
                <a:cubicBezTo>
                  <a:pt x="108942" y="9823"/>
                  <a:pt x="110282" y="9823"/>
                  <a:pt x="110728" y="9823"/>
                </a:cubicBezTo>
                <a:cubicBezTo>
                  <a:pt x="113407" y="9823"/>
                  <a:pt x="114746" y="8930"/>
                  <a:pt x="115639" y="8037"/>
                </a:cubicBezTo>
                <a:cubicBezTo>
                  <a:pt x="118318" y="5358"/>
                  <a:pt x="119211" y="1786"/>
                  <a:pt x="119658" y="0"/>
                </a:cubicBezTo>
                <a:lnTo>
                  <a:pt x="123230" y="0"/>
                </a:lnTo>
                <a:close/>
                <a:moveTo>
                  <a:pt x="123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110A0-9785-4AE4-A2CC-828BF1EB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16" y="4071550"/>
            <a:ext cx="106263" cy="151358"/>
          </a:xfrm>
          <a:custGeom xmlns:a="http://schemas.openxmlformats.org/drawingml/2006/main">
            <a:pathLst>
              <a:path w="106263" h="151358">
                <a:moveTo>
                  <a:pt x="33933" y="0"/>
                </a:moveTo>
                <a:lnTo>
                  <a:pt x="33933" y="71438"/>
                </a:lnTo>
                <a:cubicBezTo>
                  <a:pt x="45988" y="58489"/>
                  <a:pt x="50453" y="55811"/>
                  <a:pt x="52685" y="54471"/>
                </a:cubicBezTo>
                <a:cubicBezTo>
                  <a:pt x="59829" y="50899"/>
                  <a:pt x="64294" y="50899"/>
                  <a:pt x="66973" y="50899"/>
                </a:cubicBezTo>
                <a:cubicBezTo>
                  <a:pt x="75009" y="50899"/>
                  <a:pt x="79028" y="54025"/>
                  <a:pt x="80814" y="55364"/>
                </a:cubicBezTo>
                <a:cubicBezTo>
                  <a:pt x="87064" y="60275"/>
                  <a:pt x="88850" y="66526"/>
                  <a:pt x="89743" y="70098"/>
                </a:cubicBezTo>
                <a:cubicBezTo>
                  <a:pt x="91976" y="76795"/>
                  <a:pt x="91976" y="88850"/>
                  <a:pt x="91976" y="94655"/>
                </a:cubicBezTo>
                <a:lnTo>
                  <a:pt x="91976" y="129480"/>
                </a:lnTo>
                <a:cubicBezTo>
                  <a:pt x="91976" y="138857"/>
                  <a:pt x="92869" y="141089"/>
                  <a:pt x="93315" y="141982"/>
                </a:cubicBezTo>
                <a:cubicBezTo>
                  <a:pt x="94208" y="144661"/>
                  <a:pt x="95994" y="145554"/>
                  <a:pt x="96887" y="146000"/>
                </a:cubicBezTo>
                <a:cubicBezTo>
                  <a:pt x="99566" y="147786"/>
                  <a:pt x="104031" y="147786"/>
                  <a:pt x="106263" y="147786"/>
                </a:cubicBezTo>
                <a:lnTo>
                  <a:pt x="106263" y="151358"/>
                </a:lnTo>
                <a:lnTo>
                  <a:pt x="58043" y="151358"/>
                </a:lnTo>
                <a:lnTo>
                  <a:pt x="58043" y="147786"/>
                </a:lnTo>
                <a:lnTo>
                  <a:pt x="60722" y="147786"/>
                </a:lnTo>
                <a:cubicBezTo>
                  <a:pt x="67419" y="147786"/>
                  <a:pt x="69205" y="146447"/>
                  <a:pt x="70098" y="145554"/>
                </a:cubicBezTo>
                <a:cubicBezTo>
                  <a:pt x="72777" y="143321"/>
                  <a:pt x="73670" y="141089"/>
                  <a:pt x="73670" y="139303"/>
                </a:cubicBezTo>
                <a:cubicBezTo>
                  <a:pt x="74116" y="137964"/>
                  <a:pt x="74116" y="132159"/>
                  <a:pt x="74116" y="129480"/>
                </a:cubicBezTo>
                <a:lnTo>
                  <a:pt x="74116" y="94655"/>
                </a:lnTo>
                <a:cubicBezTo>
                  <a:pt x="74116" y="79028"/>
                  <a:pt x="73223" y="75456"/>
                  <a:pt x="72330" y="73670"/>
                </a:cubicBezTo>
                <a:cubicBezTo>
                  <a:pt x="70991" y="68759"/>
                  <a:pt x="68312" y="66973"/>
                  <a:pt x="67419" y="66526"/>
                </a:cubicBezTo>
                <a:cubicBezTo>
                  <a:pt x="63401" y="63847"/>
                  <a:pt x="60275" y="63847"/>
                  <a:pt x="58489" y="63847"/>
                </a:cubicBezTo>
                <a:cubicBezTo>
                  <a:pt x="53132" y="63847"/>
                  <a:pt x="49560" y="65633"/>
                  <a:pt x="47774" y="66526"/>
                </a:cubicBezTo>
                <a:cubicBezTo>
                  <a:pt x="41970" y="69652"/>
                  <a:pt x="36612" y="75009"/>
                  <a:pt x="33933" y="77688"/>
                </a:cubicBezTo>
                <a:lnTo>
                  <a:pt x="33933" y="129480"/>
                </a:lnTo>
                <a:cubicBezTo>
                  <a:pt x="33933" y="139303"/>
                  <a:pt x="34826" y="141089"/>
                  <a:pt x="35272" y="141982"/>
                </a:cubicBezTo>
                <a:cubicBezTo>
                  <a:pt x="36165" y="144214"/>
                  <a:pt x="38398" y="145554"/>
                  <a:pt x="39291" y="146000"/>
                </a:cubicBezTo>
                <a:cubicBezTo>
                  <a:pt x="42416" y="147786"/>
                  <a:pt x="47327" y="147786"/>
                  <a:pt x="49560" y="147786"/>
                </a:cubicBezTo>
                <a:lnTo>
                  <a:pt x="49560" y="151358"/>
                </a:lnTo>
                <a:lnTo>
                  <a:pt x="1339" y="151358"/>
                </a:lnTo>
                <a:lnTo>
                  <a:pt x="1339" y="147786"/>
                </a:lnTo>
                <a:cubicBezTo>
                  <a:pt x="8037" y="147786"/>
                  <a:pt x="10269" y="146447"/>
                  <a:pt x="11609" y="145554"/>
                </a:cubicBezTo>
                <a:cubicBezTo>
                  <a:pt x="13841" y="144661"/>
                  <a:pt x="14734" y="142429"/>
                  <a:pt x="15180" y="141536"/>
                </a:cubicBezTo>
                <a:cubicBezTo>
                  <a:pt x="16520" y="138410"/>
                  <a:pt x="16520" y="132159"/>
                  <a:pt x="16520" y="129480"/>
                </a:cubicBezTo>
                <a:lnTo>
                  <a:pt x="16520" y="41077"/>
                </a:lnTo>
                <a:cubicBezTo>
                  <a:pt x="16520" y="24110"/>
                  <a:pt x="16073" y="21878"/>
                  <a:pt x="15627" y="20538"/>
                </a:cubicBezTo>
                <a:cubicBezTo>
                  <a:pt x="14734" y="16520"/>
                  <a:pt x="13841" y="15627"/>
                  <a:pt x="12948" y="15180"/>
                </a:cubicBezTo>
                <a:cubicBezTo>
                  <a:pt x="11609" y="13841"/>
                  <a:pt x="9376" y="13841"/>
                  <a:pt x="8483" y="13841"/>
                </a:cubicBezTo>
                <a:cubicBezTo>
                  <a:pt x="6697" y="13841"/>
                  <a:pt x="3125" y="14734"/>
                  <a:pt x="1339" y="15627"/>
                </a:cubicBezTo>
                <a:lnTo>
                  <a:pt x="0" y="12055"/>
                </a:lnTo>
                <a:lnTo>
                  <a:pt x="29021" y="0"/>
                </a:lnTo>
                <a:lnTo>
                  <a:pt x="33933" y="0"/>
                </a:lnTo>
                <a:close/>
                <a:moveTo>
                  <a:pt x="339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EA170-CE6B-4387-96BC-FE4365B7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6" y="4122449"/>
            <a:ext cx="88850" cy="102691"/>
          </a:xfrm>
          <a:custGeom xmlns:a="http://schemas.openxmlformats.org/drawingml/2006/main">
            <a:pathLst>
              <a:path w="88850" h="102691">
                <a:moveTo>
                  <a:pt x="54471" y="86618"/>
                </a:moveTo>
                <a:cubicBezTo>
                  <a:pt x="39291" y="98227"/>
                  <a:pt x="37058" y="99566"/>
                  <a:pt x="35719" y="100012"/>
                </a:cubicBezTo>
                <a:cubicBezTo>
                  <a:pt x="29914" y="102691"/>
                  <a:pt x="25450" y="102691"/>
                  <a:pt x="23217" y="102691"/>
                </a:cubicBezTo>
                <a:cubicBezTo>
                  <a:pt x="12948" y="102691"/>
                  <a:pt x="8930" y="98227"/>
                  <a:pt x="6697" y="95548"/>
                </a:cubicBezTo>
                <a:cubicBezTo>
                  <a:pt x="0" y="88850"/>
                  <a:pt x="0" y="81260"/>
                  <a:pt x="0" y="77688"/>
                </a:cubicBezTo>
                <a:cubicBezTo>
                  <a:pt x="0" y="70545"/>
                  <a:pt x="2232" y="66973"/>
                  <a:pt x="3125" y="65187"/>
                </a:cubicBezTo>
                <a:cubicBezTo>
                  <a:pt x="7590" y="58043"/>
                  <a:pt x="14734" y="53578"/>
                  <a:pt x="18306" y="51346"/>
                </a:cubicBezTo>
                <a:cubicBezTo>
                  <a:pt x="29468" y="45095"/>
                  <a:pt x="45988" y="38844"/>
                  <a:pt x="54471" y="35719"/>
                </a:cubicBezTo>
                <a:lnTo>
                  <a:pt x="54471" y="32147"/>
                </a:lnTo>
                <a:cubicBezTo>
                  <a:pt x="54471" y="17413"/>
                  <a:pt x="51346" y="13841"/>
                  <a:pt x="50006" y="12055"/>
                </a:cubicBezTo>
                <a:cubicBezTo>
                  <a:pt x="45095" y="6697"/>
                  <a:pt x="39291" y="6697"/>
                  <a:pt x="36165" y="6697"/>
                </a:cubicBezTo>
                <a:cubicBezTo>
                  <a:pt x="29468" y="6697"/>
                  <a:pt x="26789" y="8930"/>
                  <a:pt x="25450" y="10269"/>
                </a:cubicBezTo>
                <a:cubicBezTo>
                  <a:pt x="21878" y="13841"/>
                  <a:pt x="21878" y="16966"/>
                  <a:pt x="21878" y="18752"/>
                </a:cubicBezTo>
                <a:lnTo>
                  <a:pt x="21878" y="24557"/>
                </a:lnTo>
                <a:cubicBezTo>
                  <a:pt x="21878" y="29468"/>
                  <a:pt x="20092" y="31254"/>
                  <a:pt x="19199" y="32147"/>
                </a:cubicBezTo>
                <a:cubicBezTo>
                  <a:pt x="16966" y="34826"/>
                  <a:pt x="13841" y="34826"/>
                  <a:pt x="12502" y="34826"/>
                </a:cubicBezTo>
                <a:cubicBezTo>
                  <a:pt x="8930" y="34826"/>
                  <a:pt x="7144" y="33040"/>
                  <a:pt x="6251" y="32147"/>
                </a:cubicBezTo>
                <a:cubicBezTo>
                  <a:pt x="3572" y="29468"/>
                  <a:pt x="3572" y="26343"/>
                  <a:pt x="3572" y="24557"/>
                </a:cubicBezTo>
                <a:cubicBezTo>
                  <a:pt x="3572" y="15180"/>
                  <a:pt x="10269" y="10269"/>
                  <a:pt x="12948" y="7590"/>
                </a:cubicBezTo>
                <a:cubicBezTo>
                  <a:pt x="22324" y="0"/>
                  <a:pt x="33933" y="0"/>
                  <a:pt x="39737" y="0"/>
                </a:cubicBezTo>
                <a:cubicBezTo>
                  <a:pt x="52239" y="0"/>
                  <a:pt x="58043" y="2679"/>
                  <a:pt x="60722" y="4465"/>
                </a:cubicBezTo>
                <a:cubicBezTo>
                  <a:pt x="66973" y="7590"/>
                  <a:pt x="69205" y="12502"/>
                  <a:pt x="70098" y="14734"/>
                </a:cubicBezTo>
                <a:cubicBezTo>
                  <a:pt x="71884" y="19199"/>
                  <a:pt x="71884" y="29021"/>
                  <a:pt x="71884" y="33486"/>
                </a:cubicBezTo>
                <a:lnTo>
                  <a:pt x="71884" y="66526"/>
                </a:lnTo>
                <a:cubicBezTo>
                  <a:pt x="71884" y="80814"/>
                  <a:pt x="72330" y="82600"/>
                  <a:pt x="72330" y="83939"/>
                </a:cubicBezTo>
                <a:cubicBezTo>
                  <a:pt x="73223" y="87064"/>
                  <a:pt x="73670" y="87511"/>
                  <a:pt x="74116" y="87957"/>
                </a:cubicBezTo>
                <a:cubicBezTo>
                  <a:pt x="75456" y="89297"/>
                  <a:pt x="76795" y="89297"/>
                  <a:pt x="77242" y="89297"/>
                </a:cubicBezTo>
                <a:cubicBezTo>
                  <a:pt x="79028" y="89297"/>
                  <a:pt x="79921" y="88404"/>
                  <a:pt x="80367" y="88404"/>
                </a:cubicBezTo>
                <a:cubicBezTo>
                  <a:pt x="82153" y="87064"/>
                  <a:pt x="86618" y="82600"/>
                  <a:pt x="88850" y="80814"/>
                </a:cubicBezTo>
                <a:lnTo>
                  <a:pt x="88850" y="86618"/>
                </a:lnTo>
                <a:cubicBezTo>
                  <a:pt x="76795" y="102245"/>
                  <a:pt x="69652" y="102245"/>
                  <a:pt x="66080" y="102245"/>
                </a:cubicBezTo>
                <a:cubicBezTo>
                  <a:pt x="60722" y="102245"/>
                  <a:pt x="58936" y="100012"/>
                  <a:pt x="57596" y="99120"/>
                </a:cubicBezTo>
                <a:cubicBezTo>
                  <a:pt x="54471" y="95101"/>
                  <a:pt x="54471" y="89297"/>
                  <a:pt x="54471" y="86618"/>
                </a:cubicBezTo>
                <a:close/>
                <a:moveTo>
                  <a:pt x="54471" y="79474"/>
                </a:moveTo>
                <a:lnTo>
                  <a:pt x="54471" y="42416"/>
                </a:lnTo>
                <a:cubicBezTo>
                  <a:pt x="38398" y="48667"/>
                  <a:pt x="35272" y="50453"/>
                  <a:pt x="33486" y="51346"/>
                </a:cubicBezTo>
                <a:cubicBezTo>
                  <a:pt x="25003" y="56257"/>
                  <a:pt x="22771" y="59829"/>
                  <a:pt x="21878" y="61168"/>
                </a:cubicBezTo>
                <a:cubicBezTo>
                  <a:pt x="17859" y="66526"/>
                  <a:pt x="17859" y="70545"/>
                  <a:pt x="17859" y="72330"/>
                </a:cubicBezTo>
                <a:cubicBezTo>
                  <a:pt x="17859" y="80367"/>
                  <a:pt x="20985" y="83493"/>
                  <a:pt x="22324" y="85279"/>
                </a:cubicBezTo>
                <a:cubicBezTo>
                  <a:pt x="27236" y="90190"/>
                  <a:pt x="31254" y="90190"/>
                  <a:pt x="33040" y="90190"/>
                </a:cubicBezTo>
                <a:cubicBezTo>
                  <a:pt x="41523" y="90190"/>
                  <a:pt x="50006" y="83046"/>
                  <a:pt x="54471" y="79474"/>
                </a:cubicBezTo>
                <a:close/>
                <a:moveTo>
                  <a:pt x="54471" y="794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04131-3A92-474C-B2D5-6C2EDE64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66" y="4122449"/>
            <a:ext cx="72777" cy="100459"/>
          </a:xfrm>
          <a:custGeom xmlns:a="http://schemas.openxmlformats.org/drawingml/2006/main">
            <a:pathLst>
              <a:path w="72777" h="100459">
                <a:moveTo>
                  <a:pt x="33933" y="0"/>
                </a:moveTo>
                <a:lnTo>
                  <a:pt x="33933" y="21878"/>
                </a:lnTo>
                <a:cubicBezTo>
                  <a:pt x="46434" y="0"/>
                  <a:pt x="54918" y="0"/>
                  <a:pt x="58936" y="0"/>
                </a:cubicBezTo>
                <a:cubicBezTo>
                  <a:pt x="65187" y="0"/>
                  <a:pt x="67419" y="2232"/>
                  <a:pt x="68759" y="3572"/>
                </a:cubicBezTo>
                <a:cubicBezTo>
                  <a:pt x="72777" y="7144"/>
                  <a:pt x="72777" y="10269"/>
                  <a:pt x="72777" y="11609"/>
                </a:cubicBezTo>
                <a:cubicBezTo>
                  <a:pt x="72777" y="16073"/>
                  <a:pt x="70545" y="17859"/>
                  <a:pt x="69652" y="18752"/>
                </a:cubicBezTo>
                <a:cubicBezTo>
                  <a:pt x="66973" y="21878"/>
                  <a:pt x="64740" y="21878"/>
                  <a:pt x="63401" y="21878"/>
                </a:cubicBezTo>
                <a:cubicBezTo>
                  <a:pt x="59382" y="21878"/>
                  <a:pt x="56704" y="19199"/>
                  <a:pt x="54918" y="18306"/>
                </a:cubicBezTo>
                <a:cubicBezTo>
                  <a:pt x="50006" y="14288"/>
                  <a:pt x="48667" y="14288"/>
                  <a:pt x="48220" y="14288"/>
                </a:cubicBezTo>
                <a:cubicBezTo>
                  <a:pt x="45988" y="14288"/>
                  <a:pt x="44648" y="15627"/>
                  <a:pt x="43755" y="16520"/>
                </a:cubicBezTo>
                <a:cubicBezTo>
                  <a:pt x="38844" y="20985"/>
                  <a:pt x="35719" y="27682"/>
                  <a:pt x="33933" y="30807"/>
                </a:cubicBezTo>
                <a:lnTo>
                  <a:pt x="33933" y="77688"/>
                </a:lnTo>
                <a:cubicBezTo>
                  <a:pt x="33933" y="85725"/>
                  <a:pt x="35272" y="88850"/>
                  <a:pt x="36165" y="90190"/>
                </a:cubicBezTo>
                <a:cubicBezTo>
                  <a:pt x="37505" y="92869"/>
                  <a:pt x="39737" y="94208"/>
                  <a:pt x="40630" y="94655"/>
                </a:cubicBezTo>
                <a:cubicBezTo>
                  <a:pt x="44202" y="96887"/>
                  <a:pt x="48667" y="96887"/>
                  <a:pt x="50899" y="96887"/>
                </a:cubicBezTo>
                <a:lnTo>
                  <a:pt x="50899" y="100459"/>
                </a:lnTo>
                <a:lnTo>
                  <a:pt x="893" y="100459"/>
                </a:lnTo>
                <a:lnTo>
                  <a:pt x="893" y="96887"/>
                </a:lnTo>
                <a:cubicBezTo>
                  <a:pt x="8483" y="96887"/>
                  <a:pt x="10716" y="95101"/>
                  <a:pt x="12055" y="94208"/>
                </a:cubicBezTo>
                <a:cubicBezTo>
                  <a:pt x="14734" y="92422"/>
                  <a:pt x="15627" y="90190"/>
                  <a:pt x="16073" y="88850"/>
                </a:cubicBezTo>
                <a:cubicBezTo>
                  <a:pt x="16520" y="87064"/>
                  <a:pt x="16520" y="81260"/>
                  <a:pt x="16520" y="78581"/>
                </a:cubicBezTo>
                <a:lnTo>
                  <a:pt x="16520" y="41077"/>
                </a:lnTo>
                <a:cubicBezTo>
                  <a:pt x="16520" y="23664"/>
                  <a:pt x="16073" y="21431"/>
                  <a:pt x="15627" y="20538"/>
                </a:cubicBezTo>
                <a:cubicBezTo>
                  <a:pt x="15180" y="17413"/>
                  <a:pt x="13841" y="16073"/>
                  <a:pt x="12948" y="15627"/>
                </a:cubicBezTo>
                <a:cubicBezTo>
                  <a:pt x="11162" y="14288"/>
                  <a:pt x="9376" y="14288"/>
                  <a:pt x="8483" y="14288"/>
                </a:cubicBezTo>
                <a:cubicBezTo>
                  <a:pt x="5358" y="14288"/>
                  <a:pt x="2232" y="15180"/>
                  <a:pt x="893" y="15627"/>
                </a:cubicBezTo>
                <a:lnTo>
                  <a:pt x="0" y="12055"/>
                </a:lnTo>
                <a:lnTo>
                  <a:pt x="29468" y="0"/>
                </a:lnTo>
                <a:lnTo>
                  <a:pt x="33933" y="0"/>
                </a:lnTo>
                <a:close/>
                <a:moveTo>
                  <a:pt x="339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88627-447B-43D2-9002-CDF8CB17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91" y="4093427"/>
            <a:ext cx="58936" cy="131266"/>
          </a:xfrm>
          <a:custGeom xmlns:a="http://schemas.openxmlformats.org/drawingml/2006/main">
            <a:pathLst>
              <a:path w="58936" h="131266">
                <a:moveTo>
                  <a:pt x="33486" y="0"/>
                </a:moveTo>
                <a:lnTo>
                  <a:pt x="33486" y="31700"/>
                </a:lnTo>
                <a:lnTo>
                  <a:pt x="56257" y="31700"/>
                </a:lnTo>
                <a:lnTo>
                  <a:pt x="56257" y="39291"/>
                </a:lnTo>
                <a:lnTo>
                  <a:pt x="33486" y="39291"/>
                </a:lnTo>
                <a:lnTo>
                  <a:pt x="33486" y="102691"/>
                </a:lnTo>
                <a:cubicBezTo>
                  <a:pt x="33486" y="112068"/>
                  <a:pt x="35272" y="114300"/>
                  <a:pt x="36165" y="115639"/>
                </a:cubicBezTo>
                <a:cubicBezTo>
                  <a:pt x="38844" y="118765"/>
                  <a:pt x="41523" y="118765"/>
                  <a:pt x="42862" y="118765"/>
                </a:cubicBezTo>
                <a:cubicBezTo>
                  <a:pt x="46434" y="118765"/>
                  <a:pt x="48667" y="117425"/>
                  <a:pt x="49560" y="116532"/>
                </a:cubicBezTo>
                <a:cubicBezTo>
                  <a:pt x="53132" y="114300"/>
                  <a:pt x="54471" y="111621"/>
                  <a:pt x="54918" y="110282"/>
                </a:cubicBezTo>
                <a:lnTo>
                  <a:pt x="58936" y="110282"/>
                </a:lnTo>
                <a:cubicBezTo>
                  <a:pt x="55364" y="120551"/>
                  <a:pt x="50899" y="124123"/>
                  <a:pt x="48220" y="125909"/>
                </a:cubicBezTo>
                <a:cubicBezTo>
                  <a:pt x="41523" y="131266"/>
                  <a:pt x="37058" y="131266"/>
                  <a:pt x="34379" y="131266"/>
                </a:cubicBezTo>
                <a:cubicBezTo>
                  <a:pt x="29468" y="131266"/>
                  <a:pt x="26343" y="129480"/>
                  <a:pt x="25003" y="128588"/>
                </a:cubicBezTo>
                <a:cubicBezTo>
                  <a:pt x="20092" y="125909"/>
                  <a:pt x="18752" y="122337"/>
                  <a:pt x="17859" y="120551"/>
                </a:cubicBezTo>
                <a:cubicBezTo>
                  <a:pt x="15627" y="115639"/>
                  <a:pt x="15627" y="108496"/>
                  <a:pt x="15627" y="104924"/>
                </a:cubicBezTo>
                <a:lnTo>
                  <a:pt x="15627" y="39291"/>
                </a:lnTo>
                <a:lnTo>
                  <a:pt x="0" y="39291"/>
                </a:lnTo>
                <a:lnTo>
                  <a:pt x="0" y="35719"/>
                </a:lnTo>
                <a:cubicBezTo>
                  <a:pt x="6251" y="33486"/>
                  <a:pt x="10269" y="29914"/>
                  <a:pt x="12055" y="28129"/>
                </a:cubicBezTo>
                <a:cubicBezTo>
                  <a:pt x="18306" y="22324"/>
                  <a:pt x="21431" y="17413"/>
                  <a:pt x="23217" y="14734"/>
                </a:cubicBezTo>
                <a:cubicBezTo>
                  <a:pt x="25450" y="10716"/>
                  <a:pt x="28575" y="3572"/>
                  <a:pt x="29914" y="0"/>
                </a:cubicBezTo>
                <a:lnTo>
                  <a:pt x="33486" y="0"/>
                </a:lnTo>
                <a:close/>
                <a:moveTo>
                  <a:pt x="334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D8275-2BFE-491B-AAE8-B82E512B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4" y="4122449"/>
            <a:ext cx="66973" cy="103584"/>
          </a:xfrm>
          <a:custGeom xmlns:a="http://schemas.openxmlformats.org/drawingml/2006/main">
            <a:pathLst>
              <a:path w="66973" h="103584">
                <a:moveTo>
                  <a:pt x="59382" y="0"/>
                </a:moveTo>
                <a:lnTo>
                  <a:pt x="59382" y="33040"/>
                </a:lnTo>
                <a:lnTo>
                  <a:pt x="56257" y="33040"/>
                </a:lnTo>
                <a:cubicBezTo>
                  <a:pt x="51792" y="17859"/>
                  <a:pt x="47774" y="13841"/>
                  <a:pt x="45541" y="12055"/>
                </a:cubicBezTo>
                <a:cubicBezTo>
                  <a:pt x="39291" y="6251"/>
                  <a:pt x="32593" y="6251"/>
                  <a:pt x="29468" y="6251"/>
                </a:cubicBezTo>
                <a:cubicBezTo>
                  <a:pt x="21878" y="6251"/>
                  <a:pt x="19199" y="8930"/>
                  <a:pt x="17413" y="10269"/>
                </a:cubicBezTo>
                <a:cubicBezTo>
                  <a:pt x="12948" y="14288"/>
                  <a:pt x="12948" y="17413"/>
                  <a:pt x="12948" y="19199"/>
                </a:cubicBezTo>
                <a:cubicBezTo>
                  <a:pt x="12948" y="25003"/>
                  <a:pt x="15180" y="27682"/>
                  <a:pt x="16520" y="29468"/>
                </a:cubicBezTo>
                <a:cubicBezTo>
                  <a:pt x="19645" y="33486"/>
                  <a:pt x="26343" y="37058"/>
                  <a:pt x="29468" y="38398"/>
                </a:cubicBezTo>
                <a:lnTo>
                  <a:pt x="45095" y="45988"/>
                </a:lnTo>
                <a:cubicBezTo>
                  <a:pt x="66973" y="56704"/>
                  <a:pt x="66973" y="68312"/>
                  <a:pt x="66973" y="73670"/>
                </a:cubicBezTo>
                <a:cubicBezTo>
                  <a:pt x="66973" y="87064"/>
                  <a:pt x="60275" y="92422"/>
                  <a:pt x="56704" y="95548"/>
                </a:cubicBezTo>
                <a:cubicBezTo>
                  <a:pt x="46881" y="103584"/>
                  <a:pt x="38398" y="103584"/>
                  <a:pt x="34379" y="103584"/>
                </a:cubicBezTo>
                <a:cubicBezTo>
                  <a:pt x="25450" y="103584"/>
                  <a:pt x="17859" y="101352"/>
                  <a:pt x="13841" y="100459"/>
                </a:cubicBezTo>
                <a:cubicBezTo>
                  <a:pt x="10269" y="99566"/>
                  <a:pt x="8930" y="99566"/>
                  <a:pt x="8037" y="99566"/>
                </a:cubicBezTo>
                <a:cubicBezTo>
                  <a:pt x="5804" y="99566"/>
                  <a:pt x="4911" y="100905"/>
                  <a:pt x="4018" y="101798"/>
                </a:cubicBezTo>
                <a:lnTo>
                  <a:pt x="446" y="101798"/>
                </a:lnTo>
                <a:lnTo>
                  <a:pt x="446" y="67419"/>
                </a:lnTo>
                <a:lnTo>
                  <a:pt x="4018" y="67419"/>
                </a:lnTo>
                <a:cubicBezTo>
                  <a:pt x="7144" y="82153"/>
                  <a:pt x="12948" y="87064"/>
                  <a:pt x="15627" y="89743"/>
                </a:cubicBezTo>
                <a:cubicBezTo>
                  <a:pt x="24110" y="97334"/>
                  <a:pt x="30807" y="97334"/>
                  <a:pt x="34379" y="97334"/>
                </a:cubicBezTo>
                <a:cubicBezTo>
                  <a:pt x="41970" y="97334"/>
                  <a:pt x="45095" y="94208"/>
                  <a:pt x="46434" y="92869"/>
                </a:cubicBezTo>
                <a:cubicBezTo>
                  <a:pt x="50899" y="88850"/>
                  <a:pt x="50899" y="84386"/>
                  <a:pt x="50899" y="82600"/>
                </a:cubicBezTo>
                <a:cubicBezTo>
                  <a:pt x="50899" y="75009"/>
                  <a:pt x="47774" y="71884"/>
                  <a:pt x="45988" y="70098"/>
                </a:cubicBezTo>
                <a:cubicBezTo>
                  <a:pt x="40630" y="65187"/>
                  <a:pt x="30361" y="60275"/>
                  <a:pt x="25450" y="57596"/>
                </a:cubicBezTo>
                <a:cubicBezTo>
                  <a:pt x="9823" y="50006"/>
                  <a:pt x="6697" y="45541"/>
                  <a:pt x="4911" y="43755"/>
                </a:cubicBezTo>
                <a:cubicBezTo>
                  <a:pt x="0" y="37505"/>
                  <a:pt x="0" y="31254"/>
                  <a:pt x="0" y="28129"/>
                </a:cubicBezTo>
                <a:cubicBezTo>
                  <a:pt x="0" y="16073"/>
                  <a:pt x="5804" y="11162"/>
                  <a:pt x="8483" y="8037"/>
                </a:cubicBezTo>
                <a:cubicBezTo>
                  <a:pt x="16966" y="0"/>
                  <a:pt x="25450" y="0"/>
                  <a:pt x="29914" y="0"/>
                </a:cubicBezTo>
                <a:cubicBezTo>
                  <a:pt x="35719" y="0"/>
                  <a:pt x="41077" y="1786"/>
                  <a:pt x="43755" y="2232"/>
                </a:cubicBezTo>
                <a:cubicBezTo>
                  <a:pt x="49113" y="4018"/>
                  <a:pt x="50453" y="4018"/>
                  <a:pt x="50899" y="4018"/>
                </a:cubicBezTo>
                <a:cubicBezTo>
                  <a:pt x="52685" y="4018"/>
                  <a:pt x="53578" y="3572"/>
                  <a:pt x="53578" y="3125"/>
                </a:cubicBezTo>
                <a:cubicBezTo>
                  <a:pt x="54918" y="2679"/>
                  <a:pt x="55811" y="893"/>
                  <a:pt x="56257" y="0"/>
                </a:cubicBezTo>
                <a:lnTo>
                  <a:pt x="59382" y="0"/>
                </a:lnTo>
                <a:close/>
                <a:moveTo>
                  <a:pt x="59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A21F2-E053-4C02-A84F-0FC5A7D6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78" y="3777780"/>
            <a:ext cx="111621" cy="129927"/>
          </a:xfrm>
          <a:custGeom xmlns:a="http://schemas.openxmlformats.org/drawingml/2006/main">
            <a:pathLst>
              <a:path w="111621" h="129927">
                <a:moveTo>
                  <a:pt x="105817" y="0"/>
                </a:moveTo>
                <a:lnTo>
                  <a:pt x="108942" y="42416"/>
                </a:lnTo>
                <a:lnTo>
                  <a:pt x="105817" y="42416"/>
                </a:lnTo>
                <a:cubicBezTo>
                  <a:pt x="100012" y="23217"/>
                  <a:pt x="93315" y="17859"/>
                  <a:pt x="89743" y="15180"/>
                </a:cubicBezTo>
                <a:cubicBezTo>
                  <a:pt x="79028" y="6697"/>
                  <a:pt x="69652" y="6697"/>
                  <a:pt x="64294" y="6697"/>
                </a:cubicBezTo>
                <a:cubicBezTo>
                  <a:pt x="52239" y="6697"/>
                  <a:pt x="45541" y="11162"/>
                  <a:pt x="41970" y="12948"/>
                </a:cubicBezTo>
                <a:cubicBezTo>
                  <a:pt x="32147" y="19199"/>
                  <a:pt x="28575" y="28575"/>
                  <a:pt x="26343" y="33040"/>
                </a:cubicBezTo>
                <a:cubicBezTo>
                  <a:pt x="20985" y="46881"/>
                  <a:pt x="20985" y="60275"/>
                  <a:pt x="20985" y="66973"/>
                </a:cubicBezTo>
                <a:cubicBezTo>
                  <a:pt x="20985" y="83939"/>
                  <a:pt x="24557" y="91976"/>
                  <a:pt x="26343" y="95994"/>
                </a:cubicBezTo>
                <a:cubicBezTo>
                  <a:pt x="31700" y="108496"/>
                  <a:pt x="38844" y="112961"/>
                  <a:pt x="42416" y="115193"/>
                </a:cubicBezTo>
                <a:cubicBezTo>
                  <a:pt x="53132" y="121890"/>
                  <a:pt x="62508" y="121890"/>
                  <a:pt x="67419" y="121890"/>
                </a:cubicBezTo>
                <a:cubicBezTo>
                  <a:pt x="79028" y="121890"/>
                  <a:pt x="85279" y="118318"/>
                  <a:pt x="88404" y="116532"/>
                </a:cubicBezTo>
                <a:cubicBezTo>
                  <a:pt x="97780" y="111175"/>
                  <a:pt x="104924" y="101352"/>
                  <a:pt x="108942" y="95994"/>
                </a:cubicBezTo>
                <a:lnTo>
                  <a:pt x="111621" y="97780"/>
                </a:lnTo>
                <a:cubicBezTo>
                  <a:pt x="102245" y="114300"/>
                  <a:pt x="93762" y="119658"/>
                  <a:pt x="89743" y="122337"/>
                </a:cubicBezTo>
                <a:cubicBezTo>
                  <a:pt x="77242" y="129927"/>
                  <a:pt x="66080" y="129927"/>
                  <a:pt x="60275" y="129927"/>
                </a:cubicBezTo>
                <a:cubicBezTo>
                  <a:pt x="29468" y="129927"/>
                  <a:pt x="18306" y="114300"/>
                  <a:pt x="12502" y="107156"/>
                </a:cubicBezTo>
                <a:cubicBezTo>
                  <a:pt x="0" y="89743"/>
                  <a:pt x="0" y="74563"/>
                  <a:pt x="0" y="66973"/>
                </a:cubicBezTo>
                <a:cubicBezTo>
                  <a:pt x="0" y="48220"/>
                  <a:pt x="5358" y="37951"/>
                  <a:pt x="8483" y="33040"/>
                </a:cubicBezTo>
                <a:cubicBezTo>
                  <a:pt x="16520" y="17413"/>
                  <a:pt x="26343" y="11609"/>
                  <a:pt x="31254" y="8930"/>
                </a:cubicBezTo>
                <a:cubicBezTo>
                  <a:pt x="45541" y="0"/>
                  <a:pt x="57150" y="0"/>
                  <a:pt x="62954" y="0"/>
                </a:cubicBezTo>
                <a:cubicBezTo>
                  <a:pt x="76349" y="0"/>
                  <a:pt x="85279" y="4465"/>
                  <a:pt x="89297" y="6697"/>
                </a:cubicBezTo>
                <a:cubicBezTo>
                  <a:pt x="93315" y="8930"/>
                  <a:pt x="94655" y="8930"/>
                  <a:pt x="95101" y="8930"/>
                </a:cubicBezTo>
                <a:cubicBezTo>
                  <a:pt x="97334" y="8930"/>
                  <a:pt x="98673" y="7590"/>
                  <a:pt x="99120" y="7144"/>
                </a:cubicBezTo>
                <a:cubicBezTo>
                  <a:pt x="101798" y="4465"/>
                  <a:pt x="102245" y="1786"/>
                  <a:pt x="102691" y="0"/>
                </a:cubicBezTo>
                <a:lnTo>
                  <a:pt x="105817" y="0"/>
                </a:lnTo>
                <a:close/>
                <a:moveTo>
                  <a:pt x="10581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D11CF-8282-4608-B09B-BD6D2A9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77" y="3821089"/>
            <a:ext cx="93315" cy="86171"/>
          </a:xfrm>
          <a:custGeom xmlns:a="http://schemas.openxmlformats.org/drawingml/2006/main">
            <a:pathLst>
              <a:path w="93315" h="86171">
                <a:moveTo>
                  <a:pt x="79028" y="0"/>
                </a:moveTo>
                <a:lnTo>
                  <a:pt x="79028" y="50453"/>
                </a:lnTo>
                <a:cubicBezTo>
                  <a:pt x="79028" y="65187"/>
                  <a:pt x="79474" y="67419"/>
                  <a:pt x="79921" y="68312"/>
                </a:cubicBezTo>
                <a:cubicBezTo>
                  <a:pt x="80367" y="71884"/>
                  <a:pt x="81707" y="72330"/>
                  <a:pt x="82153" y="72777"/>
                </a:cubicBezTo>
                <a:cubicBezTo>
                  <a:pt x="83493" y="74116"/>
                  <a:pt x="84832" y="74116"/>
                  <a:pt x="85279" y="74116"/>
                </a:cubicBezTo>
                <a:cubicBezTo>
                  <a:pt x="88404" y="74116"/>
                  <a:pt x="90636" y="73223"/>
                  <a:pt x="91976" y="72777"/>
                </a:cubicBezTo>
                <a:lnTo>
                  <a:pt x="93315" y="75902"/>
                </a:lnTo>
                <a:lnTo>
                  <a:pt x="68312" y="86171"/>
                </a:lnTo>
                <a:lnTo>
                  <a:pt x="63847" y="86171"/>
                </a:lnTo>
                <a:lnTo>
                  <a:pt x="63847" y="68312"/>
                </a:lnTo>
                <a:cubicBezTo>
                  <a:pt x="53132" y="79921"/>
                  <a:pt x="49560" y="82153"/>
                  <a:pt x="47327" y="83046"/>
                </a:cubicBezTo>
                <a:cubicBezTo>
                  <a:pt x="41970" y="86171"/>
                  <a:pt x="37951" y="86171"/>
                  <a:pt x="35719" y="86171"/>
                </a:cubicBezTo>
                <a:cubicBezTo>
                  <a:pt x="28575" y="86171"/>
                  <a:pt x="25003" y="83493"/>
                  <a:pt x="23217" y="82153"/>
                </a:cubicBezTo>
                <a:cubicBezTo>
                  <a:pt x="18306" y="78135"/>
                  <a:pt x="16966" y="73670"/>
                  <a:pt x="16073" y="71884"/>
                </a:cubicBezTo>
                <a:cubicBezTo>
                  <a:pt x="14288" y="65187"/>
                  <a:pt x="14288" y="57596"/>
                  <a:pt x="14288" y="53578"/>
                </a:cubicBezTo>
                <a:lnTo>
                  <a:pt x="14288" y="16073"/>
                </a:lnTo>
                <a:cubicBezTo>
                  <a:pt x="14288" y="10269"/>
                  <a:pt x="13395" y="8483"/>
                  <a:pt x="12948" y="8037"/>
                </a:cubicBezTo>
                <a:cubicBezTo>
                  <a:pt x="11609" y="5804"/>
                  <a:pt x="10269" y="4911"/>
                  <a:pt x="9376" y="4465"/>
                </a:cubicBezTo>
                <a:cubicBezTo>
                  <a:pt x="6697" y="3125"/>
                  <a:pt x="2232" y="3125"/>
                  <a:pt x="0" y="3125"/>
                </a:cubicBezTo>
                <a:lnTo>
                  <a:pt x="0" y="0"/>
                </a:lnTo>
                <a:lnTo>
                  <a:pt x="29468" y="0"/>
                </a:lnTo>
                <a:lnTo>
                  <a:pt x="29468" y="55811"/>
                </a:lnTo>
                <a:cubicBezTo>
                  <a:pt x="29468" y="67419"/>
                  <a:pt x="32147" y="70098"/>
                  <a:pt x="33486" y="71438"/>
                </a:cubicBezTo>
                <a:cubicBezTo>
                  <a:pt x="37505" y="75009"/>
                  <a:pt x="41523" y="75009"/>
                  <a:pt x="43309" y="75009"/>
                </a:cubicBezTo>
                <a:cubicBezTo>
                  <a:pt x="47327" y="75009"/>
                  <a:pt x="50453" y="73223"/>
                  <a:pt x="52239" y="72330"/>
                </a:cubicBezTo>
                <a:cubicBezTo>
                  <a:pt x="57150" y="70098"/>
                  <a:pt x="61615" y="65187"/>
                  <a:pt x="63847" y="62954"/>
                </a:cubicBezTo>
                <a:lnTo>
                  <a:pt x="63847" y="15627"/>
                </a:lnTo>
                <a:cubicBezTo>
                  <a:pt x="63847" y="8483"/>
                  <a:pt x="62508" y="6697"/>
                  <a:pt x="61168" y="6251"/>
                </a:cubicBezTo>
                <a:cubicBezTo>
                  <a:pt x="58936" y="3572"/>
                  <a:pt x="53132" y="3572"/>
                  <a:pt x="50453" y="3125"/>
                </a:cubicBezTo>
                <a:lnTo>
                  <a:pt x="50453" y="0"/>
                </a:lnTo>
                <a:lnTo>
                  <a:pt x="79028" y="0"/>
                </a:lnTo>
                <a:close/>
                <a:moveTo>
                  <a:pt x="790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0ACA7-167A-4405-9D69-AC34359D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61" y="3774654"/>
            <a:ext cx="42863" cy="129927"/>
          </a:xfrm>
          <a:custGeom xmlns:a="http://schemas.openxmlformats.org/drawingml/2006/main">
            <a:pathLst>
              <a:path w="42862" h="129927">
                <a:moveTo>
                  <a:pt x="29468" y="0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40630" y="126802"/>
                  <a:pt x="42862" y="126802"/>
                </a:cubicBezTo>
                <a:lnTo>
                  <a:pt x="42862" y="129927"/>
                </a:lnTo>
                <a:lnTo>
                  <a:pt x="1786" y="129927"/>
                </a:lnTo>
                <a:lnTo>
                  <a:pt x="1786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35272"/>
                </a:lnTo>
                <a:cubicBezTo>
                  <a:pt x="14288" y="20985"/>
                  <a:pt x="13395" y="18752"/>
                  <a:pt x="13395" y="17859"/>
                </a:cubicBezTo>
                <a:cubicBezTo>
                  <a:pt x="12948" y="14288"/>
                  <a:pt x="12055" y="13841"/>
                  <a:pt x="11162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5358" y="12055"/>
                  <a:pt x="2679" y="12948"/>
                  <a:pt x="1786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468" y="0"/>
                </a:lnTo>
                <a:close/>
                <a:moveTo>
                  <a:pt x="294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E2AA7-AA0D-4C86-9E10-79956695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4" y="3793407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9B6A6-E248-492D-910D-188F3020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1" y="3821089"/>
            <a:ext cx="93315" cy="86171"/>
          </a:xfrm>
          <a:custGeom xmlns:a="http://schemas.openxmlformats.org/drawingml/2006/main">
            <a:pathLst>
              <a:path w="93315" h="86171">
                <a:moveTo>
                  <a:pt x="79028" y="0"/>
                </a:moveTo>
                <a:lnTo>
                  <a:pt x="79028" y="50453"/>
                </a:lnTo>
                <a:cubicBezTo>
                  <a:pt x="79028" y="65187"/>
                  <a:pt x="79474" y="67419"/>
                  <a:pt x="79921" y="68312"/>
                </a:cubicBezTo>
                <a:cubicBezTo>
                  <a:pt x="80367" y="71884"/>
                  <a:pt x="81707" y="72330"/>
                  <a:pt x="82153" y="72777"/>
                </a:cubicBezTo>
                <a:cubicBezTo>
                  <a:pt x="83493" y="74116"/>
                  <a:pt x="84832" y="74116"/>
                  <a:pt x="85279" y="74116"/>
                </a:cubicBezTo>
                <a:cubicBezTo>
                  <a:pt x="88404" y="74116"/>
                  <a:pt x="90636" y="73223"/>
                  <a:pt x="91976" y="72777"/>
                </a:cubicBezTo>
                <a:lnTo>
                  <a:pt x="93315" y="75902"/>
                </a:lnTo>
                <a:lnTo>
                  <a:pt x="68312" y="86171"/>
                </a:lnTo>
                <a:lnTo>
                  <a:pt x="63847" y="86171"/>
                </a:lnTo>
                <a:lnTo>
                  <a:pt x="63847" y="68312"/>
                </a:lnTo>
                <a:cubicBezTo>
                  <a:pt x="53132" y="79921"/>
                  <a:pt x="49560" y="82153"/>
                  <a:pt x="47327" y="83046"/>
                </a:cubicBezTo>
                <a:cubicBezTo>
                  <a:pt x="41970" y="86171"/>
                  <a:pt x="37951" y="86171"/>
                  <a:pt x="35719" y="86171"/>
                </a:cubicBezTo>
                <a:cubicBezTo>
                  <a:pt x="28575" y="86171"/>
                  <a:pt x="25003" y="83493"/>
                  <a:pt x="23217" y="82153"/>
                </a:cubicBezTo>
                <a:cubicBezTo>
                  <a:pt x="18306" y="78135"/>
                  <a:pt x="16966" y="73670"/>
                  <a:pt x="16073" y="71884"/>
                </a:cubicBezTo>
                <a:cubicBezTo>
                  <a:pt x="14288" y="65187"/>
                  <a:pt x="14288" y="57596"/>
                  <a:pt x="14288" y="53578"/>
                </a:cubicBezTo>
                <a:lnTo>
                  <a:pt x="14288" y="16073"/>
                </a:lnTo>
                <a:cubicBezTo>
                  <a:pt x="14288" y="10269"/>
                  <a:pt x="13395" y="8483"/>
                  <a:pt x="12948" y="8037"/>
                </a:cubicBezTo>
                <a:cubicBezTo>
                  <a:pt x="11609" y="5804"/>
                  <a:pt x="10269" y="4911"/>
                  <a:pt x="9376" y="4465"/>
                </a:cubicBezTo>
                <a:cubicBezTo>
                  <a:pt x="6697" y="3125"/>
                  <a:pt x="2232" y="3125"/>
                  <a:pt x="0" y="3125"/>
                </a:cubicBezTo>
                <a:lnTo>
                  <a:pt x="0" y="0"/>
                </a:lnTo>
                <a:lnTo>
                  <a:pt x="29468" y="0"/>
                </a:lnTo>
                <a:lnTo>
                  <a:pt x="29468" y="55811"/>
                </a:lnTo>
                <a:cubicBezTo>
                  <a:pt x="29468" y="67419"/>
                  <a:pt x="32147" y="70098"/>
                  <a:pt x="33486" y="71438"/>
                </a:cubicBezTo>
                <a:cubicBezTo>
                  <a:pt x="37505" y="75009"/>
                  <a:pt x="41523" y="75009"/>
                  <a:pt x="43309" y="75009"/>
                </a:cubicBezTo>
                <a:cubicBezTo>
                  <a:pt x="47327" y="75009"/>
                  <a:pt x="50453" y="73223"/>
                  <a:pt x="52239" y="72330"/>
                </a:cubicBezTo>
                <a:cubicBezTo>
                  <a:pt x="57150" y="70098"/>
                  <a:pt x="61615" y="65187"/>
                  <a:pt x="63847" y="62954"/>
                </a:cubicBezTo>
                <a:lnTo>
                  <a:pt x="63847" y="15627"/>
                </a:lnTo>
                <a:cubicBezTo>
                  <a:pt x="63847" y="8483"/>
                  <a:pt x="62508" y="6697"/>
                  <a:pt x="61168" y="6251"/>
                </a:cubicBezTo>
                <a:cubicBezTo>
                  <a:pt x="58936" y="3572"/>
                  <a:pt x="53132" y="3572"/>
                  <a:pt x="50453" y="3125"/>
                </a:cubicBezTo>
                <a:lnTo>
                  <a:pt x="50453" y="0"/>
                </a:lnTo>
                <a:lnTo>
                  <a:pt x="79028" y="0"/>
                </a:lnTo>
                <a:close/>
                <a:moveTo>
                  <a:pt x="790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E0D8C-CB67-4251-AE91-33D1AE2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696" y="3818410"/>
            <a:ext cx="62061" cy="86171"/>
          </a:xfrm>
          <a:custGeom xmlns:a="http://schemas.openxmlformats.org/drawingml/2006/main">
            <a:pathLst>
              <a:path w="62061" h="86171">
                <a:moveTo>
                  <a:pt x="29021" y="0"/>
                </a:moveTo>
                <a:lnTo>
                  <a:pt x="29021" y="19199"/>
                </a:lnTo>
                <a:cubicBezTo>
                  <a:pt x="39291" y="0"/>
                  <a:pt x="46881" y="0"/>
                  <a:pt x="50453" y="0"/>
                </a:cubicBezTo>
                <a:cubicBezTo>
                  <a:pt x="55364" y="0"/>
                  <a:pt x="57596" y="2232"/>
                  <a:pt x="58936" y="3125"/>
                </a:cubicBezTo>
                <a:cubicBezTo>
                  <a:pt x="62061" y="6251"/>
                  <a:pt x="62061" y="8930"/>
                  <a:pt x="62061" y="10269"/>
                </a:cubicBezTo>
                <a:cubicBezTo>
                  <a:pt x="62061" y="13841"/>
                  <a:pt x="60275" y="15627"/>
                  <a:pt x="59829" y="16073"/>
                </a:cubicBezTo>
                <a:cubicBezTo>
                  <a:pt x="57150" y="18752"/>
                  <a:pt x="55364" y="18752"/>
                  <a:pt x="54025" y="18752"/>
                </a:cubicBezTo>
                <a:cubicBezTo>
                  <a:pt x="50899" y="18752"/>
                  <a:pt x="48220" y="16520"/>
                  <a:pt x="46881" y="15627"/>
                </a:cubicBezTo>
                <a:cubicBezTo>
                  <a:pt x="42862" y="12502"/>
                  <a:pt x="41523" y="12502"/>
                  <a:pt x="41077" y="12502"/>
                </a:cubicBezTo>
                <a:cubicBezTo>
                  <a:pt x="39291" y="12502"/>
                  <a:pt x="37951" y="13395"/>
                  <a:pt x="37505" y="14288"/>
                </a:cubicBezTo>
                <a:cubicBezTo>
                  <a:pt x="33486" y="17859"/>
                  <a:pt x="30361" y="23664"/>
                  <a:pt x="29021" y="26789"/>
                </a:cubicBezTo>
                <a:lnTo>
                  <a:pt x="29021" y="66526"/>
                </a:lnTo>
                <a:cubicBezTo>
                  <a:pt x="29021" y="73670"/>
                  <a:pt x="29914" y="75902"/>
                  <a:pt x="30807" y="77242"/>
                </a:cubicBezTo>
                <a:cubicBezTo>
                  <a:pt x="31700" y="79474"/>
                  <a:pt x="33933" y="80814"/>
                  <a:pt x="34826" y="81260"/>
                </a:cubicBezTo>
                <a:cubicBezTo>
                  <a:pt x="37951" y="83046"/>
                  <a:pt x="41523" y="83046"/>
                  <a:pt x="43755" y="83046"/>
                </a:cubicBezTo>
                <a:lnTo>
                  <a:pt x="43755" y="86171"/>
                </a:lnTo>
                <a:lnTo>
                  <a:pt x="893" y="86171"/>
                </a:lnTo>
                <a:lnTo>
                  <a:pt x="893" y="83046"/>
                </a:lnTo>
                <a:cubicBezTo>
                  <a:pt x="7144" y="83046"/>
                  <a:pt x="8930" y="81707"/>
                  <a:pt x="10269" y="80814"/>
                </a:cubicBezTo>
                <a:cubicBezTo>
                  <a:pt x="12502" y="79474"/>
                  <a:pt x="12948" y="77242"/>
                  <a:pt x="13395" y="76349"/>
                </a:cubicBezTo>
                <a:cubicBezTo>
                  <a:pt x="13841" y="74563"/>
                  <a:pt x="13841" y="70098"/>
                  <a:pt x="13841" y="67419"/>
                </a:cubicBezTo>
                <a:lnTo>
                  <a:pt x="13841" y="35272"/>
                </a:lnTo>
                <a:cubicBezTo>
                  <a:pt x="13841" y="20538"/>
                  <a:pt x="13395" y="18752"/>
                  <a:pt x="13395" y="17859"/>
                </a:cubicBezTo>
                <a:cubicBezTo>
                  <a:pt x="12502" y="14734"/>
                  <a:pt x="11609" y="13841"/>
                  <a:pt x="11162" y="13395"/>
                </a:cubicBezTo>
                <a:cubicBezTo>
                  <a:pt x="9376" y="12055"/>
                  <a:pt x="8037" y="12055"/>
                  <a:pt x="7144" y="12055"/>
                </a:cubicBezTo>
                <a:cubicBezTo>
                  <a:pt x="4465" y="12055"/>
                  <a:pt x="1786" y="13395"/>
                  <a:pt x="893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021" y="0"/>
                </a:lnTo>
                <a:close/>
                <a:moveTo>
                  <a:pt x="290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9E278-58F1-4AC1-B5BF-CD06D193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55" y="3818410"/>
            <a:ext cx="70545" cy="88850"/>
          </a:xfrm>
          <a:custGeom xmlns:a="http://schemas.openxmlformats.org/drawingml/2006/main">
            <a:pathLst>
              <a:path w="70545" h="88850">
                <a:moveTo>
                  <a:pt x="12502" y="34379"/>
                </a:moveTo>
                <a:cubicBezTo>
                  <a:pt x="12502" y="52685"/>
                  <a:pt x="18752" y="59829"/>
                  <a:pt x="21878" y="63401"/>
                </a:cubicBezTo>
                <a:cubicBezTo>
                  <a:pt x="30807" y="74116"/>
                  <a:pt x="38844" y="74116"/>
                  <a:pt x="43309" y="74116"/>
                </a:cubicBezTo>
                <a:cubicBezTo>
                  <a:pt x="51346" y="74116"/>
                  <a:pt x="55364" y="70991"/>
                  <a:pt x="57596" y="69205"/>
                </a:cubicBezTo>
                <a:cubicBezTo>
                  <a:pt x="63401" y="64740"/>
                  <a:pt x="66526" y="57596"/>
                  <a:pt x="67866" y="54025"/>
                </a:cubicBezTo>
                <a:lnTo>
                  <a:pt x="70545" y="55811"/>
                </a:lnTo>
                <a:cubicBezTo>
                  <a:pt x="68759" y="68312"/>
                  <a:pt x="62508" y="75009"/>
                  <a:pt x="59382" y="78581"/>
                </a:cubicBezTo>
                <a:cubicBezTo>
                  <a:pt x="50006" y="88850"/>
                  <a:pt x="41077" y="88850"/>
                  <a:pt x="36165" y="88850"/>
                </a:cubicBezTo>
                <a:cubicBezTo>
                  <a:pt x="20985" y="88850"/>
                  <a:pt x="13841" y="80814"/>
                  <a:pt x="10269" y="76795"/>
                </a:cubicBezTo>
                <a:cubicBezTo>
                  <a:pt x="0" y="65187"/>
                  <a:pt x="0" y="52239"/>
                  <a:pt x="0" y="45541"/>
                </a:cubicBezTo>
                <a:cubicBezTo>
                  <a:pt x="0" y="24110"/>
                  <a:pt x="7144" y="16073"/>
                  <a:pt x="10716" y="12055"/>
                </a:cubicBezTo>
                <a:cubicBezTo>
                  <a:pt x="21878" y="0"/>
                  <a:pt x="33040" y="0"/>
                  <a:pt x="38398" y="0"/>
                </a:cubicBezTo>
                <a:cubicBezTo>
                  <a:pt x="52239" y="0"/>
                  <a:pt x="58489" y="6251"/>
                  <a:pt x="61615" y="9376"/>
                </a:cubicBezTo>
                <a:cubicBezTo>
                  <a:pt x="70545" y="18752"/>
                  <a:pt x="70545" y="29021"/>
                  <a:pt x="70545" y="34379"/>
                </a:cubicBezTo>
                <a:lnTo>
                  <a:pt x="12502" y="34379"/>
                </a:lnTo>
                <a:close/>
                <a:moveTo>
                  <a:pt x="12502" y="28575"/>
                </a:moveTo>
                <a:lnTo>
                  <a:pt x="51346" y="28575"/>
                </a:lnTo>
                <a:cubicBezTo>
                  <a:pt x="50899" y="20538"/>
                  <a:pt x="50006" y="18752"/>
                  <a:pt x="49560" y="17413"/>
                </a:cubicBezTo>
                <a:cubicBezTo>
                  <a:pt x="47327" y="12055"/>
                  <a:pt x="44202" y="10269"/>
                  <a:pt x="42416" y="9376"/>
                </a:cubicBezTo>
                <a:cubicBezTo>
                  <a:pt x="37951" y="6697"/>
                  <a:pt x="34826" y="6697"/>
                  <a:pt x="33486" y="6697"/>
                </a:cubicBezTo>
                <a:cubicBezTo>
                  <a:pt x="25450" y="6697"/>
                  <a:pt x="21878" y="10269"/>
                  <a:pt x="19645" y="12502"/>
                </a:cubicBezTo>
                <a:cubicBezTo>
                  <a:pt x="13841" y="18306"/>
                  <a:pt x="12948" y="25450"/>
                  <a:pt x="12502" y="28575"/>
                </a:cubicBezTo>
                <a:close/>
                <a:moveTo>
                  <a:pt x="12502" y="28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6D2DF-C19F-4736-9984-D2D686F1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31" y="3523984"/>
            <a:ext cx="154484" cy="148233"/>
          </a:xfrm>
          <a:custGeom xmlns:a="http://schemas.openxmlformats.org/drawingml/2006/main">
            <a:pathLst>
              <a:path w="154484" h="148233">
                <a:moveTo>
                  <a:pt x="103138" y="4018"/>
                </a:moveTo>
                <a:lnTo>
                  <a:pt x="103138" y="0"/>
                </a:lnTo>
                <a:lnTo>
                  <a:pt x="154484" y="0"/>
                </a:lnTo>
                <a:lnTo>
                  <a:pt x="154484" y="4018"/>
                </a:lnTo>
                <a:lnTo>
                  <a:pt x="148679" y="4018"/>
                </a:lnTo>
                <a:cubicBezTo>
                  <a:pt x="140196" y="4018"/>
                  <a:pt x="137517" y="8930"/>
                  <a:pt x="135731" y="11162"/>
                </a:cubicBezTo>
                <a:cubicBezTo>
                  <a:pt x="133499" y="14734"/>
                  <a:pt x="133499" y="22771"/>
                  <a:pt x="133499" y="26343"/>
                </a:cubicBezTo>
                <a:lnTo>
                  <a:pt x="133499" y="85279"/>
                </a:lnTo>
                <a:cubicBezTo>
                  <a:pt x="133499" y="107156"/>
                  <a:pt x="130820" y="114746"/>
                  <a:pt x="129034" y="119211"/>
                </a:cubicBezTo>
                <a:cubicBezTo>
                  <a:pt x="125016" y="131266"/>
                  <a:pt x="116532" y="136624"/>
                  <a:pt x="112068" y="139750"/>
                </a:cubicBezTo>
                <a:cubicBezTo>
                  <a:pt x="99566" y="148233"/>
                  <a:pt x="85279" y="148233"/>
                  <a:pt x="78135" y="148233"/>
                </a:cubicBezTo>
                <a:cubicBezTo>
                  <a:pt x="54025" y="148233"/>
                  <a:pt x="45988" y="142875"/>
                  <a:pt x="41970" y="140196"/>
                </a:cubicBezTo>
                <a:cubicBezTo>
                  <a:pt x="29468" y="131713"/>
                  <a:pt x="26343" y="122783"/>
                  <a:pt x="24557" y="117872"/>
                </a:cubicBezTo>
                <a:cubicBezTo>
                  <a:pt x="20985" y="108496"/>
                  <a:pt x="20985" y="91083"/>
                  <a:pt x="20985" y="82153"/>
                </a:cubicBezTo>
                <a:lnTo>
                  <a:pt x="20985" y="25896"/>
                </a:lnTo>
                <a:cubicBezTo>
                  <a:pt x="20985" y="12502"/>
                  <a:pt x="18752" y="9823"/>
                  <a:pt x="17413" y="8037"/>
                </a:cubicBezTo>
                <a:cubicBezTo>
                  <a:pt x="13841" y="4018"/>
                  <a:pt x="8483" y="4018"/>
                  <a:pt x="5804" y="4018"/>
                </a:cubicBezTo>
                <a:lnTo>
                  <a:pt x="0" y="4018"/>
                </a:lnTo>
                <a:lnTo>
                  <a:pt x="0" y="0"/>
                </a:lnTo>
                <a:lnTo>
                  <a:pt x="62508" y="0"/>
                </a:lnTo>
                <a:lnTo>
                  <a:pt x="62508" y="4018"/>
                </a:lnTo>
                <a:lnTo>
                  <a:pt x="57150" y="4018"/>
                </a:lnTo>
                <a:cubicBezTo>
                  <a:pt x="48220" y="4018"/>
                  <a:pt x="45541" y="8037"/>
                  <a:pt x="44202" y="9823"/>
                </a:cubicBezTo>
                <a:cubicBezTo>
                  <a:pt x="41523" y="13841"/>
                  <a:pt x="41523" y="21878"/>
                  <a:pt x="41523" y="25896"/>
                </a:cubicBezTo>
                <a:lnTo>
                  <a:pt x="41523" y="88850"/>
                </a:lnTo>
                <a:cubicBezTo>
                  <a:pt x="41523" y="97334"/>
                  <a:pt x="42862" y="104477"/>
                  <a:pt x="43309" y="108049"/>
                </a:cubicBezTo>
                <a:cubicBezTo>
                  <a:pt x="44648" y="118765"/>
                  <a:pt x="47327" y="123230"/>
                  <a:pt x="48667" y="125016"/>
                </a:cubicBezTo>
                <a:cubicBezTo>
                  <a:pt x="52685" y="131266"/>
                  <a:pt x="58043" y="133945"/>
                  <a:pt x="60275" y="134838"/>
                </a:cubicBezTo>
                <a:cubicBezTo>
                  <a:pt x="68312" y="138857"/>
                  <a:pt x="75456" y="138857"/>
                  <a:pt x="79028" y="138857"/>
                </a:cubicBezTo>
                <a:cubicBezTo>
                  <a:pt x="93315" y="138857"/>
                  <a:pt x="100905" y="134838"/>
                  <a:pt x="104477" y="133052"/>
                </a:cubicBezTo>
                <a:cubicBezTo>
                  <a:pt x="115639" y="126355"/>
                  <a:pt x="118318" y="120104"/>
                  <a:pt x="119658" y="116979"/>
                </a:cubicBezTo>
                <a:cubicBezTo>
                  <a:pt x="124123" y="107156"/>
                  <a:pt x="124123" y="91976"/>
                  <a:pt x="124123" y="84386"/>
                </a:cubicBezTo>
                <a:lnTo>
                  <a:pt x="124123" y="25896"/>
                </a:lnTo>
                <a:cubicBezTo>
                  <a:pt x="124123" y="12502"/>
                  <a:pt x="121890" y="9823"/>
                  <a:pt x="120997" y="8930"/>
                </a:cubicBezTo>
                <a:cubicBezTo>
                  <a:pt x="116979" y="4018"/>
                  <a:pt x="111175" y="4018"/>
                  <a:pt x="108496" y="4018"/>
                </a:cubicBezTo>
                <a:lnTo>
                  <a:pt x="103138" y="4018"/>
                </a:lnTo>
                <a:close/>
                <a:moveTo>
                  <a:pt x="103138" y="40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04A7E-AB83-4DBF-8228-B1C07F99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20" y="3568186"/>
            <a:ext cx="107156" cy="100459"/>
          </a:xfrm>
          <a:custGeom xmlns:a="http://schemas.openxmlformats.org/drawingml/2006/main">
            <a:pathLst>
              <a:path w="107156" h="100459">
                <a:moveTo>
                  <a:pt x="34379" y="20985"/>
                </a:moveTo>
                <a:cubicBezTo>
                  <a:pt x="51346" y="0"/>
                  <a:pt x="61615" y="0"/>
                  <a:pt x="66973" y="0"/>
                </a:cubicBezTo>
                <a:cubicBezTo>
                  <a:pt x="75009" y="0"/>
                  <a:pt x="78581" y="2679"/>
                  <a:pt x="80814" y="4018"/>
                </a:cubicBezTo>
                <a:cubicBezTo>
                  <a:pt x="86618" y="8037"/>
                  <a:pt x="88850" y="14288"/>
                  <a:pt x="89743" y="17413"/>
                </a:cubicBezTo>
                <a:cubicBezTo>
                  <a:pt x="92422" y="23664"/>
                  <a:pt x="92422" y="32147"/>
                  <a:pt x="92422" y="37058"/>
                </a:cubicBezTo>
                <a:lnTo>
                  <a:pt x="92422" y="78581"/>
                </a:lnTo>
                <a:cubicBezTo>
                  <a:pt x="92422" y="87957"/>
                  <a:pt x="93315" y="90190"/>
                  <a:pt x="93762" y="91083"/>
                </a:cubicBezTo>
                <a:cubicBezTo>
                  <a:pt x="95101" y="93762"/>
                  <a:pt x="96887" y="94655"/>
                  <a:pt x="97780" y="95101"/>
                </a:cubicBezTo>
                <a:cubicBezTo>
                  <a:pt x="100012" y="96887"/>
                  <a:pt x="104924" y="96887"/>
                  <a:pt x="107156" y="96887"/>
                </a:cubicBezTo>
                <a:lnTo>
                  <a:pt x="107156" y="100459"/>
                </a:lnTo>
                <a:lnTo>
                  <a:pt x="58936" y="100459"/>
                </a:lnTo>
                <a:lnTo>
                  <a:pt x="58936" y="96887"/>
                </a:lnTo>
                <a:lnTo>
                  <a:pt x="60722" y="96887"/>
                </a:lnTo>
                <a:cubicBezTo>
                  <a:pt x="67866" y="96887"/>
                  <a:pt x="69652" y="95548"/>
                  <a:pt x="70545" y="94655"/>
                </a:cubicBezTo>
                <a:cubicBezTo>
                  <a:pt x="73223" y="92422"/>
                  <a:pt x="74116" y="90190"/>
                  <a:pt x="74116" y="88404"/>
                </a:cubicBezTo>
                <a:cubicBezTo>
                  <a:pt x="74563" y="87064"/>
                  <a:pt x="74563" y="81260"/>
                  <a:pt x="74563" y="78581"/>
                </a:cubicBezTo>
                <a:lnTo>
                  <a:pt x="74563" y="38398"/>
                </a:lnTo>
                <a:cubicBezTo>
                  <a:pt x="74563" y="25003"/>
                  <a:pt x="72330" y="20985"/>
                  <a:pt x="70991" y="19199"/>
                </a:cubicBezTo>
                <a:cubicBezTo>
                  <a:pt x="67866" y="12948"/>
                  <a:pt x="62061" y="12948"/>
                  <a:pt x="59382" y="12948"/>
                </a:cubicBezTo>
                <a:cubicBezTo>
                  <a:pt x="46881" y="12948"/>
                  <a:pt x="38398" y="22324"/>
                  <a:pt x="34379" y="27236"/>
                </a:cubicBezTo>
                <a:lnTo>
                  <a:pt x="34379" y="78581"/>
                </a:lnTo>
                <a:cubicBezTo>
                  <a:pt x="34379" y="88404"/>
                  <a:pt x="35272" y="90190"/>
                  <a:pt x="35272" y="90636"/>
                </a:cubicBezTo>
                <a:cubicBezTo>
                  <a:pt x="37058" y="93762"/>
                  <a:pt x="38844" y="94655"/>
                  <a:pt x="39291" y="95101"/>
                </a:cubicBezTo>
                <a:cubicBezTo>
                  <a:pt x="41970" y="96887"/>
                  <a:pt x="47774" y="96887"/>
                  <a:pt x="50006" y="96887"/>
                </a:cubicBezTo>
                <a:lnTo>
                  <a:pt x="50006" y="100459"/>
                </a:lnTo>
                <a:lnTo>
                  <a:pt x="1786" y="100459"/>
                </a:lnTo>
                <a:lnTo>
                  <a:pt x="1786" y="96887"/>
                </a:lnTo>
                <a:lnTo>
                  <a:pt x="4018" y="96887"/>
                </a:lnTo>
                <a:cubicBezTo>
                  <a:pt x="11609" y="96887"/>
                  <a:pt x="13395" y="94208"/>
                  <a:pt x="14288" y="92869"/>
                </a:cubicBezTo>
                <a:cubicBezTo>
                  <a:pt x="16966" y="89297"/>
                  <a:pt x="16966" y="82153"/>
                  <a:pt x="16966" y="78581"/>
                </a:cubicBezTo>
                <a:lnTo>
                  <a:pt x="16966" y="41970"/>
                </a:lnTo>
                <a:cubicBezTo>
                  <a:pt x="16966" y="24557"/>
                  <a:pt x="16073" y="21878"/>
                  <a:pt x="16073" y="20985"/>
                </a:cubicBezTo>
                <a:cubicBezTo>
                  <a:pt x="15180" y="16966"/>
                  <a:pt x="13841" y="16073"/>
                  <a:pt x="13395" y="15627"/>
                </a:cubicBezTo>
                <a:cubicBezTo>
                  <a:pt x="11609" y="14288"/>
                  <a:pt x="9823" y="14288"/>
                  <a:pt x="8930" y="14288"/>
                </a:cubicBezTo>
                <a:cubicBezTo>
                  <a:pt x="6251" y="14288"/>
                  <a:pt x="3125" y="15180"/>
                  <a:pt x="1786" y="15627"/>
                </a:cubicBezTo>
                <a:lnTo>
                  <a:pt x="0" y="12055"/>
                </a:lnTo>
                <a:lnTo>
                  <a:pt x="29468" y="0"/>
                </a:lnTo>
                <a:lnTo>
                  <a:pt x="34379" y="0"/>
                </a:lnTo>
                <a:lnTo>
                  <a:pt x="34379" y="20985"/>
                </a:lnTo>
                <a:close/>
                <a:moveTo>
                  <a:pt x="34379" y="209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E74DF-520B-45A1-AF80-4B12FBDA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08" y="3517287"/>
            <a:ext cx="49113" cy="151358"/>
          </a:xfrm>
          <a:custGeom xmlns:a="http://schemas.openxmlformats.org/drawingml/2006/main">
            <a:pathLst>
              <a:path w="49113" h="151358">
                <a:moveTo>
                  <a:pt x="25450" y="0"/>
                </a:moveTo>
                <a:cubicBezTo>
                  <a:pt x="29914" y="0"/>
                  <a:pt x="32147" y="2232"/>
                  <a:pt x="33040" y="3125"/>
                </a:cubicBezTo>
                <a:cubicBezTo>
                  <a:pt x="36165" y="6251"/>
                  <a:pt x="36165" y="9376"/>
                  <a:pt x="36165" y="10716"/>
                </a:cubicBezTo>
                <a:cubicBezTo>
                  <a:pt x="36165" y="15180"/>
                  <a:pt x="33933" y="17413"/>
                  <a:pt x="33040" y="18306"/>
                </a:cubicBezTo>
                <a:cubicBezTo>
                  <a:pt x="29914" y="21431"/>
                  <a:pt x="26789" y="21431"/>
                  <a:pt x="25450" y="21431"/>
                </a:cubicBezTo>
                <a:cubicBezTo>
                  <a:pt x="20985" y="21431"/>
                  <a:pt x="18752" y="19645"/>
                  <a:pt x="17413" y="18306"/>
                </a:cubicBezTo>
                <a:cubicBezTo>
                  <a:pt x="14288" y="15180"/>
                  <a:pt x="14288" y="12055"/>
                  <a:pt x="14288" y="10716"/>
                </a:cubicBezTo>
                <a:cubicBezTo>
                  <a:pt x="14288" y="6251"/>
                  <a:pt x="16520" y="4018"/>
                  <a:pt x="17413" y="3125"/>
                </a:cubicBezTo>
                <a:cubicBezTo>
                  <a:pt x="20985" y="0"/>
                  <a:pt x="23664" y="0"/>
                  <a:pt x="25450" y="0"/>
                </a:cubicBezTo>
                <a:close/>
                <a:moveTo>
                  <a:pt x="33933" y="50899"/>
                </a:moveTo>
                <a:lnTo>
                  <a:pt x="33933" y="129480"/>
                </a:lnTo>
                <a:cubicBezTo>
                  <a:pt x="33933" y="138410"/>
                  <a:pt x="34826" y="140643"/>
                  <a:pt x="35272" y="141536"/>
                </a:cubicBezTo>
                <a:cubicBezTo>
                  <a:pt x="36612" y="144661"/>
                  <a:pt x="38398" y="145554"/>
                  <a:pt x="39291" y="146000"/>
                </a:cubicBezTo>
                <a:cubicBezTo>
                  <a:pt x="41970" y="147786"/>
                  <a:pt x="46434" y="147786"/>
                  <a:pt x="49113" y="147786"/>
                </a:cubicBezTo>
                <a:lnTo>
                  <a:pt x="49113" y="151358"/>
                </a:lnTo>
                <a:lnTo>
                  <a:pt x="1786" y="151358"/>
                </a:lnTo>
                <a:lnTo>
                  <a:pt x="1786" y="147786"/>
                </a:lnTo>
                <a:cubicBezTo>
                  <a:pt x="8483" y="147786"/>
                  <a:pt x="10269" y="146893"/>
                  <a:pt x="11162" y="146447"/>
                </a:cubicBezTo>
                <a:cubicBezTo>
                  <a:pt x="13395" y="144661"/>
                  <a:pt x="14288" y="142429"/>
                  <a:pt x="14734" y="141536"/>
                </a:cubicBezTo>
                <a:cubicBezTo>
                  <a:pt x="16520" y="138410"/>
                  <a:pt x="16520" y="132159"/>
                  <a:pt x="16520" y="129480"/>
                </a:cubicBezTo>
                <a:lnTo>
                  <a:pt x="16520" y="91976"/>
                </a:lnTo>
                <a:cubicBezTo>
                  <a:pt x="16520" y="75902"/>
                  <a:pt x="15627" y="72777"/>
                  <a:pt x="15627" y="71438"/>
                </a:cubicBezTo>
                <a:cubicBezTo>
                  <a:pt x="14734" y="67866"/>
                  <a:pt x="13395" y="66973"/>
                  <a:pt x="13395" y="66526"/>
                </a:cubicBezTo>
                <a:cubicBezTo>
                  <a:pt x="11609" y="65187"/>
                  <a:pt x="9823" y="65187"/>
                  <a:pt x="8930" y="65187"/>
                </a:cubicBezTo>
                <a:cubicBezTo>
                  <a:pt x="5804" y="65187"/>
                  <a:pt x="3125" y="66080"/>
                  <a:pt x="1786" y="66526"/>
                </a:cubicBezTo>
                <a:lnTo>
                  <a:pt x="0" y="62954"/>
                </a:lnTo>
                <a:lnTo>
                  <a:pt x="29468" y="50899"/>
                </a:lnTo>
                <a:lnTo>
                  <a:pt x="33933" y="50899"/>
                </a:lnTo>
                <a:close/>
                <a:moveTo>
                  <a:pt x="33933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CFF91-DE2F-4F54-8776-CB940D22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813" y="3539165"/>
            <a:ext cx="58936" cy="131266"/>
          </a:xfrm>
          <a:custGeom xmlns:a="http://schemas.openxmlformats.org/drawingml/2006/main">
            <a:pathLst>
              <a:path w="58936" h="131266">
                <a:moveTo>
                  <a:pt x="33486" y="0"/>
                </a:moveTo>
                <a:lnTo>
                  <a:pt x="33486" y="31700"/>
                </a:lnTo>
                <a:lnTo>
                  <a:pt x="56257" y="31700"/>
                </a:lnTo>
                <a:lnTo>
                  <a:pt x="56257" y="39291"/>
                </a:lnTo>
                <a:lnTo>
                  <a:pt x="33486" y="39291"/>
                </a:lnTo>
                <a:lnTo>
                  <a:pt x="33486" y="102691"/>
                </a:lnTo>
                <a:cubicBezTo>
                  <a:pt x="33486" y="112068"/>
                  <a:pt x="35272" y="114300"/>
                  <a:pt x="36165" y="115639"/>
                </a:cubicBezTo>
                <a:cubicBezTo>
                  <a:pt x="38844" y="118765"/>
                  <a:pt x="41523" y="118765"/>
                  <a:pt x="42862" y="118765"/>
                </a:cubicBezTo>
                <a:cubicBezTo>
                  <a:pt x="46434" y="118765"/>
                  <a:pt x="48667" y="117425"/>
                  <a:pt x="49560" y="116532"/>
                </a:cubicBezTo>
                <a:cubicBezTo>
                  <a:pt x="53132" y="114300"/>
                  <a:pt x="54471" y="111621"/>
                  <a:pt x="54918" y="110282"/>
                </a:cubicBezTo>
                <a:lnTo>
                  <a:pt x="58936" y="110282"/>
                </a:lnTo>
                <a:cubicBezTo>
                  <a:pt x="55364" y="120551"/>
                  <a:pt x="50899" y="124123"/>
                  <a:pt x="48220" y="125909"/>
                </a:cubicBezTo>
                <a:cubicBezTo>
                  <a:pt x="41523" y="131266"/>
                  <a:pt x="37058" y="131266"/>
                  <a:pt x="34379" y="131266"/>
                </a:cubicBezTo>
                <a:cubicBezTo>
                  <a:pt x="29468" y="131266"/>
                  <a:pt x="26343" y="129480"/>
                  <a:pt x="25003" y="128588"/>
                </a:cubicBezTo>
                <a:cubicBezTo>
                  <a:pt x="20092" y="125909"/>
                  <a:pt x="18752" y="122337"/>
                  <a:pt x="17859" y="120551"/>
                </a:cubicBezTo>
                <a:cubicBezTo>
                  <a:pt x="15627" y="115639"/>
                  <a:pt x="15627" y="108496"/>
                  <a:pt x="15627" y="104924"/>
                </a:cubicBezTo>
                <a:lnTo>
                  <a:pt x="15627" y="39291"/>
                </a:lnTo>
                <a:lnTo>
                  <a:pt x="0" y="39291"/>
                </a:lnTo>
                <a:lnTo>
                  <a:pt x="0" y="35719"/>
                </a:lnTo>
                <a:cubicBezTo>
                  <a:pt x="6251" y="33486"/>
                  <a:pt x="10269" y="29914"/>
                  <a:pt x="12055" y="28129"/>
                </a:cubicBezTo>
                <a:cubicBezTo>
                  <a:pt x="18306" y="22324"/>
                  <a:pt x="21431" y="17413"/>
                  <a:pt x="23217" y="14734"/>
                </a:cubicBezTo>
                <a:cubicBezTo>
                  <a:pt x="25450" y="10716"/>
                  <a:pt x="28575" y="3572"/>
                  <a:pt x="29914" y="0"/>
                </a:cubicBezTo>
                <a:lnTo>
                  <a:pt x="33486" y="0"/>
                </a:lnTo>
                <a:close/>
                <a:moveTo>
                  <a:pt x="334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F7828-418D-42D9-A5F2-7F3AAFC8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533" y="3568186"/>
            <a:ext cx="82600" cy="103584"/>
          </a:xfrm>
          <a:custGeom xmlns:a="http://schemas.openxmlformats.org/drawingml/2006/main">
            <a:pathLst>
              <a:path w="82600" h="103584">
                <a:moveTo>
                  <a:pt x="15180" y="39737"/>
                </a:moveTo>
                <a:cubicBezTo>
                  <a:pt x="14734" y="61168"/>
                  <a:pt x="21878" y="69652"/>
                  <a:pt x="25450" y="73670"/>
                </a:cubicBezTo>
                <a:cubicBezTo>
                  <a:pt x="36165" y="86171"/>
                  <a:pt x="45988" y="86171"/>
                  <a:pt x="50899" y="86171"/>
                </a:cubicBezTo>
                <a:cubicBezTo>
                  <a:pt x="60275" y="86171"/>
                  <a:pt x="65187" y="82600"/>
                  <a:pt x="67419" y="80814"/>
                </a:cubicBezTo>
                <a:cubicBezTo>
                  <a:pt x="74563" y="75456"/>
                  <a:pt x="77688" y="66973"/>
                  <a:pt x="79474" y="62954"/>
                </a:cubicBezTo>
                <a:lnTo>
                  <a:pt x="82600" y="64740"/>
                </a:lnTo>
                <a:cubicBezTo>
                  <a:pt x="80367" y="79474"/>
                  <a:pt x="73223" y="87511"/>
                  <a:pt x="69652" y="91529"/>
                </a:cubicBezTo>
                <a:cubicBezTo>
                  <a:pt x="58936" y="103584"/>
                  <a:pt x="48220" y="103584"/>
                  <a:pt x="42416" y="103584"/>
                </a:cubicBezTo>
                <a:cubicBezTo>
                  <a:pt x="25003" y="103584"/>
                  <a:pt x="16520" y="94208"/>
                  <a:pt x="12502" y="89743"/>
                </a:cubicBezTo>
                <a:cubicBezTo>
                  <a:pt x="0" y="76349"/>
                  <a:pt x="0" y="60722"/>
                  <a:pt x="0" y="53132"/>
                </a:cubicBezTo>
                <a:cubicBezTo>
                  <a:pt x="0" y="28129"/>
                  <a:pt x="8483" y="18752"/>
                  <a:pt x="12502" y="13841"/>
                </a:cubicBezTo>
                <a:cubicBezTo>
                  <a:pt x="25450" y="0"/>
                  <a:pt x="38844" y="0"/>
                  <a:pt x="45095" y="0"/>
                </a:cubicBezTo>
                <a:cubicBezTo>
                  <a:pt x="61615" y="0"/>
                  <a:pt x="68759" y="7144"/>
                  <a:pt x="71884" y="10716"/>
                </a:cubicBezTo>
                <a:cubicBezTo>
                  <a:pt x="82600" y="21431"/>
                  <a:pt x="82600" y="33486"/>
                  <a:pt x="82600" y="39737"/>
                </a:cubicBezTo>
                <a:lnTo>
                  <a:pt x="15180" y="39737"/>
                </a:lnTo>
                <a:close/>
                <a:moveTo>
                  <a:pt x="15180" y="33486"/>
                </a:moveTo>
                <a:lnTo>
                  <a:pt x="60275" y="33486"/>
                </a:lnTo>
                <a:cubicBezTo>
                  <a:pt x="59829" y="24110"/>
                  <a:pt x="58489" y="21431"/>
                  <a:pt x="58043" y="20538"/>
                </a:cubicBezTo>
                <a:cubicBezTo>
                  <a:pt x="55364" y="14288"/>
                  <a:pt x="51792" y="12055"/>
                  <a:pt x="50006" y="11162"/>
                </a:cubicBezTo>
                <a:cubicBezTo>
                  <a:pt x="44648" y="7590"/>
                  <a:pt x="41077" y="7590"/>
                  <a:pt x="39291" y="7590"/>
                </a:cubicBezTo>
                <a:cubicBezTo>
                  <a:pt x="30361" y="7590"/>
                  <a:pt x="25450" y="12055"/>
                  <a:pt x="23217" y="14288"/>
                </a:cubicBezTo>
                <a:cubicBezTo>
                  <a:pt x="16073" y="20985"/>
                  <a:pt x="15627" y="29468"/>
                  <a:pt x="15180" y="33486"/>
                </a:cubicBezTo>
                <a:close/>
                <a:moveTo>
                  <a:pt x="15180" y="334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8DEC2-D641-4268-87D6-372B2904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60" y="3517287"/>
            <a:ext cx="102245" cy="154484"/>
          </a:xfrm>
          <a:custGeom xmlns:a="http://schemas.openxmlformats.org/drawingml/2006/main">
            <a:pathLst>
              <a:path w="102245" h="154484">
                <a:moveTo>
                  <a:pt x="68759" y="140643"/>
                </a:moveTo>
                <a:cubicBezTo>
                  <a:pt x="61615" y="147786"/>
                  <a:pt x="56704" y="150019"/>
                  <a:pt x="54471" y="151358"/>
                </a:cubicBezTo>
                <a:cubicBezTo>
                  <a:pt x="47774" y="154484"/>
                  <a:pt x="42416" y="154484"/>
                  <a:pt x="39737" y="154484"/>
                </a:cubicBezTo>
                <a:cubicBezTo>
                  <a:pt x="23664" y="154484"/>
                  <a:pt x="16073" y="145554"/>
                  <a:pt x="12055" y="141089"/>
                </a:cubicBezTo>
                <a:cubicBezTo>
                  <a:pt x="0" y="127695"/>
                  <a:pt x="0" y="113407"/>
                  <a:pt x="0" y="106710"/>
                </a:cubicBezTo>
                <a:cubicBezTo>
                  <a:pt x="0" y="85725"/>
                  <a:pt x="8930" y="74116"/>
                  <a:pt x="12948" y="68312"/>
                </a:cubicBezTo>
                <a:cubicBezTo>
                  <a:pt x="26343" y="50899"/>
                  <a:pt x="40184" y="50899"/>
                  <a:pt x="47327" y="50899"/>
                </a:cubicBezTo>
                <a:cubicBezTo>
                  <a:pt x="60275" y="50899"/>
                  <a:pt x="65633" y="56257"/>
                  <a:pt x="68759" y="58936"/>
                </a:cubicBezTo>
                <a:lnTo>
                  <a:pt x="68759" y="41077"/>
                </a:lnTo>
                <a:cubicBezTo>
                  <a:pt x="68759" y="24110"/>
                  <a:pt x="67866" y="21878"/>
                  <a:pt x="67866" y="20538"/>
                </a:cubicBezTo>
                <a:cubicBezTo>
                  <a:pt x="66973" y="16520"/>
                  <a:pt x="65633" y="15627"/>
                  <a:pt x="65187" y="15180"/>
                </a:cubicBezTo>
                <a:cubicBezTo>
                  <a:pt x="63401" y="13841"/>
                  <a:pt x="62061" y="13841"/>
                  <a:pt x="61168" y="13841"/>
                </a:cubicBezTo>
                <a:cubicBezTo>
                  <a:pt x="58043" y="13841"/>
                  <a:pt x="54918" y="14734"/>
                  <a:pt x="53578" y="15627"/>
                </a:cubicBezTo>
                <a:lnTo>
                  <a:pt x="52239" y="12055"/>
                </a:lnTo>
                <a:lnTo>
                  <a:pt x="81260" y="0"/>
                </a:lnTo>
                <a:lnTo>
                  <a:pt x="86171" y="0"/>
                </a:lnTo>
                <a:lnTo>
                  <a:pt x="86171" y="112514"/>
                </a:lnTo>
                <a:cubicBezTo>
                  <a:pt x="86171" y="129927"/>
                  <a:pt x="86618" y="132159"/>
                  <a:pt x="87064" y="133499"/>
                </a:cubicBezTo>
                <a:cubicBezTo>
                  <a:pt x="87957" y="137517"/>
                  <a:pt x="88850" y="138410"/>
                  <a:pt x="89743" y="138857"/>
                </a:cubicBezTo>
                <a:cubicBezTo>
                  <a:pt x="91529" y="140643"/>
                  <a:pt x="92869" y="140643"/>
                  <a:pt x="93315" y="140643"/>
                </a:cubicBezTo>
                <a:cubicBezTo>
                  <a:pt x="96441" y="140643"/>
                  <a:pt x="99566" y="139303"/>
                  <a:pt x="101352" y="138857"/>
                </a:cubicBezTo>
                <a:lnTo>
                  <a:pt x="102245" y="142429"/>
                </a:lnTo>
                <a:lnTo>
                  <a:pt x="73223" y="154484"/>
                </a:lnTo>
                <a:lnTo>
                  <a:pt x="68759" y="154484"/>
                </a:lnTo>
                <a:lnTo>
                  <a:pt x="68759" y="140643"/>
                </a:lnTo>
                <a:close/>
                <a:moveTo>
                  <a:pt x="68759" y="133052"/>
                </a:moveTo>
                <a:lnTo>
                  <a:pt x="68759" y="82600"/>
                </a:lnTo>
                <a:cubicBezTo>
                  <a:pt x="67866" y="75456"/>
                  <a:pt x="65633" y="71438"/>
                  <a:pt x="64740" y="69652"/>
                </a:cubicBezTo>
                <a:cubicBezTo>
                  <a:pt x="61615" y="63401"/>
                  <a:pt x="58043" y="61615"/>
                  <a:pt x="56257" y="60722"/>
                </a:cubicBezTo>
                <a:cubicBezTo>
                  <a:pt x="50899" y="57596"/>
                  <a:pt x="47774" y="57596"/>
                  <a:pt x="45988" y="57596"/>
                </a:cubicBezTo>
                <a:cubicBezTo>
                  <a:pt x="36612" y="57596"/>
                  <a:pt x="31700" y="62954"/>
                  <a:pt x="29021" y="65633"/>
                </a:cubicBezTo>
                <a:cubicBezTo>
                  <a:pt x="19645" y="76795"/>
                  <a:pt x="19645" y="91083"/>
                  <a:pt x="19645" y="98227"/>
                </a:cubicBezTo>
                <a:cubicBezTo>
                  <a:pt x="19645" y="119658"/>
                  <a:pt x="25896" y="127248"/>
                  <a:pt x="29021" y="131266"/>
                </a:cubicBezTo>
                <a:cubicBezTo>
                  <a:pt x="38398" y="142429"/>
                  <a:pt x="45988" y="142429"/>
                  <a:pt x="50006" y="142429"/>
                </a:cubicBezTo>
                <a:cubicBezTo>
                  <a:pt x="59382" y="142429"/>
                  <a:pt x="65633" y="136178"/>
                  <a:pt x="68759" y="133052"/>
                </a:cubicBezTo>
                <a:close/>
                <a:moveTo>
                  <a:pt x="68759" y="1330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8514C-EB47-43AB-AB04-22FC170B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33" y="3523984"/>
            <a:ext cx="155823" cy="144661"/>
          </a:xfrm>
          <a:custGeom xmlns:a="http://schemas.openxmlformats.org/drawingml/2006/main">
            <a:pathLst>
              <a:path w="155823" h="144661">
                <a:moveTo>
                  <a:pt x="61615" y="64740"/>
                </a:moveTo>
                <a:lnTo>
                  <a:pt x="114746" y="117425"/>
                </a:lnTo>
                <a:cubicBezTo>
                  <a:pt x="128141" y="130820"/>
                  <a:pt x="134392" y="133945"/>
                  <a:pt x="137071" y="135285"/>
                </a:cubicBezTo>
                <a:cubicBezTo>
                  <a:pt x="146447" y="140196"/>
                  <a:pt x="152698" y="140643"/>
                  <a:pt x="155823" y="140643"/>
                </a:cubicBezTo>
                <a:lnTo>
                  <a:pt x="155823" y="144661"/>
                </a:lnTo>
                <a:lnTo>
                  <a:pt x="87064" y="144661"/>
                </a:lnTo>
                <a:lnTo>
                  <a:pt x="87064" y="140643"/>
                </a:lnTo>
                <a:cubicBezTo>
                  <a:pt x="93315" y="140643"/>
                  <a:pt x="95101" y="139303"/>
                  <a:pt x="95994" y="138857"/>
                </a:cubicBezTo>
                <a:cubicBezTo>
                  <a:pt x="98673" y="136624"/>
                  <a:pt x="98673" y="134838"/>
                  <a:pt x="98673" y="134392"/>
                </a:cubicBezTo>
                <a:cubicBezTo>
                  <a:pt x="98673" y="131713"/>
                  <a:pt x="97780" y="130373"/>
                  <a:pt x="97780" y="129480"/>
                </a:cubicBezTo>
                <a:cubicBezTo>
                  <a:pt x="96441" y="127248"/>
                  <a:pt x="92869" y="123676"/>
                  <a:pt x="91083" y="121890"/>
                </a:cubicBezTo>
                <a:lnTo>
                  <a:pt x="41077" y="72777"/>
                </a:lnTo>
                <a:lnTo>
                  <a:pt x="41077" y="119211"/>
                </a:lnTo>
                <a:cubicBezTo>
                  <a:pt x="41077" y="130373"/>
                  <a:pt x="41970" y="132606"/>
                  <a:pt x="42416" y="133945"/>
                </a:cubicBezTo>
                <a:cubicBezTo>
                  <a:pt x="43755" y="136178"/>
                  <a:pt x="45988" y="137517"/>
                  <a:pt x="46881" y="138410"/>
                </a:cubicBezTo>
                <a:cubicBezTo>
                  <a:pt x="51346" y="140643"/>
                  <a:pt x="54918" y="140643"/>
                  <a:pt x="56704" y="140643"/>
                </a:cubicBezTo>
                <a:lnTo>
                  <a:pt x="61615" y="140643"/>
                </a:lnTo>
                <a:lnTo>
                  <a:pt x="61615" y="144661"/>
                </a:lnTo>
                <a:lnTo>
                  <a:pt x="0" y="144661"/>
                </a:lnTo>
                <a:lnTo>
                  <a:pt x="0" y="140643"/>
                </a:lnTo>
                <a:lnTo>
                  <a:pt x="5358" y="140643"/>
                </a:lnTo>
                <a:cubicBezTo>
                  <a:pt x="14288" y="140643"/>
                  <a:pt x="16520" y="137071"/>
                  <a:pt x="17859" y="135731"/>
                </a:cubicBezTo>
                <a:cubicBezTo>
                  <a:pt x="20538" y="132159"/>
                  <a:pt x="20538" y="123676"/>
                  <a:pt x="20538" y="119211"/>
                </a:cubicBezTo>
                <a:lnTo>
                  <a:pt x="20538" y="25896"/>
                </a:lnTo>
                <a:cubicBezTo>
                  <a:pt x="20538" y="14734"/>
                  <a:pt x="19645" y="12502"/>
                  <a:pt x="19199" y="11162"/>
                </a:cubicBezTo>
                <a:cubicBezTo>
                  <a:pt x="18306" y="8483"/>
                  <a:pt x="16073" y="7144"/>
                  <a:pt x="14734" y="6697"/>
                </a:cubicBezTo>
                <a:cubicBezTo>
                  <a:pt x="10269" y="4018"/>
                  <a:pt x="6697" y="4018"/>
                  <a:pt x="5358" y="4018"/>
                </a:cubicBezTo>
                <a:lnTo>
                  <a:pt x="0" y="4018"/>
                </a:lnTo>
                <a:lnTo>
                  <a:pt x="0" y="0"/>
                </a:lnTo>
                <a:lnTo>
                  <a:pt x="61615" y="0"/>
                </a:lnTo>
                <a:lnTo>
                  <a:pt x="61615" y="4018"/>
                </a:lnTo>
                <a:lnTo>
                  <a:pt x="56704" y="4018"/>
                </a:lnTo>
                <a:cubicBezTo>
                  <a:pt x="51792" y="4018"/>
                  <a:pt x="48667" y="5804"/>
                  <a:pt x="46881" y="6697"/>
                </a:cubicBezTo>
                <a:cubicBezTo>
                  <a:pt x="43755" y="8037"/>
                  <a:pt x="42862" y="10716"/>
                  <a:pt x="42416" y="11609"/>
                </a:cubicBezTo>
                <a:cubicBezTo>
                  <a:pt x="41077" y="15180"/>
                  <a:pt x="41077" y="22324"/>
                  <a:pt x="41077" y="25896"/>
                </a:cubicBezTo>
                <a:lnTo>
                  <a:pt x="41077" y="70098"/>
                </a:lnTo>
                <a:cubicBezTo>
                  <a:pt x="43309" y="67866"/>
                  <a:pt x="51346" y="60275"/>
                  <a:pt x="55811" y="56257"/>
                </a:cubicBezTo>
                <a:cubicBezTo>
                  <a:pt x="87064" y="27236"/>
                  <a:pt x="91976" y="20985"/>
                  <a:pt x="94208" y="17859"/>
                </a:cubicBezTo>
                <a:cubicBezTo>
                  <a:pt x="96887" y="13395"/>
                  <a:pt x="96887" y="11609"/>
                  <a:pt x="96887" y="10269"/>
                </a:cubicBezTo>
                <a:cubicBezTo>
                  <a:pt x="96887" y="8037"/>
                  <a:pt x="95548" y="6697"/>
                  <a:pt x="94655" y="5804"/>
                </a:cubicBezTo>
                <a:cubicBezTo>
                  <a:pt x="92422" y="4018"/>
                  <a:pt x="88850" y="4018"/>
                  <a:pt x="87064" y="4018"/>
                </a:cubicBezTo>
                <a:lnTo>
                  <a:pt x="83939" y="4018"/>
                </a:lnTo>
                <a:lnTo>
                  <a:pt x="83939" y="0"/>
                </a:lnTo>
                <a:lnTo>
                  <a:pt x="136624" y="0"/>
                </a:lnTo>
                <a:lnTo>
                  <a:pt x="136624" y="4018"/>
                </a:lnTo>
                <a:cubicBezTo>
                  <a:pt x="132159" y="4465"/>
                  <a:pt x="129480" y="5358"/>
                  <a:pt x="128141" y="5358"/>
                </a:cubicBezTo>
                <a:cubicBezTo>
                  <a:pt x="124569" y="6697"/>
                  <a:pt x="120551" y="8930"/>
                  <a:pt x="118765" y="9823"/>
                </a:cubicBezTo>
                <a:cubicBezTo>
                  <a:pt x="113407" y="13395"/>
                  <a:pt x="108049" y="18306"/>
                  <a:pt x="105370" y="20985"/>
                </a:cubicBezTo>
                <a:cubicBezTo>
                  <a:pt x="103138" y="22771"/>
                  <a:pt x="90190" y="36165"/>
                  <a:pt x="83493" y="42862"/>
                </a:cubicBezTo>
                <a:lnTo>
                  <a:pt x="61615" y="64740"/>
                </a:lnTo>
                <a:close/>
                <a:moveTo>
                  <a:pt x="61615" y="647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66BB9-39B7-459C-9286-BF97A1FD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101" y="3517287"/>
            <a:ext cx="49113" cy="151358"/>
          </a:xfrm>
          <a:custGeom xmlns:a="http://schemas.openxmlformats.org/drawingml/2006/main">
            <a:pathLst>
              <a:path w="49113" h="151358">
                <a:moveTo>
                  <a:pt x="25450" y="0"/>
                </a:moveTo>
                <a:cubicBezTo>
                  <a:pt x="29914" y="0"/>
                  <a:pt x="32147" y="2232"/>
                  <a:pt x="33040" y="3125"/>
                </a:cubicBezTo>
                <a:cubicBezTo>
                  <a:pt x="36165" y="6251"/>
                  <a:pt x="36165" y="9376"/>
                  <a:pt x="36165" y="10716"/>
                </a:cubicBezTo>
                <a:cubicBezTo>
                  <a:pt x="36165" y="15180"/>
                  <a:pt x="33933" y="17413"/>
                  <a:pt x="33040" y="18306"/>
                </a:cubicBezTo>
                <a:cubicBezTo>
                  <a:pt x="29914" y="21431"/>
                  <a:pt x="26789" y="21431"/>
                  <a:pt x="25450" y="21431"/>
                </a:cubicBezTo>
                <a:cubicBezTo>
                  <a:pt x="20985" y="21431"/>
                  <a:pt x="18752" y="19645"/>
                  <a:pt x="17413" y="18306"/>
                </a:cubicBezTo>
                <a:cubicBezTo>
                  <a:pt x="14288" y="15180"/>
                  <a:pt x="14288" y="12055"/>
                  <a:pt x="14288" y="10716"/>
                </a:cubicBezTo>
                <a:cubicBezTo>
                  <a:pt x="14288" y="6251"/>
                  <a:pt x="16520" y="4018"/>
                  <a:pt x="17413" y="3125"/>
                </a:cubicBezTo>
                <a:cubicBezTo>
                  <a:pt x="20985" y="0"/>
                  <a:pt x="23664" y="0"/>
                  <a:pt x="25450" y="0"/>
                </a:cubicBezTo>
                <a:close/>
                <a:moveTo>
                  <a:pt x="33933" y="50899"/>
                </a:moveTo>
                <a:lnTo>
                  <a:pt x="33933" y="129480"/>
                </a:lnTo>
                <a:cubicBezTo>
                  <a:pt x="33933" y="138410"/>
                  <a:pt x="34826" y="140643"/>
                  <a:pt x="35272" y="141536"/>
                </a:cubicBezTo>
                <a:cubicBezTo>
                  <a:pt x="36612" y="144661"/>
                  <a:pt x="38398" y="145554"/>
                  <a:pt x="39291" y="146000"/>
                </a:cubicBezTo>
                <a:cubicBezTo>
                  <a:pt x="41970" y="147786"/>
                  <a:pt x="46434" y="147786"/>
                  <a:pt x="49113" y="147786"/>
                </a:cubicBezTo>
                <a:lnTo>
                  <a:pt x="49113" y="151358"/>
                </a:lnTo>
                <a:lnTo>
                  <a:pt x="1786" y="151358"/>
                </a:lnTo>
                <a:lnTo>
                  <a:pt x="1786" y="147786"/>
                </a:lnTo>
                <a:cubicBezTo>
                  <a:pt x="8483" y="147786"/>
                  <a:pt x="10269" y="146893"/>
                  <a:pt x="11162" y="146447"/>
                </a:cubicBezTo>
                <a:cubicBezTo>
                  <a:pt x="13395" y="144661"/>
                  <a:pt x="14288" y="142429"/>
                  <a:pt x="14734" y="141536"/>
                </a:cubicBezTo>
                <a:cubicBezTo>
                  <a:pt x="16520" y="138410"/>
                  <a:pt x="16520" y="132159"/>
                  <a:pt x="16520" y="129480"/>
                </a:cubicBezTo>
                <a:lnTo>
                  <a:pt x="16520" y="91976"/>
                </a:lnTo>
                <a:cubicBezTo>
                  <a:pt x="16520" y="75902"/>
                  <a:pt x="15627" y="72777"/>
                  <a:pt x="15627" y="71438"/>
                </a:cubicBezTo>
                <a:cubicBezTo>
                  <a:pt x="14734" y="67866"/>
                  <a:pt x="13395" y="66973"/>
                  <a:pt x="13395" y="66526"/>
                </a:cubicBezTo>
                <a:cubicBezTo>
                  <a:pt x="11609" y="65187"/>
                  <a:pt x="9823" y="65187"/>
                  <a:pt x="8930" y="65187"/>
                </a:cubicBezTo>
                <a:cubicBezTo>
                  <a:pt x="5804" y="65187"/>
                  <a:pt x="3125" y="66080"/>
                  <a:pt x="1786" y="66526"/>
                </a:cubicBezTo>
                <a:lnTo>
                  <a:pt x="0" y="62954"/>
                </a:lnTo>
                <a:lnTo>
                  <a:pt x="29468" y="50899"/>
                </a:lnTo>
                <a:lnTo>
                  <a:pt x="33933" y="50899"/>
                </a:lnTo>
                <a:close/>
                <a:moveTo>
                  <a:pt x="33933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972C6-50BB-43BD-9018-FE412742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213" y="3568186"/>
            <a:ext cx="107156" cy="100459"/>
          </a:xfrm>
          <a:custGeom xmlns:a="http://schemas.openxmlformats.org/drawingml/2006/main">
            <a:pathLst>
              <a:path w="107156" h="100459">
                <a:moveTo>
                  <a:pt x="34379" y="20985"/>
                </a:moveTo>
                <a:cubicBezTo>
                  <a:pt x="51346" y="0"/>
                  <a:pt x="61615" y="0"/>
                  <a:pt x="66973" y="0"/>
                </a:cubicBezTo>
                <a:cubicBezTo>
                  <a:pt x="75009" y="0"/>
                  <a:pt x="78581" y="2679"/>
                  <a:pt x="80814" y="4018"/>
                </a:cubicBezTo>
                <a:cubicBezTo>
                  <a:pt x="86618" y="8037"/>
                  <a:pt x="88850" y="14288"/>
                  <a:pt x="89743" y="17413"/>
                </a:cubicBezTo>
                <a:cubicBezTo>
                  <a:pt x="92422" y="23664"/>
                  <a:pt x="92422" y="32147"/>
                  <a:pt x="92422" y="37058"/>
                </a:cubicBezTo>
                <a:lnTo>
                  <a:pt x="92422" y="78581"/>
                </a:lnTo>
                <a:cubicBezTo>
                  <a:pt x="92422" y="87957"/>
                  <a:pt x="93315" y="90190"/>
                  <a:pt x="93762" y="91083"/>
                </a:cubicBezTo>
                <a:cubicBezTo>
                  <a:pt x="95101" y="93762"/>
                  <a:pt x="96887" y="94655"/>
                  <a:pt x="97780" y="95101"/>
                </a:cubicBezTo>
                <a:cubicBezTo>
                  <a:pt x="100013" y="96887"/>
                  <a:pt x="104924" y="96887"/>
                  <a:pt x="107156" y="96887"/>
                </a:cubicBezTo>
                <a:lnTo>
                  <a:pt x="107156" y="100459"/>
                </a:lnTo>
                <a:lnTo>
                  <a:pt x="58936" y="100459"/>
                </a:lnTo>
                <a:lnTo>
                  <a:pt x="58936" y="96887"/>
                </a:lnTo>
                <a:lnTo>
                  <a:pt x="60722" y="96887"/>
                </a:lnTo>
                <a:cubicBezTo>
                  <a:pt x="67866" y="96887"/>
                  <a:pt x="69652" y="95548"/>
                  <a:pt x="70545" y="94655"/>
                </a:cubicBezTo>
                <a:cubicBezTo>
                  <a:pt x="73223" y="92422"/>
                  <a:pt x="74116" y="90190"/>
                  <a:pt x="74116" y="88404"/>
                </a:cubicBezTo>
                <a:cubicBezTo>
                  <a:pt x="74563" y="87064"/>
                  <a:pt x="74563" y="81260"/>
                  <a:pt x="74563" y="78581"/>
                </a:cubicBezTo>
                <a:lnTo>
                  <a:pt x="74563" y="38398"/>
                </a:lnTo>
                <a:cubicBezTo>
                  <a:pt x="74563" y="25003"/>
                  <a:pt x="72330" y="20985"/>
                  <a:pt x="70991" y="19199"/>
                </a:cubicBezTo>
                <a:cubicBezTo>
                  <a:pt x="67866" y="12948"/>
                  <a:pt x="62061" y="12948"/>
                  <a:pt x="59382" y="12948"/>
                </a:cubicBezTo>
                <a:cubicBezTo>
                  <a:pt x="46881" y="12948"/>
                  <a:pt x="38398" y="22324"/>
                  <a:pt x="34379" y="27236"/>
                </a:cubicBezTo>
                <a:lnTo>
                  <a:pt x="34379" y="78581"/>
                </a:lnTo>
                <a:cubicBezTo>
                  <a:pt x="34379" y="88404"/>
                  <a:pt x="35272" y="90190"/>
                  <a:pt x="35272" y="90636"/>
                </a:cubicBezTo>
                <a:cubicBezTo>
                  <a:pt x="37058" y="93762"/>
                  <a:pt x="38844" y="94655"/>
                  <a:pt x="39291" y="95101"/>
                </a:cubicBezTo>
                <a:cubicBezTo>
                  <a:pt x="41970" y="96887"/>
                  <a:pt x="47774" y="96887"/>
                  <a:pt x="50006" y="96887"/>
                </a:cubicBezTo>
                <a:lnTo>
                  <a:pt x="50006" y="100459"/>
                </a:lnTo>
                <a:lnTo>
                  <a:pt x="1786" y="100459"/>
                </a:lnTo>
                <a:lnTo>
                  <a:pt x="1786" y="96887"/>
                </a:lnTo>
                <a:lnTo>
                  <a:pt x="4018" y="96887"/>
                </a:lnTo>
                <a:cubicBezTo>
                  <a:pt x="11609" y="96887"/>
                  <a:pt x="13395" y="94208"/>
                  <a:pt x="14288" y="92869"/>
                </a:cubicBezTo>
                <a:cubicBezTo>
                  <a:pt x="16966" y="89297"/>
                  <a:pt x="16966" y="82153"/>
                  <a:pt x="16966" y="78581"/>
                </a:cubicBezTo>
                <a:lnTo>
                  <a:pt x="16966" y="41970"/>
                </a:lnTo>
                <a:cubicBezTo>
                  <a:pt x="16966" y="24557"/>
                  <a:pt x="16073" y="21878"/>
                  <a:pt x="16073" y="20985"/>
                </a:cubicBezTo>
                <a:cubicBezTo>
                  <a:pt x="15180" y="16966"/>
                  <a:pt x="13841" y="16073"/>
                  <a:pt x="13395" y="15627"/>
                </a:cubicBezTo>
                <a:cubicBezTo>
                  <a:pt x="11609" y="14288"/>
                  <a:pt x="9823" y="14288"/>
                  <a:pt x="8930" y="14288"/>
                </a:cubicBezTo>
                <a:cubicBezTo>
                  <a:pt x="6251" y="14288"/>
                  <a:pt x="3125" y="15180"/>
                  <a:pt x="1786" y="15627"/>
                </a:cubicBezTo>
                <a:lnTo>
                  <a:pt x="0" y="12055"/>
                </a:lnTo>
                <a:lnTo>
                  <a:pt x="29468" y="0"/>
                </a:lnTo>
                <a:lnTo>
                  <a:pt x="34379" y="0"/>
                </a:lnTo>
                <a:lnTo>
                  <a:pt x="34379" y="20985"/>
                </a:lnTo>
                <a:close/>
                <a:moveTo>
                  <a:pt x="34379" y="209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45685-5383-4429-8FD5-3690C3CC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01" y="3568186"/>
            <a:ext cx="98673" cy="147786"/>
          </a:xfrm>
          <a:custGeom xmlns:a="http://schemas.openxmlformats.org/drawingml/2006/main">
            <a:pathLst>
              <a:path w="98673" h="147786">
                <a:moveTo>
                  <a:pt x="26343" y="64740"/>
                </a:moveTo>
                <a:cubicBezTo>
                  <a:pt x="17413" y="60722"/>
                  <a:pt x="14288" y="55364"/>
                  <a:pt x="12948" y="52685"/>
                </a:cubicBezTo>
                <a:cubicBezTo>
                  <a:pt x="8037" y="45095"/>
                  <a:pt x="8037" y="38844"/>
                  <a:pt x="8037" y="35272"/>
                </a:cubicBezTo>
                <a:cubicBezTo>
                  <a:pt x="8037" y="20985"/>
                  <a:pt x="15180" y="13841"/>
                  <a:pt x="18752" y="10716"/>
                </a:cubicBezTo>
                <a:cubicBezTo>
                  <a:pt x="29914" y="0"/>
                  <a:pt x="41523" y="0"/>
                  <a:pt x="46881" y="0"/>
                </a:cubicBezTo>
                <a:cubicBezTo>
                  <a:pt x="61168" y="0"/>
                  <a:pt x="67866" y="4465"/>
                  <a:pt x="70991" y="6697"/>
                </a:cubicBezTo>
                <a:lnTo>
                  <a:pt x="91976" y="6697"/>
                </a:lnTo>
                <a:cubicBezTo>
                  <a:pt x="96441" y="6697"/>
                  <a:pt x="96887" y="7144"/>
                  <a:pt x="97334" y="7144"/>
                </a:cubicBezTo>
                <a:cubicBezTo>
                  <a:pt x="97780" y="7590"/>
                  <a:pt x="98227" y="8037"/>
                  <a:pt x="98227" y="8037"/>
                </a:cubicBezTo>
                <a:cubicBezTo>
                  <a:pt x="98673" y="8930"/>
                  <a:pt x="98673" y="10716"/>
                  <a:pt x="98673" y="11162"/>
                </a:cubicBezTo>
                <a:cubicBezTo>
                  <a:pt x="98673" y="14288"/>
                  <a:pt x="98673" y="14734"/>
                  <a:pt x="98227" y="15180"/>
                </a:cubicBezTo>
                <a:cubicBezTo>
                  <a:pt x="98227" y="15627"/>
                  <a:pt x="97334" y="16073"/>
                  <a:pt x="97334" y="16073"/>
                </a:cubicBezTo>
                <a:cubicBezTo>
                  <a:pt x="96441" y="16520"/>
                  <a:pt x="93315" y="16520"/>
                  <a:pt x="91976" y="16520"/>
                </a:cubicBezTo>
                <a:lnTo>
                  <a:pt x="79028" y="16520"/>
                </a:lnTo>
                <a:cubicBezTo>
                  <a:pt x="84832" y="24110"/>
                  <a:pt x="84832" y="32147"/>
                  <a:pt x="84832" y="36165"/>
                </a:cubicBezTo>
                <a:cubicBezTo>
                  <a:pt x="84832" y="50006"/>
                  <a:pt x="78135" y="56257"/>
                  <a:pt x="74563" y="59382"/>
                </a:cubicBezTo>
                <a:cubicBezTo>
                  <a:pt x="64294" y="69205"/>
                  <a:pt x="52685" y="69205"/>
                  <a:pt x="46434" y="69205"/>
                </a:cubicBezTo>
                <a:cubicBezTo>
                  <a:pt x="39291" y="69205"/>
                  <a:pt x="34379" y="67866"/>
                  <a:pt x="31700" y="66973"/>
                </a:cubicBezTo>
                <a:cubicBezTo>
                  <a:pt x="27236" y="70991"/>
                  <a:pt x="25896" y="73223"/>
                  <a:pt x="25450" y="74116"/>
                </a:cubicBezTo>
                <a:cubicBezTo>
                  <a:pt x="23664" y="77242"/>
                  <a:pt x="23664" y="78581"/>
                  <a:pt x="23664" y="79474"/>
                </a:cubicBezTo>
                <a:cubicBezTo>
                  <a:pt x="23664" y="80814"/>
                  <a:pt x="25003" y="82153"/>
                  <a:pt x="25450" y="82600"/>
                </a:cubicBezTo>
                <a:cubicBezTo>
                  <a:pt x="27236" y="84386"/>
                  <a:pt x="30807" y="84832"/>
                  <a:pt x="32593" y="85279"/>
                </a:cubicBezTo>
                <a:cubicBezTo>
                  <a:pt x="35272" y="85725"/>
                  <a:pt x="43309" y="85725"/>
                  <a:pt x="47327" y="86171"/>
                </a:cubicBezTo>
                <a:cubicBezTo>
                  <a:pt x="69205" y="86618"/>
                  <a:pt x="73670" y="87064"/>
                  <a:pt x="75902" y="87511"/>
                </a:cubicBezTo>
                <a:cubicBezTo>
                  <a:pt x="85725" y="88850"/>
                  <a:pt x="89743" y="92869"/>
                  <a:pt x="91529" y="94655"/>
                </a:cubicBezTo>
                <a:cubicBezTo>
                  <a:pt x="97780" y="100459"/>
                  <a:pt x="97780" y="106710"/>
                  <a:pt x="97780" y="109835"/>
                </a:cubicBezTo>
                <a:cubicBezTo>
                  <a:pt x="97780" y="121444"/>
                  <a:pt x="90190" y="128588"/>
                  <a:pt x="86171" y="132159"/>
                </a:cubicBezTo>
                <a:cubicBezTo>
                  <a:pt x="69652" y="147786"/>
                  <a:pt x="51792" y="147786"/>
                  <a:pt x="42862" y="147786"/>
                </a:cubicBezTo>
                <a:cubicBezTo>
                  <a:pt x="22324" y="147786"/>
                  <a:pt x="12948" y="141536"/>
                  <a:pt x="8037" y="138410"/>
                </a:cubicBezTo>
                <a:cubicBezTo>
                  <a:pt x="0" y="133052"/>
                  <a:pt x="0" y="129480"/>
                  <a:pt x="0" y="127248"/>
                </a:cubicBezTo>
                <a:cubicBezTo>
                  <a:pt x="0" y="124569"/>
                  <a:pt x="893" y="123230"/>
                  <a:pt x="1339" y="122337"/>
                </a:cubicBezTo>
                <a:cubicBezTo>
                  <a:pt x="3125" y="118318"/>
                  <a:pt x="6697" y="113407"/>
                  <a:pt x="8930" y="111175"/>
                </a:cubicBezTo>
                <a:cubicBezTo>
                  <a:pt x="9376" y="110282"/>
                  <a:pt x="16073" y="103138"/>
                  <a:pt x="19645" y="100012"/>
                </a:cubicBezTo>
                <a:cubicBezTo>
                  <a:pt x="13841" y="96441"/>
                  <a:pt x="12502" y="94655"/>
                  <a:pt x="12055" y="93762"/>
                </a:cubicBezTo>
                <a:cubicBezTo>
                  <a:pt x="9376" y="91083"/>
                  <a:pt x="9376" y="88850"/>
                  <a:pt x="9376" y="87957"/>
                </a:cubicBezTo>
                <a:cubicBezTo>
                  <a:pt x="9376" y="83939"/>
                  <a:pt x="11609" y="80814"/>
                  <a:pt x="12502" y="79028"/>
                </a:cubicBezTo>
                <a:cubicBezTo>
                  <a:pt x="15627" y="74116"/>
                  <a:pt x="23217" y="67866"/>
                  <a:pt x="26343" y="64740"/>
                </a:cubicBezTo>
                <a:close/>
                <a:moveTo>
                  <a:pt x="45095" y="4911"/>
                </a:moveTo>
                <a:cubicBezTo>
                  <a:pt x="37058" y="4911"/>
                  <a:pt x="33486" y="9376"/>
                  <a:pt x="32147" y="11162"/>
                </a:cubicBezTo>
                <a:cubicBezTo>
                  <a:pt x="26343" y="17859"/>
                  <a:pt x="26343" y="26343"/>
                  <a:pt x="26343" y="30807"/>
                </a:cubicBezTo>
                <a:cubicBezTo>
                  <a:pt x="26343" y="47774"/>
                  <a:pt x="31700" y="53578"/>
                  <a:pt x="33933" y="56704"/>
                </a:cubicBezTo>
                <a:cubicBezTo>
                  <a:pt x="39291" y="63847"/>
                  <a:pt x="45095" y="63847"/>
                  <a:pt x="47774" y="63847"/>
                </a:cubicBezTo>
                <a:cubicBezTo>
                  <a:pt x="55811" y="63847"/>
                  <a:pt x="59382" y="59829"/>
                  <a:pt x="61168" y="58043"/>
                </a:cubicBezTo>
                <a:cubicBezTo>
                  <a:pt x="66526" y="51792"/>
                  <a:pt x="66526" y="42862"/>
                  <a:pt x="66526" y="38844"/>
                </a:cubicBezTo>
                <a:cubicBezTo>
                  <a:pt x="66526" y="21878"/>
                  <a:pt x="61615" y="15180"/>
                  <a:pt x="58936" y="12055"/>
                </a:cubicBezTo>
                <a:cubicBezTo>
                  <a:pt x="53578" y="4911"/>
                  <a:pt x="47774" y="4911"/>
                  <a:pt x="45095" y="4911"/>
                </a:cubicBezTo>
                <a:close/>
                <a:moveTo>
                  <a:pt x="25450" y="100459"/>
                </a:moveTo>
                <a:cubicBezTo>
                  <a:pt x="20538" y="105817"/>
                  <a:pt x="18752" y="109389"/>
                  <a:pt x="17859" y="110728"/>
                </a:cubicBezTo>
                <a:cubicBezTo>
                  <a:pt x="15180" y="115193"/>
                  <a:pt x="15180" y="117872"/>
                  <a:pt x="15180" y="119211"/>
                </a:cubicBezTo>
                <a:cubicBezTo>
                  <a:pt x="15180" y="124569"/>
                  <a:pt x="19645" y="127248"/>
                  <a:pt x="21431" y="128141"/>
                </a:cubicBezTo>
                <a:cubicBezTo>
                  <a:pt x="32147" y="134838"/>
                  <a:pt x="45541" y="134838"/>
                  <a:pt x="52685" y="134838"/>
                </a:cubicBezTo>
                <a:cubicBezTo>
                  <a:pt x="71438" y="134838"/>
                  <a:pt x="77688" y="130373"/>
                  <a:pt x="80814" y="128141"/>
                </a:cubicBezTo>
                <a:cubicBezTo>
                  <a:pt x="89743" y="121444"/>
                  <a:pt x="89743" y="116086"/>
                  <a:pt x="89743" y="113854"/>
                </a:cubicBezTo>
                <a:cubicBezTo>
                  <a:pt x="89743" y="108049"/>
                  <a:pt x="86171" y="106710"/>
                  <a:pt x="84386" y="105817"/>
                </a:cubicBezTo>
                <a:cubicBezTo>
                  <a:pt x="79028" y="103584"/>
                  <a:pt x="67866" y="103138"/>
                  <a:pt x="62508" y="103138"/>
                </a:cubicBezTo>
                <a:cubicBezTo>
                  <a:pt x="38398" y="102245"/>
                  <a:pt x="29914" y="100905"/>
                  <a:pt x="25450" y="100459"/>
                </a:cubicBezTo>
                <a:close/>
                <a:moveTo>
                  <a:pt x="25450" y="1004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235AB-7015-4D3F-98C1-5FA25433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923" y="3517287"/>
            <a:ext cx="102245" cy="154484"/>
          </a:xfrm>
          <a:custGeom xmlns:a="http://schemas.openxmlformats.org/drawingml/2006/main">
            <a:pathLst>
              <a:path w="102245" h="154484">
                <a:moveTo>
                  <a:pt x="68759" y="140643"/>
                </a:moveTo>
                <a:cubicBezTo>
                  <a:pt x="61615" y="147786"/>
                  <a:pt x="56704" y="150019"/>
                  <a:pt x="54471" y="151358"/>
                </a:cubicBezTo>
                <a:cubicBezTo>
                  <a:pt x="47774" y="154484"/>
                  <a:pt x="42416" y="154484"/>
                  <a:pt x="39737" y="154484"/>
                </a:cubicBezTo>
                <a:cubicBezTo>
                  <a:pt x="23664" y="154484"/>
                  <a:pt x="16073" y="145554"/>
                  <a:pt x="12055" y="141089"/>
                </a:cubicBezTo>
                <a:cubicBezTo>
                  <a:pt x="0" y="127695"/>
                  <a:pt x="0" y="113407"/>
                  <a:pt x="0" y="106710"/>
                </a:cubicBezTo>
                <a:cubicBezTo>
                  <a:pt x="0" y="85725"/>
                  <a:pt x="8930" y="74116"/>
                  <a:pt x="12948" y="68312"/>
                </a:cubicBezTo>
                <a:cubicBezTo>
                  <a:pt x="26343" y="50899"/>
                  <a:pt x="40184" y="50899"/>
                  <a:pt x="47327" y="50899"/>
                </a:cubicBezTo>
                <a:cubicBezTo>
                  <a:pt x="60275" y="50899"/>
                  <a:pt x="65633" y="56257"/>
                  <a:pt x="68759" y="58936"/>
                </a:cubicBezTo>
                <a:lnTo>
                  <a:pt x="68759" y="41077"/>
                </a:lnTo>
                <a:cubicBezTo>
                  <a:pt x="68759" y="24110"/>
                  <a:pt x="67866" y="21878"/>
                  <a:pt x="67866" y="20538"/>
                </a:cubicBezTo>
                <a:cubicBezTo>
                  <a:pt x="66973" y="16520"/>
                  <a:pt x="65633" y="15627"/>
                  <a:pt x="65187" y="15180"/>
                </a:cubicBezTo>
                <a:cubicBezTo>
                  <a:pt x="63401" y="13841"/>
                  <a:pt x="62061" y="13841"/>
                  <a:pt x="61168" y="13841"/>
                </a:cubicBezTo>
                <a:cubicBezTo>
                  <a:pt x="58043" y="13841"/>
                  <a:pt x="54918" y="14734"/>
                  <a:pt x="53578" y="15627"/>
                </a:cubicBezTo>
                <a:lnTo>
                  <a:pt x="52239" y="12055"/>
                </a:lnTo>
                <a:lnTo>
                  <a:pt x="81260" y="0"/>
                </a:lnTo>
                <a:lnTo>
                  <a:pt x="86171" y="0"/>
                </a:lnTo>
                <a:lnTo>
                  <a:pt x="86171" y="112514"/>
                </a:lnTo>
                <a:cubicBezTo>
                  <a:pt x="86171" y="129927"/>
                  <a:pt x="86618" y="132159"/>
                  <a:pt x="87064" y="133499"/>
                </a:cubicBezTo>
                <a:cubicBezTo>
                  <a:pt x="87957" y="137517"/>
                  <a:pt x="88850" y="138410"/>
                  <a:pt x="89743" y="138857"/>
                </a:cubicBezTo>
                <a:cubicBezTo>
                  <a:pt x="91529" y="140643"/>
                  <a:pt x="92869" y="140643"/>
                  <a:pt x="93315" y="140643"/>
                </a:cubicBezTo>
                <a:cubicBezTo>
                  <a:pt x="96441" y="140643"/>
                  <a:pt x="99566" y="139303"/>
                  <a:pt x="101352" y="138857"/>
                </a:cubicBezTo>
                <a:lnTo>
                  <a:pt x="102245" y="142429"/>
                </a:lnTo>
                <a:lnTo>
                  <a:pt x="73223" y="154484"/>
                </a:lnTo>
                <a:lnTo>
                  <a:pt x="68759" y="154484"/>
                </a:lnTo>
                <a:lnTo>
                  <a:pt x="68759" y="140643"/>
                </a:lnTo>
                <a:close/>
                <a:moveTo>
                  <a:pt x="68759" y="133052"/>
                </a:moveTo>
                <a:lnTo>
                  <a:pt x="68759" y="82600"/>
                </a:lnTo>
                <a:cubicBezTo>
                  <a:pt x="67866" y="75456"/>
                  <a:pt x="65633" y="71438"/>
                  <a:pt x="64740" y="69652"/>
                </a:cubicBezTo>
                <a:cubicBezTo>
                  <a:pt x="61615" y="63401"/>
                  <a:pt x="58043" y="61615"/>
                  <a:pt x="56257" y="60722"/>
                </a:cubicBezTo>
                <a:cubicBezTo>
                  <a:pt x="50899" y="57596"/>
                  <a:pt x="47774" y="57596"/>
                  <a:pt x="45988" y="57596"/>
                </a:cubicBezTo>
                <a:cubicBezTo>
                  <a:pt x="36612" y="57596"/>
                  <a:pt x="31700" y="62954"/>
                  <a:pt x="29021" y="65633"/>
                </a:cubicBezTo>
                <a:cubicBezTo>
                  <a:pt x="19645" y="76795"/>
                  <a:pt x="19645" y="91083"/>
                  <a:pt x="19645" y="98227"/>
                </a:cubicBezTo>
                <a:cubicBezTo>
                  <a:pt x="19645" y="119658"/>
                  <a:pt x="25896" y="127248"/>
                  <a:pt x="29021" y="131266"/>
                </a:cubicBezTo>
                <a:cubicBezTo>
                  <a:pt x="38398" y="142429"/>
                  <a:pt x="45988" y="142429"/>
                  <a:pt x="50006" y="142429"/>
                </a:cubicBezTo>
                <a:cubicBezTo>
                  <a:pt x="59382" y="142429"/>
                  <a:pt x="65633" y="136178"/>
                  <a:pt x="68759" y="133052"/>
                </a:cubicBezTo>
                <a:close/>
                <a:moveTo>
                  <a:pt x="68759" y="1330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1D224-96B6-4105-B77A-DAE7631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53" y="3568186"/>
            <a:ext cx="94208" cy="103584"/>
          </a:xfrm>
          <a:custGeom xmlns:a="http://schemas.openxmlformats.org/drawingml/2006/main">
            <a:pathLst>
              <a:path w="94208" h="103584">
                <a:moveTo>
                  <a:pt x="47327" y="0"/>
                </a:moveTo>
                <a:cubicBezTo>
                  <a:pt x="69652" y="0"/>
                  <a:pt x="78581" y="11162"/>
                  <a:pt x="83046" y="16966"/>
                </a:cubicBezTo>
                <a:cubicBezTo>
                  <a:pt x="94208" y="31254"/>
                  <a:pt x="94208" y="43755"/>
                  <a:pt x="94208" y="50006"/>
                </a:cubicBezTo>
                <a:cubicBezTo>
                  <a:pt x="94208" y="62954"/>
                  <a:pt x="90190" y="71884"/>
                  <a:pt x="87957" y="76349"/>
                </a:cubicBezTo>
                <a:cubicBezTo>
                  <a:pt x="81707" y="90190"/>
                  <a:pt x="74563" y="94655"/>
                  <a:pt x="70991" y="96887"/>
                </a:cubicBezTo>
                <a:cubicBezTo>
                  <a:pt x="59829" y="103584"/>
                  <a:pt x="50899" y="103584"/>
                  <a:pt x="45988" y="103584"/>
                </a:cubicBezTo>
                <a:cubicBezTo>
                  <a:pt x="24110" y="103584"/>
                  <a:pt x="15180" y="91529"/>
                  <a:pt x="11162" y="86171"/>
                </a:cubicBezTo>
                <a:cubicBezTo>
                  <a:pt x="0" y="70991"/>
                  <a:pt x="0" y="58936"/>
                  <a:pt x="0" y="52685"/>
                </a:cubicBezTo>
                <a:cubicBezTo>
                  <a:pt x="0" y="39291"/>
                  <a:pt x="4465" y="30361"/>
                  <a:pt x="6697" y="25896"/>
                </a:cubicBezTo>
                <a:cubicBezTo>
                  <a:pt x="13395" y="12502"/>
                  <a:pt x="20538" y="8483"/>
                  <a:pt x="24110" y="6251"/>
                </a:cubicBezTo>
                <a:cubicBezTo>
                  <a:pt x="35272" y="0"/>
                  <a:pt x="43309" y="0"/>
                  <a:pt x="47327" y="0"/>
                </a:cubicBezTo>
                <a:close/>
                <a:moveTo>
                  <a:pt x="43755" y="7144"/>
                </a:moveTo>
                <a:cubicBezTo>
                  <a:pt x="38398" y="7144"/>
                  <a:pt x="34379" y="9376"/>
                  <a:pt x="32593" y="10269"/>
                </a:cubicBezTo>
                <a:cubicBezTo>
                  <a:pt x="26789" y="13841"/>
                  <a:pt x="24557" y="19199"/>
                  <a:pt x="23217" y="21878"/>
                </a:cubicBezTo>
                <a:cubicBezTo>
                  <a:pt x="20092" y="30807"/>
                  <a:pt x="20092" y="39291"/>
                  <a:pt x="20092" y="43755"/>
                </a:cubicBezTo>
                <a:cubicBezTo>
                  <a:pt x="20092" y="65187"/>
                  <a:pt x="25450" y="75456"/>
                  <a:pt x="28575" y="80814"/>
                </a:cubicBezTo>
                <a:cubicBezTo>
                  <a:pt x="37058" y="95994"/>
                  <a:pt x="45988" y="95994"/>
                  <a:pt x="50899" y="95994"/>
                </a:cubicBezTo>
                <a:cubicBezTo>
                  <a:pt x="61168" y="95994"/>
                  <a:pt x="65633" y="90190"/>
                  <a:pt x="67866" y="87511"/>
                </a:cubicBezTo>
                <a:cubicBezTo>
                  <a:pt x="74563" y="79028"/>
                  <a:pt x="74563" y="65187"/>
                  <a:pt x="74563" y="58043"/>
                </a:cubicBezTo>
                <a:cubicBezTo>
                  <a:pt x="74563" y="32147"/>
                  <a:pt x="66973" y="21878"/>
                  <a:pt x="63401" y="17413"/>
                </a:cubicBezTo>
                <a:cubicBezTo>
                  <a:pt x="55811" y="7144"/>
                  <a:pt x="47774" y="7144"/>
                  <a:pt x="43755" y="7144"/>
                </a:cubicBezTo>
                <a:close/>
                <a:moveTo>
                  <a:pt x="43755" y="71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A5CFE-40D5-47B5-9D0B-A70FACE5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025" y="3568186"/>
            <a:ext cx="166985" cy="100459"/>
          </a:xfrm>
          <a:custGeom xmlns:a="http://schemas.openxmlformats.org/drawingml/2006/main">
            <a:pathLst>
              <a:path w="166985" h="100459">
                <a:moveTo>
                  <a:pt x="33933" y="20985"/>
                </a:moveTo>
                <a:cubicBezTo>
                  <a:pt x="44648" y="10269"/>
                  <a:pt x="45988" y="9376"/>
                  <a:pt x="46434" y="8483"/>
                </a:cubicBezTo>
                <a:cubicBezTo>
                  <a:pt x="51346" y="4465"/>
                  <a:pt x="54918" y="3125"/>
                  <a:pt x="57150" y="2232"/>
                </a:cubicBezTo>
                <a:cubicBezTo>
                  <a:pt x="62508" y="0"/>
                  <a:pt x="66080" y="0"/>
                  <a:pt x="67866" y="0"/>
                </a:cubicBezTo>
                <a:cubicBezTo>
                  <a:pt x="77242" y="0"/>
                  <a:pt x="81260" y="3572"/>
                  <a:pt x="83493" y="5358"/>
                </a:cubicBezTo>
                <a:cubicBezTo>
                  <a:pt x="90190" y="10716"/>
                  <a:pt x="91529" y="17413"/>
                  <a:pt x="92422" y="20985"/>
                </a:cubicBezTo>
                <a:cubicBezTo>
                  <a:pt x="103584" y="8037"/>
                  <a:pt x="108496" y="5358"/>
                  <a:pt x="111175" y="4018"/>
                </a:cubicBezTo>
                <a:cubicBezTo>
                  <a:pt x="118318" y="0"/>
                  <a:pt x="124123" y="0"/>
                  <a:pt x="126802" y="0"/>
                </a:cubicBezTo>
                <a:cubicBezTo>
                  <a:pt x="134392" y="0"/>
                  <a:pt x="138410" y="2679"/>
                  <a:pt x="140196" y="4018"/>
                </a:cubicBezTo>
                <a:cubicBezTo>
                  <a:pt x="146447" y="8037"/>
                  <a:pt x="148679" y="13841"/>
                  <a:pt x="150019" y="16966"/>
                </a:cubicBezTo>
                <a:cubicBezTo>
                  <a:pt x="152251" y="23217"/>
                  <a:pt x="152251" y="32147"/>
                  <a:pt x="152251" y="36612"/>
                </a:cubicBezTo>
                <a:lnTo>
                  <a:pt x="152251" y="78581"/>
                </a:lnTo>
                <a:cubicBezTo>
                  <a:pt x="152251" y="87511"/>
                  <a:pt x="153144" y="90190"/>
                  <a:pt x="153591" y="91083"/>
                </a:cubicBezTo>
                <a:cubicBezTo>
                  <a:pt x="154930" y="93315"/>
                  <a:pt x="156716" y="94655"/>
                  <a:pt x="157609" y="95101"/>
                </a:cubicBezTo>
                <a:cubicBezTo>
                  <a:pt x="160288" y="96887"/>
                  <a:pt x="164753" y="96887"/>
                  <a:pt x="166985" y="96887"/>
                </a:cubicBezTo>
                <a:lnTo>
                  <a:pt x="166985" y="100459"/>
                </a:lnTo>
                <a:lnTo>
                  <a:pt x="118765" y="100459"/>
                </a:lnTo>
                <a:lnTo>
                  <a:pt x="118765" y="96887"/>
                </a:lnTo>
                <a:lnTo>
                  <a:pt x="120997" y="96887"/>
                </a:lnTo>
                <a:cubicBezTo>
                  <a:pt x="127248" y="96887"/>
                  <a:pt x="129480" y="95101"/>
                  <a:pt x="130373" y="94208"/>
                </a:cubicBezTo>
                <a:cubicBezTo>
                  <a:pt x="133052" y="92422"/>
                  <a:pt x="133945" y="90190"/>
                  <a:pt x="134392" y="88850"/>
                </a:cubicBezTo>
                <a:cubicBezTo>
                  <a:pt x="134838" y="87064"/>
                  <a:pt x="134838" y="81260"/>
                  <a:pt x="134838" y="78581"/>
                </a:cubicBezTo>
                <a:lnTo>
                  <a:pt x="134838" y="36612"/>
                </a:lnTo>
                <a:cubicBezTo>
                  <a:pt x="134838" y="24557"/>
                  <a:pt x="132606" y="20985"/>
                  <a:pt x="131713" y="19645"/>
                </a:cubicBezTo>
                <a:cubicBezTo>
                  <a:pt x="127248" y="12948"/>
                  <a:pt x="121444" y="12948"/>
                  <a:pt x="118318" y="12948"/>
                </a:cubicBezTo>
                <a:cubicBezTo>
                  <a:pt x="112514" y="12948"/>
                  <a:pt x="108942" y="14734"/>
                  <a:pt x="107156" y="15627"/>
                </a:cubicBezTo>
                <a:cubicBezTo>
                  <a:pt x="101352" y="18752"/>
                  <a:pt x="95994" y="23664"/>
                  <a:pt x="93315" y="26343"/>
                </a:cubicBezTo>
                <a:lnTo>
                  <a:pt x="92869" y="27236"/>
                </a:lnTo>
                <a:lnTo>
                  <a:pt x="93315" y="31700"/>
                </a:lnTo>
                <a:lnTo>
                  <a:pt x="93315" y="78581"/>
                </a:lnTo>
                <a:cubicBezTo>
                  <a:pt x="93315" y="88404"/>
                  <a:pt x="93762" y="90190"/>
                  <a:pt x="94208" y="91083"/>
                </a:cubicBezTo>
                <a:cubicBezTo>
                  <a:pt x="95548" y="93315"/>
                  <a:pt x="97334" y="94655"/>
                  <a:pt x="98227" y="95101"/>
                </a:cubicBezTo>
                <a:cubicBezTo>
                  <a:pt x="101798" y="96887"/>
                  <a:pt x="106710" y="96887"/>
                  <a:pt x="108942" y="96887"/>
                </a:cubicBezTo>
                <a:lnTo>
                  <a:pt x="108942" y="100459"/>
                </a:lnTo>
                <a:lnTo>
                  <a:pt x="59829" y="100459"/>
                </a:lnTo>
                <a:lnTo>
                  <a:pt x="59829" y="96887"/>
                </a:lnTo>
                <a:cubicBezTo>
                  <a:pt x="67866" y="96887"/>
                  <a:pt x="69652" y="95548"/>
                  <a:pt x="70991" y="94655"/>
                </a:cubicBezTo>
                <a:cubicBezTo>
                  <a:pt x="74116" y="92869"/>
                  <a:pt x="74563" y="90636"/>
                  <a:pt x="75009" y="89297"/>
                </a:cubicBezTo>
                <a:cubicBezTo>
                  <a:pt x="75456" y="87064"/>
                  <a:pt x="75456" y="81260"/>
                  <a:pt x="75456" y="78581"/>
                </a:cubicBezTo>
                <a:lnTo>
                  <a:pt x="75456" y="36612"/>
                </a:lnTo>
                <a:cubicBezTo>
                  <a:pt x="75456" y="24557"/>
                  <a:pt x="73223" y="20985"/>
                  <a:pt x="71884" y="19199"/>
                </a:cubicBezTo>
                <a:cubicBezTo>
                  <a:pt x="67419" y="12502"/>
                  <a:pt x="61615" y="12502"/>
                  <a:pt x="58936" y="12502"/>
                </a:cubicBezTo>
                <a:cubicBezTo>
                  <a:pt x="53132" y="12502"/>
                  <a:pt x="49560" y="14734"/>
                  <a:pt x="47774" y="15627"/>
                </a:cubicBezTo>
                <a:cubicBezTo>
                  <a:pt x="38844" y="20538"/>
                  <a:pt x="35719" y="24110"/>
                  <a:pt x="33933" y="26343"/>
                </a:cubicBezTo>
                <a:lnTo>
                  <a:pt x="33933" y="78581"/>
                </a:lnTo>
                <a:cubicBezTo>
                  <a:pt x="33933" y="87957"/>
                  <a:pt x="34826" y="90190"/>
                  <a:pt x="35272" y="91083"/>
                </a:cubicBezTo>
                <a:cubicBezTo>
                  <a:pt x="36612" y="93762"/>
                  <a:pt x="38398" y="94655"/>
                  <a:pt x="39291" y="95101"/>
                </a:cubicBezTo>
                <a:cubicBezTo>
                  <a:pt x="41970" y="96887"/>
                  <a:pt x="47327" y="96887"/>
                  <a:pt x="49560" y="96887"/>
                </a:cubicBezTo>
                <a:lnTo>
                  <a:pt x="49560" y="100459"/>
                </a:lnTo>
                <a:lnTo>
                  <a:pt x="1339" y="100459"/>
                </a:lnTo>
                <a:lnTo>
                  <a:pt x="1339" y="96887"/>
                </a:lnTo>
                <a:cubicBezTo>
                  <a:pt x="8037" y="96887"/>
                  <a:pt x="9823" y="95994"/>
                  <a:pt x="10716" y="95101"/>
                </a:cubicBezTo>
                <a:cubicBezTo>
                  <a:pt x="13395" y="93762"/>
                  <a:pt x="14734" y="91529"/>
                  <a:pt x="15180" y="90636"/>
                </a:cubicBezTo>
                <a:cubicBezTo>
                  <a:pt x="16520" y="87511"/>
                  <a:pt x="16520" y="81260"/>
                  <a:pt x="16520" y="78581"/>
                </a:cubicBezTo>
                <a:lnTo>
                  <a:pt x="16520" y="41077"/>
                </a:lnTo>
                <a:cubicBezTo>
                  <a:pt x="16520" y="25003"/>
                  <a:pt x="15627" y="21878"/>
                  <a:pt x="15627" y="20538"/>
                </a:cubicBezTo>
                <a:cubicBezTo>
                  <a:pt x="14734" y="16966"/>
                  <a:pt x="13395" y="16073"/>
                  <a:pt x="12948" y="15627"/>
                </a:cubicBezTo>
                <a:cubicBezTo>
                  <a:pt x="11609" y="14288"/>
                  <a:pt x="9376" y="14288"/>
                  <a:pt x="8483" y="14288"/>
                </a:cubicBezTo>
                <a:cubicBezTo>
                  <a:pt x="5804" y="14288"/>
                  <a:pt x="2679" y="15180"/>
                  <a:pt x="1339" y="15627"/>
                </a:cubicBezTo>
                <a:lnTo>
                  <a:pt x="0" y="12055"/>
                </a:lnTo>
                <a:lnTo>
                  <a:pt x="29468" y="0"/>
                </a:lnTo>
                <a:lnTo>
                  <a:pt x="33933" y="0"/>
                </a:lnTo>
                <a:lnTo>
                  <a:pt x="33933" y="20985"/>
                </a:lnTo>
                <a:close/>
                <a:moveTo>
                  <a:pt x="33933" y="209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6A71F5-11C8-4E4D-9C99-DB45F809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57" y="4282583"/>
            <a:ext cx="167878" cy="172789"/>
          </a:xfrm>
          <a:custGeom xmlns:a="http://schemas.openxmlformats.org/drawingml/2006/main">
            <a:pathLst>
              <a:path w="167878" h="172789">
                <a:moveTo>
                  <a:pt x="144214" y="0"/>
                </a:moveTo>
                <a:lnTo>
                  <a:pt x="148233" y="51792"/>
                </a:lnTo>
                <a:lnTo>
                  <a:pt x="144214" y="51792"/>
                </a:lnTo>
                <a:cubicBezTo>
                  <a:pt x="137517" y="32593"/>
                  <a:pt x="130820" y="25896"/>
                  <a:pt x="127248" y="22771"/>
                </a:cubicBezTo>
                <a:cubicBezTo>
                  <a:pt x="112514" y="8483"/>
                  <a:pt x="97334" y="8483"/>
                  <a:pt x="89743" y="8483"/>
                </a:cubicBezTo>
                <a:cubicBezTo>
                  <a:pt x="58043" y="8483"/>
                  <a:pt x="46881" y="25003"/>
                  <a:pt x="41523" y="33486"/>
                </a:cubicBezTo>
                <a:cubicBezTo>
                  <a:pt x="27682" y="54471"/>
                  <a:pt x="27682" y="74116"/>
                  <a:pt x="27682" y="83493"/>
                </a:cubicBezTo>
                <a:cubicBezTo>
                  <a:pt x="27682" y="107156"/>
                  <a:pt x="33933" y="120551"/>
                  <a:pt x="37058" y="126802"/>
                </a:cubicBezTo>
                <a:cubicBezTo>
                  <a:pt x="45988" y="146447"/>
                  <a:pt x="55811" y="152251"/>
                  <a:pt x="61168" y="155377"/>
                </a:cubicBezTo>
                <a:cubicBezTo>
                  <a:pt x="75902" y="164306"/>
                  <a:pt x="86171" y="164306"/>
                  <a:pt x="91083" y="164306"/>
                </a:cubicBezTo>
                <a:cubicBezTo>
                  <a:pt x="100459" y="164306"/>
                  <a:pt x="106263" y="162967"/>
                  <a:pt x="108942" y="162074"/>
                </a:cubicBezTo>
                <a:cubicBezTo>
                  <a:pt x="117425" y="159841"/>
                  <a:pt x="122783" y="156716"/>
                  <a:pt x="125462" y="155377"/>
                </a:cubicBezTo>
                <a:lnTo>
                  <a:pt x="125462" y="107156"/>
                </a:lnTo>
                <a:cubicBezTo>
                  <a:pt x="125462" y="95101"/>
                  <a:pt x="124123" y="92422"/>
                  <a:pt x="123676" y="91083"/>
                </a:cubicBezTo>
                <a:cubicBezTo>
                  <a:pt x="121444" y="87511"/>
                  <a:pt x="118765" y="85725"/>
                  <a:pt x="117425" y="85279"/>
                </a:cubicBezTo>
                <a:cubicBezTo>
                  <a:pt x="113407" y="83493"/>
                  <a:pt x="107156" y="83493"/>
                  <a:pt x="103584" y="83493"/>
                </a:cubicBezTo>
                <a:lnTo>
                  <a:pt x="103584" y="78581"/>
                </a:lnTo>
                <a:lnTo>
                  <a:pt x="167878" y="78581"/>
                </a:lnTo>
                <a:lnTo>
                  <a:pt x="167878" y="83493"/>
                </a:lnTo>
                <a:lnTo>
                  <a:pt x="164753" y="83493"/>
                </a:lnTo>
                <a:cubicBezTo>
                  <a:pt x="154930" y="83493"/>
                  <a:pt x="152698" y="87511"/>
                  <a:pt x="151358" y="89743"/>
                </a:cubicBezTo>
                <a:cubicBezTo>
                  <a:pt x="149126" y="94208"/>
                  <a:pt x="149126" y="103138"/>
                  <a:pt x="149126" y="107156"/>
                </a:cubicBezTo>
                <a:lnTo>
                  <a:pt x="149126" y="158055"/>
                </a:lnTo>
                <a:cubicBezTo>
                  <a:pt x="135285" y="165646"/>
                  <a:pt x="125909" y="167878"/>
                  <a:pt x="121444" y="169218"/>
                </a:cubicBezTo>
                <a:cubicBezTo>
                  <a:pt x="108049" y="172789"/>
                  <a:pt x="96441" y="172789"/>
                  <a:pt x="91083" y="172789"/>
                </a:cubicBezTo>
                <a:cubicBezTo>
                  <a:pt x="43309" y="172789"/>
                  <a:pt x="26789" y="152251"/>
                  <a:pt x="18306" y="141982"/>
                </a:cubicBezTo>
                <a:cubicBezTo>
                  <a:pt x="0" y="118765"/>
                  <a:pt x="0" y="98673"/>
                  <a:pt x="0" y="88850"/>
                </a:cubicBezTo>
                <a:cubicBezTo>
                  <a:pt x="0" y="66973"/>
                  <a:pt x="6697" y="53578"/>
                  <a:pt x="10269" y="46881"/>
                </a:cubicBezTo>
                <a:cubicBezTo>
                  <a:pt x="22324" y="23217"/>
                  <a:pt x="37058" y="14734"/>
                  <a:pt x="44202" y="10716"/>
                </a:cubicBezTo>
                <a:cubicBezTo>
                  <a:pt x="62508" y="0"/>
                  <a:pt x="79028" y="0"/>
                  <a:pt x="87064" y="0"/>
                </a:cubicBezTo>
                <a:cubicBezTo>
                  <a:pt x="95994" y="0"/>
                  <a:pt x="101352" y="893"/>
                  <a:pt x="103584" y="1339"/>
                </a:cubicBezTo>
                <a:cubicBezTo>
                  <a:pt x="110728" y="2679"/>
                  <a:pt x="120104" y="6251"/>
                  <a:pt x="124569" y="7590"/>
                </a:cubicBezTo>
                <a:cubicBezTo>
                  <a:pt x="131266" y="10269"/>
                  <a:pt x="133052" y="10269"/>
                  <a:pt x="133499" y="10269"/>
                </a:cubicBezTo>
                <a:cubicBezTo>
                  <a:pt x="136178" y="10269"/>
                  <a:pt x="137071" y="8930"/>
                  <a:pt x="137517" y="8483"/>
                </a:cubicBezTo>
                <a:cubicBezTo>
                  <a:pt x="139303" y="6251"/>
                  <a:pt x="139750" y="2232"/>
                  <a:pt x="139750" y="0"/>
                </a:cubicBezTo>
                <a:lnTo>
                  <a:pt x="144214" y="0"/>
                </a:lnTo>
                <a:close/>
                <a:moveTo>
                  <a:pt x="1442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E55F8-C47D-4154-BF0A-24DE9E57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40" y="4336607"/>
            <a:ext cx="94208" cy="118318"/>
          </a:xfrm>
          <a:custGeom xmlns:a="http://schemas.openxmlformats.org/drawingml/2006/main">
            <a:pathLst>
              <a:path w="94208" h="118318">
                <a:moveTo>
                  <a:pt x="16966" y="45541"/>
                </a:moveTo>
                <a:cubicBezTo>
                  <a:pt x="16966" y="70098"/>
                  <a:pt x="25003" y="79474"/>
                  <a:pt x="29021" y="84386"/>
                </a:cubicBezTo>
                <a:cubicBezTo>
                  <a:pt x="41077" y="98673"/>
                  <a:pt x="52239" y="98673"/>
                  <a:pt x="57596" y="98673"/>
                </a:cubicBezTo>
                <a:cubicBezTo>
                  <a:pt x="68759" y="98673"/>
                  <a:pt x="74116" y="94208"/>
                  <a:pt x="76795" y="92422"/>
                </a:cubicBezTo>
                <a:cubicBezTo>
                  <a:pt x="84832" y="86171"/>
                  <a:pt x="88850" y="76349"/>
                  <a:pt x="90636" y="71884"/>
                </a:cubicBezTo>
                <a:lnTo>
                  <a:pt x="94208" y="74116"/>
                </a:lnTo>
                <a:cubicBezTo>
                  <a:pt x="91529" y="90636"/>
                  <a:pt x="83493" y="100012"/>
                  <a:pt x="79028" y="104477"/>
                </a:cubicBezTo>
                <a:cubicBezTo>
                  <a:pt x="66973" y="118318"/>
                  <a:pt x="54918" y="118318"/>
                  <a:pt x="48667" y="118318"/>
                </a:cubicBezTo>
                <a:cubicBezTo>
                  <a:pt x="28129" y="118318"/>
                  <a:pt x="18752" y="107603"/>
                  <a:pt x="14288" y="102691"/>
                </a:cubicBezTo>
                <a:cubicBezTo>
                  <a:pt x="0" y="87064"/>
                  <a:pt x="0" y="69205"/>
                  <a:pt x="0" y="60722"/>
                </a:cubicBezTo>
                <a:cubicBezTo>
                  <a:pt x="0" y="31700"/>
                  <a:pt x="9376" y="20985"/>
                  <a:pt x="14288" y="16073"/>
                </a:cubicBezTo>
                <a:cubicBezTo>
                  <a:pt x="29021" y="0"/>
                  <a:pt x="44202" y="0"/>
                  <a:pt x="51346" y="0"/>
                </a:cubicBezTo>
                <a:cubicBezTo>
                  <a:pt x="70098" y="0"/>
                  <a:pt x="78135" y="8037"/>
                  <a:pt x="82153" y="12055"/>
                </a:cubicBezTo>
                <a:cubicBezTo>
                  <a:pt x="94208" y="24557"/>
                  <a:pt x="94208" y="38398"/>
                  <a:pt x="94208" y="45541"/>
                </a:cubicBezTo>
                <a:lnTo>
                  <a:pt x="16966" y="45541"/>
                </a:lnTo>
                <a:close/>
                <a:moveTo>
                  <a:pt x="16966" y="37951"/>
                </a:moveTo>
                <a:lnTo>
                  <a:pt x="68759" y="37951"/>
                </a:lnTo>
                <a:cubicBezTo>
                  <a:pt x="68312" y="27236"/>
                  <a:pt x="66526" y="24557"/>
                  <a:pt x="66080" y="23217"/>
                </a:cubicBezTo>
                <a:cubicBezTo>
                  <a:pt x="63401" y="16073"/>
                  <a:pt x="58936" y="13841"/>
                  <a:pt x="57150" y="12502"/>
                </a:cubicBezTo>
                <a:cubicBezTo>
                  <a:pt x="50899" y="8483"/>
                  <a:pt x="46881" y="8483"/>
                  <a:pt x="44648" y="8483"/>
                </a:cubicBezTo>
                <a:cubicBezTo>
                  <a:pt x="34379" y="8483"/>
                  <a:pt x="29021" y="13841"/>
                  <a:pt x="26343" y="16520"/>
                </a:cubicBezTo>
                <a:cubicBezTo>
                  <a:pt x="18306" y="24110"/>
                  <a:pt x="17413" y="33486"/>
                  <a:pt x="16966" y="37951"/>
                </a:cubicBezTo>
                <a:close/>
                <a:moveTo>
                  <a:pt x="16966" y="379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2E621-05A5-4C6C-BFBC-274DB8D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77" y="4336607"/>
            <a:ext cx="108049" cy="118318"/>
          </a:xfrm>
          <a:custGeom xmlns:a="http://schemas.openxmlformats.org/drawingml/2006/main">
            <a:pathLst>
              <a:path w="108049" h="118318">
                <a:moveTo>
                  <a:pt x="54471" y="0"/>
                </a:moveTo>
                <a:cubicBezTo>
                  <a:pt x="79474" y="0"/>
                  <a:pt x="89743" y="12502"/>
                  <a:pt x="95101" y="19199"/>
                </a:cubicBezTo>
                <a:cubicBezTo>
                  <a:pt x="108049" y="35719"/>
                  <a:pt x="108049" y="50006"/>
                  <a:pt x="108049" y="57150"/>
                </a:cubicBezTo>
                <a:cubicBezTo>
                  <a:pt x="108049" y="71884"/>
                  <a:pt x="103138" y="82153"/>
                  <a:pt x="100905" y="87511"/>
                </a:cubicBezTo>
                <a:cubicBezTo>
                  <a:pt x="93762" y="102691"/>
                  <a:pt x="85279" y="108049"/>
                  <a:pt x="81260" y="110282"/>
                </a:cubicBezTo>
                <a:cubicBezTo>
                  <a:pt x="68312" y="118318"/>
                  <a:pt x="58043" y="118318"/>
                  <a:pt x="52685" y="118318"/>
                </a:cubicBezTo>
                <a:cubicBezTo>
                  <a:pt x="27682" y="118318"/>
                  <a:pt x="17859" y="104924"/>
                  <a:pt x="12502" y="98227"/>
                </a:cubicBezTo>
                <a:cubicBezTo>
                  <a:pt x="0" y="81260"/>
                  <a:pt x="0" y="66973"/>
                  <a:pt x="0" y="60275"/>
                </a:cubicBezTo>
                <a:cubicBezTo>
                  <a:pt x="0" y="44648"/>
                  <a:pt x="5358" y="34826"/>
                  <a:pt x="8037" y="29468"/>
                </a:cubicBezTo>
                <a:cubicBezTo>
                  <a:pt x="15627" y="14288"/>
                  <a:pt x="23664" y="9823"/>
                  <a:pt x="27682" y="7144"/>
                </a:cubicBezTo>
                <a:cubicBezTo>
                  <a:pt x="40184" y="0"/>
                  <a:pt x="49560" y="0"/>
                  <a:pt x="54471" y="0"/>
                </a:cubicBezTo>
                <a:close/>
                <a:moveTo>
                  <a:pt x="50453" y="8037"/>
                </a:moveTo>
                <a:cubicBezTo>
                  <a:pt x="43755" y="8037"/>
                  <a:pt x="39737" y="10269"/>
                  <a:pt x="37505" y="11609"/>
                </a:cubicBezTo>
                <a:cubicBezTo>
                  <a:pt x="30807" y="15627"/>
                  <a:pt x="28129" y="21878"/>
                  <a:pt x="26789" y="25003"/>
                </a:cubicBezTo>
                <a:cubicBezTo>
                  <a:pt x="22771" y="34826"/>
                  <a:pt x="22771" y="44648"/>
                  <a:pt x="22771" y="50006"/>
                </a:cubicBezTo>
                <a:cubicBezTo>
                  <a:pt x="22771" y="74116"/>
                  <a:pt x="29468" y="86171"/>
                  <a:pt x="32593" y="91976"/>
                </a:cubicBezTo>
                <a:cubicBezTo>
                  <a:pt x="42416" y="109835"/>
                  <a:pt x="52685" y="109835"/>
                  <a:pt x="58043" y="109835"/>
                </a:cubicBezTo>
                <a:cubicBezTo>
                  <a:pt x="69652" y="109835"/>
                  <a:pt x="75009" y="103138"/>
                  <a:pt x="77688" y="99566"/>
                </a:cubicBezTo>
                <a:cubicBezTo>
                  <a:pt x="85279" y="90190"/>
                  <a:pt x="85279" y="74116"/>
                  <a:pt x="85279" y="66526"/>
                </a:cubicBezTo>
                <a:cubicBezTo>
                  <a:pt x="85279" y="36612"/>
                  <a:pt x="76795" y="25003"/>
                  <a:pt x="72777" y="19645"/>
                </a:cubicBezTo>
                <a:cubicBezTo>
                  <a:pt x="63847" y="8037"/>
                  <a:pt x="54918" y="8037"/>
                  <a:pt x="50453" y="8037"/>
                </a:cubicBezTo>
                <a:close/>
                <a:moveTo>
                  <a:pt x="50453" y="8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C9238-2E4E-41CC-82C5-F3B6A26D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18" y="4336607"/>
            <a:ext cx="112961" cy="168771"/>
          </a:xfrm>
          <a:custGeom xmlns:a="http://schemas.openxmlformats.org/drawingml/2006/main">
            <a:pathLst>
              <a:path w="112961" h="168771">
                <a:moveTo>
                  <a:pt x="30361" y="74116"/>
                </a:moveTo>
                <a:cubicBezTo>
                  <a:pt x="20092" y="69205"/>
                  <a:pt x="16520" y="62954"/>
                  <a:pt x="14734" y="60275"/>
                </a:cubicBezTo>
                <a:cubicBezTo>
                  <a:pt x="8930" y="51346"/>
                  <a:pt x="8930" y="44202"/>
                  <a:pt x="8930" y="40184"/>
                </a:cubicBezTo>
                <a:cubicBezTo>
                  <a:pt x="8930" y="24110"/>
                  <a:pt x="17413" y="16073"/>
                  <a:pt x="21431" y="12055"/>
                </a:cubicBezTo>
                <a:cubicBezTo>
                  <a:pt x="34379" y="0"/>
                  <a:pt x="47327" y="0"/>
                  <a:pt x="53578" y="0"/>
                </a:cubicBezTo>
                <a:cubicBezTo>
                  <a:pt x="69652" y="0"/>
                  <a:pt x="77688" y="5358"/>
                  <a:pt x="81260" y="7590"/>
                </a:cubicBezTo>
                <a:lnTo>
                  <a:pt x="104924" y="7590"/>
                </a:lnTo>
                <a:cubicBezTo>
                  <a:pt x="110282" y="7590"/>
                  <a:pt x="110728" y="8037"/>
                  <a:pt x="111175" y="8037"/>
                </a:cubicBezTo>
                <a:cubicBezTo>
                  <a:pt x="112068" y="8483"/>
                  <a:pt x="112068" y="8930"/>
                  <a:pt x="112514" y="9376"/>
                </a:cubicBezTo>
                <a:cubicBezTo>
                  <a:pt x="112961" y="10269"/>
                  <a:pt x="112961" y="12055"/>
                  <a:pt x="112961" y="12948"/>
                </a:cubicBezTo>
                <a:cubicBezTo>
                  <a:pt x="112961" y="16073"/>
                  <a:pt x="112514" y="16966"/>
                  <a:pt x="112514" y="17413"/>
                </a:cubicBezTo>
                <a:cubicBezTo>
                  <a:pt x="112068" y="17859"/>
                  <a:pt x="111621" y="18306"/>
                  <a:pt x="111175" y="18306"/>
                </a:cubicBezTo>
                <a:cubicBezTo>
                  <a:pt x="110282" y="18752"/>
                  <a:pt x="106710" y="18752"/>
                  <a:pt x="104924" y="18752"/>
                </a:cubicBezTo>
                <a:lnTo>
                  <a:pt x="90636" y="18752"/>
                </a:lnTo>
                <a:cubicBezTo>
                  <a:pt x="97334" y="27236"/>
                  <a:pt x="97334" y="36612"/>
                  <a:pt x="97334" y="41077"/>
                </a:cubicBezTo>
                <a:cubicBezTo>
                  <a:pt x="97334" y="56704"/>
                  <a:pt x="89297" y="64294"/>
                  <a:pt x="85279" y="67866"/>
                </a:cubicBezTo>
                <a:cubicBezTo>
                  <a:pt x="73670" y="79028"/>
                  <a:pt x="59829" y="79028"/>
                  <a:pt x="53132" y="79028"/>
                </a:cubicBezTo>
                <a:cubicBezTo>
                  <a:pt x="45095" y="79028"/>
                  <a:pt x="39291" y="77242"/>
                  <a:pt x="36165" y="76349"/>
                </a:cubicBezTo>
                <a:cubicBezTo>
                  <a:pt x="31254" y="81260"/>
                  <a:pt x="29914" y="83493"/>
                  <a:pt x="29021" y="84386"/>
                </a:cubicBezTo>
                <a:cubicBezTo>
                  <a:pt x="27236" y="87957"/>
                  <a:pt x="27236" y="89743"/>
                  <a:pt x="27236" y="90636"/>
                </a:cubicBezTo>
                <a:cubicBezTo>
                  <a:pt x="27236" y="92422"/>
                  <a:pt x="28575" y="93762"/>
                  <a:pt x="29468" y="94655"/>
                </a:cubicBezTo>
                <a:cubicBezTo>
                  <a:pt x="31254" y="96441"/>
                  <a:pt x="34826" y="96887"/>
                  <a:pt x="37058" y="97334"/>
                </a:cubicBezTo>
                <a:cubicBezTo>
                  <a:pt x="40630" y="97780"/>
                  <a:pt x="49560" y="98227"/>
                  <a:pt x="54471" y="98227"/>
                </a:cubicBezTo>
                <a:cubicBezTo>
                  <a:pt x="79028" y="98673"/>
                  <a:pt x="84386" y="99566"/>
                  <a:pt x="86618" y="99566"/>
                </a:cubicBezTo>
                <a:cubicBezTo>
                  <a:pt x="97780" y="101352"/>
                  <a:pt x="102245" y="105817"/>
                  <a:pt x="104477" y="108049"/>
                </a:cubicBezTo>
                <a:cubicBezTo>
                  <a:pt x="111621" y="115193"/>
                  <a:pt x="111621" y="121890"/>
                  <a:pt x="111621" y="125016"/>
                </a:cubicBezTo>
                <a:cubicBezTo>
                  <a:pt x="111621" y="138857"/>
                  <a:pt x="103138" y="146893"/>
                  <a:pt x="98673" y="150912"/>
                </a:cubicBezTo>
                <a:cubicBezTo>
                  <a:pt x="79921" y="168771"/>
                  <a:pt x="59382" y="168771"/>
                  <a:pt x="49113" y="168771"/>
                </a:cubicBezTo>
                <a:cubicBezTo>
                  <a:pt x="25450" y="168771"/>
                  <a:pt x="14734" y="161627"/>
                  <a:pt x="9376" y="158055"/>
                </a:cubicBezTo>
                <a:cubicBezTo>
                  <a:pt x="0" y="151805"/>
                  <a:pt x="0" y="147786"/>
                  <a:pt x="0" y="145554"/>
                </a:cubicBezTo>
                <a:cubicBezTo>
                  <a:pt x="0" y="142429"/>
                  <a:pt x="893" y="140643"/>
                  <a:pt x="1786" y="139750"/>
                </a:cubicBezTo>
                <a:cubicBezTo>
                  <a:pt x="3572" y="135285"/>
                  <a:pt x="8037" y="129927"/>
                  <a:pt x="10269" y="126802"/>
                </a:cubicBezTo>
                <a:cubicBezTo>
                  <a:pt x="10716" y="125909"/>
                  <a:pt x="18752" y="117872"/>
                  <a:pt x="22771" y="113854"/>
                </a:cubicBezTo>
                <a:cubicBezTo>
                  <a:pt x="16073" y="109835"/>
                  <a:pt x="14288" y="108049"/>
                  <a:pt x="13395" y="107156"/>
                </a:cubicBezTo>
                <a:cubicBezTo>
                  <a:pt x="10716" y="104477"/>
                  <a:pt x="10716" y="101352"/>
                  <a:pt x="10716" y="100459"/>
                </a:cubicBezTo>
                <a:cubicBezTo>
                  <a:pt x="10716" y="95994"/>
                  <a:pt x="13395" y="92422"/>
                  <a:pt x="14288" y="90190"/>
                </a:cubicBezTo>
                <a:cubicBezTo>
                  <a:pt x="17859" y="84386"/>
                  <a:pt x="26343" y="77688"/>
                  <a:pt x="30361" y="74116"/>
                </a:cubicBezTo>
                <a:close/>
                <a:moveTo>
                  <a:pt x="51346" y="5804"/>
                </a:moveTo>
                <a:cubicBezTo>
                  <a:pt x="42416" y="5804"/>
                  <a:pt x="38398" y="10716"/>
                  <a:pt x="36612" y="12948"/>
                </a:cubicBezTo>
                <a:cubicBezTo>
                  <a:pt x="30361" y="20092"/>
                  <a:pt x="30361" y="29914"/>
                  <a:pt x="30361" y="35272"/>
                </a:cubicBezTo>
                <a:cubicBezTo>
                  <a:pt x="30361" y="54471"/>
                  <a:pt x="36165" y="61168"/>
                  <a:pt x="38844" y="64740"/>
                </a:cubicBezTo>
                <a:cubicBezTo>
                  <a:pt x="45095" y="73223"/>
                  <a:pt x="51346" y="73223"/>
                  <a:pt x="54918" y="73223"/>
                </a:cubicBezTo>
                <a:cubicBezTo>
                  <a:pt x="63847" y="73223"/>
                  <a:pt x="67866" y="68312"/>
                  <a:pt x="70098" y="66080"/>
                </a:cubicBezTo>
                <a:cubicBezTo>
                  <a:pt x="75902" y="58936"/>
                  <a:pt x="75902" y="49113"/>
                  <a:pt x="75902" y="44202"/>
                </a:cubicBezTo>
                <a:cubicBezTo>
                  <a:pt x="75902" y="25003"/>
                  <a:pt x="70545" y="17413"/>
                  <a:pt x="67419" y="13841"/>
                </a:cubicBezTo>
                <a:cubicBezTo>
                  <a:pt x="61168" y="5804"/>
                  <a:pt x="54918" y="5804"/>
                  <a:pt x="51346" y="5804"/>
                </a:cubicBezTo>
                <a:close/>
                <a:moveTo>
                  <a:pt x="29021" y="114746"/>
                </a:moveTo>
                <a:cubicBezTo>
                  <a:pt x="23664" y="120997"/>
                  <a:pt x="21431" y="124569"/>
                  <a:pt x="20538" y="126355"/>
                </a:cubicBezTo>
                <a:cubicBezTo>
                  <a:pt x="17413" y="131713"/>
                  <a:pt x="17413" y="134838"/>
                  <a:pt x="17413" y="136178"/>
                </a:cubicBezTo>
                <a:cubicBezTo>
                  <a:pt x="17413" y="141982"/>
                  <a:pt x="22324" y="145107"/>
                  <a:pt x="24557" y="146447"/>
                </a:cubicBezTo>
                <a:cubicBezTo>
                  <a:pt x="36612" y="154037"/>
                  <a:pt x="52239" y="154037"/>
                  <a:pt x="59829" y="154037"/>
                </a:cubicBezTo>
                <a:cubicBezTo>
                  <a:pt x="81707" y="154037"/>
                  <a:pt x="88850" y="149126"/>
                  <a:pt x="91976" y="146447"/>
                </a:cubicBezTo>
                <a:cubicBezTo>
                  <a:pt x="102691" y="138857"/>
                  <a:pt x="102691" y="132606"/>
                  <a:pt x="102691" y="129927"/>
                </a:cubicBezTo>
                <a:cubicBezTo>
                  <a:pt x="102691" y="123676"/>
                  <a:pt x="98227" y="121890"/>
                  <a:pt x="96441" y="120551"/>
                </a:cubicBezTo>
                <a:cubicBezTo>
                  <a:pt x="90190" y="118318"/>
                  <a:pt x="77688" y="117872"/>
                  <a:pt x="71438" y="117872"/>
                </a:cubicBezTo>
                <a:cubicBezTo>
                  <a:pt x="44202" y="116979"/>
                  <a:pt x="33933" y="115639"/>
                  <a:pt x="29021" y="114746"/>
                </a:cubicBezTo>
                <a:close/>
                <a:moveTo>
                  <a:pt x="29021" y="114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F8E77-7E08-45C8-AB0E-237124F5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48" y="4336607"/>
            <a:ext cx="83493" cy="114746"/>
          </a:xfrm>
          <a:custGeom xmlns:a="http://schemas.openxmlformats.org/drawingml/2006/main">
            <a:pathLst>
              <a:path w="83493" h="114746">
                <a:moveTo>
                  <a:pt x="39291" y="0"/>
                </a:moveTo>
                <a:lnTo>
                  <a:pt x="39291" y="25003"/>
                </a:lnTo>
                <a:cubicBezTo>
                  <a:pt x="53132" y="0"/>
                  <a:pt x="62954" y="0"/>
                  <a:pt x="67866" y="0"/>
                </a:cubicBezTo>
                <a:cubicBezTo>
                  <a:pt x="74563" y="0"/>
                  <a:pt x="77242" y="2679"/>
                  <a:pt x="78581" y="4018"/>
                </a:cubicBezTo>
                <a:cubicBezTo>
                  <a:pt x="83493" y="8037"/>
                  <a:pt x="83493" y="11609"/>
                  <a:pt x="83493" y="13395"/>
                </a:cubicBezTo>
                <a:cubicBezTo>
                  <a:pt x="83493" y="18306"/>
                  <a:pt x="80814" y="20538"/>
                  <a:pt x="79921" y="21431"/>
                </a:cubicBezTo>
                <a:cubicBezTo>
                  <a:pt x="76795" y="25003"/>
                  <a:pt x="74116" y="25003"/>
                  <a:pt x="72330" y="25003"/>
                </a:cubicBezTo>
                <a:cubicBezTo>
                  <a:pt x="68312" y="25003"/>
                  <a:pt x="64740" y="21878"/>
                  <a:pt x="62954" y="20538"/>
                </a:cubicBezTo>
                <a:cubicBezTo>
                  <a:pt x="57596" y="16520"/>
                  <a:pt x="55811" y="16520"/>
                  <a:pt x="54918" y="16520"/>
                </a:cubicBezTo>
                <a:cubicBezTo>
                  <a:pt x="52685" y="16520"/>
                  <a:pt x="50899" y="17859"/>
                  <a:pt x="50453" y="18752"/>
                </a:cubicBezTo>
                <a:cubicBezTo>
                  <a:pt x="44648" y="24110"/>
                  <a:pt x="40630" y="31254"/>
                  <a:pt x="39291" y="35272"/>
                </a:cubicBezTo>
                <a:lnTo>
                  <a:pt x="39291" y="88850"/>
                </a:lnTo>
                <a:cubicBezTo>
                  <a:pt x="39291" y="98227"/>
                  <a:pt x="40630" y="101352"/>
                  <a:pt x="41523" y="102691"/>
                </a:cubicBezTo>
                <a:cubicBezTo>
                  <a:pt x="42862" y="105817"/>
                  <a:pt x="45541" y="107603"/>
                  <a:pt x="46881" y="108049"/>
                </a:cubicBezTo>
                <a:cubicBezTo>
                  <a:pt x="50899" y="110282"/>
                  <a:pt x="56257" y="110282"/>
                  <a:pt x="58489" y="110282"/>
                </a:cubicBezTo>
                <a:lnTo>
                  <a:pt x="58489" y="114746"/>
                </a:lnTo>
                <a:lnTo>
                  <a:pt x="1339" y="114746"/>
                </a:lnTo>
                <a:lnTo>
                  <a:pt x="1339" y="110282"/>
                </a:lnTo>
                <a:cubicBezTo>
                  <a:pt x="9823" y="110282"/>
                  <a:pt x="12502" y="108942"/>
                  <a:pt x="14288" y="107603"/>
                </a:cubicBezTo>
                <a:cubicBezTo>
                  <a:pt x="16966" y="105817"/>
                  <a:pt x="17859" y="103138"/>
                  <a:pt x="18306" y="101352"/>
                </a:cubicBezTo>
                <a:cubicBezTo>
                  <a:pt x="18752" y="99566"/>
                  <a:pt x="18752" y="92869"/>
                  <a:pt x="18752" y="89743"/>
                </a:cubicBezTo>
                <a:lnTo>
                  <a:pt x="18752" y="46434"/>
                </a:lnTo>
                <a:cubicBezTo>
                  <a:pt x="18752" y="26789"/>
                  <a:pt x="18306" y="24557"/>
                  <a:pt x="18306" y="23217"/>
                </a:cubicBezTo>
                <a:cubicBezTo>
                  <a:pt x="17413" y="19645"/>
                  <a:pt x="16073" y="18306"/>
                  <a:pt x="15180" y="17859"/>
                </a:cubicBezTo>
                <a:cubicBezTo>
                  <a:pt x="12948" y="16073"/>
                  <a:pt x="10716" y="16073"/>
                  <a:pt x="9823" y="16073"/>
                </a:cubicBezTo>
                <a:cubicBezTo>
                  <a:pt x="6251" y="16073"/>
                  <a:pt x="3125" y="17413"/>
                  <a:pt x="1339" y="17859"/>
                </a:cubicBezTo>
                <a:lnTo>
                  <a:pt x="0" y="13841"/>
                </a:lnTo>
                <a:lnTo>
                  <a:pt x="33933" y="0"/>
                </a:lnTo>
                <a:lnTo>
                  <a:pt x="39291" y="0"/>
                </a:lnTo>
                <a:close/>
                <a:moveTo>
                  <a:pt x="3929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9C5AD-F176-4A6B-9C6F-77DA5A23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601" y="4336607"/>
            <a:ext cx="101352" cy="117425"/>
          </a:xfrm>
          <a:custGeom xmlns:a="http://schemas.openxmlformats.org/drawingml/2006/main">
            <a:pathLst>
              <a:path w="101352" h="117425">
                <a:moveTo>
                  <a:pt x="62061" y="98673"/>
                </a:moveTo>
                <a:cubicBezTo>
                  <a:pt x="44648" y="112068"/>
                  <a:pt x="41970" y="113407"/>
                  <a:pt x="40630" y="114300"/>
                </a:cubicBezTo>
                <a:cubicBezTo>
                  <a:pt x="33933" y="117425"/>
                  <a:pt x="29021" y="117425"/>
                  <a:pt x="26343" y="117425"/>
                </a:cubicBezTo>
                <a:cubicBezTo>
                  <a:pt x="14734" y="117425"/>
                  <a:pt x="9823" y="112068"/>
                  <a:pt x="7144" y="109389"/>
                </a:cubicBezTo>
                <a:cubicBezTo>
                  <a:pt x="0" y="101352"/>
                  <a:pt x="0" y="92869"/>
                  <a:pt x="0" y="88404"/>
                </a:cubicBezTo>
                <a:cubicBezTo>
                  <a:pt x="0" y="80367"/>
                  <a:pt x="2232" y="76349"/>
                  <a:pt x="3572" y="74116"/>
                </a:cubicBezTo>
                <a:cubicBezTo>
                  <a:pt x="8483" y="66080"/>
                  <a:pt x="16966" y="61168"/>
                  <a:pt x="20985" y="58489"/>
                </a:cubicBezTo>
                <a:cubicBezTo>
                  <a:pt x="33040" y="51346"/>
                  <a:pt x="52685" y="44202"/>
                  <a:pt x="62061" y="41077"/>
                </a:cubicBezTo>
                <a:lnTo>
                  <a:pt x="62061" y="36612"/>
                </a:lnTo>
                <a:cubicBezTo>
                  <a:pt x="62061" y="20092"/>
                  <a:pt x="58489" y="15627"/>
                  <a:pt x="56704" y="13841"/>
                </a:cubicBezTo>
                <a:cubicBezTo>
                  <a:pt x="51346" y="7590"/>
                  <a:pt x="44648" y="7590"/>
                  <a:pt x="41077" y="7590"/>
                </a:cubicBezTo>
                <a:cubicBezTo>
                  <a:pt x="33486" y="7590"/>
                  <a:pt x="30361" y="10269"/>
                  <a:pt x="29021" y="11609"/>
                </a:cubicBezTo>
                <a:cubicBezTo>
                  <a:pt x="24557" y="15627"/>
                  <a:pt x="24557" y="19199"/>
                  <a:pt x="24557" y="20985"/>
                </a:cubicBezTo>
                <a:lnTo>
                  <a:pt x="24557" y="28129"/>
                </a:lnTo>
                <a:cubicBezTo>
                  <a:pt x="24557" y="33486"/>
                  <a:pt x="22771" y="35719"/>
                  <a:pt x="21878" y="37058"/>
                </a:cubicBezTo>
                <a:cubicBezTo>
                  <a:pt x="19199" y="39737"/>
                  <a:pt x="15627" y="39737"/>
                  <a:pt x="14288" y="39737"/>
                </a:cubicBezTo>
                <a:cubicBezTo>
                  <a:pt x="9823" y="39737"/>
                  <a:pt x="8037" y="37505"/>
                  <a:pt x="7144" y="36612"/>
                </a:cubicBezTo>
                <a:cubicBezTo>
                  <a:pt x="4018" y="33486"/>
                  <a:pt x="4018" y="29914"/>
                  <a:pt x="4018" y="27682"/>
                </a:cubicBezTo>
                <a:cubicBezTo>
                  <a:pt x="4018" y="17413"/>
                  <a:pt x="11162" y="11609"/>
                  <a:pt x="14734" y="8483"/>
                </a:cubicBezTo>
                <a:cubicBezTo>
                  <a:pt x="25450" y="0"/>
                  <a:pt x="38398" y="0"/>
                  <a:pt x="45095" y="0"/>
                </a:cubicBezTo>
                <a:cubicBezTo>
                  <a:pt x="59829" y="0"/>
                  <a:pt x="66080" y="3125"/>
                  <a:pt x="69205" y="4911"/>
                </a:cubicBezTo>
                <a:cubicBezTo>
                  <a:pt x="76349" y="8483"/>
                  <a:pt x="78581" y="14288"/>
                  <a:pt x="79921" y="16520"/>
                </a:cubicBezTo>
                <a:cubicBezTo>
                  <a:pt x="82153" y="21878"/>
                  <a:pt x="82153" y="33040"/>
                  <a:pt x="82153" y="37951"/>
                </a:cubicBezTo>
                <a:lnTo>
                  <a:pt x="82153" y="75902"/>
                </a:lnTo>
                <a:cubicBezTo>
                  <a:pt x="82153" y="91976"/>
                  <a:pt x="82600" y="94655"/>
                  <a:pt x="82600" y="95994"/>
                </a:cubicBezTo>
                <a:cubicBezTo>
                  <a:pt x="83493" y="99120"/>
                  <a:pt x="84386" y="100012"/>
                  <a:pt x="84832" y="100459"/>
                </a:cubicBezTo>
                <a:cubicBezTo>
                  <a:pt x="86171" y="101798"/>
                  <a:pt x="87511" y="101798"/>
                  <a:pt x="87957" y="101798"/>
                </a:cubicBezTo>
                <a:cubicBezTo>
                  <a:pt x="89743" y="101798"/>
                  <a:pt x="91083" y="100905"/>
                  <a:pt x="91529" y="100905"/>
                </a:cubicBezTo>
                <a:cubicBezTo>
                  <a:pt x="93762" y="99120"/>
                  <a:pt x="98673" y="94208"/>
                  <a:pt x="101352" y="91976"/>
                </a:cubicBezTo>
                <a:lnTo>
                  <a:pt x="101352" y="98673"/>
                </a:lnTo>
                <a:cubicBezTo>
                  <a:pt x="87511" y="116979"/>
                  <a:pt x="79474" y="116979"/>
                  <a:pt x="75009" y="116979"/>
                </a:cubicBezTo>
                <a:cubicBezTo>
                  <a:pt x="69205" y="116979"/>
                  <a:pt x="66973" y="114300"/>
                  <a:pt x="65633" y="112961"/>
                </a:cubicBezTo>
                <a:cubicBezTo>
                  <a:pt x="62061" y="108942"/>
                  <a:pt x="62061" y="101798"/>
                  <a:pt x="62061" y="98673"/>
                </a:cubicBezTo>
                <a:close/>
                <a:moveTo>
                  <a:pt x="62061" y="90636"/>
                </a:moveTo>
                <a:lnTo>
                  <a:pt x="62061" y="48220"/>
                </a:lnTo>
                <a:cubicBezTo>
                  <a:pt x="43309" y="55811"/>
                  <a:pt x="40184" y="57596"/>
                  <a:pt x="38398" y="58489"/>
                </a:cubicBezTo>
                <a:cubicBezTo>
                  <a:pt x="28575" y="64294"/>
                  <a:pt x="25896" y="67866"/>
                  <a:pt x="24557" y="69652"/>
                </a:cubicBezTo>
                <a:cubicBezTo>
                  <a:pt x="20092" y="75902"/>
                  <a:pt x="20092" y="80367"/>
                  <a:pt x="20092" y="82600"/>
                </a:cubicBezTo>
                <a:cubicBezTo>
                  <a:pt x="20092" y="91529"/>
                  <a:pt x="23664" y="95101"/>
                  <a:pt x="25450" y="97334"/>
                </a:cubicBezTo>
                <a:cubicBezTo>
                  <a:pt x="30807" y="103138"/>
                  <a:pt x="35272" y="103138"/>
                  <a:pt x="37951" y="103138"/>
                </a:cubicBezTo>
                <a:cubicBezTo>
                  <a:pt x="46881" y="103138"/>
                  <a:pt x="57150" y="95101"/>
                  <a:pt x="62061" y="90636"/>
                </a:cubicBezTo>
                <a:close/>
                <a:moveTo>
                  <a:pt x="62061" y="90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FAA18-A493-4981-A2CB-BBB56AB6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956" y="4336607"/>
            <a:ext cx="116979" cy="168325"/>
          </a:xfrm>
          <a:custGeom xmlns:a="http://schemas.openxmlformats.org/drawingml/2006/main">
            <a:pathLst>
              <a:path w="116979" h="168325">
                <a:moveTo>
                  <a:pt x="446" y="14288"/>
                </a:moveTo>
                <a:lnTo>
                  <a:pt x="34826" y="446"/>
                </a:lnTo>
                <a:lnTo>
                  <a:pt x="39737" y="446"/>
                </a:lnTo>
                <a:lnTo>
                  <a:pt x="39737" y="26343"/>
                </a:lnTo>
                <a:cubicBezTo>
                  <a:pt x="48220" y="11609"/>
                  <a:pt x="54025" y="8037"/>
                  <a:pt x="56704" y="5804"/>
                </a:cubicBezTo>
                <a:cubicBezTo>
                  <a:pt x="65633" y="0"/>
                  <a:pt x="71884" y="0"/>
                  <a:pt x="75456" y="0"/>
                </a:cubicBezTo>
                <a:cubicBezTo>
                  <a:pt x="91976" y="0"/>
                  <a:pt x="99566" y="8483"/>
                  <a:pt x="103138" y="12948"/>
                </a:cubicBezTo>
                <a:cubicBezTo>
                  <a:pt x="116979" y="29021"/>
                  <a:pt x="116979" y="46434"/>
                  <a:pt x="116979" y="54918"/>
                </a:cubicBezTo>
                <a:cubicBezTo>
                  <a:pt x="116979" y="83939"/>
                  <a:pt x="105817" y="96441"/>
                  <a:pt x="100459" y="102691"/>
                </a:cubicBezTo>
                <a:cubicBezTo>
                  <a:pt x="86618" y="118318"/>
                  <a:pt x="73223" y="118318"/>
                  <a:pt x="66080" y="118318"/>
                </a:cubicBezTo>
                <a:cubicBezTo>
                  <a:pt x="57150" y="118318"/>
                  <a:pt x="52685" y="116532"/>
                  <a:pt x="50453" y="115639"/>
                </a:cubicBezTo>
                <a:cubicBezTo>
                  <a:pt x="45541" y="113854"/>
                  <a:pt x="41523" y="110282"/>
                  <a:pt x="39737" y="108496"/>
                </a:cubicBezTo>
                <a:lnTo>
                  <a:pt x="39737" y="142429"/>
                </a:lnTo>
                <a:cubicBezTo>
                  <a:pt x="39737" y="154037"/>
                  <a:pt x="40630" y="155823"/>
                  <a:pt x="40630" y="156716"/>
                </a:cubicBezTo>
                <a:cubicBezTo>
                  <a:pt x="42416" y="160288"/>
                  <a:pt x="44648" y="161627"/>
                  <a:pt x="45988" y="162074"/>
                </a:cubicBezTo>
                <a:cubicBezTo>
                  <a:pt x="49113" y="163860"/>
                  <a:pt x="55364" y="163860"/>
                  <a:pt x="58489" y="163860"/>
                </a:cubicBezTo>
                <a:lnTo>
                  <a:pt x="58489" y="168325"/>
                </a:lnTo>
                <a:lnTo>
                  <a:pt x="0" y="168325"/>
                </a:lnTo>
                <a:lnTo>
                  <a:pt x="0" y="163860"/>
                </a:lnTo>
                <a:lnTo>
                  <a:pt x="2679" y="163860"/>
                </a:lnTo>
                <a:cubicBezTo>
                  <a:pt x="9823" y="163860"/>
                  <a:pt x="12948" y="162074"/>
                  <a:pt x="14288" y="161181"/>
                </a:cubicBezTo>
                <a:cubicBezTo>
                  <a:pt x="16520" y="159841"/>
                  <a:pt x="17413" y="158055"/>
                  <a:pt x="18306" y="156716"/>
                </a:cubicBezTo>
                <a:cubicBezTo>
                  <a:pt x="19199" y="154037"/>
                  <a:pt x="19199" y="145554"/>
                  <a:pt x="19199" y="141536"/>
                </a:cubicBezTo>
                <a:lnTo>
                  <a:pt x="19199" y="36165"/>
                </a:lnTo>
                <a:cubicBezTo>
                  <a:pt x="19199" y="25450"/>
                  <a:pt x="18752" y="23217"/>
                  <a:pt x="18306" y="22324"/>
                </a:cubicBezTo>
                <a:cubicBezTo>
                  <a:pt x="17413" y="19199"/>
                  <a:pt x="16073" y="18306"/>
                  <a:pt x="15180" y="17859"/>
                </a:cubicBezTo>
                <a:cubicBezTo>
                  <a:pt x="12948" y="16520"/>
                  <a:pt x="10716" y="16520"/>
                  <a:pt x="9376" y="16520"/>
                </a:cubicBezTo>
                <a:cubicBezTo>
                  <a:pt x="6251" y="16520"/>
                  <a:pt x="3572" y="17859"/>
                  <a:pt x="1786" y="18306"/>
                </a:cubicBezTo>
                <a:lnTo>
                  <a:pt x="446" y="14288"/>
                </a:lnTo>
                <a:close/>
                <a:moveTo>
                  <a:pt x="39737" y="33486"/>
                </a:moveTo>
                <a:lnTo>
                  <a:pt x="39737" y="75456"/>
                </a:lnTo>
                <a:cubicBezTo>
                  <a:pt x="39737" y="88850"/>
                  <a:pt x="40184" y="91976"/>
                  <a:pt x="40630" y="93315"/>
                </a:cubicBezTo>
                <a:cubicBezTo>
                  <a:pt x="42416" y="100459"/>
                  <a:pt x="46881" y="103584"/>
                  <a:pt x="49113" y="105370"/>
                </a:cubicBezTo>
                <a:cubicBezTo>
                  <a:pt x="55364" y="111175"/>
                  <a:pt x="62508" y="111175"/>
                  <a:pt x="65633" y="111175"/>
                </a:cubicBezTo>
                <a:cubicBezTo>
                  <a:pt x="78135" y="111175"/>
                  <a:pt x="83046" y="104477"/>
                  <a:pt x="85725" y="101352"/>
                </a:cubicBezTo>
                <a:cubicBezTo>
                  <a:pt x="95101" y="88850"/>
                  <a:pt x="95101" y="74116"/>
                  <a:pt x="95101" y="66526"/>
                </a:cubicBezTo>
                <a:cubicBezTo>
                  <a:pt x="95101" y="41077"/>
                  <a:pt x="87957" y="31700"/>
                  <a:pt x="83939" y="27236"/>
                </a:cubicBezTo>
                <a:cubicBezTo>
                  <a:pt x="76349" y="17859"/>
                  <a:pt x="69205" y="17859"/>
                  <a:pt x="65633" y="17859"/>
                </a:cubicBezTo>
                <a:cubicBezTo>
                  <a:pt x="59829" y="17859"/>
                  <a:pt x="56257" y="19645"/>
                  <a:pt x="54025" y="20538"/>
                </a:cubicBezTo>
                <a:cubicBezTo>
                  <a:pt x="49560" y="22771"/>
                  <a:pt x="42862" y="29914"/>
                  <a:pt x="39737" y="33486"/>
                </a:cubicBezTo>
                <a:close/>
                <a:moveTo>
                  <a:pt x="39737" y="334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EC20C-9E0C-4060-AA6B-777AA6E3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022" y="4278118"/>
            <a:ext cx="121890" cy="173236"/>
          </a:xfrm>
          <a:custGeom xmlns:a="http://schemas.openxmlformats.org/drawingml/2006/main">
            <a:pathLst>
              <a:path w="121890" h="173236">
                <a:moveTo>
                  <a:pt x="39291" y="0"/>
                </a:moveTo>
                <a:lnTo>
                  <a:pt x="39291" y="81707"/>
                </a:lnTo>
                <a:cubicBezTo>
                  <a:pt x="52685" y="66973"/>
                  <a:pt x="57596" y="64294"/>
                  <a:pt x="60722" y="62508"/>
                </a:cubicBezTo>
                <a:cubicBezTo>
                  <a:pt x="68759" y="58489"/>
                  <a:pt x="73670" y="58489"/>
                  <a:pt x="76349" y="58489"/>
                </a:cubicBezTo>
                <a:cubicBezTo>
                  <a:pt x="86171" y="58489"/>
                  <a:pt x="90636" y="62061"/>
                  <a:pt x="92869" y="63847"/>
                </a:cubicBezTo>
                <a:cubicBezTo>
                  <a:pt x="99566" y="68759"/>
                  <a:pt x="101798" y="76349"/>
                  <a:pt x="102691" y="79921"/>
                </a:cubicBezTo>
                <a:cubicBezTo>
                  <a:pt x="105370" y="87957"/>
                  <a:pt x="105370" y="101798"/>
                  <a:pt x="105370" y="108496"/>
                </a:cubicBezTo>
                <a:lnTo>
                  <a:pt x="105370" y="148233"/>
                </a:lnTo>
                <a:cubicBezTo>
                  <a:pt x="105370" y="158948"/>
                  <a:pt x="106263" y="161181"/>
                  <a:pt x="107156" y="162967"/>
                </a:cubicBezTo>
                <a:cubicBezTo>
                  <a:pt x="108049" y="165646"/>
                  <a:pt x="109835" y="166539"/>
                  <a:pt x="111175" y="167432"/>
                </a:cubicBezTo>
                <a:cubicBezTo>
                  <a:pt x="113854" y="168771"/>
                  <a:pt x="119211" y="168771"/>
                  <a:pt x="121890" y="168771"/>
                </a:cubicBezTo>
                <a:lnTo>
                  <a:pt x="121890" y="173236"/>
                </a:lnTo>
                <a:lnTo>
                  <a:pt x="66973" y="173236"/>
                </a:lnTo>
                <a:lnTo>
                  <a:pt x="66973" y="168771"/>
                </a:lnTo>
                <a:lnTo>
                  <a:pt x="69652" y="168771"/>
                </a:lnTo>
                <a:cubicBezTo>
                  <a:pt x="77242" y="168771"/>
                  <a:pt x="79474" y="167432"/>
                  <a:pt x="80367" y="166539"/>
                </a:cubicBezTo>
                <a:cubicBezTo>
                  <a:pt x="83493" y="164306"/>
                  <a:pt x="84386" y="161181"/>
                  <a:pt x="84386" y="159395"/>
                </a:cubicBezTo>
                <a:cubicBezTo>
                  <a:pt x="84832" y="157609"/>
                  <a:pt x="84832" y="151358"/>
                  <a:pt x="84832" y="148233"/>
                </a:cubicBezTo>
                <a:lnTo>
                  <a:pt x="84832" y="108496"/>
                </a:lnTo>
                <a:cubicBezTo>
                  <a:pt x="84832" y="90190"/>
                  <a:pt x="83939" y="86618"/>
                  <a:pt x="83046" y="84832"/>
                </a:cubicBezTo>
                <a:cubicBezTo>
                  <a:pt x="81260" y="79028"/>
                  <a:pt x="78135" y="76795"/>
                  <a:pt x="77242" y="76349"/>
                </a:cubicBezTo>
                <a:cubicBezTo>
                  <a:pt x="72777" y="73223"/>
                  <a:pt x="69205" y="73223"/>
                  <a:pt x="66973" y="73223"/>
                </a:cubicBezTo>
                <a:cubicBezTo>
                  <a:pt x="61168" y="73223"/>
                  <a:pt x="56704" y="75456"/>
                  <a:pt x="54471" y="76349"/>
                </a:cubicBezTo>
                <a:cubicBezTo>
                  <a:pt x="48220" y="79474"/>
                  <a:pt x="41970" y="85725"/>
                  <a:pt x="39291" y="89297"/>
                </a:cubicBezTo>
                <a:lnTo>
                  <a:pt x="39291" y="148233"/>
                </a:lnTo>
                <a:cubicBezTo>
                  <a:pt x="39291" y="159395"/>
                  <a:pt x="40184" y="161627"/>
                  <a:pt x="40184" y="162520"/>
                </a:cubicBezTo>
                <a:cubicBezTo>
                  <a:pt x="41523" y="165199"/>
                  <a:pt x="44202" y="166539"/>
                  <a:pt x="45095" y="166985"/>
                </a:cubicBezTo>
                <a:cubicBezTo>
                  <a:pt x="48667" y="168771"/>
                  <a:pt x="54471" y="168771"/>
                  <a:pt x="57150" y="168771"/>
                </a:cubicBezTo>
                <a:lnTo>
                  <a:pt x="57150" y="173236"/>
                </a:lnTo>
                <a:lnTo>
                  <a:pt x="1786" y="173236"/>
                </a:lnTo>
                <a:lnTo>
                  <a:pt x="1786" y="168771"/>
                </a:lnTo>
                <a:cubicBezTo>
                  <a:pt x="8930" y="168771"/>
                  <a:pt x="12055" y="167432"/>
                  <a:pt x="13841" y="166539"/>
                </a:cubicBezTo>
                <a:cubicBezTo>
                  <a:pt x="16073" y="165646"/>
                  <a:pt x="16966" y="163413"/>
                  <a:pt x="17413" y="162074"/>
                </a:cubicBezTo>
                <a:cubicBezTo>
                  <a:pt x="18752" y="158502"/>
                  <a:pt x="18752" y="151358"/>
                  <a:pt x="18752" y="148233"/>
                </a:cubicBezTo>
                <a:lnTo>
                  <a:pt x="18752" y="47327"/>
                </a:lnTo>
                <a:cubicBezTo>
                  <a:pt x="18752" y="28129"/>
                  <a:pt x="18306" y="25003"/>
                  <a:pt x="17859" y="23664"/>
                </a:cubicBezTo>
                <a:cubicBezTo>
                  <a:pt x="16966" y="19199"/>
                  <a:pt x="16073" y="18306"/>
                  <a:pt x="15180" y="17413"/>
                </a:cubicBezTo>
                <a:cubicBezTo>
                  <a:pt x="13395" y="16073"/>
                  <a:pt x="11162" y="16073"/>
                  <a:pt x="10269" y="16073"/>
                </a:cubicBezTo>
                <a:cubicBezTo>
                  <a:pt x="7590" y="16073"/>
                  <a:pt x="3572" y="17413"/>
                  <a:pt x="1786" y="17859"/>
                </a:cubicBezTo>
                <a:lnTo>
                  <a:pt x="0" y="13841"/>
                </a:lnTo>
                <a:lnTo>
                  <a:pt x="33486" y="0"/>
                </a:lnTo>
                <a:lnTo>
                  <a:pt x="39291" y="0"/>
                </a:lnTo>
                <a:close/>
                <a:moveTo>
                  <a:pt x="3929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B6673-8E02-4E76-B489-C3C3B0F6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856" y="4339733"/>
            <a:ext cx="121890" cy="165646"/>
          </a:xfrm>
          <a:custGeom xmlns:a="http://schemas.openxmlformats.org/drawingml/2006/main">
            <a:pathLst>
              <a:path w="121890" h="165646">
                <a:moveTo>
                  <a:pt x="0" y="0"/>
                </a:moveTo>
                <a:lnTo>
                  <a:pt x="52239" y="0"/>
                </a:lnTo>
                <a:lnTo>
                  <a:pt x="52239" y="4465"/>
                </a:lnTo>
                <a:lnTo>
                  <a:pt x="49560" y="4465"/>
                </a:lnTo>
                <a:cubicBezTo>
                  <a:pt x="44202" y="4465"/>
                  <a:pt x="41970" y="6251"/>
                  <a:pt x="41523" y="7144"/>
                </a:cubicBezTo>
                <a:cubicBezTo>
                  <a:pt x="38398" y="9376"/>
                  <a:pt x="38398" y="11609"/>
                  <a:pt x="38398" y="12948"/>
                </a:cubicBezTo>
                <a:cubicBezTo>
                  <a:pt x="38398" y="17859"/>
                  <a:pt x="41077" y="23217"/>
                  <a:pt x="42416" y="25896"/>
                </a:cubicBezTo>
                <a:lnTo>
                  <a:pt x="69652" y="82600"/>
                </a:lnTo>
                <a:lnTo>
                  <a:pt x="94655" y="20985"/>
                </a:lnTo>
                <a:cubicBezTo>
                  <a:pt x="96887" y="15627"/>
                  <a:pt x="96887" y="12502"/>
                  <a:pt x="96887" y="10716"/>
                </a:cubicBezTo>
                <a:cubicBezTo>
                  <a:pt x="96887" y="8483"/>
                  <a:pt x="96441" y="7590"/>
                  <a:pt x="95994" y="7590"/>
                </a:cubicBezTo>
                <a:cubicBezTo>
                  <a:pt x="95101" y="6251"/>
                  <a:pt x="93315" y="5804"/>
                  <a:pt x="92869" y="5358"/>
                </a:cubicBezTo>
                <a:cubicBezTo>
                  <a:pt x="90636" y="4465"/>
                  <a:pt x="87064" y="4465"/>
                  <a:pt x="85725" y="4465"/>
                </a:cubicBezTo>
                <a:lnTo>
                  <a:pt x="85725" y="0"/>
                </a:lnTo>
                <a:lnTo>
                  <a:pt x="121890" y="0"/>
                </a:lnTo>
                <a:lnTo>
                  <a:pt x="121890" y="4465"/>
                </a:lnTo>
                <a:cubicBezTo>
                  <a:pt x="117425" y="4911"/>
                  <a:pt x="115639" y="6251"/>
                  <a:pt x="114746" y="6697"/>
                </a:cubicBezTo>
                <a:cubicBezTo>
                  <a:pt x="112514" y="8037"/>
                  <a:pt x="110282" y="10716"/>
                  <a:pt x="109389" y="12055"/>
                </a:cubicBezTo>
                <a:cubicBezTo>
                  <a:pt x="108496" y="13841"/>
                  <a:pt x="106263" y="18752"/>
                  <a:pt x="105370" y="21431"/>
                </a:cubicBezTo>
                <a:lnTo>
                  <a:pt x="60275" y="133052"/>
                </a:lnTo>
                <a:cubicBezTo>
                  <a:pt x="53132" y="149126"/>
                  <a:pt x="46434" y="154484"/>
                  <a:pt x="42862" y="157162"/>
                </a:cubicBezTo>
                <a:cubicBezTo>
                  <a:pt x="32147" y="165646"/>
                  <a:pt x="25450" y="165646"/>
                  <a:pt x="22324" y="165646"/>
                </a:cubicBezTo>
                <a:cubicBezTo>
                  <a:pt x="14734" y="165646"/>
                  <a:pt x="12055" y="162967"/>
                  <a:pt x="10269" y="161627"/>
                </a:cubicBezTo>
                <a:cubicBezTo>
                  <a:pt x="5804" y="157162"/>
                  <a:pt x="5804" y="153591"/>
                  <a:pt x="5804" y="152251"/>
                </a:cubicBezTo>
                <a:cubicBezTo>
                  <a:pt x="5804" y="146893"/>
                  <a:pt x="8037" y="144661"/>
                  <a:pt x="8930" y="143768"/>
                </a:cubicBezTo>
                <a:cubicBezTo>
                  <a:pt x="12502" y="140643"/>
                  <a:pt x="16520" y="140643"/>
                  <a:pt x="18306" y="140643"/>
                </a:cubicBezTo>
                <a:cubicBezTo>
                  <a:pt x="22324" y="140643"/>
                  <a:pt x="26789" y="142429"/>
                  <a:pt x="29468" y="143321"/>
                </a:cubicBezTo>
                <a:cubicBezTo>
                  <a:pt x="33933" y="145107"/>
                  <a:pt x="34826" y="145107"/>
                  <a:pt x="35272" y="145107"/>
                </a:cubicBezTo>
                <a:cubicBezTo>
                  <a:pt x="39291" y="145107"/>
                  <a:pt x="41970" y="142429"/>
                  <a:pt x="43309" y="141536"/>
                </a:cubicBezTo>
                <a:cubicBezTo>
                  <a:pt x="47774" y="137517"/>
                  <a:pt x="50453" y="130373"/>
                  <a:pt x="52239" y="126802"/>
                </a:cubicBezTo>
                <a:lnTo>
                  <a:pt x="60275" y="107156"/>
                </a:lnTo>
                <a:lnTo>
                  <a:pt x="20092" y="23217"/>
                </a:lnTo>
                <a:cubicBezTo>
                  <a:pt x="18306" y="19199"/>
                  <a:pt x="15180" y="15627"/>
                  <a:pt x="14288" y="13841"/>
                </a:cubicBezTo>
                <a:cubicBezTo>
                  <a:pt x="10716" y="9376"/>
                  <a:pt x="9823" y="8483"/>
                  <a:pt x="8930" y="8037"/>
                </a:cubicBezTo>
                <a:cubicBezTo>
                  <a:pt x="6251" y="6251"/>
                  <a:pt x="2232" y="4911"/>
                  <a:pt x="0" y="4465"/>
                </a:cubicBez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5A82A-629D-4C44-9F0D-CBEEF9A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538" y="4087997"/>
            <a:ext cx="131266" cy="126802"/>
          </a:xfrm>
          <a:custGeom xmlns:a="http://schemas.openxmlformats.org/drawingml/2006/main">
            <a:pathLst>
              <a:path w="131266" h="126802">
                <a:moveTo>
                  <a:pt x="131266" y="0"/>
                </a:moveTo>
                <a:lnTo>
                  <a:pt x="131266" y="3125"/>
                </a:lnTo>
                <a:cubicBezTo>
                  <a:pt x="124569" y="4465"/>
                  <a:pt x="122337" y="6697"/>
                  <a:pt x="121444" y="7590"/>
                </a:cubicBezTo>
                <a:cubicBezTo>
                  <a:pt x="116532" y="12055"/>
                  <a:pt x="114300" y="18306"/>
                  <a:pt x="112961" y="20985"/>
                </a:cubicBezTo>
                <a:lnTo>
                  <a:pt x="69652" y="126802"/>
                </a:lnTo>
                <a:lnTo>
                  <a:pt x="66080" y="126802"/>
                </a:lnTo>
                <a:lnTo>
                  <a:pt x="19645" y="19645"/>
                </a:lnTo>
                <a:cubicBezTo>
                  <a:pt x="16073" y="11609"/>
                  <a:pt x="15180" y="10269"/>
                  <a:pt x="14734" y="9823"/>
                </a:cubicBezTo>
                <a:cubicBezTo>
                  <a:pt x="12502" y="7144"/>
                  <a:pt x="10269" y="5804"/>
                  <a:pt x="8930" y="5358"/>
                </a:cubicBezTo>
                <a:cubicBezTo>
                  <a:pt x="5804" y="3572"/>
                  <a:pt x="2232" y="3572"/>
                  <a:pt x="0" y="3125"/>
                </a:cubicBezTo>
                <a:lnTo>
                  <a:pt x="0" y="0"/>
                </a:lnTo>
                <a:lnTo>
                  <a:pt x="50899" y="0"/>
                </a:lnTo>
                <a:lnTo>
                  <a:pt x="50899" y="3125"/>
                </a:lnTo>
                <a:cubicBezTo>
                  <a:pt x="42416" y="4018"/>
                  <a:pt x="40630" y="5358"/>
                  <a:pt x="39737" y="6251"/>
                </a:cubicBezTo>
                <a:cubicBezTo>
                  <a:pt x="37058" y="8037"/>
                  <a:pt x="37058" y="10716"/>
                  <a:pt x="37058" y="11609"/>
                </a:cubicBezTo>
                <a:cubicBezTo>
                  <a:pt x="37058" y="16073"/>
                  <a:pt x="40184" y="22771"/>
                  <a:pt x="41523" y="25896"/>
                </a:cubicBezTo>
                <a:lnTo>
                  <a:pt x="72777" y="98227"/>
                </a:lnTo>
                <a:lnTo>
                  <a:pt x="102245" y="26789"/>
                </a:lnTo>
                <a:cubicBezTo>
                  <a:pt x="106263" y="16073"/>
                  <a:pt x="106263" y="13395"/>
                  <a:pt x="106263" y="12055"/>
                </a:cubicBezTo>
                <a:cubicBezTo>
                  <a:pt x="106263" y="9376"/>
                  <a:pt x="104477" y="8037"/>
                  <a:pt x="103584" y="7144"/>
                </a:cubicBezTo>
                <a:cubicBezTo>
                  <a:pt x="100905" y="4465"/>
                  <a:pt x="96887" y="4018"/>
                  <a:pt x="94655" y="3572"/>
                </a:cubicBezTo>
                <a:cubicBezTo>
                  <a:pt x="94208" y="3572"/>
                  <a:pt x="93315" y="3572"/>
                  <a:pt x="93315" y="3125"/>
                </a:cubicBezTo>
                <a:lnTo>
                  <a:pt x="93315" y="0"/>
                </a:lnTo>
                <a:lnTo>
                  <a:pt x="131266" y="0"/>
                </a:lnTo>
                <a:close/>
                <a:moveTo>
                  <a:pt x="13126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9E31C-A7F0-40D3-978C-C79A6E60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898" y="4081746"/>
            <a:ext cx="41970" cy="129927"/>
          </a:xfrm>
          <a:custGeom xmlns:a="http://schemas.openxmlformats.org/drawingml/2006/main">
            <a:pathLst>
              <a:path w="41970" h="129927">
                <a:moveTo>
                  <a:pt x="21878" y="0"/>
                </a:moveTo>
                <a:cubicBezTo>
                  <a:pt x="25450" y="0"/>
                  <a:pt x="27236" y="1786"/>
                  <a:pt x="28129" y="2679"/>
                </a:cubicBezTo>
                <a:cubicBezTo>
                  <a:pt x="30807" y="5358"/>
                  <a:pt x="30807" y="8037"/>
                  <a:pt x="30807" y="9376"/>
                </a:cubicBezTo>
                <a:cubicBezTo>
                  <a:pt x="30807" y="13395"/>
                  <a:pt x="29021" y="15180"/>
                  <a:pt x="28129" y="16073"/>
                </a:cubicBezTo>
                <a:cubicBezTo>
                  <a:pt x="25450" y="18752"/>
                  <a:pt x="22771" y="18752"/>
                  <a:pt x="21878" y="18752"/>
                </a:cubicBezTo>
                <a:cubicBezTo>
                  <a:pt x="17859" y="18752"/>
                  <a:pt x="16073" y="16966"/>
                  <a:pt x="15180" y="16073"/>
                </a:cubicBezTo>
                <a:cubicBezTo>
                  <a:pt x="12502" y="13395"/>
                  <a:pt x="12502" y="10716"/>
                  <a:pt x="12502" y="9376"/>
                </a:cubicBezTo>
                <a:cubicBezTo>
                  <a:pt x="12502" y="5358"/>
                  <a:pt x="14288" y="3572"/>
                  <a:pt x="15180" y="2679"/>
                </a:cubicBezTo>
                <a:cubicBezTo>
                  <a:pt x="17859" y="0"/>
                  <a:pt x="20538" y="0"/>
                  <a:pt x="21878" y="0"/>
                </a:cubicBezTo>
                <a:close/>
                <a:moveTo>
                  <a:pt x="29468" y="43755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39737" y="126802"/>
                  <a:pt x="41970" y="126802"/>
                </a:cubicBezTo>
                <a:lnTo>
                  <a:pt x="41970" y="129927"/>
                </a:lnTo>
                <a:lnTo>
                  <a:pt x="1339" y="129927"/>
                </a:lnTo>
                <a:lnTo>
                  <a:pt x="1339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79028"/>
                </a:lnTo>
                <a:cubicBezTo>
                  <a:pt x="14288" y="65187"/>
                  <a:pt x="13395" y="62508"/>
                  <a:pt x="13395" y="61168"/>
                </a:cubicBezTo>
                <a:cubicBezTo>
                  <a:pt x="12502" y="58489"/>
                  <a:pt x="11609" y="57596"/>
                  <a:pt x="11162" y="57150"/>
                </a:cubicBezTo>
                <a:cubicBezTo>
                  <a:pt x="9823" y="55811"/>
                  <a:pt x="8483" y="55811"/>
                  <a:pt x="7590" y="55811"/>
                </a:cubicBezTo>
                <a:cubicBezTo>
                  <a:pt x="4911" y="55811"/>
                  <a:pt x="2679" y="57150"/>
                  <a:pt x="1339" y="57150"/>
                </a:cubicBezTo>
                <a:lnTo>
                  <a:pt x="0" y="54025"/>
                </a:lnTo>
                <a:lnTo>
                  <a:pt x="25450" y="43755"/>
                </a:lnTo>
                <a:lnTo>
                  <a:pt x="29468" y="43755"/>
                </a:lnTo>
                <a:close/>
                <a:moveTo>
                  <a:pt x="29468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FA97D-C46B-458E-8109-BA5B5411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44" y="4125501"/>
            <a:ext cx="57150" cy="88850"/>
          </a:xfrm>
          <a:custGeom xmlns:a="http://schemas.openxmlformats.org/drawingml/2006/main">
            <a:pathLst>
              <a:path w="57150" h="88850">
                <a:moveTo>
                  <a:pt x="50899" y="0"/>
                </a:moveTo>
                <a:lnTo>
                  <a:pt x="50899" y="28575"/>
                </a:lnTo>
                <a:lnTo>
                  <a:pt x="47774" y="28575"/>
                </a:lnTo>
                <a:cubicBezTo>
                  <a:pt x="44202" y="15180"/>
                  <a:pt x="40630" y="12055"/>
                  <a:pt x="38844" y="10269"/>
                </a:cubicBezTo>
                <a:cubicBezTo>
                  <a:pt x="33486" y="5358"/>
                  <a:pt x="28129" y="5358"/>
                  <a:pt x="25003" y="5358"/>
                </a:cubicBezTo>
                <a:cubicBezTo>
                  <a:pt x="18752" y="5358"/>
                  <a:pt x="16073" y="7590"/>
                  <a:pt x="14734" y="8930"/>
                </a:cubicBezTo>
                <a:cubicBezTo>
                  <a:pt x="10716" y="12055"/>
                  <a:pt x="10716" y="15180"/>
                  <a:pt x="10716" y="16520"/>
                </a:cubicBezTo>
                <a:cubicBezTo>
                  <a:pt x="10716" y="21431"/>
                  <a:pt x="12948" y="23664"/>
                  <a:pt x="13841" y="25003"/>
                </a:cubicBezTo>
                <a:cubicBezTo>
                  <a:pt x="16520" y="29021"/>
                  <a:pt x="22324" y="31700"/>
                  <a:pt x="25450" y="33040"/>
                </a:cubicBezTo>
                <a:lnTo>
                  <a:pt x="38398" y="39737"/>
                </a:lnTo>
                <a:cubicBezTo>
                  <a:pt x="57150" y="48667"/>
                  <a:pt x="57150" y="58489"/>
                  <a:pt x="57150" y="63401"/>
                </a:cubicBezTo>
                <a:cubicBezTo>
                  <a:pt x="57150" y="74563"/>
                  <a:pt x="51346" y="79474"/>
                  <a:pt x="48667" y="81707"/>
                </a:cubicBezTo>
                <a:cubicBezTo>
                  <a:pt x="39737" y="88850"/>
                  <a:pt x="32593" y="88850"/>
                  <a:pt x="29021" y="88850"/>
                </a:cubicBezTo>
                <a:cubicBezTo>
                  <a:pt x="21431" y="88850"/>
                  <a:pt x="15180" y="87064"/>
                  <a:pt x="11609" y="86171"/>
                </a:cubicBezTo>
                <a:cubicBezTo>
                  <a:pt x="8483" y="85279"/>
                  <a:pt x="7144" y="85279"/>
                  <a:pt x="6697" y="85279"/>
                </a:cubicBezTo>
                <a:cubicBezTo>
                  <a:pt x="4911" y="85279"/>
                  <a:pt x="4018" y="86618"/>
                  <a:pt x="3572" y="87511"/>
                </a:cubicBezTo>
                <a:lnTo>
                  <a:pt x="446" y="87511"/>
                </a:lnTo>
                <a:lnTo>
                  <a:pt x="446" y="57596"/>
                </a:lnTo>
                <a:lnTo>
                  <a:pt x="3572" y="57596"/>
                </a:lnTo>
                <a:cubicBezTo>
                  <a:pt x="6251" y="70545"/>
                  <a:pt x="10716" y="74563"/>
                  <a:pt x="13395" y="76795"/>
                </a:cubicBezTo>
                <a:cubicBezTo>
                  <a:pt x="20538" y="83493"/>
                  <a:pt x="26343" y="83493"/>
                  <a:pt x="29468" y="83493"/>
                </a:cubicBezTo>
                <a:cubicBezTo>
                  <a:pt x="35719" y="83493"/>
                  <a:pt x="38398" y="80814"/>
                  <a:pt x="39737" y="79921"/>
                </a:cubicBezTo>
                <a:cubicBezTo>
                  <a:pt x="43755" y="75902"/>
                  <a:pt x="43755" y="72330"/>
                  <a:pt x="43755" y="70991"/>
                </a:cubicBezTo>
                <a:cubicBezTo>
                  <a:pt x="43755" y="64294"/>
                  <a:pt x="40630" y="61615"/>
                  <a:pt x="39291" y="60275"/>
                </a:cubicBezTo>
                <a:cubicBezTo>
                  <a:pt x="34826" y="55811"/>
                  <a:pt x="25896" y="51346"/>
                  <a:pt x="21431" y="49113"/>
                </a:cubicBezTo>
                <a:cubicBezTo>
                  <a:pt x="8483" y="42862"/>
                  <a:pt x="5804" y="39291"/>
                  <a:pt x="4018" y="37505"/>
                </a:cubicBezTo>
                <a:cubicBezTo>
                  <a:pt x="0" y="32147"/>
                  <a:pt x="0" y="27236"/>
                  <a:pt x="0" y="24110"/>
                </a:cubicBezTo>
                <a:cubicBezTo>
                  <a:pt x="0" y="13841"/>
                  <a:pt x="4911" y="9376"/>
                  <a:pt x="7144" y="7144"/>
                </a:cubicBezTo>
                <a:cubicBezTo>
                  <a:pt x="14288" y="0"/>
                  <a:pt x="21878" y="0"/>
                  <a:pt x="25450" y="0"/>
                </a:cubicBezTo>
                <a:cubicBezTo>
                  <a:pt x="30361" y="0"/>
                  <a:pt x="35272" y="1786"/>
                  <a:pt x="37505" y="2232"/>
                </a:cubicBezTo>
                <a:cubicBezTo>
                  <a:pt x="41970" y="3572"/>
                  <a:pt x="42862" y="3572"/>
                  <a:pt x="43755" y="3572"/>
                </a:cubicBezTo>
                <a:cubicBezTo>
                  <a:pt x="45095" y="3572"/>
                  <a:pt x="45541" y="3125"/>
                  <a:pt x="45988" y="3125"/>
                </a:cubicBezTo>
                <a:cubicBezTo>
                  <a:pt x="46881" y="2232"/>
                  <a:pt x="47774" y="893"/>
                  <a:pt x="47774" y="0"/>
                </a:cubicBezTo>
                <a:lnTo>
                  <a:pt x="50899" y="0"/>
                </a:lnTo>
                <a:close/>
                <a:moveTo>
                  <a:pt x="508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62F2D-E25E-4ADB-9638-6EB5F6D5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381" y="4128180"/>
            <a:ext cx="93315" cy="86171"/>
          </a:xfrm>
          <a:custGeom xmlns:a="http://schemas.openxmlformats.org/drawingml/2006/main">
            <a:pathLst>
              <a:path w="93315" h="86171">
                <a:moveTo>
                  <a:pt x="79028" y="0"/>
                </a:moveTo>
                <a:lnTo>
                  <a:pt x="79028" y="50453"/>
                </a:lnTo>
                <a:cubicBezTo>
                  <a:pt x="79028" y="65187"/>
                  <a:pt x="79474" y="67419"/>
                  <a:pt x="79921" y="68312"/>
                </a:cubicBezTo>
                <a:cubicBezTo>
                  <a:pt x="80367" y="71884"/>
                  <a:pt x="81707" y="72330"/>
                  <a:pt x="82153" y="72777"/>
                </a:cubicBezTo>
                <a:cubicBezTo>
                  <a:pt x="83493" y="74116"/>
                  <a:pt x="84832" y="74116"/>
                  <a:pt x="85279" y="74116"/>
                </a:cubicBezTo>
                <a:cubicBezTo>
                  <a:pt x="88404" y="74116"/>
                  <a:pt x="90636" y="73223"/>
                  <a:pt x="91976" y="72777"/>
                </a:cubicBezTo>
                <a:lnTo>
                  <a:pt x="93315" y="75902"/>
                </a:lnTo>
                <a:lnTo>
                  <a:pt x="68312" y="86171"/>
                </a:lnTo>
                <a:lnTo>
                  <a:pt x="63847" y="86171"/>
                </a:lnTo>
                <a:lnTo>
                  <a:pt x="63847" y="68312"/>
                </a:lnTo>
                <a:cubicBezTo>
                  <a:pt x="53132" y="79921"/>
                  <a:pt x="49560" y="82153"/>
                  <a:pt x="47327" y="83046"/>
                </a:cubicBezTo>
                <a:cubicBezTo>
                  <a:pt x="41970" y="86171"/>
                  <a:pt x="37951" y="86171"/>
                  <a:pt x="35719" y="86171"/>
                </a:cubicBezTo>
                <a:cubicBezTo>
                  <a:pt x="28575" y="86171"/>
                  <a:pt x="25003" y="83493"/>
                  <a:pt x="23217" y="82153"/>
                </a:cubicBezTo>
                <a:cubicBezTo>
                  <a:pt x="18306" y="78135"/>
                  <a:pt x="16966" y="73670"/>
                  <a:pt x="16073" y="71884"/>
                </a:cubicBezTo>
                <a:cubicBezTo>
                  <a:pt x="14288" y="65187"/>
                  <a:pt x="14288" y="57596"/>
                  <a:pt x="14288" y="53578"/>
                </a:cubicBezTo>
                <a:lnTo>
                  <a:pt x="14288" y="16073"/>
                </a:lnTo>
                <a:cubicBezTo>
                  <a:pt x="14288" y="10269"/>
                  <a:pt x="13395" y="8483"/>
                  <a:pt x="12948" y="8037"/>
                </a:cubicBezTo>
                <a:cubicBezTo>
                  <a:pt x="11609" y="5804"/>
                  <a:pt x="10269" y="4911"/>
                  <a:pt x="9376" y="4465"/>
                </a:cubicBezTo>
                <a:cubicBezTo>
                  <a:pt x="6697" y="3125"/>
                  <a:pt x="2232" y="3125"/>
                  <a:pt x="0" y="3125"/>
                </a:cubicBezTo>
                <a:lnTo>
                  <a:pt x="0" y="0"/>
                </a:lnTo>
                <a:lnTo>
                  <a:pt x="29468" y="0"/>
                </a:lnTo>
                <a:lnTo>
                  <a:pt x="29468" y="55811"/>
                </a:lnTo>
                <a:cubicBezTo>
                  <a:pt x="29468" y="67419"/>
                  <a:pt x="32147" y="70098"/>
                  <a:pt x="33486" y="71438"/>
                </a:cubicBezTo>
                <a:cubicBezTo>
                  <a:pt x="37505" y="75009"/>
                  <a:pt x="41523" y="75009"/>
                  <a:pt x="43309" y="75009"/>
                </a:cubicBezTo>
                <a:cubicBezTo>
                  <a:pt x="47327" y="75009"/>
                  <a:pt x="50453" y="73223"/>
                  <a:pt x="52239" y="72330"/>
                </a:cubicBezTo>
                <a:cubicBezTo>
                  <a:pt x="57150" y="70098"/>
                  <a:pt x="61615" y="65187"/>
                  <a:pt x="63847" y="62954"/>
                </a:cubicBezTo>
                <a:lnTo>
                  <a:pt x="63847" y="15627"/>
                </a:lnTo>
                <a:cubicBezTo>
                  <a:pt x="63847" y="8483"/>
                  <a:pt x="62508" y="6697"/>
                  <a:pt x="61168" y="6251"/>
                </a:cubicBezTo>
                <a:cubicBezTo>
                  <a:pt x="58936" y="3572"/>
                  <a:pt x="53132" y="3572"/>
                  <a:pt x="50453" y="3125"/>
                </a:cubicBezTo>
                <a:lnTo>
                  <a:pt x="50453" y="0"/>
                </a:lnTo>
                <a:lnTo>
                  <a:pt x="79028" y="0"/>
                </a:lnTo>
                <a:close/>
                <a:moveTo>
                  <a:pt x="790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7CEE2-8B2A-4B31-8209-BEEA62E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703" y="4125501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B8EE43-DF7F-4E7F-BECB-F80DD307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34" y="4081746"/>
            <a:ext cx="42863" cy="129927"/>
          </a:xfrm>
          <a:custGeom xmlns:a="http://schemas.openxmlformats.org/drawingml/2006/main">
            <a:pathLst>
              <a:path w="42862" h="129927">
                <a:moveTo>
                  <a:pt x="29468" y="0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40630" y="126802"/>
                  <a:pt x="42862" y="126802"/>
                </a:cubicBezTo>
                <a:lnTo>
                  <a:pt x="42862" y="129927"/>
                </a:lnTo>
                <a:lnTo>
                  <a:pt x="1786" y="129927"/>
                </a:lnTo>
                <a:lnTo>
                  <a:pt x="1786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35272"/>
                </a:lnTo>
                <a:cubicBezTo>
                  <a:pt x="14288" y="20985"/>
                  <a:pt x="13395" y="18752"/>
                  <a:pt x="13395" y="17859"/>
                </a:cubicBezTo>
                <a:cubicBezTo>
                  <a:pt x="12948" y="14288"/>
                  <a:pt x="12055" y="13841"/>
                  <a:pt x="11162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5358" y="12055"/>
                  <a:pt x="2679" y="12948"/>
                  <a:pt x="1786" y="13395"/>
                </a:cubicBezTo>
                <a:lnTo>
                  <a:pt x="0" y="10269"/>
                </a:lnTo>
                <a:lnTo>
                  <a:pt x="25003" y="0"/>
                </a:lnTo>
                <a:lnTo>
                  <a:pt x="29468" y="0"/>
                </a:lnTo>
                <a:close/>
                <a:moveTo>
                  <a:pt x="294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0E525-00EC-40C3-9EB5-30C9AB78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907" y="4081746"/>
            <a:ext cx="41970" cy="129927"/>
          </a:xfrm>
          <a:custGeom xmlns:a="http://schemas.openxmlformats.org/drawingml/2006/main">
            <a:pathLst>
              <a:path w="41970" h="129927">
                <a:moveTo>
                  <a:pt x="21878" y="0"/>
                </a:moveTo>
                <a:cubicBezTo>
                  <a:pt x="25450" y="0"/>
                  <a:pt x="27236" y="1786"/>
                  <a:pt x="28129" y="2679"/>
                </a:cubicBezTo>
                <a:cubicBezTo>
                  <a:pt x="30807" y="5358"/>
                  <a:pt x="30807" y="8037"/>
                  <a:pt x="30807" y="9376"/>
                </a:cubicBezTo>
                <a:cubicBezTo>
                  <a:pt x="30807" y="13395"/>
                  <a:pt x="29021" y="15180"/>
                  <a:pt x="28129" y="16073"/>
                </a:cubicBezTo>
                <a:cubicBezTo>
                  <a:pt x="25450" y="18752"/>
                  <a:pt x="22771" y="18752"/>
                  <a:pt x="21878" y="18752"/>
                </a:cubicBezTo>
                <a:cubicBezTo>
                  <a:pt x="17859" y="18752"/>
                  <a:pt x="16073" y="16966"/>
                  <a:pt x="15180" y="16073"/>
                </a:cubicBezTo>
                <a:cubicBezTo>
                  <a:pt x="12502" y="13395"/>
                  <a:pt x="12502" y="10716"/>
                  <a:pt x="12502" y="9376"/>
                </a:cubicBezTo>
                <a:cubicBezTo>
                  <a:pt x="12502" y="5358"/>
                  <a:pt x="14288" y="3572"/>
                  <a:pt x="15180" y="2679"/>
                </a:cubicBezTo>
                <a:cubicBezTo>
                  <a:pt x="17859" y="0"/>
                  <a:pt x="20538" y="0"/>
                  <a:pt x="21878" y="0"/>
                </a:cubicBezTo>
                <a:close/>
                <a:moveTo>
                  <a:pt x="29468" y="43755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39737" y="126802"/>
                  <a:pt x="41970" y="126802"/>
                </a:cubicBezTo>
                <a:lnTo>
                  <a:pt x="41970" y="129927"/>
                </a:lnTo>
                <a:lnTo>
                  <a:pt x="1339" y="129927"/>
                </a:lnTo>
                <a:lnTo>
                  <a:pt x="1339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79028"/>
                </a:lnTo>
                <a:cubicBezTo>
                  <a:pt x="14288" y="65187"/>
                  <a:pt x="13395" y="62508"/>
                  <a:pt x="13395" y="61168"/>
                </a:cubicBezTo>
                <a:cubicBezTo>
                  <a:pt x="12502" y="58489"/>
                  <a:pt x="11609" y="57596"/>
                  <a:pt x="11162" y="57150"/>
                </a:cubicBezTo>
                <a:cubicBezTo>
                  <a:pt x="9823" y="55811"/>
                  <a:pt x="8483" y="55811"/>
                  <a:pt x="7590" y="55811"/>
                </a:cubicBezTo>
                <a:cubicBezTo>
                  <a:pt x="4911" y="55811"/>
                  <a:pt x="2679" y="57150"/>
                  <a:pt x="1339" y="57150"/>
                </a:cubicBezTo>
                <a:lnTo>
                  <a:pt x="0" y="54025"/>
                </a:lnTo>
                <a:lnTo>
                  <a:pt x="25450" y="43755"/>
                </a:lnTo>
                <a:lnTo>
                  <a:pt x="29468" y="43755"/>
                </a:lnTo>
                <a:close/>
                <a:moveTo>
                  <a:pt x="29468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C16A7-B272-45DC-BD68-59A4557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795" y="4128180"/>
            <a:ext cx="76349" cy="83493"/>
          </a:xfrm>
          <a:custGeom xmlns:a="http://schemas.openxmlformats.org/drawingml/2006/main">
            <a:pathLst>
              <a:path w="76349" h="83493">
                <a:moveTo>
                  <a:pt x="75009" y="58043"/>
                </a:moveTo>
                <a:lnTo>
                  <a:pt x="73670" y="83493"/>
                </a:lnTo>
                <a:lnTo>
                  <a:pt x="0" y="83493"/>
                </a:lnTo>
                <a:lnTo>
                  <a:pt x="0" y="80367"/>
                </a:lnTo>
                <a:lnTo>
                  <a:pt x="55364" y="6251"/>
                </a:lnTo>
                <a:lnTo>
                  <a:pt x="28129" y="6251"/>
                </a:lnTo>
                <a:cubicBezTo>
                  <a:pt x="19645" y="6251"/>
                  <a:pt x="17413" y="7144"/>
                  <a:pt x="16520" y="7590"/>
                </a:cubicBezTo>
                <a:cubicBezTo>
                  <a:pt x="13841" y="8483"/>
                  <a:pt x="12502" y="10716"/>
                  <a:pt x="12055" y="12055"/>
                </a:cubicBezTo>
                <a:cubicBezTo>
                  <a:pt x="9823" y="16520"/>
                  <a:pt x="9376" y="20985"/>
                  <a:pt x="9376" y="23217"/>
                </a:cubicBezTo>
                <a:lnTo>
                  <a:pt x="5804" y="23217"/>
                </a:lnTo>
                <a:lnTo>
                  <a:pt x="6251" y="0"/>
                </a:lnTo>
                <a:lnTo>
                  <a:pt x="76349" y="0"/>
                </a:lnTo>
                <a:lnTo>
                  <a:pt x="76349" y="3125"/>
                </a:lnTo>
                <a:lnTo>
                  <a:pt x="20092" y="77688"/>
                </a:lnTo>
                <a:lnTo>
                  <a:pt x="50899" y="77688"/>
                </a:lnTo>
                <a:cubicBezTo>
                  <a:pt x="60275" y="77688"/>
                  <a:pt x="62508" y="76349"/>
                  <a:pt x="63847" y="75902"/>
                </a:cubicBezTo>
                <a:cubicBezTo>
                  <a:pt x="66973" y="74116"/>
                  <a:pt x="68759" y="71438"/>
                  <a:pt x="69205" y="70098"/>
                </a:cubicBezTo>
                <a:cubicBezTo>
                  <a:pt x="70545" y="67419"/>
                  <a:pt x="71438" y="61168"/>
                  <a:pt x="71884" y="58043"/>
                </a:cubicBezTo>
                <a:lnTo>
                  <a:pt x="75009" y="58043"/>
                </a:lnTo>
                <a:close/>
                <a:moveTo>
                  <a:pt x="75009" y="580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E8722-349B-419E-A9D7-64C4DFF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790" y="4125501"/>
            <a:ext cx="75902" cy="87957"/>
          </a:xfrm>
          <a:custGeom xmlns:a="http://schemas.openxmlformats.org/drawingml/2006/main">
            <a:pathLst>
              <a:path w="75902" h="87957">
                <a:moveTo>
                  <a:pt x="46434" y="74116"/>
                </a:moveTo>
                <a:cubicBezTo>
                  <a:pt x="33486" y="83939"/>
                  <a:pt x="31254" y="85279"/>
                  <a:pt x="30361" y="85725"/>
                </a:cubicBezTo>
                <a:cubicBezTo>
                  <a:pt x="25450" y="87957"/>
                  <a:pt x="21878" y="87957"/>
                  <a:pt x="19645" y="87957"/>
                </a:cubicBezTo>
                <a:cubicBezTo>
                  <a:pt x="11162" y="87957"/>
                  <a:pt x="7144" y="83939"/>
                  <a:pt x="5358" y="82153"/>
                </a:cubicBezTo>
                <a:cubicBezTo>
                  <a:pt x="0" y="75902"/>
                  <a:pt x="0" y="69652"/>
                  <a:pt x="0" y="66526"/>
                </a:cubicBezTo>
                <a:cubicBezTo>
                  <a:pt x="0" y="60275"/>
                  <a:pt x="1786" y="57150"/>
                  <a:pt x="2679" y="55811"/>
                </a:cubicBezTo>
                <a:cubicBezTo>
                  <a:pt x="6251" y="49560"/>
                  <a:pt x="12502" y="45988"/>
                  <a:pt x="15627" y="44202"/>
                </a:cubicBezTo>
                <a:cubicBezTo>
                  <a:pt x="25003" y="38844"/>
                  <a:pt x="39291" y="33486"/>
                  <a:pt x="46434" y="30807"/>
                </a:cubicBezTo>
                <a:lnTo>
                  <a:pt x="46434" y="27682"/>
                </a:lnTo>
                <a:cubicBezTo>
                  <a:pt x="46434" y="15180"/>
                  <a:pt x="43755" y="12055"/>
                  <a:pt x="42416" y="10269"/>
                </a:cubicBezTo>
                <a:cubicBezTo>
                  <a:pt x="38398" y="5804"/>
                  <a:pt x="33486" y="5804"/>
                  <a:pt x="30807" y="5804"/>
                </a:cubicBezTo>
                <a:cubicBezTo>
                  <a:pt x="25003" y="5804"/>
                  <a:pt x="22771" y="7590"/>
                  <a:pt x="21878" y="8930"/>
                </a:cubicBezTo>
                <a:cubicBezTo>
                  <a:pt x="18306" y="12055"/>
                  <a:pt x="18306" y="14734"/>
                  <a:pt x="18306" y="16073"/>
                </a:cubicBezTo>
                <a:lnTo>
                  <a:pt x="18752" y="21431"/>
                </a:lnTo>
                <a:cubicBezTo>
                  <a:pt x="18752" y="25450"/>
                  <a:pt x="16966" y="26789"/>
                  <a:pt x="16520" y="27682"/>
                </a:cubicBezTo>
                <a:cubicBezTo>
                  <a:pt x="14288" y="29914"/>
                  <a:pt x="11609" y="29914"/>
                  <a:pt x="10716" y="29914"/>
                </a:cubicBezTo>
                <a:cubicBezTo>
                  <a:pt x="7144" y="29914"/>
                  <a:pt x="5804" y="28575"/>
                  <a:pt x="5358" y="27682"/>
                </a:cubicBezTo>
                <a:cubicBezTo>
                  <a:pt x="3125" y="25003"/>
                  <a:pt x="3125" y="22771"/>
                  <a:pt x="3125" y="20985"/>
                </a:cubicBezTo>
                <a:cubicBezTo>
                  <a:pt x="3125" y="13395"/>
                  <a:pt x="8483" y="8930"/>
                  <a:pt x="11162" y="6697"/>
                </a:cubicBezTo>
                <a:cubicBezTo>
                  <a:pt x="19199" y="0"/>
                  <a:pt x="29021" y="0"/>
                  <a:pt x="33933" y="0"/>
                </a:cubicBezTo>
                <a:cubicBezTo>
                  <a:pt x="44648" y="0"/>
                  <a:pt x="49560" y="2679"/>
                  <a:pt x="51792" y="4018"/>
                </a:cubicBezTo>
                <a:cubicBezTo>
                  <a:pt x="57150" y="6697"/>
                  <a:pt x="58936" y="10716"/>
                  <a:pt x="59829" y="12502"/>
                </a:cubicBezTo>
                <a:cubicBezTo>
                  <a:pt x="61615" y="16520"/>
                  <a:pt x="61615" y="25003"/>
                  <a:pt x="61615" y="28575"/>
                </a:cubicBezTo>
                <a:lnTo>
                  <a:pt x="61615" y="57150"/>
                </a:lnTo>
                <a:cubicBezTo>
                  <a:pt x="61615" y="69205"/>
                  <a:pt x="61615" y="70991"/>
                  <a:pt x="62061" y="71884"/>
                </a:cubicBezTo>
                <a:cubicBezTo>
                  <a:pt x="62508" y="74563"/>
                  <a:pt x="62954" y="75009"/>
                  <a:pt x="63401" y="75456"/>
                </a:cubicBezTo>
                <a:cubicBezTo>
                  <a:pt x="64740" y="76349"/>
                  <a:pt x="65633" y="76349"/>
                  <a:pt x="66080" y="76349"/>
                </a:cubicBezTo>
                <a:cubicBezTo>
                  <a:pt x="67419" y="76349"/>
                  <a:pt x="68312" y="75902"/>
                  <a:pt x="68312" y="75902"/>
                </a:cubicBezTo>
                <a:cubicBezTo>
                  <a:pt x="70545" y="74563"/>
                  <a:pt x="74116" y="70991"/>
                  <a:pt x="75902" y="69205"/>
                </a:cubicBezTo>
                <a:lnTo>
                  <a:pt x="75902" y="74116"/>
                </a:lnTo>
                <a:cubicBezTo>
                  <a:pt x="65633" y="87957"/>
                  <a:pt x="59382" y="87957"/>
                  <a:pt x="56257" y="87957"/>
                </a:cubicBezTo>
                <a:cubicBezTo>
                  <a:pt x="51792" y="87957"/>
                  <a:pt x="50006" y="85725"/>
                  <a:pt x="49113" y="84832"/>
                </a:cubicBezTo>
                <a:cubicBezTo>
                  <a:pt x="46434" y="81707"/>
                  <a:pt x="46434" y="76795"/>
                  <a:pt x="46434" y="74116"/>
                </a:cubicBezTo>
                <a:close/>
                <a:moveTo>
                  <a:pt x="46434" y="68312"/>
                </a:moveTo>
                <a:lnTo>
                  <a:pt x="46434" y="36612"/>
                </a:lnTo>
                <a:cubicBezTo>
                  <a:pt x="32593" y="41970"/>
                  <a:pt x="29914" y="43309"/>
                  <a:pt x="28575" y="44202"/>
                </a:cubicBezTo>
                <a:cubicBezTo>
                  <a:pt x="21431" y="48220"/>
                  <a:pt x="19199" y="51346"/>
                  <a:pt x="18306" y="52685"/>
                </a:cubicBezTo>
                <a:cubicBezTo>
                  <a:pt x="15180" y="57150"/>
                  <a:pt x="15180" y="60275"/>
                  <a:pt x="15180" y="62061"/>
                </a:cubicBezTo>
                <a:cubicBezTo>
                  <a:pt x="15180" y="68759"/>
                  <a:pt x="17859" y="71438"/>
                  <a:pt x="19199" y="73223"/>
                </a:cubicBezTo>
                <a:cubicBezTo>
                  <a:pt x="23217" y="77242"/>
                  <a:pt x="26343" y="77242"/>
                  <a:pt x="28129" y="77242"/>
                </a:cubicBezTo>
                <a:cubicBezTo>
                  <a:pt x="35272" y="77242"/>
                  <a:pt x="42862" y="71438"/>
                  <a:pt x="46434" y="68312"/>
                </a:cubicBezTo>
                <a:close/>
                <a:moveTo>
                  <a:pt x="46434" y="68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E0472-20C0-4826-9D0A-719A6E6C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748" y="4100498"/>
            <a:ext cx="50453" cy="112514"/>
          </a:xfrm>
          <a:custGeom xmlns:a="http://schemas.openxmlformats.org/drawingml/2006/main">
            <a:pathLst>
              <a:path w="50453" h="112514">
                <a:moveTo>
                  <a:pt x="28129" y="0"/>
                </a:moveTo>
                <a:lnTo>
                  <a:pt x="28129" y="27682"/>
                </a:lnTo>
                <a:lnTo>
                  <a:pt x="47774" y="27682"/>
                </a:lnTo>
                <a:lnTo>
                  <a:pt x="47774" y="33933"/>
                </a:lnTo>
                <a:lnTo>
                  <a:pt x="28129" y="33933"/>
                </a:lnTo>
                <a:lnTo>
                  <a:pt x="28129" y="87957"/>
                </a:lnTo>
                <a:cubicBezTo>
                  <a:pt x="28129" y="96441"/>
                  <a:pt x="29914" y="98227"/>
                  <a:pt x="30361" y="99120"/>
                </a:cubicBezTo>
                <a:cubicBezTo>
                  <a:pt x="33040" y="101798"/>
                  <a:pt x="35272" y="101798"/>
                  <a:pt x="36612" y="101798"/>
                </a:cubicBezTo>
                <a:cubicBezTo>
                  <a:pt x="39737" y="101798"/>
                  <a:pt x="41523" y="100905"/>
                  <a:pt x="42416" y="100012"/>
                </a:cubicBezTo>
                <a:cubicBezTo>
                  <a:pt x="45095" y="98227"/>
                  <a:pt x="46434" y="95994"/>
                  <a:pt x="46881" y="94655"/>
                </a:cubicBezTo>
                <a:lnTo>
                  <a:pt x="50453" y="94655"/>
                </a:lnTo>
                <a:cubicBezTo>
                  <a:pt x="47327" y="103584"/>
                  <a:pt x="43309" y="106710"/>
                  <a:pt x="41077" y="108049"/>
                </a:cubicBezTo>
                <a:cubicBezTo>
                  <a:pt x="35272" y="112514"/>
                  <a:pt x="31254" y="112514"/>
                  <a:pt x="29468" y="112514"/>
                </a:cubicBezTo>
                <a:cubicBezTo>
                  <a:pt x="25003" y="112514"/>
                  <a:pt x="22324" y="111175"/>
                  <a:pt x="20985" y="110282"/>
                </a:cubicBezTo>
                <a:cubicBezTo>
                  <a:pt x="16966" y="108049"/>
                  <a:pt x="15627" y="104924"/>
                  <a:pt x="15180" y="103584"/>
                </a:cubicBezTo>
                <a:cubicBezTo>
                  <a:pt x="13395" y="99566"/>
                  <a:pt x="13395" y="93315"/>
                  <a:pt x="13395" y="90190"/>
                </a:cubicBezTo>
                <a:lnTo>
                  <a:pt x="13395" y="33933"/>
                </a:lnTo>
                <a:lnTo>
                  <a:pt x="0" y="33933"/>
                </a:lnTo>
                <a:lnTo>
                  <a:pt x="0" y="30807"/>
                </a:lnTo>
                <a:cubicBezTo>
                  <a:pt x="4911" y="29021"/>
                  <a:pt x="8483" y="25896"/>
                  <a:pt x="10269" y="24110"/>
                </a:cubicBezTo>
                <a:cubicBezTo>
                  <a:pt x="15627" y="19199"/>
                  <a:pt x="18306" y="15180"/>
                  <a:pt x="19645" y="12948"/>
                </a:cubicBezTo>
                <a:cubicBezTo>
                  <a:pt x="21431" y="9376"/>
                  <a:pt x="24110" y="3125"/>
                  <a:pt x="25450" y="0"/>
                </a:cubicBezTo>
                <a:lnTo>
                  <a:pt x="28129" y="0"/>
                </a:lnTo>
                <a:close/>
                <a:moveTo>
                  <a:pt x="28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7F0D5-45C9-4740-81E0-2F439945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994" y="4081746"/>
            <a:ext cx="41970" cy="129927"/>
          </a:xfrm>
          <a:custGeom xmlns:a="http://schemas.openxmlformats.org/drawingml/2006/main">
            <a:pathLst>
              <a:path w="41970" h="129927">
                <a:moveTo>
                  <a:pt x="21878" y="0"/>
                </a:moveTo>
                <a:cubicBezTo>
                  <a:pt x="25450" y="0"/>
                  <a:pt x="27236" y="1786"/>
                  <a:pt x="28129" y="2679"/>
                </a:cubicBezTo>
                <a:cubicBezTo>
                  <a:pt x="30807" y="5358"/>
                  <a:pt x="30807" y="8037"/>
                  <a:pt x="30807" y="9376"/>
                </a:cubicBezTo>
                <a:cubicBezTo>
                  <a:pt x="30807" y="13395"/>
                  <a:pt x="29021" y="15180"/>
                  <a:pt x="28129" y="16073"/>
                </a:cubicBezTo>
                <a:cubicBezTo>
                  <a:pt x="25450" y="18752"/>
                  <a:pt x="22771" y="18752"/>
                  <a:pt x="21878" y="18752"/>
                </a:cubicBezTo>
                <a:cubicBezTo>
                  <a:pt x="17859" y="18752"/>
                  <a:pt x="16073" y="16966"/>
                  <a:pt x="15180" y="16073"/>
                </a:cubicBezTo>
                <a:cubicBezTo>
                  <a:pt x="12502" y="13395"/>
                  <a:pt x="12502" y="10716"/>
                  <a:pt x="12502" y="9376"/>
                </a:cubicBezTo>
                <a:cubicBezTo>
                  <a:pt x="12502" y="5358"/>
                  <a:pt x="14288" y="3572"/>
                  <a:pt x="15180" y="2679"/>
                </a:cubicBezTo>
                <a:cubicBezTo>
                  <a:pt x="17859" y="0"/>
                  <a:pt x="20538" y="0"/>
                  <a:pt x="21878" y="0"/>
                </a:cubicBezTo>
                <a:close/>
                <a:moveTo>
                  <a:pt x="29468" y="43755"/>
                </a:moveTo>
                <a:lnTo>
                  <a:pt x="29468" y="111175"/>
                </a:lnTo>
                <a:cubicBezTo>
                  <a:pt x="29468" y="118765"/>
                  <a:pt x="29914" y="120551"/>
                  <a:pt x="30361" y="121444"/>
                </a:cubicBezTo>
                <a:cubicBezTo>
                  <a:pt x="31700" y="124123"/>
                  <a:pt x="33040" y="125016"/>
                  <a:pt x="33933" y="125462"/>
                </a:cubicBezTo>
                <a:cubicBezTo>
                  <a:pt x="36165" y="126802"/>
                  <a:pt x="39737" y="126802"/>
                  <a:pt x="41970" y="126802"/>
                </a:cubicBezTo>
                <a:lnTo>
                  <a:pt x="41970" y="129927"/>
                </a:lnTo>
                <a:lnTo>
                  <a:pt x="1339" y="129927"/>
                </a:lnTo>
                <a:lnTo>
                  <a:pt x="1339" y="126802"/>
                </a:lnTo>
                <a:cubicBezTo>
                  <a:pt x="7144" y="126802"/>
                  <a:pt x="8930" y="125909"/>
                  <a:pt x="9823" y="125462"/>
                </a:cubicBezTo>
                <a:cubicBezTo>
                  <a:pt x="11609" y="124123"/>
                  <a:pt x="12502" y="122337"/>
                  <a:pt x="12948" y="121890"/>
                </a:cubicBezTo>
                <a:cubicBezTo>
                  <a:pt x="14288" y="118765"/>
                  <a:pt x="14288" y="113854"/>
                  <a:pt x="14288" y="111175"/>
                </a:cubicBezTo>
                <a:lnTo>
                  <a:pt x="14288" y="79028"/>
                </a:lnTo>
                <a:cubicBezTo>
                  <a:pt x="14288" y="65187"/>
                  <a:pt x="13395" y="62508"/>
                  <a:pt x="13395" y="61168"/>
                </a:cubicBezTo>
                <a:cubicBezTo>
                  <a:pt x="12502" y="58489"/>
                  <a:pt x="11609" y="57596"/>
                  <a:pt x="11162" y="57150"/>
                </a:cubicBezTo>
                <a:cubicBezTo>
                  <a:pt x="9823" y="55811"/>
                  <a:pt x="8483" y="55811"/>
                  <a:pt x="7590" y="55811"/>
                </a:cubicBezTo>
                <a:cubicBezTo>
                  <a:pt x="4911" y="55811"/>
                  <a:pt x="2679" y="57150"/>
                  <a:pt x="1339" y="57150"/>
                </a:cubicBezTo>
                <a:lnTo>
                  <a:pt x="0" y="54025"/>
                </a:lnTo>
                <a:lnTo>
                  <a:pt x="25450" y="43755"/>
                </a:lnTo>
                <a:lnTo>
                  <a:pt x="29468" y="43755"/>
                </a:lnTo>
                <a:close/>
                <a:moveTo>
                  <a:pt x="29468" y="437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AD055-3D11-4F72-990D-74F5ADE4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560" y="4125501"/>
            <a:ext cx="80814" cy="88850"/>
          </a:xfrm>
          <a:custGeom xmlns:a="http://schemas.openxmlformats.org/drawingml/2006/main">
            <a:pathLst>
              <a:path w="80814" h="88850">
                <a:moveTo>
                  <a:pt x="40630" y="0"/>
                </a:moveTo>
                <a:cubicBezTo>
                  <a:pt x="59382" y="0"/>
                  <a:pt x="66973" y="9823"/>
                  <a:pt x="70991" y="14734"/>
                </a:cubicBezTo>
                <a:cubicBezTo>
                  <a:pt x="80814" y="26789"/>
                  <a:pt x="80814" y="37505"/>
                  <a:pt x="80814" y="42862"/>
                </a:cubicBezTo>
                <a:cubicBezTo>
                  <a:pt x="80814" y="54025"/>
                  <a:pt x="77242" y="62061"/>
                  <a:pt x="75456" y="65633"/>
                </a:cubicBezTo>
                <a:cubicBezTo>
                  <a:pt x="70098" y="77242"/>
                  <a:pt x="63847" y="81260"/>
                  <a:pt x="60722" y="83046"/>
                </a:cubicBezTo>
                <a:cubicBezTo>
                  <a:pt x="50899" y="88850"/>
                  <a:pt x="43309" y="88850"/>
                  <a:pt x="39291" y="88850"/>
                </a:cubicBezTo>
                <a:cubicBezTo>
                  <a:pt x="20538" y="88850"/>
                  <a:pt x="12948" y="78581"/>
                  <a:pt x="9376" y="73670"/>
                </a:cubicBezTo>
                <a:cubicBezTo>
                  <a:pt x="0" y="61168"/>
                  <a:pt x="0" y="50453"/>
                  <a:pt x="0" y="45095"/>
                </a:cubicBezTo>
                <a:cubicBezTo>
                  <a:pt x="0" y="33933"/>
                  <a:pt x="4018" y="25896"/>
                  <a:pt x="5804" y="22324"/>
                </a:cubicBezTo>
                <a:cubicBezTo>
                  <a:pt x="11162" y="11162"/>
                  <a:pt x="17413" y="7590"/>
                  <a:pt x="20538" y="5358"/>
                </a:cubicBezTo>
                <a:cubicBezTo>
                  <a:pt x="29914" y="0"/>
                  <a:pt x="37058" y="0"/>
                  <a:pt x="40630" y="0"/>
                </a:cubicBezTo>
                <a:close/>
                <a:moveTo>
                  <a:pt x="37505" y="6251"/>
                </a:moveTo>
                <a:cubicBezTo>
                  <a:pt x="32593" y="6251"/>
                  <a:pt x="29468" y="8037"/>
                  <a:pt x="27682" y="8930"/>
                </a:cubicBezTo>
                <a:cubicBezTo>
                  <a:pt x="22771" y="12055"/>
                  <a:pt x="20985" y="16520"/>
                  <a:pt x="20092" y="19199"/>
                </a:cubicBezTo>
                <a:cubicBezTo>
                  <a:pt x="16966" y="26343"/>
                  <a:pt x="16966" y="33933"/>
                  <a:pt x="16966" y="37505"/>
                </a:cubicBezTo>
                <a:cubicBezTo>
                  <a:pt x="16966" y="55811"/>
                  <a:pt x="21878" y="64740"/>
                  <a:pt x="24110" y="69205"/>
                </a:cubicBezTo>
                <a:cubicBezTo>
                  <a:pt x="31700" y="82600"/>
                  <a:pt x="39291" y="82600"/>
                  <a:pt x="43309" y="82600"/>
                </a:cubicBezTo>
                <a:cubicBezTo>
                  <a:pt x="52239" y="82600"/>
                  <a:pt x="56257" y="77242"/>
                  <a:pt x="58043" y="75009"/>
                </a:cubicBezTo>
                <a:cubicBezTo>
                  <a:pt x="63847" y="67866"/>
                  <a:pt x="63847" y="55811"/>
                  <a:pt x="63847" y="50006"/>
                </a:cubicBezTo>
                <a:cubicBezTo>
                  <a:pt x="63847" y="27682"/>
                  <a:pt x="57150" y="19199"/>
                  <a:pt x="54025" y="14734"/>
                </a:cubicBezTo>
                <a:cubicBezTo>
                  <a:pt x="47774" y="6251"/>
                  <a:pt x="41077" y="6251"/>
                  <a:pt x="37505" y="6251"/>
                </a:cubicBezTo>
                <a:close/>
                <a:moveTo>
                  <a:pt x="37505" y="6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09122-89B1-4698-81A8-05722BB3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828" y="4125501"/>
            <a:ext cx="91529" cy="86171"/>
          </a:xfrm>
          <a:custGeom xmlns:a="http://schemas.openxmlformats.org/drawingml/2006/main">
            <a:pathLst>
              <a:path w="91529" h="86171">
                <a:moveTo>
                  <a:pt x="29021" y="17859"/>
                </a:moveTo>
                <a:cubicBezTo>
                  <a:pt x="44202" y="0"/>
                  <a:pt x="52685" y="0"/>
                  <a:pt x="57150" y="0"/>
                </a:cubicBezTo>
                <a:cubicBezTo>
                  <a:pt x="64294" y="0"/>
                  <a:pt x="67419" y="2232"/>
                  <a:pt x="69205" y="3572"/>
                </a:cubicBezTo>
                <a:cubicBezTo>
                  <a:pt x="74116" y="7144"/>
                  <a:pt x="75902" y="12055"/>
                  <a:pt x="76795" y="14734"/>
                </a:cubicBezTo>
                <a:cubicBezTo>
                  <a:pt x="79028" y="20538"/>
                  <a:pt x="79028" y="27682"/>
                  <a:pt x="79028" y="31700"/>
                </a:cubicBezTo>
                <a:lnTo>
                  <a:pt x="79028" y="67419"/>
                </a:lnTo>
                <a:cubicBezTo>
                  <a:pt x="79028" y="75456"/>
                  <a:pt x="79921" y="77242"/>
                  <a:pt x="80367" y="78135"/>
                </a:cubicBezTo>
                <a:cubicBezTo>
                  <a:pt x="81260" y="80367"/>
                  <a:pt x="82600" y="81260"/>
                  <a:pt x="83493" y="81707"/>
                </a:cubicBezTo>
                <a:cubicBezTo>
                  <a:pt x="85725" y="83046"/>
                  <a:pt x="89743" y="83046"/>
                  <a:pt x="91529" y="83046"/>
                </a:cubicBezTo>
                <a:lnTo>
                  <a:pt x="91529" y="86171"/>
                </a:lnTo>
                <a:lnTo>
                  <a:pt x="50453" y="86171"/>
                </a:lnTo>
                <a:lnTo>
                  <a:pt x="50453" y="83046"/>
                </a:lnTo>
                <a:lnTo>
                  <a:pt x="52239" y="83046"/>
                </a:lnTo>
                <a:cubicBezTo>
                  <a:pt x="58043" y="83046"/>
                  <a:pt x="59382" y="81707"/>
                  <a:pt x="60275" y="81260"/>
                </a:cubicBezTo>
                <a:cubicBezTo>
                  <a:pt x="62508" y="79474"/>
                  <a:pt x="63401" y="77242"/>
                  <a:pt x="63401" y="75902"/>
                </a:cubicBezTo>
                <a:cubicBezTo>
                  <a:pt x="63847" y="74563"/>
                  <a:pt x="63847" y="69652"/>
                  <a:pt x="63847" y="67419"/>
                </a:cubicBezTo>
                <a:lnTo>
                  <a:pt x="63847" y="33040"/>
                </a:lnTo>
                <a:cubicBezTo>
                  <a:pt x="63847" y="21431"/>
                  <a:pt x="62061" y="18306"/>
                  <a:pt x="60722" y="16520"/>
                </a:cubicBezTo>
                <a:cubicBezTo>
                  <a:pt x="58043" y="11162"/>
                  <a:pt x="53132" y="11162"/>
                  <a:pt x="50899" y="11162"/>
                </a:cubicBezTo>
                <a:cubicBezTo>
                  <a:pt x="40184" y="11162"/>
                  <a:pt x="32593" y="19199"/>
                  <a:pt x="29021" y="23217"/>
                </a:cubicBezTo>
                <a:lnTo>
                  <a:pt x="29021" y="67419"/>
                </a:lnTo>
                <a:cubicBezTo>
                  <a:pt x="29021" y="75902"/>
                  <a:pt x="29914" y="77242"/>
                  <a:pt x="30361" y="78135"/>
                </a:cubicBezTo>
                <a:cubicBezTo>
                  <a:pt x="31254" y="80367"/>
                  <a:pt x="33040" y="81260"/>
                  <a:pt x="33933" y="81707"/>
                </a:cubicBezTo>
                <a:cubicBezTo>
                  <a:pt x="36165" y="83046"/>
                  <a:pt x="40630" y="83046"/>
                  <a:pt x="42862" y="83046"/>
                </a:cubicBezTo>
                <a:lnTo>
                  <a:pt x="42862" y="86171"/>
                </a:lnTo>
                <a:lnTo>
                  <a:pt x="1339" y="86171"/>
                </a:lnTo>
                <a:lnTo>
                  <a:pt x="1339" y="83046"/>
                </a:lnTo>
                <a:lnTo>
                  <a:pt x="3125" y="83046"/>
                </a:lnTo>
                <a:cubicBezTo>
                  <a:pt x="9823" y="83046"/>
                  <a:pt x="11162" y="80814"/>
                  <a:pt x="12055" y="79921"/>
                </a:cubicBezTo>
                <a:cubicBezTo>
                  <a:pt x="14288" y="76349"/>
                  <a:pt x="14288" y="70545"/>
                  <a:pt x="14288" y="67419"/>
                </a:cubicBezTo>
                <a:lnTo>
                  <a:pt x="14288" y="36165"/>
                </a:lnTo>
                <a:cubicBezTo>
                  <a:pt x="14288" y="21431"/>
                  <a:pt x="13841" y="19199"/>
                  <a:pt x="13395" y="17859"/>
                </a:cubicBezTo>
                <a:cubicBezTo>
                  <a:pt x="12948" y="14734"/>
                  <a:pt x="11609" y="13841"/>
                  <a:pt x="11609" y="13395"/>
                </a:cubicBezTo>
                <a:cubicBezTo>
                  <a:pt x="9823" y="12055"/>
                  <a:pt x="8483" y="12055"/>
                  <a:pt x="7590" y="12055"/>
                </a:cubicBezTo>
                <a:cubicBezTo>
                  <a:pt x="4911" y="12055"/>
                  <a:pt x="2679" y="13395"/>
                  <a:pt x="1339" y="13395"/>
                </a:cubicBezTo>
                <a:lnTo>
                  <a:pt x="0" y="10269"/>
                </a:lnTo>
                <a:lnTo>
                  <a:pt x="25450" y="0"/>
                </a:lnTo>
                <a:lnTo>
                  <a:pt x="29021" y="0"/>
                </a:lnTo>
                <a:lnTo>
                  <a:pt x="29021" y="17859"/>
                </a:lnTo>
                <a:close/>
                <a:moveTo>
                  <a:pt x="29021" y="17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1EBC8-2C50-4A3F-94DC-B1A1BB7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62" y="2567365"/>
            <a:ext cx="175468" cy="172789"/>
          </a:xfrm>
          <a:custGeom xmlns:a="http://schemas.openxmlformats.org/drawingml/2006/main">
            <a:pathLst>
              <a:path w="175468" h="172789">
                <a:moveTo>
                  <a:pt x="86618" y="1339"/>
                </a:moveTo>
                <a:cubicBezTo>
                  <a:pt x="125909" y="0"/>
                  <a:pt x="142429" y="16073"/>
                  <a:pt x="150465" y="24110"/>
                </a:cubicBezTo>
                <a:cubicBezTo>
                  <a:pt x="175468" y="49113"/>
                  <a:pt x="175468" y="73223"/>
                  <a:pt x="175468" y="85725"/>
                </a:cubicBezTo>
                <a:cubicBezTo>
                  <a:pt x="175468" y="116979"/>
                  <a:pt x="162967" y="133052"/>
                  <a:pt x="156716" y="141089"/>
                </a:cubicBezTo>
                <a:cubicBezTo>
                  <a:pt x="132606" y="172789"/>
                  <a:pt x="102691" y="172789"/>
                  <a:pt x="87957" y="172789"/>
                </a:cubicBezTo>
                <a:cubicBezTo>
                  <a:pt x="43309" y="172789"/>
                  <a:pt x="27236" y="152698"/>
                  <a:pt x="19199" y="142429"/>
                </a:cubicBezTo>
                <a:cubicBezTo>
                  <a:pt x="0" y="118765"/>
                  <a:pt x="0" y="96441"/>
                  <a:pt x="0" y="85725"/>
                </a:cubicBezTo>
                <a:cubicBezTo>
                  <a:pt x="0" y="49113"/>
                  <a:pt x="16520" y="32593"/>
                  <a:pt x="25003" y="24557"/>
                </a:cubicBezTo>
                <a:cubicBezTo>
                  <a:pt x="50006" y="0"/>
                  <a:pt x="74116" y="893"/>
                  <a:pt x="86618" y="1339"/>
                </a:cubicBezTo>
                <a:close/>
                <a:moveTo>
                  <a:pt x="87957" y="8930"/>
                </a:moveTo>
                <a:cubicBezTo>
                  <a:pt x="65187" y="8930"/>
                  <a:pt x="57150" y="24557"/>
                  <a:pt x="53132" y="32147"/>
                </a:cubicBezTo>
                <a:cubicBezTo>
                  <a:pt x="43755" y="51346"/>
                  <a:pt x="43755" y="75009"/>
                  <a:pt x="43755" y="87064"/>
                </a:cubicBezTo>
                <a:cubicBezTo>
                  <a:pt x="43755" y="129034"/>
                  <a:pt x="54025" y="142429"/>
                  <a:pt x="58489" y="149126"/>
                </a:cubicBezTo>
                <a:cubicBezTo>
                  <a:pt x="69205" y="163413"/>
                  <a:pt x="81707" y="163413"/>
                  <a:pt x="87957" y="163413"/>
                </a:cubicBezTo>
                <a:cubicBezTo>
                  <a:pt x="100459" y="163413"/>
                  <a:pt x="105817" y="159395"/>
                  <a:pt x="108942" y="157609"/>
                </a:cubicBezTo>
                <a:cubicBezTo>
                  <a:pt x="119658" y="149572"/>
                  <a:pt x="123676" y="138410"/>
                  <a:pt x="125016" y="132606"/>
                </a:cubicBezTo>
                <a:cubicBezTo>
                  <a:pt x="131266" y="115193"/>
                  <a:pt x="131266" y="97334"/>
                  <a:pt x="131266" y="87957"/>
                </a:cubicBezTo>
                <a:cubicBezTo>
                  <a:pt x="131266" y="54918"/>
                  <a:pt x="127248" y="44202"/>
                  <a:pt x="125016" y="38844"/>
                </a:cubicBezTo>
                <a:cubicBezTo>
                  <a:pt x="119211" y="22324"/>
                  <a:pt x="112514" y="17859"/>
                  <a:pt x="109835" y="15627"/>
                </a:cubicBezTo>
                <a:cubicBezTo>
                  <a:pt x="100459" y="8930"/>
                  <a:pt x="91976" y="8930"/>
                  <a:pt x="87957" y="8930"/>
                </a:cubicBezTo>
                <a:close/>
                <a:moveTo>
                  <a:pt x="87957" y="8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8117F-273C-401F-8F94-9921A81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16" y="2618711"/>
            <a:ext cx="122783" cy="171004"/>
          </a:xfrm>
          <a:custGeom xmlns:a="http://schemas.openxmlformats.org/drawingml/2006/main">
            <a:pathLst>
              <a:path w="122783" h="171004">
                <a:moveTo>
                  <a:pt x="47327" y="105817"/>
                </a:moveTo>
                <a:lnTo>
                  <a:pt x="47327" y="148233"/>
                </a:lnTo>
                <a:cubicBezTo>
                  <a:pt x="47327" y="157162"/>
                  <a:pt x="48667" y="159395"/>
                  <a:pt x="49113" y="160288"/>
                </a:cubicBezTo>
                <a:cubicBezTo>
                  <a:pt x="50453" y="163413"/>
                  <a:pt x="52239" y="164306"/>
                  <a:pt x="53132" y="164753"/>
                </a:cubicBezTo>
                <a:cubicBezTo>
                  <a:pt x="56257" y="166539"/>
                  <a:pt x="61615" y="166539"/>
                  <a:pt x="64740" y="166539"/>
                </a:cubicBezTo>
                <a:lnTo>
                  <a:pt x="64740" y="171004"/>
                </a:lnTo>
                <a:lnTo>
                  <a:pt x="0" y="171004"/>
                </a:lnTo>
                <a:lnTo>
                  <a:pt x="0" y="166539"/>
                </a:lnTo>
                <a:cubicBezTo>
                  <a:pt x="7144" y="166092"/>
                  <a:pt x="9823" y="163413"/>
                  <a:pt x="10716" y="162074"/>
                </a:cubicBezTo>
                <a:cubicBezTo>
                  <a:pt x="13395" y="159395"/>
                  <a:pt x="13395" y="151805"/>
                  <a:pt x="13395" y="147786"/>
                </a:cubicBezTo>
                <a:lnTo>
                  <a:pt x="13395" y="27236"/>
                </a:lnTo>
                <a:cubicBezTo>
                  <a:pt x="13395" y="15180"/>
                  <a:pt x="11609" y="12948"/>
                  <a:pt x="10716" y="12055"/>
                </a:cubicBezTo>
                <a:cubicBezTo>
                  <a:pt x="8037" y="8483"/>
                  <a:pt x="2232" y="8483"/>
                  <a:pt x="0" y="8037"/>
                </a:cubicBezTo>
                <a:lnTo>
                  <a:pt x="0" y="3572"/>
                </a:lnTo>
                <a:lnTo>
                  <a:pt x="47327" y="3572"/>
                </a:lnTo>
                <a:lnTo>
                  <a:pt x="47327" y="18752"/>
                </a:lnTo>
                <a:cubicBezTo>
                  <a:pt x="53578" y="9823"/>
                  <a:pt x="57596" y="7144"/>
                  <a:pt x="59829" y="5804"/>
                </a:cubicBezTo>
                <a:cubicBezTo>
                  <a:pt x="68312" y="0"/>
                  <a:pt x="75456" y="0"/>
                  <a:pt x="79028" y="0"/>
                </a:cubicBezTo>
                <a:cubicBezTo>
                  <a:pt x="91529" y="0"/>
                  <a:pt x="98227" y="5358"/>
                  <a:pt x="101798" y="8037"/>
                </a:cubicBezTo>
                <a:cubicBezTo>
                  <a:pt x="112068" y="16073"/>
                  <a:pt x="116086" y="25450"/>
                  <a:pt x="117425" y="29914"/>
                </a:cubicBezTo>
                <a:cubicBezTo>
                  <a:pt x="122783" y="44202"/>
                  <a:pt x="122783" y="54918"/>
                  <a:pt x="122783" y="59829"/>
                </a:cubicBezTo>
                <a:cubicBezTo>
                  <a:pt x="122783" y="77242"/>
                  <a:pt x="119211" y="87064"/>
                  <a:pt x="117425" y="91529"/>
                </a:cubicBezTo>
                <a:cubicBezTo>
                  <a:pt x="112068" y="105817"/>
                  <a:pt x="104924" y="110728"/>
                  <a:pt x="101352" y="113407"/>
                </a:cubicBezTo>
                <a:cubicBezTo>
                  <a:pt x="90636" y="120997"/>
                  <a:pt x="82153" y="120997"/>
                  <a:pt x="78135" y="120997"/>
                </a:cubicBezTo>
                <a:cubicBezTo>
                  <a:pt x="68312" y="120997"/>
                  <a:pt x="62954" y="118318"/>
                  <a:pt x="60275" y="116979"/>
                </a:cubicBezTo>
                <a:cubicBezTo>
                  <a:pt x="54025" y="113854"/>
                  <a:pt x="49560" y="108496"/>
                  <a:pt x="47327" y="105817"/>
                </a:cubicBezTo>
                <a:close/>
                <a:moveTo>
                  <a:pt x="47327" y="93762"/>
                </a:moveTo>
                <a:cubicBezTo>
                  <a:pt x="58043" y="108496"/>
                  <a:pt x="66080" y="108496"/>
                  <a:pt x="70098" y="108496"/>
                </a:cubicBezTo>
                <a:cubicBezTo>
                  <a:pt x="76349" y="108496"/>
                  <a:pt x="79474" y="104031"/>
                  <a:pt x="80814" y="101798"/>
                </a:cubicBezTo>
                <a:cubicBezTo>
                  <a:pt x="87064" y="91529"/>
                  <a:pt x="87064" y="72330"/>
                  <a:pt x="87064" y="62508"/>
                </a:cubicBezTo>
                <a:cubicBezTo>
                  <a:pt x="87064" y="33040"/>
                  <a:pt x="82600" y="25896"/>
                  <a:pt x="80367" y="22324"/>
                </a:cubicBezTo>
                <a:cubicBezTo>
                  <a:pt x="75456" y="15180"/>
                  <a:pt x="70098" y="15180"/>
                  <a:pt x="67866" y="15180"/>
                </a:cubicBezTo>
                <a:cubicBezTo>
                  <a:pt x="55364" y="15180"/>
                  <a:pt x="50453" y="26789"/>
                  <a:pt x="47327" y="32593"/>
                </a:cubicBezTo>
                <a:lnTo>
                  <a:pt x="47327" y="93762"/>
                </a:lnTo>
                <a:close/>
                <a:moveTo>
                  <a:pt x="47327" y="937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011F0-D563-455D-9472-369FC642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372" y="2618711"/>
            <a:ext cx="95548" cy="120997"/>
          </a:xfrm>
          <a:custGeom xmlns:a="http://schemas.openxmlformats.org/drawingml/2006/main">
            <a:pathLst>
              <a:path w="95548" h="120997">
                <a:moveTo>
                  <a:pt x="95548" y="56704"/>
                </a:moveTo>
                <a:lnTo>
                  <a:pt x="32593" y="56704"/>
                </a:lnTo>
                <a:cubicBezTo>
                  <a:pt x="33933" y="79028"/>
                  <a:pt x="41077" y="87957"/>
                  <a:pt x="45095" y="92422"/>
                </a:cubicBezTo>
                <a:cubicBezTo>
                  <a:pt x="53132" y="102245"/>
                  <a:pt x="61168" y="102245"/>
                  <a:pt x="65187" y="102245"/>
                </a:cubicBezTo>
                <a:cubicBezTo>
                  <a:pt x="72330" y="102245"/>
                  <a:pt x="76349" y="99566"/>
                  <a:pt x="78581" y="98673"/>
                </a:cubicBezTo>
                <a:cubicBezTo>
                  <a:pt x="84386" y="94208"/>
                  <a:pt x="88850" y="87064"/>
                  <a:pt x="91083" y="83939"/>
                </a:cubicBezTo>
                <a:lnTo>
                  <a:pt x="95548" y="86171"/>
                </a:lnTo>
                <a:cubicBezTo>
                  <a:pt x="86171" y="105370"/>
                  <a:pt x="78581" y="110282"/>
                  <a:pt x="75009" y="112961"/>
                </a:cubicBezTo>
                <a:cubicBezTo>
                  <a:pt x="63847" y="120997"/>
                  <a:pt x="54025" y="120997"/>
                  <a:pt x="49113" y="120997"/>
                </a:cubicBezTo>
                <a:cubicBezTo>
                  <a:pt x="23664" y="120997"/>
                  <a:pt x="14734" y="108049"/>
                  <a:pt x="10716" y="101352"/>
                </a:cubicBezTo>
                <a:cubicBezTo>
                  <a:pt x="0" y="85725"/>
                  <a:pt x="0" y="70098"/>
                  <a:pt x="0" y="62508"/>
                </a:cubicBezTo>
                <a:cubicBezTo>
                  <a:pt x="0" y="33933"/>
                  <a:pt x="10269" y="22771"/>
                  <a:pt x="15627" y="16966"/>
                </a:cubicBezTo>
                <a:cubicBezTo>
                  <a:pt x="31254" y="0"/>
                  <a:pt x="44648" y="0"/>
                  <a:pt x="51792" y="0"/>
                </a:cubicBezTo>
                <a:cubicBezTo>
                  <a:pt x="69205" y="0"/>
                  <a:pt x="77688" y="9823"/>
                  <a:pt x="81707" y="14288"/>
                </a:cubicBezTo>
                <a:cubicBezTo>
                  <a:pt x="94655" y="28575"/>
                  <a:pt x="95101" y="47327"/>
                  <a:pt x="95548" y="56704"/>
                </a:cubicBezTo>
                <a:close/>
                <a:moveTo>
                  <a:pt x="65633" y="48220"/>
                </a:moveTo>
                <a:cubicBezTo>
                  <a:pt x="65633" y="29021"/>
                  <a:pt x="63847" y="23664"/>
                  <a:pt x="63401" y="21431"/>
                </a:cubicBezTo>
                <a:cubicBezTo>
                  <a:pt x="61168" y="14288"/>
                  <a:pt x="58043" y="11609"/>
                  <a:pt x="56704" y="10269"/>
                </a:cubicBezTo>
                <a:cubicBezTo>
                  <a:pt x="54025" y="8037"/>
                  <a:pt x="51346" y="8037"/>
                  <a:pt x="49560" y="8037"/>
                </a:cubicBezTo>
                <a:cubicBezTo>
                  <a:pt x="43755" y="8037"/>
                  <a:pt x="40630" y="12502"/>
                  <a:pt x="39737" y="14288"/>
                </a:cubicBezTo>
                <a:cubicBezTo>
                  <a:pt x="32147" y="25003"/>
                  <a:pt x="32147" y="37951"/>
                  <a:pt x="32147" y="44202"/>
                </a:cubicBezTo>
                <a:lnTo>
                  <a:pt x="32147" y="48220"/>
                </a:lnTo>
                <a:lnTo>
                  <a:pt x="65633" y="48220"/>
                </a:lnTo>
                <a:close/>
                <a:moveTo>
                  <a:pt x="65633" y="482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95AA1-015F-411B-A499-A5F8DAFA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6" y="2618711"/>
            <a:ext cx="122783" cy="117425"/>
          </a:xfrm>
          <a:custGeom xmlns:a="http://schemas.openxmlformats.org/drawingml/2006/main">
            <a:pathLst>
              <a:path w="122783" h="117425">
                <a:moveTo>
                  <a:pt x="46434" y="3572"/>
                </a:moveTo>
                <a:lnTo>
                  <a:pt x="46434" y="18306"/>
                </a:lnTo>
                <a:cubicBezTo>
                  <a:pt x="55364" y="8930"/>
                  <a:pt x="60275" y="5804"/>
                  <a:pt x="62954" y="4465"/>
                </a:cubicBezTo>
                <a:cubicBezTo>
                  <a:pt x="70991" y="0"/>
                  <a:pt x="77242" y="0"/>
                  <a:pt x="80367" y="0"/>
                </a:cubicBezTo>
                <a:cubicBezTo>
                  <a:pt x="91529" y="0"/>
                  <a:pt x="96441" y="4465"/>
                  <a:pt x="98673" y="6251"/>
                </a:cubicBezTo>
                <a:cubicBezTo>
                  <a:pt x="106263" y="12502"/>
                  <a:pt x="107603" y="18752"/>
                  <a:pt x="108496" y="21431"/>
                </a:cubicBezTo>
                <a:cubicBezTo>
                  <a:pt x="110728" y="28575"/>
                  <a:pt x="110728" y="41970"/>
                  <a:pt x="110728" y="48220"/>
                </a:cubicBezTo>
                <a:lnTo>
                  <a:pt x="110728" y="92869"/>
                </a:lnTo>
                <a:cubicBezTo>
                  <a:pt x="110728" y="105817"/>
                  <a:pt x="112068" y="108049"/>
                  <a:pt x="112961" y="109389"/>
                </a:cubicBezTo>
                <a:cubicBezTo>
                  <a:pt x="115193" y="112514"/>
                  <a:pt x="120104" y="112961"/>
                  <a:pt x="122783" y="112961"/>
                </a:cubicBezTo>
                <a:lnTo>
                  <a:pt x="122783" y="117425"/>
                </a:lnTo>
                <a:lnTo>
                  <a:pt x="65187" y="117425"/>
                </a:lnTo>
                <a:lnTo>
                  <a:pt x="65187" y="112961"/>
                </a:lnTo>
                <a:cubicBezTo>
                  <a:pt x="71438" y="112514"/>
                  <a:pt x="73670" y="109389"/>
                  <a:pt x="74563" y="107603"/>
                </a:cubicBezTo>
                <a:cubicBezTo>
                  <a:pt x="76349" y="104477"/>
                  <a:pt x="76349" y="96887"/>
                  <a:pt x="76349" y="92869"/>
                </a:cubicBezTo>
                <a:lnTo>
                  <a:pt x="76349" y="41970"/>
                </a:lnTo>
                <a:cubicBezTo>
                  <a:pt x="76349" y="28129"/>
                  <a:pt x="75456" y="25450"/>
                  <a:pt x="75456" y="24110"/>
                </a:cubicBezTo>
                <a:cubicBezTo>
                  <a:pt x="74563" y="20538"/>
                  <a:pt x="72777" y="19199"/>
                  <a:pt x="71438" y="18752"/>
                </a:cubicBezTo>
                <a:cubicBezTo>
                  <a:pt x="69205" y="16520"/>
                  <a:pt x="66973" y="16520"/>
                  <a:pt x="66080" y="16520"/>
                </a:cubicBezTo>
                <a:cubicBezTo>
                  <a:pt x="55364" y="16520"/>
                  <a:pt x="49560" y="26789"/>
                  <a:pt x="46434" y="31700"/>
                </a:cubicBezTo>
                <a:lnTo>
                  <a:pt x="46434" y="92869"/>
                </a:lnTo>
                <a:cubicBezTo>
                  <a:pt x="46434" y="105370"/>
                  <a:pt x="47774" y="107603"/>
                  <a:pt x="48667" y="108942"/>
                </a:cubicBezTo>
                <a:cubicBezTo>
                  <a:pt x="51346" y="112514"/>
                  <a:pt x="55364" y="112961"/>
                  <a:pt x="57596" y="112961"/>
                </a:cubicBezTo>
                <a:lnTo>
                  <a:pt x="57596" y="117425"/>
                </a:lnTo>
                <a:lnTo>
                  <a:pt x="0" y="117425"/>
                </a:lnTo>
                <a:lnTo>
                  <a:pt x="0" y="112961"/>
                </a:lnTo>
                <a:cubicBezTo>
                  <a:pt x="7144" y="112514"/>
                  <a:pt x="9376" y="109835"/>
                  <a:pt x="10269" y="108496"/>
                </a:cubicBezTo>
                <a:cubicBezTo>
                  <a:pt x="12055" y="105817"/>
                  <a:pt x="12055" y="96887"/>
                  <a:pt x="12055" y="92869"/>
                </a:cubicBezTo>
                <a:lnTo>
                  <a:pt x="12055" y="28129"/>
                </a:lnTo>
                <a:cubicBezTo>
                  <a:pt x="12055" y="15180"/>
                  <a:pt x="10716" y="13395"/>
                  <a:pt x="9823" y="12502"/>
                </a:cubicBezTo>
                <a:cubicBezTo>
                  <a:pt x="7590" y="8930"/>
                  <a:pt x="2679" y="8483"/>
                  <a:pt x="0" y="8037"/>
                </a:cubicBezTo>
                <a:lnTo>
                  <a:pt x="0" y="3572"/>
                </a:lnTo>
                <a:lnTo>
                  <a:pt x="46434" y="3572"/>
                </a:lnTo>
                <a:close/>
                <a:moveTo>
                  <a:pt x="46434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F53F6-D1FF-421E-BF7F-F1482F86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49" y="2622283"/>
            <a:ext cx="175468" cy="117425"/>
          </a:xfrm>
          <a:custGeom xmlns:a="http://schemas.openxmlformats.org/drawingml/2006/main">
            <a:pathLst>
              <a:path w="175468" h="117425">
                <a:moveTo>
                  <a:pt x="119658" y="117425"/>
                </a:moveTo>
                <a:lnTo>
                  <a:pt x="88404" y="33933"/>
                </a:lnTo>
                <a:lnTo>
                  <a:pt x="57596" y="117425"/>
                </a:lnTo>
                <a:lnTo>
                  <a:pt x="51346" y="117425"/>
                </a:lnTo>
                <a:lnTo>
                  <a:pt x="20985" y="34826"/>
                </a:lnTo>
                <a:cubicBezTo>
                  <a:pt x="14288" y="15627"/>
                  <a:pt x="11162" y="12055"/>
                  <a:pt x="9376" y="9823"/>
                </a:cubicBezTo>
                <a:cubicBezTo>
                  <a:pt x="6251" y="6251"/>
                  <a:pt x="2232" y="4911"/>
                  <a:pt x="0" y="4465"/>
                </a:cubicBezTo>
                <a:lnTo>
                  <a:pt x="0" y="0"/>
                </a:lnTo>
                <a:lnTo>
                  <a:pt x="57596" y="0"/>
                </a:lnTo>
                <a:lnTo>
                  <a:pt x="57596" y="4465"/>
                </a:lnTo>
                <a:cubicBezTo>
                  <a:pt x="51792" y="4465"/>
                  <a:pt x="50453" y="5804"/>
                  <a:pt x="49560" y="6251"/>
                </a:cubicBezTo>
                <a:cubicBezTo>
                  <a:pt x="47327" y="8037"/>
                  <a:pt x="47327" y="9376"/>
                  <a:pt x="47327" y="9823"/>
                </a:cubicBezTo>
                <a:cubicBezTo>
                  <a:pt x="47327" y="12055"/>
                  <a:pt x="50006" y="19199"/>
                  <a:pt x="51346" y="22324"/>
                </a:cubicBezTo>
                <a:lnTo>
                  <a:pt x="68312" y="66973"/>
                </a:lnTo>
                <a:lnTo>
                  <a:pt x="83939" y="22324"/>
                </a:lnTo>
                <a:lnTo>
                  <a:pt x="83046" y="19645"/>
                </a:lnTo>
                <a:cubicBezTo>
                  <a:pt x="79474" y="10716"/>
                  <a:pt x="77242" y="8930"/>
                  <a:pt x="76795" y="8037"/>
                </a:cubicBezTo>
                <a:cubicBezTo>
                  <a:pt x="73670" y="5358"/>
                  <a:pt x="69652" y="4911"/>
                  <a:pt x="68312" y="4465"/>
                </a:cubicBezTo>
                <a:lnTo>
                  <a:pt x="68312" y="0"/>
                </a:lnTo>
                <a:lnTo>
                  <a:pt x="126355" y="0"/>
                </a:lnTo>
                <a:lnTo>
                  <a:pt x="126355" y="4465"/>
                </a:lnTo>
                <a:cubicBezTo>
                  <a:pt x="119658" y="4911"/>
                  <a:pt x="118318" y="6251"/>
                  <a:pt x="117872" y="6697"/>
                </a:cubicBezTo>
                <a:cubicBezTo>
                  <a:pt x="116086" y="8037"/>
                  <a:pt x="116086" y="9823"/>
                  <a:pt x="116086" y="10716"/>
                </a:cubicBezTo>
                <a:cubicBezTo>
                  <a:pt x="116086" y="13395"/>
                  <a:pt x="118318" y="19645"/>
                  <a:pt x="119658" y="22324"/>
                </a:cubicBezTo>
                <a:lnTo>
                  <a:pt x="135285" y="66973"/>
                </a:lnTo>
                <a:lnTo>
                  <a:pt x="150019" y="25896"/>
                </a:lnTo>
                <a:cubicBezTo>
                  <a:pt x="153591" y="17413"/>
                  <a:pt x="153591" y="15180"/>
                  <a:pt x="153591" y="14288"/>
                </a:cubicBezTo>
                <a:cubicBezTo>
                  <a:pt x="153591" y="9376"/>
                  <a:pt x="151805" y="8037"/>
                  <a:pt x="150912" y="7144"/>
                </a:cubicBezTo>
                <a:cubicBezTo>
                  <a:pt x="148679" y="4911"/>
                  <a:pt x="144214" y="4911"/>
                  <a:pt x="141982" y="4465"/>
                </a:cubicBezTo>
                <a:lnTo>
                  <a:pt x="141982" y="0"/>
                </a:lnTo>
                <a:lnTo>
                  <a:pt x="175468" y="0"/>
                </a:lnTo>
                <a:lnTo>
                  <a:pt x="175468" y="4465"/>
                </a:lnTo>
                <a:cubicBezTo>
                  <a:pt x="170111" y="5358"/>
                  <a:pt x="167878" y="7590"/>
                  <a:pt x="166985" y="8483"/>
                </a:cubicBezTo>
                <a:cubicBezTo>
                  <a:pt x="163860" y="11609"/>
                  <a:pt x="160288" y="21878"/>
                  <a:pt x="158502" y="26789"/>
                </a:cubicBezTo>
                <a:lnTo>
                  <a:pt x="126355" y="117425"/>
                </a:lnTo>
                <a:lnTo>
                  <a:pt x="119658" y="117425"/>
                </a:lnTo>
                <a:close/>
                <a:moveTo>
                  <a:pt x="119658" y="1174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47C3D-E47A-4BEA-98C0-EEB6DC27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029" y="2618711"/>
            <a:ext cx="106710" cy="120997"/>
          </a:xfrm>
          <a:custGeom xmlns:a="http://schemas.openxmlformats.org/drawingml/2006/main">
            <a:pathLst>
              <a:path w="106710" h="120997">
                <a:moveTo>
                  <a:pt x="53132" y="0"/>
                </a:moveTo>
                <a:cubicBezTo>
                  <a:pt x="67866" y="0"/>
                  <a:pt x="76349" y="5358"/>
                  <a:pt x="80814" y="8037"/>
                </a:cubicBezTo>
                <a:cubicBezTo>
                  <a:pt x="93762" y="15627"/>
                  <a:pt x="97780" y="25003"/>
                  <a:pt x="100012" y="29468"/>
                </a:cubicBezTo>
                <a:cubicBezTo>
                  <a:pt x="106710" y="43755"/>
                  <a:pt x="106710" y="54918"/>
                  <a:pt x="106710" y="60722"/>
                </a:cubicBezTo>
                <a:cubicBezTo>
                  <a:pt x="106710" y="84832"/>
                  <a:pt x="98673" y="95548"/>
                  <a:pt x="94655" y="101352"/>
                </a:cubicBezTo>
                <a:cubicBezTo>
                  <a:pt x="79474" y="120997"/>
                  <a:pt x="62061" y="120997"/>
                  <a:pt x="53578" y="120997"/>
                </a:cubicBezTo>
                <a:cubicBezTo>
                  <a:pt x="27682" y="120997"/>
                  <a:pt x="18306" y="108942"/>
                  <a:pt x="13841" y="103138"/>
                </a:cubicBezTo>
                <a:cubicBezTo>
                  <a:pt x="0" y="84832"/>
                  <a:pt x="0" y="69205"/>
                  <a:pt x="0" y="61168"/>
                </a:cubicBezTo>
                <a:cubicBezTo>
                  <a:pt x="0" y="36612"/>
                  <a:pt x="9376" y="24557"/>
                  <a:pt x="14288" y="18306"/>
                </a:cubicBezTo>
                <a:cubicBezTo>
                  <a:pt x="28129" y="0"/>
                  <a:pt x="44648" y="0"/>
                  <a:pt x="53132" y="0"/>
                </a:cubicBezTo>
                <a:close/>
                <a:moveTo>
                  <a:pt x="53578" y="8930"/>
                </a:moveTo>
                <a:cubicBezTo>
                  <a:pt x="47327" y="8930"/>
                  <a:pt x="44648" y="12055"/>
                  <a:pt x="42862" y="13395"/>
                </a:cubicBezTo>
                <a:cubicBezTo>
                  <a:pt x="38398" y="18306"/>
                  <a:pt x="37505" y="27236"/>
                  <a:pt x="37058" y="32147"/>
                </a:cubicBezTo>
                <a:cubicBezTo>
                  <a:pt x="35719" y="45988"/>
                  <a:pt x="35719" y="62061"/>
                  <a:pt x="35719" y="70545"/>
                </a:cubicBezTo>
                <a:cubicBezTo>
                  <a:pt x="35719" y="83493"/>
                  <a:pt x="36612" y="91083"/>
                  <a:pt x="37505" y="95101"/>
                </a:cubicBezTo>
                <a:cubicBezTo>
                  <a:pt x="38844" y="103584"/>
                  <a:pt x="41523" y="106263"/>
                  <a:pt x="42862" y="108049"/>
                </a:cubicBezTo>
                <a:cubicBezTo>
                  <a:pt x="47327" y="112514"/>
                  <a:pt x="51346" y="112514"/>
                  <a:pt x="53132" y="112514"/>
                </a:cubicBezTo>
                <a:cubicBezTo>
                  <a:pt x="58489" y="112514"/>
                  <a:pt x="61168" y="110282"/>
                  <a:pt x="62061" y="109389"/>
                </a:cubicBezTo>
                <a:cubicBezTo>
                  <a:pt x="66973" y="105370"/>
                  <a:pt x="67866" y="100459"/>
                  <a:pt x="68759" y="97780"/>
                </a:cubicBezTo>
                <a:cubicBezTo>
                  <a:pt x="70991" y="86171"/>
                  <a:pt x="70991" y="62954"/>
                  <a:pt x="70991" y="50899"/>
                </a:cubicBezTo>
                <a:cubicBezTo>
                  <a:pt x="70991" y="30361"/>
                  <a:pt x="69652" y="25450"/>
                  <a:pt x="68759" y="22771"/>
                </a:cubicBezTo>
                <a:cubicBezTo>
                  <a:pt x="66526" y="14734"/>
                  <a:pt x="63401" y="12502"/>
                  <a:pt x="62061" y="11162"/>
                </a:cubicBezTo>
                <a:cubicBezTo>
                  <a:pt x="58489" y="8930"/>
                  <a:pt x="55364" y="8930"/>
                  <a:pt x="53578" y="8930"/>
                </a:cubicBezTo>
                <a:close/>
                <a:moveTo>
                  <a:pt x="53578" y="8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5B8F1-1571-4888-8E0D-DFD57791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63" y="2618711"/>
            <a:ext cx="97780" cy="117425"/>
          </a:xfrm>
          <a:custGeom xmlns:a="http://schemas.openxmlformats.org/drawingml/2006/main">
            <a:pathLst>
              <a:path w="97780" h="117425">
                <a:moveTo>
                  <a:pt x="46881" y="3572"/>
                </a:moveTo>
                <a:lnTo>
                  <a:pt x="46881" y="29468"/>
                </a:lnTo>
                <a:cubicBezTo>
                  <a:pt x="58043" y="12055"/>
                  <a:pt x="63847" y="8037"/>
                  <a:pt x="66526" y="5804"/>
                </a:cubicBezTo>
                <a:cubicBezTo>
                  <a:pt x="75009" y="0"/>
                  <a:pt x="80367" y="0"/>
                  <a:pt x="83046" y="0"/>
                </a:cubicBezTo>
                <a:cubicBezTo>
                  <a:pt x="89743" y="0"/>
                  <a:pt x="92422" y="3125"/>
                  <a:pt x="93762" y="4465"/>
                </a:cubicBezTo>
                <a:cubicBezTo>
                  <a:pt x="97780" y="8483"/>
                  <a:pt x="97780" y="13395"/>
                  <a:pt x="97780" y="16520"/>
                </a:cubicBezTo>
                <a:cubicBezTo>
                  <a:pt x="97780" y="24110"/>
                  <a:pt x="95548" y="27236"/>
                  <a:pt x="93762" y="29021"/>
                </a:cubicBezTo>
                <a:cubicBezTo>
                  <a:pt x="89743" y="33486"/>
                  <a:pt x="86171" y="33486"/>
                  <a:pt x="84386" y="33486"/>
                </a:cubicBezTo>
                <a:cubicBezTo>
                  <a:pt x="78135" y="33486"/>
                  <a:pt x="74563" y="30807"/>
                  <a:pt x="73223" y="29468"/>
                </a:cubicBezTo>
                <a:cubicBezTo>
                  <a:pt x="68312" y="25003"/>
                  <a:pt x="67866" y="25003"/>
                  <a:pt x="67866" y="24557"/>
                </a:cubicBezTo>
                <a:cubicBezTo>
                  <a:pt x="66526" y="23664"/>
                  <a:pt x="65633" y="23664"/>
                  <a:pt x="64740" y="23664"/>
                </a:cubicBezTo>
                <a:cubicBezTo>
                  <a:pt x="61168" y="23664"/>
                  <a:pt x="59382" y="25896"/>
                  <a:pt x="58043" y="26789"/>
                </a:cubicBezTo>
                <a:cubicBezTo>
                  <a:pt x="53132" y="30807"/>
                  <a:pt x="51346" y="35719"/>
                  <a:pt x="50453" y="38398"/>
                </a:cubicBezTo>
                <a:cubicBezTo>
                  <a:pt x="46881" y="50453"/>
                  <a:pt x="46881" y="59829"/>
                  <a:pt x="46881" y="64294"/>
                </a:cubicBezTo>
                <a:lnTo>
                  <a:pt x="46881" y="97334"/>
                </a:lnTo>
                <a:cubicBezTo>
                  <a:pt x="46881" y="104477"/>
                  <a:pt x="47327" y="105817"/>
                  <a:pt x="47774" y="106263"/>
                </a:cubicBezTo>
                <a:cubicBezTo>
                  <a:pt x="49113" y="109835"/>
                  <a:pt x="50899" y="110728"/>
                  <a:pt x="51792" y="111175"/>
                </a:cubicBezTo>
                <a:cubicBezTo>
                  <a:pt x="54918" y="112514"/>
                  <a:pt x="59382" y="112961"/>
                  <a:pt x="61615" y="112961"/>
                </a:cubicBezTo>
                <a:lnTo>
                  <a:pt x="61615" y="117425"/>
                </a:lnTo>
                <a:lnTo>
                  <a:pt x="0" y="117425"/>
                </a:lnTo>
                <a:lnTo>
                  <a:pt x="0" y="112961"/>
                </a:lnTo>
                <a:cubicBezTo>
                  <a:pt x="7590" y="112514"/>
                  <a:pt x="9376" y="110282"/>
                  <a:pt x="9823" y="109389"/>
                </a:cubicBezTo>
                <a:cubicBezTo>
                  <a:pt x="12948" y="105817"/>
                  <a:pt x="12948" y="95548"/>
                  <a:pt x="12948" y="90636"/>
                </a:cubicBezTo>
                <a:lnTo>
                  <a:pt x="12948" y="27682"/>
                </a:lnTo>
                <a:cubicBezTo>
                  <a:pt x="12948" y="18306"/>
                  <a:pt x="12055" y="16073"/>
                  <a:pt x="11609" y="15180"/>
                </a:cubicBezTo>
                <a:cubicBezTo>
                  <a:pt x="10716" y="12055"/>
                  <a:pt x="8930" y="10716"/>
                  <a:pt x="8483" y="10269"/>
                </a:cubicBezTo>
                <a:cubicBezTo>
                  <a:pt x="6251" y="8483"/>
                  <a:pt x="2232" y="8483"/>
                  <a:pt x="0" y="8037"/>
                </a:cubicBezTo>
                <a:lnTo>
                  <a:pt x="0" y="3572"/>
                </a:lnTo>
                <a:lnTo>
                  <a:pt x="46881" y="3572"/>
                </a:lnTo>
                <a:close/>
                <a:moveTo>
                  <a:pt x="46881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00A1B-1530-4D15-99AA-FFA5C730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022" y="2570937"/>
            <a:ext cx="61615" cy="165199"/>
          </a:xfrm>
          <a:custGeom xmlns:a="http://schemas.openxmlformats.org/drawingml/2006/main">
            <a:pathLst>
              <a:path w="61615" h="165199">
                <a:moveTo>
                  <a:pt x="48220" y="0"/>
                </a:moveTo>
                <a:lnTo>
                  <a:pt x="48220" y="141536"/>
                </a:lnTo>
                <a:cubicBezTo>
                  <a:pt x="48220" y="153591"/>
                  <a:pt x="49560" y="155823"/>
                  <a:pt x="50899" y="157162"/>
                </a:cubicBezTo>
                <a:cubicBezTo>
                  <a:pt x="53578" y="160288"/>
                  <a:pt x="58936" y="160734"/>
                  <a:pt x="61615" y="160734"/>
                </a:cubicBezTo>
                <a:lnTo>
                  <a:pt x="61615" y="165199"/>
                </a:lnTo>
                <a:lnTo>
                  <a:pt x="0" y="165199"/>
                </a:lnTo>
                <a:lnTo>
                  <a:pt x="0" y="160734"/>
                </a:lnTo>
                <a:cubicBezTo>
                  <a:pt x="8037" y="160734"/>
                  <a:pt x="10269" y="158055"/>
                  <a:pt x="11162" y="156270"/>
                </a:cubicBezTo>
                <a:cubicBezTo>
                  <a:pt x="13841" y="153591"/>
                  <a:pt x="13841" y="145554"/>
                  <a:pt x="13841" y="141536"/>
                </a:cubicBezTo>
                <a:lnTo>
                  <a:pt x="13841" y="23664"/>
                </a:lnTo>
                <a:cubicBezTo>
                  <a:pt x="13841" y="11609"/>
                  <a:pt x="12055" y="9376"/>
                  <a:pt x="11162" y="8483"/>
                </a:cubicBezTo>
                <a:cubicBezTo>
                  <a:pt x="8483" y="4911"/>
                  <a:pt x="2679" y="4911"/>
                  <a:pt x="0" y="4465"/>
                </a:cubicBezTo>
                <a:lnTo>
                  <a:pt x="0" y="0"/>
                </a:lnTo>
                <a:lnTo>
                  <a:pt x="48220" y="0"/>
                </a:lnTo>
                <a:close/>
                <a:moveTo>
                  <a:pt x="482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9C94B-DCC9-4AED-AD51-0F7EA7FE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718" y="2570937"/>
            <a:ext cx="123676" cy="168771"/>
          </a:xfrm>
          <a:custGeom xmlns:a="http://schemas.openxmlformats.org/drawingml/2006/main">
            <a:pathLst>
              <a:path w="123676" h="168771">
                <a:moveTo>
                  <a:pt x="109835" y="0"/>
                </a:moveTo>
                <a:lnTo>
                  <a:pt x="109835" y="131266"/>
                </a:lnTo>
                <a:cubicBezTo>
                  <a:pt x="109835" y="144661"/>
                  <a:pt x="110282" y="146447"/>
                  <a:pt x="110282" y="146893"/>
                </a:cubicBezTo>
                <a:cubicBezTo>
                  <a:pt x="111621" y="150912"/>
                  <a:pt x="112961" y="152251"/>
                  <a:pt x="114300" y="153144"/>
                </a:cubicBezTo>
                <a:cubicBezTo>
                  <a:pt x="116979" y="154930"/>
                  <a:pt x="121444" y="155377"/>
                  <a:pt x="123676" y="155377"/>
                </a:cubicBezTo>
                <a:lnTo>
                  <a:pt x="123676" y="159395"/>
                </a:lnTo>
                <a:lnTo>
                  <a:pt x="75456" y="168771"/>
                </a:lnTo>
                <a:lnTo>
                  <a:pt x="75456" y="150912"/>
                </a:lnTo>
                <a:cubicBezTo>
                  <a:pt x="66973" y="161181"/>
                  <a:pt x="62508" y="163860"/>
                  <a:pt x="60275" y="164753"/>
                </a:cubicBezTo>
                <a:cubicBezTo>
                  <a:pt x="53132" y="168771"/>
                  <a:pt x="47774" y="168771"/>
                  <a:pt x="44648" y="168771"/>
                </a:cubicBezTo>
                <a:cubicBezTo>
                  <a:pt x="23217" y="168771"/>
                  <a:pt x="14734" y="155823"/>
                  <a:pt x="10269" y="149126"/>
                </a:cubicBezTo>
                <a:cubicBezTo>
                  <a:pt x="0" y="133499"/>
                  <a:pt x="0" y="117872"/>
                  <a:pt x="0" y="110282"/>
                </a:cubicBezTo>
                <a:cubicBezTo>
                  <a:pt x="0" y="91976"/>
                  <a:pt x="4465" y="82153"/>
                  <a:pt x="6251" y="77242"/>
                </a:cubicBezTo>
                <a:cubicBezTo>
                  <a:pt x="12948" y="62954"/>
                  <a:pt x="20092" y="58043"/>
                  <a:pt x="23664" y="55364"/>
                </a:cubicBezTo>
                <a:cubicBezTo>
                  <a:pt x="34826" y="47774"/>
                  <a:pt x="43309" y="47774"/>
                  <a:pt x="47327" y="47774"/>
                </a:cubicBezTo>
                <a:cubicBezTo>
                  <a:pt x="55811" y="47774"/>
                  <a:pt x="59829" y="50006"/>
                  <a:pt x="62061" y="51346"/>
                </a:cubicBezTo>
                <a:cubicBezTo>
                  <a:pt x="68312" y="54471"/>
                  <a:pt x="73223" y="59829"/>
                  <a:pt x="75456" y="62061"/>
                </a:cubicBezTo>
                <a:lnTo>
                  <a:pt x="75456" y="28129"/>
                </a:lnTo>
                <a:cubicBezTo>
                  <a:pt x="75456" y="14734"/>
                  <a:pt x="74563" y="12948"/>
                  <a:pt x="74563" y="12055"/>
                </a:cubicBezTo>
                <a:cubicBezTo>
                  <a:pt x="72777" y="8930"/>
                  <a:pt x="70991" y="7590"/>
                  <a:pt x="70098" y="7144"/>
                </a:cubicBezTo>
                <a:cubicBezTo>
                  <a:pt x="67419" y="5358"/>
                  <a:pt x="61615" y="5358"/>
                  <a:pt x="58936" y="5358"/>
                </a:cubicBezTo>
                <a:lnTo>
                  <a:pt x="58936" y="0"/>
                </a:lnTo>
                <a:lnTo>
                  <a:pt x="109835" y="0"/>
                </a:lnTo>
                <a:close/>
                <a:moveTo>
                  <a:pt x="75456" y="77242"/>
                </a:moveTo>
                <a:cubicBezTo>
                  <a:pt x="66526" y="60275"/>
                  <a:pt x="57596" y="60275"/>
                  <a:pt x="53578" y="60275"/>
                </a:cubicBezTo>
                <a:cubicBezTo>
                  <a:pt x="49113" y="60275"/>
                  <a:pt x="46881" y="61615"/>
                  <a:pt x="45988" y="62508"/>
                </a:cubicBezTo>
                <a:cubicBezTo>
                  <a:pt x="41523" y="66526"/>
                  <a:pt x="39737" y="72777"/>
                  <a:pt x="38844" y="75902"/>
                </a:cubicBezTo>
                <a:cubicBezTo>
                  <a:pt x="35719" y="85279"/>
                  <a:pt x="35719" y="98227"/>
                  <a:pt x="35719" y="104924"/>
                </a:cubicBezTo>
                <a:cubicBezTo>
                  <a:pt x="35719" y="126355"/>
                  <a:pt x="37951" y="133052"/>
                  <a:pt x="38844" y="136624"/>
                </a:cubicBezTo>
                <a:cubicBezTo>
                  <a:pt x="42416" y="147340"/>
                  <a:pt x="45988" y="150019"/>
                  <a:pt x="47774" y="151805"/>
                </a:cubicBezTo>
                <a:cubicBezTo>
                  <a:pt x="50453" y="154037"/>
                  <a:pt x="53578" y="154037"/>
                  <a:pt x="55364" y="154037"/>
                </a:cubicBezTo>
                <a:cubicBezTo>
                  <a:pt x="66080" y="154037"/>
                  <a:pt x="72330" y="142875"/>
                  <a:pt x="75456" y="137071"/>
                </a:cubicBezTo>
                <a:lnTo>
                  <a:pt x="75456" y="77242"/>
                </a:lnTo>
                <a:close/>
                <a:moveTo>
                  <a:pt x="75456" y="772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5BA11-628E-4D59-94A9-495D4ACE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607" y="2570937"/>
            <a:ext cx="191542" cy="165199"/>
          </a:xfrm>
          <a:custGeom xmlns:a="http://schemas.openxmlformats.org/drawingml/2006/main">
            <a:pathLst>
              <a:path w="191542" h="165199">
                <a:moveTo>
                  <a:pt x="98673" y="63401"/>
                </a:moveTo>
                <a:lnTo>
                  <a:pt x="156716" y="136178"/>
                </a:lnTo>
                <a:cubicBezTo>
                  <a:pt x="168771" y="151358"/>
                  <a:pt x="175022" y="154930"/>
                  <a:pt x="177701" y="157162"/>
                </a:cubicBezTo>
                <a:cubicBezTo>
                  <a:pt x="184398" y="160734"/>
                  <a:pt x="188863" y="160734"/>
                  <a:pt x="191542" y="160734"/>
                </a:cubicBezTo>
                <a:lnTo>
                  <a:pt x="191542" y="165199"/>
                </a:lnTo>
                <a:lnTo>
                  <a:pt x="105370" y="165199"/>
                </a:lnTo>
                <a:lnTo>
                  <a:pt x="105370" y="160734"/>
                </a:lnTo>
                <a:cubicBezTo>
                  <a:pt x="113854" y="160288"/>
                  <a:pt x="115193" y="158948"/>
                  <a:pt x="116086" y="158055"/>
                </a:cubicBezTo>
                <a:cubicBezTo>
                  <a:pt x="118318" y="156270"/>
                  <a:pt x="118318" y="154930"/>
                  <a:pt x="118318" y="153591"/>
                </a:cubicBezTo>
                <a:cubicBezTo>
                  <a:pt x="118318" y="148679"/>
                  <a:pt x="110728" y="139303"/>
                  <a:pt x="107156" y="134392"/>
                </a:cubicBezTo>
                <a:lnTo>
                  <a:pt x="69205" y="86618"/>
                </a:lnTo>
                <a:lnTo>
                  <a:pt x="62954" y="91976"/>
                </a:lnTo>
                <a:lnTo>
                  <a:pt x="62954" y="137071"/>
                </a:lnTo>
                <a:cubicBezTo>
                  <a:pt x="62954" y="150019"/>
                  <a:pt x="63847" y="151805"/>
                  <a:pt x="64740" y="153144"/>
                </a:cubicBezTo>
                <a:cubicBezTo>
                  <a:pt x="66080" y="156270"/>
                  <a:pt x="68759" y="157609"/>
                  <a:pt x="70098" y="158502"/>
                </a:cubicBezTo>
                <a:cubicBezTo>
                  <a:pt x="74116" y="160734"/>
                  <a:pt x="80367" y="160734"/>
                  <a:pt x="83493" y="160734"/>
                </a:cubicBezTo>
                <a:lnTo>
                  <a:pt x="83493" y="165199"/>
                </a:lnTo>
                <a:lnTo>
                  <a:pt x="0" y="165199"/>
                </a:lnTo>
                <a:lnTo>
                  <a:pt x="0" y="160734"/>
                </a:lnTo>
                <a:lnTo>
                  <a:pt x="5804" y="160734"/>
                </a:lnTo>
                <a:cubicBezTo>
                  <a:pt x="12948" y="160734"/>
                  <a:pt x="15627" y="159395"/>
                  <a:pt x="16966" y="158055"/>
                </a:cubicBezTo>
                <a:cubicBezTo>
                  <a:pt x="20538" y="156270"/>
                  <a:pt x="21431" y="153591"/>
                  <a:pt x="21878" y="152251"/>
                </a:cubicBezTo>
                <a:cubicBezTo>
                  <a:pt x="23217" y="149572"/>
                  <a:pt x="23217" y="141089"/>
                  <a:pt x="23217" y="137071"/>
                </a:cubicBezTo>
                <a:lnTo>
                  <a:pt x="23217" y="28575"/>
                </a:lnTo>
                <a:cubicBezTo>
                  <a:pt x="23217" y="15627"/>
                  <a:pt x="22771" y="13395"/>
                  <a:pt x="21878" y="12502"/>
                </a:cubicBezTo>
                <a:cubicBezTo>
                  <a:pt x="20538" y="9376"/>
                  <a:pt x="18306" y="7590"/>
                  <a:pt x="16520" y="7144"/>
                </a:cubicBezTo>
                <a:cubicBezTo>
                  <a:pt x="12502" y="4465"/>
                  <a:pt x="8037" y="4465"/>
                  <a:pt x="5804" y="4465"/>
                </a:cubicBezTo>
                <a:lnTo>
                  <a:pt x="0" y="4465"/>
                </a:lnTo>
                <a:lnTo>
                  <a:pt x="0" y="0"/>
                </a:lnTo>
                <a:lnTo>
                  <a:pt x="82600" y="0"/>
                </a:lnTo>
                <a:lnTo>
                  <a:pt x="82600" y="4465"/>
                </a:lnTo>
                <a:cubicBezTo>
                  <a:pt x="74116" y="4465"/>
                  <a:pt x="70991" y="6251"/>
                  <a:pt x="69652" y="7144"/>
                </a:cubicBezTo>
                <a:cubicBezTo>
                  <a:pt x="66526" y="8930"/>
                  <a:pt x="65187" y="11609"/>
                  <a:pt x="64740" y="12502"/>
                </a:cubicBezTo>
                <a:cubicBezTo>
                  <a:pt x="62954" y="15627"/>
                  <a:pt x="62954" y="24110"/>
                  <a:pt x="62954" y="28575"/>
                </a:cubicBezTo>
                <a:lnTo>
                  <a:pt x="62954" y="79921"/>
                </a:lnTo>
                <a:lnTo>
                  <a:pt x="124569" y="30361"/>
                </a:lnTo>
                <a:cubicBezTo>
                  <a:pt x="137071" y="19645"/>
                  <a:pt x="137071" y="15627"/>
                  <a:pt x="137071" y="13841"/>
                </a:cubicBezTo>
                <a:cubicBezTo>
                  <a:pt x="137071" y="8930"/>
                  <a:pt x="133499" y="7144"/>
                  <a:pt x="131713" y="6251"/>
                </a:cubicBezTo>
                <a:cubicBezTo>
                  <a:pt x="129480" y="4911"/>
                  <a:pt x="122337" y="4911"/>
                  <a:pt x="118765" y="4465"/>
                </a:cubicBezTo>
                <a:lnTo>
                  <a:pt x="118765" y="0"/>
                </a:lnTo>
                <a:lnTo>
                  <a:pt x="183059" y="0"/>
                </a:lnTo>
                <a:lnTo>
                  <a:pt x="183059" y="4465"/>
                </a:lnTo>
                <a:cubicBezTo>
                  <a:pt x="174575" y="5358"/>
                  <a:pt x="171450" y="7144"/>
                  <a:pt x="169664" y="7590"/>
                </a:cubicBezTo>
                <a:cubicBezTo>
                  <a:pt x="164753" y="10269"/>
                  <a:pt x="152698" y="19645"/>
                  <a:pt x="146893" y="24557"/>
                </a:cubicBezTo>
                <a:lnTo>
                  <a:pt x="98673" y="63401"/>
                </a:lnTo>
                <a:close/>
                <a:moveTo>
                  <a:pt x="98673" y="634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F74C6-F428-45A0-94E2-8BF6D6FE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798" y="2618711"/>
            <a:ext cx="122783" cy="117425"/>
          </a:xfrm>
          <a:custGeom xmlns:a="http://schemas.openxmlformats.org/drawingml/2006/main">
            <a:pathLst>
              <a:path w="122783" h="117425">
                <a:moveTo>
                  <a:pt x="46434" y="3572"/>
                </a:moveTo>
                <a:lnTo>
                  <a:pt x="46434" y="18306"/>
                </a:lnTo>
                <a:cubicBezTo>
                  <a:pt x="55364" y="8930"/>
                  <a:pt x="60275" y="5804"/>
                  <a:pt x="62954" y="4465"/>
                </a:cubicBezTo>
                <a:cubicBezTo>
                  <a:pt x="70991" y="0"/>
                  <a:pt x="77242" y="0"/>
                  <a:pt x="80367" y="0"/>
                </a:cubicBezTo>
                <a:cubicBezTo>
                  <a:pt x="91529" y="0"/>
                  <a:pt x="96441" y="4465"/>
                  <a:pt x="98673" y="6251"/>
                </a:cubicBezTo>
                <a:cubicBezTo>
                  <a:pt x="106263" y="12502"/>
                  <a:pt x="107603" y="18752"/>
                  <a:pt x="108496" y="21431"/>
                </a:cubicBezTo>
                <a:cubicBezTo>
                  <a:pt x="110728" y="28575"/>
                  <a:pt x="110728" y="41970"/>
                  <a:pt x="110728" y="48220"/>
                </a:cubicBezTo>
                <a:lnTo>
                  <a:pt x="110728" y="92869"/>
                </a:lnTo>
                <a:cubicBezTo>
                  <a:pt x="110728" y="105817"/>
                  <a:pt x="112068" y="108049"/>
                  <a:pt x="112961" y="109389"/>
                </a:cubicBezTo>
                <a:cubicBezTo>
                  <a:pt x="115193" y="112514"/>
                  <a:pt x="120104" y="112961"/>
                  <a:pt x="122783" y="112961"/>
                </a:cubicBezTo>
                <a:lnTo>
                  <a:pt x="122783" y="117425"/>
                </a:lnTo>
                <a:lnTo>
                  <a:pt x="65187" y="117425"/>
                </a:lnTo>
                <a:lnTo>
                  <a:pt x="65187" y="112961"/>
                </a:lnTo>
                <a:cubicBezTo>
                  <a:pt x="71438" y="112514"/>
                  <a:pt x="73670" y="109389"/>
                  <a:pt x="74563" y="107603"/>
                </a:cubicBezTo>
                <a:cubicBezTo>
                  <a:pt x="76349" y="104477"/>
                  <a:pt x="76349" y="96887"/>
                  <a:pt x="76349" y="92869"/>
                </a:cubicBezTo>
                <a:lnTo>
                  <a:pt x="76349" y="41970"/>
                </a:lnTo>
                <a:cubicBezTo>
                  <a:pt x="76349" y="28129"/>
                  <a:pt x="75456" y="25450"/>
                  <a:pt x="75456" y="24110"/>
                </a:cubicBezTo>
                <a:cubicBezTo>
                  <a:pt x="74563" y="20538"/>
                  <a:pt x="72777" y="19199"/>
                  <a:pt x="71438" y="18752"/>
                </a:cubicBezTo>
                <a:cubicBezTo>
                  <a:pt x="69205" y="16520"/>
                  <a:pt x="66973" y="16520"/>
                  <a:pt x="66080" y="16520"/>
                </a:cubicBezTo>
                <a:cubicBezTo>
                  <a:pt x="55364" y="16520"/>
                  <a:pt x="49560" y="26789"/>
                  <a:pt x="46434" y="31700"/>
                </a:cubicBezTo>
                <a:lnTo>
                  <a:pt x="46434" y="92869"/>
                </a:lnTo>
                <a:cubicBezTo>
                  <a:pt x="46434" y="105370"/>
                  <a:pt x="47774" y="107603"/>
                  <a:pt x="48667" y="108942"/>
                </a:cubicBezTo>
                <a:cubicBezTo>
                  <a:pt x="51346" y="112514"/>
                  <a:pt x="55364" y="112961"/>
                  <a:pt x="57596" y="112961"/>
                </a:cubicBezTo>
                <a:lnTo>
                  <a:pt x="57596" y="117425"/>
                </a:lnTo>
                <a:lnTo>
                  <a:pt x="0" y="117425"/>
                </a:lnTo>
                <a:lnTo>
                  <a:pt x="0" y="112961"/>
                </a:lnTo>
                <a:cubicBezTo>
                  <a:pt x="7144" y="112514"/>
                  <a:pt x="9376" y="109835"/>
                  <a:pt x="10269" y="108496"/>
                </a:cubicBezTo>
                <a:cubicBezTo>
                  <a:pt x="12055" y="105817"/>
                  <a:pt x="12055" y="96887"/>
                  <a:pt x="12055" y="92869"/>
                </a:cubicBezTo>
                <a:lnTo>
                  <a:pt x="12055" y="28129"/>
                </a:lnTo>
                <a:cubicBezTo>
                  <a:pt x="12055" y="15180"/>
                  <a:pt x="10716" y="13395"/>
                  <a:pt x="9823" y="12502"/>
                </a:cubicBezTo>
                <a:cubicBezTo>
                  <a:pt x="7590" y="8930"/>
                  <a:pt x="2679" y="8483"/>
                  <a:pt x="0" y="8037"/>
                </a:cubicBezTo>
                <a:lnTo>
                  <a:pt x="0" y="3572"/>
                </a:lnTo>
                <a:lnTo>
                  <a:pt x="46434" y="3572"/>
                </a:lnTo>
                <a:close/>
                <a:moveTo>
                  <a:pt x="46434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357FD-E094-4BFC-8CCA-EAB3DA9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735" y="2618711"/>
            <a:ext cx="106710" cy="120997"/>
          </a:xfrm>
          <a:custGeom xmlns:a="http://schemas.openxmlformats.org/drawingml/2006/main">
            <a:pathLst>
              <a:path w="106710" h="120997">
                <a:moveTo>
                  <a:pt x="53132" y="0"/>
                </a:moveTo>
                <a:cubicBezTo>
                  <a:pt x="67866" y="0"/>
                  <a:pt x="76349" y="5358"/>
                  <a:pt x="80814" y="8037"/>
                </a:cubicBezTo>
                <a:cubicBezTo>
                  <a:pt x="93762" y="15627"/>
                  <a:pt x="97780" y="25003"/>
                  <a:pt x="100012" y="29468"/>
                </a:cubicBezTo>
                <a:cubicBezTo>
                  <a:pt x="106710" y="43755"/>
                  <a:pt x="106710" y="54918"/>
                  <a:pt x="106710" y="60722"/>
                </a:cubicBezTo>
                <a:cubicBezTo>
                  <a:pt x="106710" y="84832"/>
                  <a:pt x="98673" y="95548"/>
                  <a:pt x="94655" y="101352"/>
                </a:cubicBezTo>
                <a:cubicBezTo>
                  <a:pt x="79474" y="120997"/>
                  <a:pt x="62061" y="120997"/>
                  <a:pt x="53578" y="120997"/>
                </a:cubicBezTo>
                <a:cubicBezTo>
                  <a:pt x="27682" y="120997"/>
                  <a:pt x="18306" y="108942"/>
                  <a:pt x="13841" y="103138"/>
                </a:cubicBezTo>
                <a:cubicBezTo>
                  <a:pt x="0" y="84832"/>
                  <a:pt x="0" y="69205"/>
                  <a:pt x="0" y="61168"/>
                </a:cubicBezTo>
                <a:cubicBezTo>
                  <a:pt x="0" y="36612"/>
                  <a:pt x="9376" y="24557"/>
                  <a:pt x="14288" y="18306"/>
                </a:cubicBezTo>
                <a:cubicBezTo>
                  <a:pt x="28129" y="0"/>
                  <a:pt x="44648" y="0"/>
                  <a:pt x="53132" y="0"/>
                </a:cubicBezTo>
                <a:close/>
                <a:moveTo>
                  <a:pt x="53578" y="8930"/>
                </a:moveTo>
                <a:cubicBezTo>
                  <a:pt x="47327" y="8930"/>
                  <a:pt x="44648" y="12055"/>
                  <a:pt x="42862" y="13395"/>
                </a:cubicBezTo>
                <a:cubicBezTo>
                  <a:pt x="38398" y="18306"/>
                  <a:pt x="37505" y="27236"/>
                  <a:pt x="37058" y="32147"/>
                </a:cubicBezTo>
                <a:cubicBezTo>
                  <a:pt x="35719" y="45988"/>
                  <a:pt x="35719" y="62061"/>
                  <a:pt x="35719" y="70545"/>
                </a:cubicBezTo>
                <a:cubicBezTo>
                  <a:pt x="35719" y="83493"/>
                  <a:pt x="36612" y="91083"/>
                  <a:pt x="37505" y="95101"/>
                </a:cubicBezTo>
                <a:cubicBezTo>
                  <a:pt x="38844" y="103584"/>
                  <a:pt x="41523" y="106263"/>
                  <a:pt x="42862" y="108049"/>
                </a:cubicBezTo>
                <a:cubicBezTo>
                  <a:pt x="47327" y="112514"/>
                  <a:pt x="51346" y="112514"/>
                  <a:pt x="53132" y="112514"/>
                </a:cubicBezTo>
                <a:cubicBezTo>
                  <a:pt x="58489" y="112514"/>
                  <a:pt x="61168" y="110282"/>
                  <a:pt x="62061" y="109389"/>
                </a:cubicBezTo>
                <a:cubicBezTo>
                  <a:pt x="66973" y="105370"/>
                  <a:pt x="67866" y="100459"/>
                  <a:pt x="68759" y="97780"/>
                </a:cubicBezTo>
                <a:cubicBezTo>
                  <a:pt x="70991" y="86171"/>
                  <a:pt x="70991" y="62954"/>
                  <a:pt x="70991" y="50899"/>
                </a:cubicBezTo>
                <a:cubicBezTo>
                  <a:pt x="70991" y="30361"/>
                  <a:pt x="69652" y="25450"/>
                  <a:pt x="68759" y="22771"/>
                </a:cubicBezTo>
                <a:cubicBezTo>
                  <a:pt x="66526" y="14734"/>
                  <a:pt x="63401" y="12502"/>
                  <a:pt x="62061" y="11162"/>
                </a:cubicBezTo>
                <a:cubicBezTo>
                  <a:pt x="58489" y="8930"/>
                  <a:pt x="55364" y="8930"/>
                  <a:pt x="53578" y="8930"/>
                </a:cubicBezTo>
                <a:close/>
                <a:moveTo>
                  <a:pt x="53578" y="8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B4822-A950-435A-B15F-E35B2AC8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425" y="2622283"/>
            <a:ext cx="175468" cy="117425"/>
          </a:xfrm>
          <a:custGeom xmlns:a="http://schemas.openxmlformats.org/drawingml/2006/main">
            <a:pathLst>
              <a:path w="175468" h="117425">
                <a:moveTo>
                  <a:pt x="119658" y="117425"/>
                </a:moveTo>
                <a:lnTo>
                  <a:pt x="88404" y="33933"/>
                </a:lnTo>
                <a:lnTo>
                  <a:pt x="57596" y="117425"/>
                </a:lnTo>
                <a:lnTo>
                  <a:pt x="51346" y="117425"/>
                </a:lnTo>
                <a:lnTo>
                  <a:pt x="20985" y="34826"/>
                </a:lnTo>
                <a:cubicBezTo>
                  <a:pt x="14288" y="15627"/>
                  <a:pt x="11162" y="12055"/>
                  <a:pt x="9376" y="9823"/>
                </a:cubicBezTo>
                <a:cubicBezTo>
                  <a:pt x="6251" y="6251"/>
                  <a:pt x="2232" y="4911"/>
                  <a:pt x="0" y="4465"/>
                </a:cubicBezTo>
                <a:lnTo>
                  <a:pt x="0" y="0"/>
                </a:lnTo>
                <a:lnTo>
                  <a:pt x="57596" y="0"/>
                </a:lnTo>
                <a:lnTo>
                  <a:pt x="57596" y="4465"/>
                </a:lnTo>
                <a:cubicBezTo>
                  <a:pt x="51792" y="4465"/>
                  <a:pt x="50453" y="5804"/>
                  <a:pt x="49560" y="6251"/>
                </a:cubicBezTo>
                <a:cubicBezTo>
                  <a:pt x="47327" y="8037"/>
                  <a:pt x="47327" y="9376"/>
                  <a:pt x="47327" y="9823"/>
                </a:cubicBezTo>
                <a:cubicBezTo>
                  <a:pt x="47327" y="12055"/>
                  <a:pt x="50006" y="19199"/>
                  <a:pt x="51346" y="22324"/>
                </a:cubicBezTo>
                <a:lnTo>
                  <a:pt x="68312" y="66973"/>
                </a:lnTo>
                <a:lnTo>
                  <a:pt x="83939" y="22324"/>
                </a:lnTo>
                <a:lnTo>
                  <a:pt x="83046" y="19645"/>
                </a:lnTo>
                <a:cubicBezTo>
                  <a:pt x="79474" y="10716"/>
                  <a:pt x="77242" y="8930"/>
                  <a:pt x="76795" y="8037"/>
                </a:cubicBezTo>
                <a:cubicBezTo>
                  <a:pt x="73670" y="5358"/>
                  <a:pt x="69652" y="4911"/>
                  <a:pt x="68312" y="4465"/>
                </a:cubicBezTo>
                <a:lnTo>
                  <a:pt x="68312" y="0"/>
                </a:lnTo>
                <a:lnTo>
                  <a:pt x="126355" y="0"/>
                </a:lnTo>
                <a:lnTo>
                  <a:pt x="126355" y="4465"/>
                </a:lnTo>
                <a:cubicBezTo>
                  <a:pt x="119658" y="4911"/>
                  <a:pt x="118318" y="6251"/>
                  <a:pt x="117872" y="6697"/>
                </a:cubicBezTo>
                <a:cubicBezTo>
                  <a:pt x="116086" y="8037"/>
                  <a:pt x="116086" y="9823"/>
                  <a:pt x="116086" y="10716"/>
                </a:cubicBezTo>
                <a:cubicBezTo>
                  <a:pt x="116086" y="13395"/>
                  <a:pt x="118318" y="19645"/>
                  <a:pt x="119658" y="22324"/>
                </a:cubicBezTo>
                <a:lnTo>
                  <a:pt x="135285" y="66973"/>
                </a:lnTo>
                <a:lnTo>
                  <a:pt x="150019" y="25896"/>
                </a:lnTo>
                <a:cubicBezTo>
                  <a:pt x="153591" y="17413"/>
                  <a:pt x="153591" y="15180"/>
                  <a:pt x="153591" y="14288"/>
                </a:cubicBezTo>
                <a:cubicBezTo>
                  <a:pt x="153591" y="9376"/>
                  <a:pt x="151805" y="8037"/>
                  <a:pt x="150912" y="7144"/>
                </a:cubicBezTo>
                <a:cubicBezTo>
                  <a:pt x="148679" y="4911"/>
                  <a:pt x="144214" y="4911"/>
                  <a:pt x="141982" y="4465"/>
                </a:cubicBezTo>
                <a:lnTo>
                  <a:pt x="141982" y="0"/>
                </a:lnTo>
                <a:lnTo>
                  <a:pt x="175468" y="0"/>
                </a:lnTo>
                <a:lnTo>
                  <a:pt x="175468" y="4465"/>
                </a:lnTo>
                <a:cubicBezTo>
                  <a:pt x="170111" y="5358"/>
                  <a:pt x="167878" y="7590"/>
                  <a:pt x="166985" y="8483"/>
                </a:cubicBezTo>
                <a:cubicBezTo>
                  <a:pt x="163860" y="11609"/>
                  <a:pt x="160288" y="21878"/>
                  <a:pt x="158502" y="26789"/>
                </a:cubicBezTo>
                <a:lnTo>
                  <a:pt x="126355" y="117425"/>
                </a:lnTo>
                <a:lnTo>
                  <a:pt x="119658" y="117425"/>
                </a:lnTo>
                <a:close/>
                <a:moveTo>
                  <a:pt x="119658" y="1174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B0C67-E0ED-4564-8A28-B413E6FA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012" y="2570937"/>
            <a:ext cx="61615" cy="165199"/>
          </a:xfrm>
          <a:custGeom xmlns:a="http://schemas.openxmlformats.org/drawingml/2006/main">
            <a:pathLst>
              <a:path w="61615" h="165199">
                <a:moveTo>
                  <a:pt x="48220" y="0"/>
                </a:moveTo>
                <a:lnTo>
                  <a:pt x="48220" y="141536"/>
                </a:lnTo>
                <a:cubicBezTo>
                  <a:pt x="48220" y="153591"/>
                  <a:pt x="49560" y="155823"/>
                  <a:pt x="50899" y="157162"/>
                </a:cubicBezTo>
                <a:cubicBezTo>
                  <a:pt x="53578" y="160288"/>
                  <a:pt x="58936" y="160734"/>
                  <a:pt x="61615" y="160734"/>
                </a:cubicBezTo>
                <a:lnTo>
                  <a:pt x="61615" y="165199"/>
                </a:lnTo>
                <a:lnTo>
                  <a:pt x="0" y="165199"/>
                </a:lnTo>
                <a:lnTo>
                  <a:pt x="0" y="160734"/>
                </a:lnTo>
                <a:cubicBezTo>
                  <a:pt x="8037" y="160734"/>
                  <a:pt x="10269" y="158055"/>
                  <a:pt x="11162" y="156270"/>
                </a:cubicBezTo>
                <a:cubicBezTo>
                  <a:pt x="13841" y="153591"/>
                  <a:pt x="13841" y="145554"/>
                  <a:pt x="13841" y="141536"/>
                </a:cubicBezTo>
                <a:lnTo>
                  <a:pt x="13841" y="23664"/>
                </a:lnTo>
                <a:cubicBezTo>
                  <a:pt x="13841" y="11609"/>
                  <a:pt x="12055" y="9376"/>
                  <a:pt x="11162" y="8483"/>
                </a:cubicBezTo>
                <a:cubicBezTo>
                  <a:pt x="8483" y="4911"/>
                  <a:pt x="2679" y="4911"/>
                  <a:pt x="0" y="4465"/>
                </a:cubicBezTo>
                <a:lnTo>
                  <a:pt x="0" y="0"/>
                </a:lnTo>
                <a:lnTo>
                  <a:pt x="48220" y="0"/>
                </a:lnTo>
                <a:close/>
                <a:moveTo>
                  <a:pt x="482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3FCFB-D3C2-438F-BD7A-C4C5EEE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708" y="2618711"/>
            <a:ext cx="95548" cy="120997"/>
          </a:xfrm>
          <a:custGeom xmlns:a="http://schemas.openxmlformats.org/drawingml/2006/main">
            <a:pathLst>
              <a:path w="95548" h="120997">
                <a:moveTo>
                  <a:pt x="95548" y="56704"/>
                </a:moveTo>
                <a:lnTo>
                  <a:pt x="32593" y="56704"/>
                </a:lnTo>
                <a:cubicBezTo>
                  <a:pt x="33933" y="79028"/>
                  <a:pt x="41077" y="87957"/>
                  <a:pt x="45095" y="92422"/>
                </a:cubicBezTo>
                <a:cubicBezTo>
                  <a:pt x="53132" y="102245"/>
                  <a:pt x="61168" y="102245"/>
                  <a:pt x="65187" y="102245"/>
                </a:cubicBezTo>
                <a:cubicBezTo>
                  <a:pt x="72330" y="102245"/>
                  <a:pt x="76349" y="99566"/>
                  <a:pt x="78581" y="98673"/>
                </a:cubicBezTo>
                <a:cubicBezTo>
                  <a:pt x="84386" y="94208"/>
                  <a:pt x="88850" y="87064"/>
                  <a:pt x="91083" y="83939"/>
                </a:cubicBezTo>
                <a:lnTo>
                  <a:pt x="95548" y="86171"/>
                </a:lnTo>
                <a:cubicBezTo>
                  <a:pt x="86171" y="105370"/>
                  <a:pt x="78581" y="110282"/>
                  <a:pt x="75009" y="112961"/>
                </a:cubicBezTo>
                <a:cubicBezTo>
                  <a:pt x="63847" y="120997"/>
                  <a:pt x="54025" y="120997"/>
                  <a:pt x="49113" y="120997"/>
                </a:cubicBezTo>
                <a:cubicBezTo>
                  <a:pt x="23664" y="120997"/>
                  <a:pt x="14734" y="108049"/>
                  <a:pt x="10716" y="101352"/>
                </a:cubicBezTo>
                <a:cubicBezTo>
                  <a:pt x="0" y="85725"/>
                  <a:pt x="0" y="70098"/>
                  <a:pt x="0" y="62508"/>
                </a:cubicBezTo>
                <a:cubicBezTo>
                  <a:pt x="0" y="33933"/>
                  <a:pt x="10269" y="22771"/>
                  <a:pt x="15627" y="16966"/>
                </a:cubicBezTo>
                <a:cubicBezTo>
                  <a:pt x="31254" y="0"/>
                  <a:pt x="44648" y="0"/>
                  <a:pt x="51792" y="0"/>
                </a:cubicBezTo>
                <a:cubicBezTo>
                  <a:pt x="69205" y="0"/>
                  <a:pt x="77688" y="9823"/>
                  <a:pt x="81707" y="14288"/>
                </a:cubicBezTo>
                <a:cubicBezTo>
                  <a:pt x="94655" y="28575"/>
                  <a:pt x="95101" y="47327"/>
                  <a:pt x="95548" y="56704"/>
                </a:cubicBezTo>
                <a:close/>
                <a:moveTo>
                  <a:pt x="65633" y="48220"/>
                </a:moveTo>
                <a:cubicBezTo>
                  <a:pt x="65633" y="29021"/>
                  <a:pt x="63847" y="23664"/>
                  <a:pt x="63401" y="21431"/>
                </a:cubicBezTo>
                <a:cubicBezTo>
                  <a:pt x="61168" y="14288"/>
                  <a:pt x="58043" y="11609"/>
                  <a:pt x="56704" y="10269"/>
                </a:cubicBezTo>
                <a:cubicBezTo>
                  <a:pt x="54025" y="8037"/>
                  <a:pt x="51346" y="8037"/>
                  <a:pt x="49560" y="8037"/>
                </a:cubicBezTo>
                <a:cubicBezTo>
                  <a:pt x="43755" y="8037"/>
                  <a:pt x="40630" y="12502"/>
                  <a:pt x="39737" y="14288"/>
                </a:cubicBezTo>
                <a:cubicBezTo>
                  <a:pt x="32147" y="25003"/>
                  <a:pt x="32147" y="37951"/>
                  <a:pt x="32147" y="44202"/>
                </a:cubicBezTo>
                <a:lnTo>
                  <a:pt x="32147" y="48220"/>
                </a:lnTo>
                <a:lnTo>
                  <a:pt x="65633" y="48220"/>
                </a:lnTo>
                <a:close/>
                <a:moveTo>
                  <a:pt x="65633" y="482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28CD2-E85B-49FA-AA4D-3A603336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886" y="2570937"/>
            <a:ext cx="123676" cy="168771"/>
          </a:xfrm>
          <a:custGeom xmlns:a="http://schemas.openxmlformats.org/drawingml/2006/main">
            <a:pathLst>
              <a:path w="123676" h="168771">
                <a:moveTo>
                  <a:pt x="109835" y="0"/>
                </a:moveTo>
                <a:lnTo>
                  <a:pt x="109835" y="131266"/>
                </a:lnTo>
                <a:cubicBezTo>
                  <a:pt x="109835" y="144661"/>
                  <a:pt x="110282" y="146447"/>
                  <a:pt x="110282" y="146893"/>
                </a:cubicBezTo>
                <a:cubicBezTo>
                  <a:pt x="111621" y="150912"/>
                  <a:pt x="112961" y="152251"/>
                  <a:pt x="114300" y="153144"/>
                </a:cubicBezTo>
                <a:cubicBezTo>
                  <a:pt x="116979" y="154930"/>
                  <a:pt x="121444" y="155377"/>
                  <a:pt x="123676" y="155377"/>
                </a:cubicBezTo>
                <a:lnTo>
                  <a:pt x="123676" y="159395"/>
                </a:lnTo>
                <a:lnTo>
                  <a:pt x="75456" y="168771"/>
                </a:lnTo>
                <a:lnTo>
                  <a:pt x="75456" y="150912"/>
                </a:lnTo>
                <a:cubicBezTo>
                  <a:pt x="66973" y="161181"/>
                  <a:pt x="62508" y="163860"/>
                  <a:pt x="60275" y="164753"/>
                </a:cubicBezTo>
                <a:cubicBezTo>
                  <a:pt x="53132" y="168771"/>
                  <a:pt x="47774" y="168771"/>
                  <a:pt x="44648" y="168771"/>
                </a:cubicBezTo>
                <a:cubicBezTo>
                  <a:pt x="23217" y="168771"/>
                  <a:pt x="14734" y="155823"/>
                  <a:pt x="10269" y="149126"/>
                </a:cubicBezTo>
                <a:cubicBezTo>
                  <a:pt x="0" y="133499"/>
                  <a:pt x="0" y="117872"/>
                  <a:pt x="0" y="110282"/>
                </a:cubicBezTo>
                <a:cubicBezTo>
                  <a:pt x="0" y="91976"/>
                  <a:pt x="4465" y="82153"/>
                  <a:pt x="6251" y="77242"/>
                </a:cubicBezTo>
                <a:cubicBezTo>
                  <a:pt x="12948" y="62954"/>
                  <a:pt x="20092" y="58043"/>
                  <a:pt x="23664" y="55364"/>
                </a:cubicBezTo>
                <a:cubicBezTo>
                  <a:pt x="34826" y="47774"/>
                  <a:pt x="43309" y="47774"/>
                  <a:pt x="47327" y="47774"/>
                </a:cubicBezTo>
                <a:cubicBezTo>
                  <a:pt x="55811" y="47774"/>
                  <a:pt x="59829" y="50006"/>
                  <a:pt x="62061" y="51346"/>
                </a:cubicBezTo>
                <a:cubicBezTo>
                  <a:pt x="68312" y="54471"/>
                  <a:pt x="73223" y="59829"/>
                  <a:pt x="75456" y="62061"/>
                </a:cubicBezTo>
                <a:lnTo>
                  <a:pt x="75456" y="28129"/>
                </a:lnTo>
                <a:cubicBezTo>
                  <a:pt x="75456" y="14734"/>
                  <a:pt x="74563" y="12948"/>
                  <a:pt x="74563" y="12055"/>
                </a:cubicBezTo>
                <a:cubicBezTo>
                  <a:pt x="72777" y="8930"/>
                  <a:pt x="70991" y="7590"/>
                  <a:pt x="70098" y="7144"/>
                </a:cubicBezTo>
                <a:cubicBezTo>
                  <a:pt x="67419" y="5358"/>
                  <a:pt x="61615" y="5358"/>
                  <a:pt x="58936" y="5358"/>
                </a:cubicBezTo>
                <a:lnTo>
                  <a:pt x="58936" y="0"/>
                </a:lnTo>
                <a:lnTo>
                  <a:pt x="109835" y="0"/>
                </a:lnTo>
                <a:close/>
                <a:moveTo>
                  <a:pt x="75456" y="77242"/>
                </a:moveTo>
                <a:cubicBezTo>
                  <a:pt x="66526" y="60275"/>
                  <a:pt x="57596" y="60275"/>
                  <a:pt x="53578" y="60275"/>
                </a:cubicBezTo>
                <a:cubicBezTo>
                  <a:pt x="49113" y="60275"/>
                  <a:pt x="46881" y="61615"/>
                  <a:pt x="45988" y="62508"/>
                </a:cubicBezTo>
                <a:cubicBezTo>
                  <a:pt x="41523" y="66526"/>
                  <a:pt x="39737" y="72777"/>
                  <a:pt x="38844" y="75902"/>
                </a:cubicBezTo>
                <a:cubicBezTo>
                  <a:pt x="35719" y="85279"/>
                  <a:pt x="35719" y="98227"/>
                  <a:pt x="35719" y="104924"/>
                </a:cubicBezTo>
                <a:cubicBezTo>
                  <a:pt x="35719" y="126355"/>
                  <a:pt x="37951" y="133052"/>
                  <a:pt x="38844" y="136624"/>
                </a:cubicBezTo>
                <a:cubicBezTo>
                  <a:pt x="42416" y="147340"/>
                  <a:pt x="45988" y="150019"/>
                  <a:pt x="47774" y="151805"/>
                </a:cubicBezTo>
                <a:cubicBezTo>
                  <a:pt x="50453" y="154037"/>
                  <a:pt x="53578" y="154037"/>
                  <a:pt x="55364" y="154037"/>
                </a:cubicBezTo>
                <a:cubicBezTo>
                  <a:pt x="66080" y="154037"/>
                  <a:pt x="72330" y="142875"/>
                  <a:pt x="75456" y="137071"/>
                </a:cubicBezTo>
                <a:lnTo>
                  <a:pt x="75456" y="77242"/>
                </a:lnTo>
                <a:close/>
                <a:moveTo>
                  <a:pt x="75456" y="772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49ABA-1A3C-413F-A18F-3FE4900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76" y="2618711"/>
            <a:ext cx="110728" cy="171450"/>
          </a:xfrm>
          <a:custGeom xmlns:a="http://schemas.openxmlformats.org/drawingml/2006/main">
            <a:pathLst>
              <a:path w="110728" h="171450">
                <a:moveTo>
                  <a:pt x="71884" y="4911"/>
                </a:moveTo>
                <a:lnTo>
                  <a:pt x="110282" y="4911"/>
                </a:lnTo>
                <a:lnTo>
                  <a:pt x="110282" y="18306"/>
                </a:lnTo>
                <a:lnTo>
                  <a:pt x="88850" y="18306"/>
                </a:lnTo>
                <a:cubicBezTo>
                  <a:pt x="94655" y="24110"/>
                  <a:pt x="95994" y="27682"/>
                  <a:pt x="96887" y="29021"/>
                </a:cubicBezTo>
                <a:cubicBezTo>
                  <a:pt x="99566" y="35719"/>
                  <a:pt x="99566" y="40630"/>
                  <a:pt x="99566" y="42862"/>
                </a:cubicBezTo>
                <a:cubicBezTo>
                  <a:pt x="99566" y="54918"/>
                  <a:pt x="95101" y="61168"/>
                  <a:pt x="92869" y="63847"/>
                </a:cubicBezTo>
                <a:cubicBezTo>
                  <a:pt x="86171" y="72777"/>
                  <a:pt x="78581" y="76349"/>
                  <a:pt x="74563" y="78135"/>
                </a:cubicBezTo>
                <a:cubicBezTo>
                  <a:pt x="62954" y="83046"/>
                  <a:pt x="57150" y="83046"/>
                  <a:pt x="54025" y="83046"/>
                </a:cubicBezTo>
                <a:cubicBezTo>
                  <a:pt x="53132" y="83046"/>
                  <a:pt x="44202" y="82600"/>
                  <a:pt x="39291" y="82600"/>
                </a:cubicBezTo>
                <a:cubicBezTo>
                  <a:pt x="33933" y="82600"/>
                  <a:pt x="31254" y="84832"/>
                  <a:pt x="29914" y="86171"/>
                </a:cubicBezTo>
                <a:cubicBezTo>
                  <a:pt x="26343" y="89743"/>
                  <a:pt x="26343" y="93315"/>
                  <a:pt x="26343" y="94655"/>
                </a:cubicBezTo>
                <a:cubicBezTo>
                  <a:pt x="26343" y="99120"/>
                  <a:pt x="28575" y="100905"/>
                  <a:pt x="29914" y="101798"/>
                </a:cubicBezTo>
                <a:cubicBezTo>
                  <a:pt x="33040" y="104477"/>
                  <a:pt x="38398" y="104477"/>
                  <a:pt x="40630" y="104477"/>
                </a:cubicBezTo>
                <a:lnTo>
                  <a:pt x="61615" y="104477"/>
                </a:lnTo>
                <a:cubicBezTo>
                  <a:pt x="87511" y="104477"/>
                  <a:pt x="93762" y="108049"/>
                  <a:pt x="96887" y="110282"/>
                </a:cubicBezTo>
                <a:cubicBezTo>
                  <a:pt x="110728" y="117872"/>
                  <a:pt x="110728" y="128588"/>
                  <a:pt x="110728" y="133945"/>
                </a:cubicBezTo>
                <a:cubicBezTo>
                  <a:pt x="110728" y="144214"/>
                  <a:pt x="106710" y="150019"/>
                  <a:pt x="104477" y="152698"/>
                </a:cubicBezTo>
                <a:cubicBezTo>
                  <a:pt x="98227" y="161181"/>
                  <a:pt x="91083" y="164306"/>
                  <a:pt x="87511" y="165199"/>
                </a:cubicBezTo>
                <a:cubicBezTo>
                  <a:pt x="71884" y="171450"/>
                  <a:pt x="58043" y="171450"/>
                  <a:pt x="51346" y="171450"/>
                </a:cubicBezTo>
                <a:cubicBezTo>
                  <a:pt x="36165" y="171450"/>
                  <a:pt x="27682" y="169218"/>
                  <a:pt x="23664" y="168325"/>
                </a:cubicBezTo>
                <a:cubicBezTo>
                  <a:pt x="10716" y="165199"/>
                  <a:pt x="7144" y="162074"/>
                  <a:pt x="5358" y="160288"/>
                </a:cubicBezTo>
                <a:cubicBezTo>
                  <a:pt x="0" y="154930"/>
                  <a:pt x="0" y="150912"/>
                  <a:pt x="0" y="148679"/>
                </a:cubicBezTo>
                <a:cubicBezTo>
                  <a:pt x="0" y="143321"/>
                  <a:pt x="2679" y="140196"/>
                  <a:pt x="4018" y="138857"/>
                </a:cubicBezTo>
                <a:cubicBezTo>
                  <a:pt x="8483" y="134392"/>
                  <a:pt x="15627" y="132606"/>
                  <a:pt x="19645" y="131266"/>
                </a:cubicBezTo>
                <a:cubicBezTo>
                  <a:pt x="4018" y="123676"/>
                  <a:pt x="4018" y="114300"/>
                  <a:pt x="4018" y="109835"/>
                </a:cubicBezTo>
                <a:cubicBezTo>
                  <a:pt x="4018" y="101352"/>
                  <a:pt x="8037" y="95994"/>
                  <a:pt x="10269" y="93315"/>
                </a:cubicBezTo>
                <a:cubicBezTo>
                  <a:pt x="16966" y="85279"/>
                  <a:pt x="25896" y="81707"/>
                  <a:pt x="30807" y="79921"/>
                </a:cubicBezTo>
                <a:cubicBezTo>
                  <a:pt x="14734" y="73670"/>
                  <a:pt x="9376" y="67419"/>
                  <a:pt x="7144" y="63847"/>
                </a:cubicBezTo>
                <a:cubicBezTo>
                  <a:pt x="0" y="54471"/>
                  <a:pt x="0" y="45541"/>
                  <a:pt x="0" y="41523"/>
                </a:cubicBezTo>
                <a:cubicBezTo>
                  <a:pt x="0" y="24557"/>
                  <a:pt x="8930" y="16520"/>
                  <a:pt x="13395" y="12502"/>
                </a:cubicBezTo>
                <a:cubicBezTo>
                  <a:pt x="27236" y="0"/>
                  <a:pt x="41523" y="0"/>
                  <a:pt x="48667" y="0"/>
                </a:cubicBezTo>
                <a:cubicBezTo>
                  <a:pt x="59829" y="0"/>
                  <a:pt x="67866" y="3572"/>
                  <a:pt x="71884" y="4911"/>
                </a:cubicBezTo>
                <a:close/>
                <a:moveTo>
                  <a:pt x="50899" y="8037"/>
                </a:moveTo>
                <a:cubicBezTo>
                  <a:pt x="43755" y="8037"/>
                  <a:pt x="40630" y="12502"/>
                  <a:pt x="38844" y="14734"/>
                </a:cubicBezTo>
                <a:cubicBezTo>
                  <a:pt x="33933" y="21878"/>
                  <a:pt x="33933" y="37058"/>
                  <a:pt x="33933" y="44648"/>
                </a:cubicBezTo>
                <a:cubicBezTo>
                  <a:pt x="33933" y="62508"/>
                  <a:pt x="37505" y="66973"/>
                  <a:pt x="38844" y="69205"/>
                </a:cubicBezTo>
                <a:cubicBezTo>
                  <a:pt x="43755" y="75902"/>
                  <a:pt x="48220" y="75902"/>
                  <a:pt x="50453" y="75902"/>
                </a:cubicBezTo>
                <a:cubicBezTo>
                  <a:pt x="57596" y="75902"/>
                  <a:pt x="61168" y="71884"/>
                  <a:pt x="62508" y="69652"/>
                </a:cubicBezTo>
                <a:cubicBezTo>
                  <a:pt x="67419" y="62954"/>
                  <a:pt x="67419" y="50006"/>
                  <a:pt x="67419" y="43309"/>
                </a:cubicBezTo>
                <a:cubicBezTo>
                  <a:pt x="67419" y="21431"/>
                  <a:pt x="63847" y="16520"/>
                  <a:pt x="62061" y="13395"/>
                </a:cubicBezTo>
                <a:cubicBezTo>
                  <a:pt x="58043" y="8037"/>
                  <a:pt x="53132" y="8037"/>
                  <a:pt x="50899" y="8037"/>
                </a:cubicBezTo>
                <a:close/>
                <a:moveTo>
                  <a:pt x="43755" y="134392"/>
                </a:moveTo>
                <a:cubicBezTo>
                  <a:pt x="31254" y="134392"/>
                  <a:pt x="28575" y="135731"/>
                  <a:pt x="27236" y="136178"/>
                </a:cubicBezTo>
                <a:cubicBezTo>
                  <a:pt x="20538" y="140196"/>
                  <a:pt x="20538" y="144661"/>
                  <a:pt x="20538" y="146447"/>
                </a:cubicBezTo>
                <a:cubicBezTo>
                  <a:pt x="20538" y="152698"/>
                  <a:pt x="25003" y="156270"/>
                  <a:pt x="27682" y="158055"/>
                </a:cubicBezTo>
                <a:cubicBezTo>
                  <a:pt x="34826" y="162967"/>
                  <a:pt x="48220" y="162967"/>
                  <a:pt x="54471" y="162967"/>
                </a:cubicBezTo>
                <a:cubicBezTo>
                  <a:pt x="71438" y="162967"/>
                  <a:pt x="78135" y="160288"/>
                  <a:pt x="81260" y="158502"/>
                </a:cubicBezTo>
                <a:cubicBezTo>
                  <a:pt x="91083" y="154037"/>
                  <a:pt x="91083" y="148679"/>
                  <a:pt x="91083" y="146000"/>
                </a:cubicBezTo>
                <a:cubicBezTo>
                  <a:pt x="91083" y="142875"/>
                  <a:pt x="89743" y="141536"/>
                  <a:pt x="89297" y="140643"/>
                </a:cubicBezTo>
                <a:cubicBezTo>
                  <a:pt x="85725" y="137071"/>
                  <a:pt x="81260" y="136178"/>
                  <a:pt x="79028" y="135731"/>
                </a:cubicBezTo>
                <a:cubicBezTo>
                  <a:pt x="72330" y="134392"/>
                  <a:pt x="53132" y="134392"/>
                  <a:pt x="43755" y="134392"/>
                </a:cubicBezTo>
                <a:close/>
                <a:moveTo>
                  <a:pt x="43755" y="1343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3DBC6-38A7-405F-B6ED-55A60329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210" y="2618711"/>
            <a:ext cx="95548" cy="120997"/>
          </a:xfrm>
          <a:custGeom xmlns:a="http://schemas.openxmlformats.org/drawingml/2006/main">
            <a:pathLst>
              <a:path w="95548" h="120997">
                <a:moveTo>
                  <a:pt x="95548" y="56704"/>
                </a:moveTo>
                <a:lnTo>
                  <a:pt x="32593" y="56704"/>
                </a:lnTo>
                <a:cubicBezTo>
                  <a:pt x="33933" y="79028"/>
                  <a:pt x="41077" y="87957"/>
                  <a:pt x="45095" y="92422"/>
                </a:cubicBezTo>
                <a:cubicBezTo>
                  <a:pt x="53132" y="102245"/>
                  <a:pt x="61168" y="102245"/>
                  <a:pt x="65187" y="102245"/>
                </a:cubicBezTo>
                <a:cubicBezTo>
                  <a:pt x="72330" y="102245"/>
                  <a:pt x="76349" y="99566"/>
                  <a:pt x="78581" y="98673"/>
                </a:cubicBezTo>
                <a:cubicBezTo>
                  <a:pt x="84386" y="94208"/>
                  <a:pt x="88850" y="87064"/>
                  <a:pt x="91083" y="83939"/>
                </a:cubicBezTo>
                <a:lnTo>
                  <a:pt x="95548" y="86171"/>
                </a:lnTo>
                <a:cubicBezTo>
                  <a:pt x="86171" y="105370"/>
                  <a:pt x="78581" y="110282"/>
                  <a:pt x="75009" y="112961"/>
                </a:cubicBezTo>
                <a:cubicBezTo>
                  <a:pt x="63847" y="120997"/>
                  <a:pt x="54025" y="120997"/>
                  <a:pt x="49113" y="120997"/>
                </a:cubicBezTo>
                <a:cubicBezTo>
                  <a:pt x="23664" y="120997"/>
                  <a:pt x="14734" y="108049"/>
                  <a:pt x="10716" y="101352"/>
                </a:cubicBezTo>
                <a:cubicBezTo>
                  <a:pt x="0" y="85725"/>
                  <a:pt x="0" y="70098"/>
                  <a:pt x="0" y="62508"/>
                </a:cubicBezTo>
                <a:cubicBezTo>
                  <a:pt x="0" y="33933"/>
                  <a:pt x="10269" y="22771"/>
                  <a:pt x="15627" y="16966"/>
                </a:cubicBezTo>
                <a:cubicBezTo>
                  <a:pt x="31254" y="0"/>
                  <a:pt x="44648" y="0"/>
                  <a:pt x="51792" y="0"/>
                </a:cubicBezTo>
                <a:cubicBezTo>
                  <a:pt x="69205" y="0"/>
                  <a:pt x="77688" y="9823"/>
                  <a:pt x="81707" y="14288"/>
                </a:cubicBezTo>
                <a:cubicBezTo>
                  <a:pt x="94655" y="28575"/>
                  <a:pt x="95101" y="47327"/>
                  <a:pt x="95548" y="56704"/>
                </a:cubicBezTo>
                <a:close/>
                <a:moveTo>
                  <a:pt x="65633" y="48220"/>
                </a:moveTo>
                <a:cubicBezTo>
                  <a:pt x="65633" y="29021"/>
                  <a:pt x="63847" y="23664"/>
                  <a:pt x="63401" y="21431"/>
                </a:cubicBezTo>
                <a:cubicBezTo>
                  <a:pt x="61168" y="14288"/>
                  <a:pt x="58043" y="11609"/>
                  <a:pt x="56704" y="10269"/>
                </a:cubicBezTo>
                <a:cubicBezTo>
                  <a:pt x="54025" y="8037"/>
                  <a:pt x="51346" y="8037"/>
                  <a:pt x="49560" y="8037"/>
                </a:cubicBezTo>
                <a:cubicBezTo>
                  <a:pt x="43755" y="8037"/>
                  <a:pt x="40630" y="12502"/>
                  <a:pt x="39737" y="14288"/>
                </a:cubicBezTo>
                <a:cubicBezTo>
                  <a:pt x="32147" y="25003"/>
                  <a:pt x="32147" y="37951"/>
                  <a:pt x="32147" y="44202"/>
                </a:cubicBezTo>
                <a:lnTo>
                  <a:pt x="32147" y="48220"/>
                </a:lnTo>
                <a:lnTo>
                  <a:pt x="65633" y="48220"/>
                </a:lnTo>
                <a:close/>
                <a:moveTo>
                  <a:pt x="65633" y="482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52817-D24E-4EB4-A6FB-FC3026DE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71" y="2881773"/>
            <a:ext cx="139750" cy="165199"/>
          </a:xfrm>
          <a:custGeom xmlns:a="http://schemas.openxmlformats.org/drawingml/2006/main">
            <a:pathLst>
              <a:path w="139750" h="165199">
                <a:moveTo>
                  <a:pt x="62954" y="9376"/>
                </a:moveTo>
                <a:lnTo>
                  <a:pt x="62954" y="77242"/>
                </a:lnTo>
                <a:lnTo>
                  <a:pt x="67866" y="77242"/>
                </a:lnTo>
                <a:cubicBezTo>
                  <a:pt x="78581" y="77242"/>
                  <a:pt x="83493" y="75456"/>
                  <a:pt x="85725" y="74116"/>
                </a:cubicBezTo>
                <a:cubicBezTo>
                  <a:pt x="92869" y="70991"/>
                  <a:pt x="95994" y="65633"/>
                  <a:pt x="97334" y="62954"/>
                </a:cubicBezTo>
                <a:cubicBezTo>
                  <a:pt x="102245" y="55364"/>
                  <a:pt x="103584" y="46434"/>
                  <a:pt x="103584" y="41970"/>
                </a:cubicBezTo>
                <a:lnTo>
                  <a:pt x="108049" y="41970"/>
                </a:lnTo>
                <a:lnTo>
                  <a:pt x="108049" y="125016"/>
                </a:lnTo>
                <a:lnTo>
                  <a:pt x="103584" y="125016"/>
                </a:lnTo>
                <a:cubicBezTo>
                  <a:pt x="101352" y="101352"/>
                  <a:pt x="94655" y="96441"/>
                  <a:pt x="91083" y="94208"/>
                </a:cubicBezTo>
                <a:cubicBezTo>
                  <a:pt x="80814" y="86618"/>
                  <a:pt x="72330" y="86618"/>
                  <a:pt x="67866" y="86618"/>
                </a:cubicBezTo>
                <a:lnTo>
                  <a:pt x="62954" y="86618"/>
                </a:lnTo>
                <a:lnTo>
                  <a:pt x="62954" y="137071"/>
                </a:lnTo>
                <a:cubicBezTo>
                  <a:pt x="62954" y="149572"/>
                  <a:pt x="63847" y="151805"/>
                  <a:pt x="64740" y="153144"/>
                </a:cubicBezTo>
                <a:cubicBezTo>
                  <a:pt x="66080" y="155823"/>
                  <a:pt x="68759" y="157609"/>
                  <a:pt x="70098" y="158502"/>
                </a:cubicBezTo>
                <a:cubicBezTo>
                  <a:pt x="74116" y="160734"/>
                  <a:pt x="78581" y="160734"/>
                  <a:pt x="80814" y="160734"/>
                </a:cubicBezTo>
                <a:lnTo>
                  <a:pt x="86618" y="160734"/>
                </a:lnTo>
                <a:lnTo>
                  <a:pt x="86618" y="165199"/>
                </a:lnTo>
                <a:lnTo>
                  <a:pt x="0" y="165199"/>
                </a:lnTo>
                <a:lnTo>
                  <a:pt x="0" y="160734"/>
                </a:lnTo>
                <a:lnTo>
                  <a:pt x="5804" y="160734"/>
                </a:lnTo>
                <a:cubicBezTo>
                  <a:pt x="12948" y="160734"/>
                  <a:pt x="15627" y="159395"/>
                  <a:pt x="16966" y="158055"/>
                </a:cubicBezTo>
                <a:cubicBezTo>
                  <a:pt x="20538" y="156270"/>
                  <a:pt x="21431" y="153591"/>
                  <a:pt x="21878" y="152251"/>
                </a:cubicBezTo>
                <a:cubicBezTo>
                  <a:pt x="23217" y="149572"/>
                  <a:pt x="23217" y="141089"/>
                  <a:pt x="23217" y="137071"/>
                </a:cubicBezTo>
                <a:lnTo>
                  <a:pt x="23217" y="28575"/>
                </a:lnTo>
                <a:cubicBezTo>
                  <a:pt x="23217" y="15627"/>
                  <a:pt x="22771" y="13395"/>
                  <a:pt x="21878" y="12502"/>
                </a:cubicBezTo>
                <a:cubicBezTo>
                  <a:pt x="20538" y="9376"/>
                  <a:pt x="18306" y="7590"/>
                  <a:pt x="16520" y="7144"/>
                </a:cubicBezTo>
                <a:cubicBezTo>
                  <a:pt x="12502" y="4465"/>
                  <a:pt x="8037" y="4465"/>
                  <a:pt x="5804" y="4465"/>
                </a:cubicBezTo>
                <a:lnTo>
                  <a:pt x="0" y="4465"/>
                </a:lnTo>
                <a:lnTo>
                  <a:pt x="0" y="0"/>
                </a:lnTo>
                <a:lnTo>
                  <a:pt x="139750" y="0"/>
                </a:lnTo>
                <a:lnTo>
                  <a:pt x="139750" y="47327"/>
                </a:lnTo>
                <a:lnTo>
                  <a:pt x="134838" y="47327"/>
                </a:lnTo>
                <a:cubicBezTo>
                  <a:pt x="133052" y="30807"/>
                  <a:pt x="128141" y="25450"/>
                  <a:pt x="125909" y="22771"/>
                </a:cubicBezTo>
                <a:cubicBezTo>
                  <a:pt x="118765" y="14734"/>
                  <a:pt x="109835" y="12502"/>
                  <a:pt x="105370" y="11609"/>
                </a:cubicBezTo>
                <a:cubicBezTo>
                  <a:pt x="98227" y="9376"/>
                  <a:pt x="84832" y="9376"/>
                  <a:pt x="78581" y="9376"/>
                </a:cubicBezTo>
                <a:lnTo>
                  <a:pt x="62954" y="9376"/>
                </a:lnTo>
                <a:close/>
                <a:moveTo>
                  <a:pt x="62954" y="93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48E4D-EB64-4359-B391-9B4E0955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191" y="2929547"/>
            <a:ext cx="97780" cy="117425"/>
          </a:xfrm>
          <a:custGeom xmlns:a="http://schemas.openxmlformats.org/drawingml/2006/main">
            <a:pathLst>
              <a:path w="97780" h="117425">
                <a:moveTo>
                  <a:pt x="46881" y="3572"/>
                </a:moveTo>
                <a:lnTo>
                  <a:pt x="46881" y="29468"/>
                </a:lnTo>
                <a:cubicBezTo>
                  <a:pt x="58043" y="12055"/>
                  <a:pt x="63847" y="8037"/>
                  <a:pt x="66526" y="5804"/>
                </a:cubicBezTo>
                <a:cubicBezTo>
                  <a:pt x="75009" y="0"/>
                  <a:pt x="80367" y="0"/>
                  <a:pt x="83046" y="0"/>
                </a:cubicBezTo>
                <a:cubicBezTo>
                  <a:pt x="89743" y="0"/>
                  <a:pt x="92422" y="3125"/>
                  <a:pt x="93762" y="4465"/>
                </a:cubicBezTo>
                <a:cubicBezTo>
                  <a:pt x="97780" y="8483"/>
                  <a:pt x="97780" y="13395"/>
                  <a:pt x="97780" y="16520"/>
                </a:cubicBezTo>
                <a:cubicBezTo>
                  <a:pt x="97780" y="24110"/>
                  <a:pt x="95548" y="27236"/>
                  <a:pt x="93762" y="29021"/>
                </a:cubicBezTo>
                <a:cubicBezTo>
                  <a:pt x="89743" y="33486"/>
                  <a:pt x="86171" y="33486"/>
                  <a:pt x="84386" y="33486"/>
                </a:cubicBezTo>
                <a:cubicBezTo>
                  <a:pt x="78135" y="33486"/>
                  <a:pt x="74563" y="30807"/>
                  <a:pt x="73223" y="29468"/>
                </a:cubicBezTo>
                <a:cubicBezTo>
                  <a:pt x="68312" y="25003"/>
                  <a:pt x="67866" y="25003"/>
                  <a:pt x="67866" y="24557"/>
                </a:cubicBezTo>
                <a:cubicBezTo>
                  <a:pt x="66526" y="23664"/>
                  <a:pt x="65633" y="23664"/>
                  <a:pt x="64740" y="23664"/>
                </a:cubicBezTo>
                <a:cubicBezTo>
                  <a:pt x="61168" y="23664"/>
                  <a:pt x="59382" y="25896"/>
                  <a:pt x="58043" y="26789"/>
                </a:cubicBezTo>
                <a:cubicBezTo>
                  <a:pt x="53132" y="30807"/>
                  <a:pt x="51346" y="35719"/>
                  <a:pt x="50453" y="38398"/>
                </a:cubicBezTo>
                <a:cubicBezTo>
                  <a:pt x="46881" y="50453"/>
                  <a:pt x="46881" y="59829"/>
                  <a:pt x="46881" y="64294"/>
                </a:cubicBezTo>
                <a:lnTo>
                  <a:pt x="46881" y="97334"/>
                </a:lnTo>
                <a:cubicBezTo>
                  <a:pt x="46881" y="104477"/>
                  <a:pt x="47327" y="105817"/>
                  <a:pt x="47774" y="106263"/>
                </a:cubicBezTo>
                <a:cubicBezTo>
                  <a:pt x="49113" y="109835"/>
                  <a:pt x="50899" y="110728"/>
                  <a:pt x="51792" y="111175"/>
                </a:cubicBezTo>
                <a:cubicBezTo>
                  <a:pt x="54918" y="112514"/>
                  <a:pt x="59382" y="112961"/>
                  <a:pt x="61615" y="112961"/>
                </a:cubicBezTo>
                <a:lnTo>
                  <a:pt x="61615" y="117425"/>
                </a:lnTo>
                <a:lnTo>
                  <a:pt x="0" y="117425"/>
                </a:lnTo>
                <a:lnTo>
                  <a:pt x="0" y="112961"/>
                </a:lnTo>
                <a:cubicBezTo>
                  <a:pt x="7590" y="112514"/>
                  <a:pt x="9376" y="110282"/>
                  <a:pt x="9823" y="109389"/>
                </a:cubicBezTo>
                <a:cubicBezTo>
                  <a:pt x="12948" y="105817"/>
                  <a:pt x="12948" y="95548"/>
                  <a:pt x="12948" y="90636"/>
                </a:cubicBezTo>
                <a:lnTo>
                  <a:pt x="12948" y="27682"/>
                </a:lnTo>
                <a:cubicBezTo>
                  <a:pt x="12948" y="18306"/>
                  <a:pt x="12055" y="16073"/>
                  <a:pt x="11609" y="15180"/>
                </a:cubicBezTo>
                <a:cubicBezTo>
                  <a:pt x="10716" y="12055"/>
                  <a:pt x="8930" y="10716"/>
                  <a:pt x="8483" y="10269"/>
                </a:cubicBezTo>
                <a:cubicBezTo>
                  <a:pt x="6251" y="8483"/>
                  <a:pt x="2232" y="8483"/>
                  <a:pt x="0" y="8037"/>
                </a:cubicBezTo>
                <a:lnTo>
                  <a:pt x="0" y="3572"/>
                </a:lnTo>
                <a:lnTo>
                  <a:pt x="46881" y="3572"/>
                </a:lnTo>
                <a:close/>
                <a:moveTo>
                  <a:pt x="46881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D7CAE-4BB5-4B07-A3C9-A70A6BAE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849" y="2929547"/>
            <a:ext cx="106710" cy="120997"/>
          </a:xfrm>
          <a:custGeom xmlns:a="http://schemas.openxmlformats.org/drawingml/2006/main">
            <a:pathLst>
              <a:path w="106710" h="120997">
                <a:moveTo>
                  <a:pt x="53132" y="0"/>
                </a:moveTo>
                <a:cubicBezTo>
                  <a:pt x="67866" y="0"/>
                  <a:pt x="76349" y="5358"/>
                  <a:pt x="80814" y="8037"/>
                </a:cubicBezTo>
                <a:cubicBezTo>
                  <a:pt x="93762" y="15627"/>
                  <a:pt x="97780" y="25003"/>
                  <a:pt x="100012" y="29468"/>
                </a:cubicBezTo>
                <a:cubicBezTo>
                  <a:pt x="106710" y="43755"/>
                  <a:pt x="106710" y="54918"/>
                  <a:pt x="106710" y="60722"/>
                </a:cubicBezTo>
                <a:cubicBezTo>
                  <a:pt x="106710" y="84832"/>
                  <a:pt x="98673" y="95548"/>
                  <a:pt x="94655" y="101352"/>
                </a:cubicBezTo>
                <a:cubicBezTo>
                  <a:pt x="79474" y="120997"/>
                  <a:pt x="62061" y="120997"/>
                  <a:pt x="53578" y="120997"/>
                </a:cubicBezTo>
                <a:cubicBezTo>
                  <a:pt x="27682" y="120997"/>
                  <a:pt x="18306" y="108942"/>
                  <a:pt x="13841" y="103138"/>
                </a:cubicBezTo>
                <a:cubicBezTo>
                  <a:pt x="0" y="84832"/>
                  <a:pt x="0" y="69205"/>
                  <a:pt x="0" y="61168"/>
                </a:cubicBezTo>
                <a:cubicBezTo>
                  <a:pt x="0" y="36612"/>
                  <a:pt x="9376" y="24557"/>
                  <a:pt x="14288" y="18306"/>
                </a:cubicBezTo>
                <a:cubicBezTo>
                  <a:pt x="28129" y="0"/>
                  <a:pt x="44648" y="0"/>
                  <a:pt x="53132" y="0"/>
                </a:cubicBezTo>
                <a:close/>
                <a:moveTo>
                  <a:pt x="53578" y="8930"/>
                </a:moveTo>
                <a:cubicBezTo>
                  <a:pt x="47327" y="8930"/>
                  <a:pt x="44648" y="12055"/>
                  <a:pt x="42862" y="13395"/>
                </a:cubicBezTo>
                <a:cubicBezTo>
                  <a:pt x="38398" y="18306"/>
                  <a:pt x="37505" y="27236"/>
                  <a:pt x="37058" y="32147"/>
                </a:cubicBezTo>
                <a:cubicBezTo>
                  <a:pt x="35719" y="45988"/>
                  <a:pt x="35719" y="62061"/>
                  <a:pt x="35719" y="70545"/>
                </a:cubicBezTo>
                <a:cubicBezTo>
                  <a:pt x="35719" y="83493"/>
                  <a:pt x="36612" y="91083"/>
                  <a:pt x="37505" y="95101"/>
                </a:cubicBezTo>
                <a:cubicBezTo>
                  <a:pt x="38844" y="103584"/>
                  <a:pt x="41523" y="106263"/>
                  <a:pt x="42862" y="108049"/>
                </a:cubicBezTo>
                <a:cubicBezTo>
                  <a:pt x="47327" y="112514"/>
                  <a:pt x="51346" y="112514"/>
                  <a:pt x="53132" y="112514"/>
                </a:cubicBezTo>
                <a:cubicBezTo>
                  <a:pt x="58489" y="112514"/>
                  <a:pt x="61168" y="110282"/>
                  <a:pt x="62061" y="109389"/>
                </a:cubicBezTo>
                <a:cubicBezTo>
                  <a:pt x="66973" y="105370"/>
                  <a:pt x="67866" y="100459"/>
                  <a:pt x="68759" y="97780"/>
                </a:cubicBezTo>
                <a:cubicBezTo>
                  <a:pt x="70991" y="86171"/>
                  <a:pt x="70991" y="62954"/>
                  <a:pt x="70991" y="50899"/>
                </a:cubicBezTo>
                <a:cubicBezTo>
                  <a:pt x="70991" y="30361"/>
                  <a:pt x="69652" y="25450"/>
                  <a:pt x="68759" y="22771"/>
                </a:cubicBezTo>
                <a:cubicBezTo>
                  <a:pt x="66526" y="14734"/>
                  <a:pt x="63401" y="12502"/>
                  <a:pt x="62061" y="11162"/>
                </a:cubicBezTo>
                <a:cubicBezTo>
                  <a:pt x="58489" y="8930"/>
                  <a:pt x="55364" y="8930"/>
                  <a:pt x="53578" y="8930"/>
                </a:cubicBezTo>
                <a:close/>
                <a:moveTo>
                  <a:pt x="53578" y="8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722F2-AD32-4186-A974-C3717A12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129" y="2929547"/>
            <a:ext cx="191988" cy="117425"/>
          </a:xfrm>
          <a:custGeom xmlns:a="http://schemas.openxmlformats.org/drawingml/2006/main">
            <a:pathLst>
              <a:path w="191988" h="117425">
                <a:moveTo>
                  <a:pt x="46434" y="3572"/>
                </a:moveTo>
                <a:lnTo>
                  <a:pt x="46434" y="18752"/>
                </a:lnTo>
                <a:cubicBezTo>
                  <a:pt x="55364" y="8483"/>
                  <a:pt x="61168" y="5804"/>
                  <a:pt x="63401" y="4465"/>
                </a:cubicBezTo>
                <a:cubicBezTo>
                  <a:pt x="71438" y="0"/>
                  <a:pt x="78135" y="0"/>
                  <a:pt x="80814" y="0"/>
                </a:cubicBezTo>
                <a:cubicBezTo>
                  <a:pt x="91976" y="0"/>
                  <a:pt x="96887" y="3572"/>
                  <a:pt x="99566" y="5358"/>
                </a:cubicBezTo>
                <a:cubicBezTo>
                  <a:pt x="106710" y="10269"/>
                  <a:pt x="109835" y="17413"/>
                  <a:pt x="110728" y="20985"/>
                </a:cubicBezTo>
                <a:cubicBezTo>
                  <a:pt x="120551" y="9823"/>
                  <a:pt x="126802" y="6697"/>
                  <a:pt x="129480" y="4911"/>
                </a:cubicBezTo>
                <a:cubicBezTo>
                  <a:pt x="138410" y="0"/>
                  <a:pt x="145107" y="0"/>
                  <a:pt x="148233" y="0"/>
                </a:cubicBezTo>
                <a:cubicBezTo>
                  <a:pt x="160288" y="0"/>
                  <a:pt x="164753" y="4018"/>
                  <a:pt x="166985" y="5804"/>
                </a:cubicBezTo>
                <a:cubicBezTo>
                  <a:pt x="174129" y="11162"/>
                  <a:pt x="175915" y="16520"/>
                  <a:pt x="176808" y="19199"/>
                </a:cubicBezTo>
                <a:cubicBezTo>
                  <a:pt x="179487" y="27682"/>
                  <a:pt x="179487" y="39737"/>
                  <a:pt x="179487" y="45988"/>
                </a:cubicBezTo>
                <a:lnTo>
                  <a:pt x="179487" y="92869"/>
                </a:lnTo>
                <a:cubicBezTo>
                  <a:pt x="179487" y="105817"/>
                  <a:pt x="181273" y="108049"/>
                  <a:pt x="182166" y="108942"/>
                </a:cubicBezTo>
                <a:cubicBezTo>
                  <a:pt x="184398" y="112068"/>
                  <a:pt x="189756" y="112961"/>
                  <a:pt x="191988" y="112961"/>
                </a:cubicBezTo>
                <a:lnTo>
                  <a:pt x="191988" y="117425"/>
                </a:lnTo>
                <a:lnTo>
                  <a:pt x="133052" y="117425"/>
                </a:lnTo>
                <a:lnTo>
                  <a:pt x="133052" y="112961"/>
                </a:lnTo>
                <a:cubicBezTo>
                  <a:pt x="140196" y="112514"/>
                  <a:pt x="141982" y="109389"/>
                  <a:pt x="143321" y="107603"/>
                </a:cubicBezTo>
                <a:cubicBezTo>
                  <a:pt x="145554" y="104477"/>
                  <a:pt x="145554" y="96887"/>
                  <a:pt x="145554" y="92869"/>
                </a:cubicBezTo>
                <a:lnTo>
                  <a:pt x="145554" y="43755"/>
                </a:lnTo>
                <a:cubicBezTo>
                  <a:pt x="145554" y="28575"/>
                  <a:pt x="144661" y="25450"/>
                  <a:pt x="144214" y="24110"/>
                </a:cubicBezTo>
                <a:cubicBezTo>
                  <a:pt x="143321" y="20092"/>
                  <a:pt x="141536" y="18752"/>
                  <a:pt x="140196" y="18306"/>
                </a:cubicBezTo>
                <a:cubicBezTo>
                  <a:pt x="137964" y="16073"/>
                  <a:pt x="135285" y="16073"/>
                  <a:pt x="134392" y="16073"/>
                </a:cubicBezTo>
                <a:cubicBezTo>
                  <a:pt x="129034" y="16073"/>
                  <a:pt x="125462" y="18752"/>
                  <a:pt x="123676" y="20092"/>
                </a:cubicBezTo>
                <a:cubicBezTo>
                  <a:pt x="118318" y="23664"/>
                  <a:pt x="114746" y="29021"/>
                  <a:pt x="112961" y="31700"/>
                </a:cubicBezTo>
                <a:lnTo>
                  <a:pt x="112961" y="92869"/>
                </a:lnTo>
                <a:cubicBezTo>
                  <a:pt x="112961" y="104924"/>
                  <a:pt x="114300" y="107156"/>
                  <a:pt x="114746" y="108049"/>
                </a:cubicBezTo>
                <a:cubicBezTo>
                  <a:pt x="117872" y="112514"/>
                  <a:pt x="122783" y="112961"/>
                  <a:pt x="125462" y="112961"/>
                </a:cubicBezTo>
                <a:lnTo>
                  <a:pt x="125462" y="117425"/>
                </a:lnTo>
                <a:lnTo>
                  <a:pt x="66526" y="117425"/>
                </a:lnTo>
                <a:lnTo>
                  <a:pt x="66526" y="112961"/>
                </a:lnTo>
                <a:cubicBezTo>
                  <a:pt x="71438" y="112961"/>
                  <a:pt x="73223" y="111621"/>
                  <a:pt x="74116" y="110728"/>
                </a:cubicBezTo>
                <a:cubicBezTo>
                  <a:pt x="76795" y="108496"/>
                  <a:pt x="77688" y="106710"/>
                  <a:pt x="77688" y="105817"/>
                </a:cubicBezTo>
                <a:cubicBezTo>
                  <a:pt x="78581" y="102691"/>
                  <a:pt x="78581" y="95994"/>
                  <a:pt x="78581" y="92869"/>
                </a:cubicBezTo>
                <a:lnTo>
                  <a:pt x="78581" y="43755"/>
                </a:lnTo>
                <a:cubicBezTo>
                  <a:pt x="78581" y="28129"/>
                  <a:pt x="78135" y="25450"/>
                  <a:pt x="77688" y="24110"/>
                </a:cubicBezTo>
                <a:cubicBezTo>
                  <a:pt x="76349" y="20538"/>
                  <a:pt x="74563" y="18752"/>
                  <a:pt x="73670" y="18306"/>
                </a:cubicBezTo>
                <a:cubicBezTo>
                  <a:pt x="70545" y="16073"/>
                  <a:pt x="68312" y="16073"/>
                  <a:pt x="67419" y="16073"/>
                </a:cubicBezTo>
                <a:cubicBezTo>
                  <a:pt x="62508" y="16073"/>
                  <a:pt x="59829" y="17859"/>
                  <a:pt x="58043" y="18752"/>
                </a:cubicBezTo>
                <a:cubicBezTo>
                  <a:pt x="52685" y="22324"/>
                  <a:pt x="48220" y="28575"/>
                  <a:pt x="46434" y="31700"/>
                </a:cubicBezTo>
                <a:lnTo>
                  <a:pt x="46434" y="92869"/>
                </a:lnTo>
                <a:cubicBezTo>
                  <a:pt x="46434" y="104477"/>
                  <a:pt x="47774" y="107156"/>
                  <a:pt x="48667" y="108496"/>
                </a:cubicBezTo>
                <a:cubicBezTo>
                  <a:pt x="50899" y="112514"/>
                  <a:pt x="55811" y="112961"/>
                  <a:pt x="58489" y="112961"/>
                </a:cubicBezTo>
                <a:lnTo>
                  <a:pt x="58489" y="117425"/>
                </a:lnTo>
                <a:lnTo>
                  <a:pt x="0" y="117425"/>
                </a:lnTo>
                <a:lnTo>
                  <a:pt x="0" y="112961"/>
                </a:lnTo>
                <a:cubicBezTo>
                  <a:pt x="6697" y="112514"/>
                  <a:pt x="8930" y="109835"/>
                  <a:pt x="10269" y="108496"/>
                </a:cubicBezTo>
                <a:cubicBezTo>
                  <a:pt x="12055" y="105817"/>
                  <a:pt x="12055" y="96887"/>
                  <a:pt x="12055" y="92869"/>
                </a:cubicBezTo>
                <a:lnTo>
                  <a:pt x="12055" y="28129"/>
                </a:lnTo>
                <a:cubicBezTo>
                  <a:pt x="12055" y="15180"/>
                  <a:pt x="10716" y="13395"/>
                  <a:pt x="9376" y="12502"/>
                </a:cubicBezTo>
                <a:cubicBezTo>
                  <a:pt x="7144" y="8930"/>
                  <a:pt x="2232" y="8483"/>
                  <a:pt x="0" y="8037"/>
                </a:cubicBezTo>
                <a:lnTo>
                  <a:pt x="0" y="3572"/>
                </a:lnTo>
                <a:lnTo>
                  <a:pt x="46434" y="3572"/>
                </a:lnTo>
                <a:close/>
                <a:moveTo>
                  <a:pt x="46434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C95E94-B1B1-4796-8DDD-3A6CFE54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332" y="2881773"/>
            <a:ext cx="153144" cy="165199"/>
          </a:xfrm>
          <a:custGeom xmlns:a="http://schemas.openxmlformats.org/drawingml/2006/main">
            <a:pathLst>
              <a:path w="153144" h="165199">
                <a:moveTo>
                  <a:pt x="153144" y="107156"/>
                </a:moveTo>
                <a:lnTo>
                  <a:pt x="146893" y="165199"/>
                </a:lnTo>
                <a:lnTo>
                  <a:pt x="0" y="165199"/>
                </a:lnTo>
                <a:lnTo>
                  <a:pt x="0" y="160734"/>
                </a:lnTo>
                <a:lnTo>
                  <a:pt x="5358" y="160734"/>
                </a:lnTo>
                <a:cubicBezTo>
                  <a:pt x="12948" y="160734"/>
                  <a:pt x="15627" y="159395"/>
                  <a:pt x="16966" y="158055"/>
                </a:cubicBezTo>
                <a:cubicBezTo>
                  <a:pt x="20092" y="156270"/>
                  <a:pt x="21431" y="153591"/>
                  <a:pt x="21878" y="152251"/>
                </a:cubicBezTo>
                <a:cubicBezTo>
                  <a:pt x="23217" y="149572"/>
                  <a:pt x="23217" y="141089"/>
                  <a:pt x="23217" y="137071"/>
                </a:cubicBezTo>
                <a:lnTo>
                  <a:pt x="23217" y="28575"/>
                </a:lnTo>
                <a:cubicBezTo>
                  <a:pt x="23217" y="15627"/>
                  <a:pt x="22324" y="13395"/>
                  <a:pt x="21878" y="12502"/>
                </a:cubicBezTo>
                <a:cubicBezTo>
                  <a:pt x="20538" y="9376"/>
                  <a:pt x="17859" y="7590"/>
                  <a:pt x="16520" y="7144"/>
                </a:cubicBezTo>
                <a:cubicBezTo>
                  <a:pt x="12502" y="4465"/>
                  <a:pt x="7590" y="4465"/>
                  <a:pt x="5358" y="4465"/>
                </a:cubicBezTo>
                <a:lnTo>
                  <a:pt x="0" y="4465"/>
                </a:lnTo>
                <a:lnTo>
                  <a:pt x="0" y="0"/>
                </a:lnTo>
                <a:lnTo>
                  <a:pt x="87957" y="0"/>
                </a:lnTo>
                <a:lnTo>
                  <a:pt x="87957" y="4465"/>
                </a:lnTo>
                <a:lnTo>
                  <a:pt x="80814" y="4465"/>
                </a:lnTo>
                <a:cubicBezTo>
                  <a:pt x="73670" y="4465"/>
                  <a:pt x="70991" y="6251"/>
                  <a:pt x="69205" y="7144"/>
                </a:cubicBezTo>
                <a:cubicBezTo>
                  <a:pt x="66080" y="8930"/>
                  <a:pt x="64740" y="11609"/>
                  <a:pt x="64294" y="12948"/>
                </a:cubicBezTo>
                <a:cubicBezTo>
                  <a:pt x="62954" y="16073"/>
                  <a:pt x="62954" y="24110"/>
                  <a:pt x="62954" y="28575"/>
                </a:cubicBezTo>
                <a:lnTo>
                  <a:pt x="62954" y="133945"/>
                </a:lnTo>
                <a:cubicBezTo>
                  <a:pt x="62954" y="146447"/>
                  <a:pt x="63847" y="148679"/>
                  <a:pt x="64294" y="149572"/>
                </a:cubicBezTo>
                <a:cubicBezTo>
                  <a:pt x="66080" y="153144"/>
                  <a:pt x="68759" y="154484"/>
                  <a:pt x="70098" y="154930"/>
                </a:cubicBezTo>
                <a:cubicBezTo>
                  <a:pt x="73223" y="155823"/>
                  <a:pt x="81260" y="155823"/>
                  <a:pt x="84832" y="155823"/>
                </a:cubicBezTo>
                <a:lnTo>
                  <a:pt x="98673" y="155823"/>
                </a:lnTo>
                <a:cubicBezTo>
                  <a:pt x="111621" y="155823"/>
                  <a:pt x="117872" y="153144"/>
                  <a:pt x="120551" y="151358"/>
                </a:cubicBezTo>
                <a:cubicBezTo>
                  <a:pt x="129480" y="146893"/>
                  <a:pt x="133945" y="140196"/>
                  <a:pt x="135731" y="136624"/>
                </a:cubicBezTo>
                <a:cubicBezTo>
                  <a:pt x="142429" y="126802"/>
                  <a:pt x="146000" y="113854"/>
                  <a:pt x="148233" y="107156"/>
                </a:cubicBezTo>
                <a:lnTo>
                  <a:pt x="153144" y="107156"/>
                </a:lnTo>
                <a:close/>
                <a:moveTo>
                  <a:pt x="153144" y="1071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9D04E-274B-4D70-BFC1-35A46DB9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136" y="2881773"/>
            <a:ext cx="153144" cy="165199"/>
          </a:xfrm>
          <a:custGeom xmlns:a="http://schemas.openxmlformats.org/drawingml/2006/main">
            <a:pathLst>
              <a:path w="153144" h="165199">
                <a:moveTo>
                  <a:pt x="153144" y="107156"/>
                </a:moveTo>
                <a:lnTo>
                  <a:pt x="146893" y="165199"/>
                </a:lnTo>
                <a:lnTo>
                  <a:pt x="0" y="165199"/>
                </a:lnTo>
                <a:lnTo>
                  <a:pt x="0" y="160734"/>
                </a:lnTo>
                <a:lnTo>
                  <a:pt x="5358" y="160734"/>
                </a:lnTo>
                <a:cubicBezTo>
                  <a:pt x="12948" y="160734"/>
                  <a:pt x="15627" y="159395"/>
                  <a:pt x="16966" y="158055"/>
                </a:cubicBezTo>
                <a:cubicBezTo>
                  <a:pt x="20092" y="156270"/>
                  <a:pt x="21431" y="153591"/>
                  <a:pt x="21878" y="152251"/>
                </a:cubicBezTo>
                <a:cubicBezTo>
                  <a:pt x="23217" y="149572"/>
                  <a:pt x="23217" y="141089"/>
                  <a:pt x="23217" y="137071"/>
                </a:cubicBezTo>
                <a:lnTo>
                  <a:pt x="23217" y="28575"/>
                </a:lnTo>
                <a:cubicBezTo>
                  <a:pt x="23217" y="15627"/>
                  <a:pt x="22324" y="13395"/>
                  <a:pt x="21878" y="12502"/>
                </a:cubicBezTo>
                <a:cubicBezTo>
                  <a:pt x="20538" y="9376"/>
                  <a:pt x="17859" y="7590"/>
                  <a:pt x="16520" y="7144"/>
                </a:cubicBezTo>
                <a:cubicBezTo>
                  <a:pt x="12502" y="4465"/>
                  <a:pt x="7590" y="4465"/>
                  <a:pt x="5358" y="4465"/>
                </a:cubicBezTo>
                <a:lnTo>
                  <a:pt x="0" y="4465"/>
                </a:lnTo>
                <a:lnTo>
                  <a:pt x="0" y="0"/>
                </a:lnTo>
                <a:lnTo>
                  <a:pt x="87957" y="0"/>
                </a:lnTo>
                <a:lnTo>
                  <a:pt x="87957" y="4465"/>
                </a:lnTo>
                <a:lnTo>
                  <a:pt x="80814" y="4465"/>
                </a:lnTo>
                <a:cubicBezTo>
                  <a:pt x="73670" y="4465"/>
                  <a:pt x="70991" y="6251"/>
                  <a:pt x="69205" y="7144"/>
                </a:cubicBezTo>
                <a:cubicBezTo>
                  <a:pt x="66080" y="8930"/>
                  <a:pt x="64740" y="11609"/>
                  <a:pt x="64294" y="12948"/>
                </a:cubicBezTo>
                <a:cubicBezTo>
                  <a:pt x="62954" y="16073"/>
                  <a:pt x="62954" y="24110"/>
                  <a:pt x="62954" y="28575"/>
                </a:cubicBezTo>
                <a:lnTo>
                  <a:pt x="62954" y="133945"/>
                </a:lnTo>
                <a:cubicBezTo>
                  <a:pt x="62954" y="146447"/>
                  <a:pt x="63847" y="148679"/>
                  <a:pt x="64294" y="149572"/>
                </a:cubicBezTo>
                <a:cubicBezTo>
                  <a:pt x="66080" y="153144"/>
                  <a:pt x="68759" y="154484"/>
                  <a:pt x="70098" y="154930"/>
                </a:cubicBezTo>
                <a:cubicBezTo>
                  <a:pt x="73223" y="155823"/>
                  <a:pt x="81260" y="155823"/>
                  <a:pt x="84832" y="155823"/>
                </a:cubicBezTo>
                <a:lnTo>
                  <a:pt x="98673" y="155823"/>
                </a:lnTo>
                <a:cubicBezTo>
                  <a:pt x="111621" y="155823"/>
                  <a:pt x="117872" y="153144"/>
                  <a:pt x="120551" y="151358"/>
                </a:cubicBezTo>
                <a:cubicBezTo>
                  <a:pt x="129480" y="146893"/>
                  <a:pt x="133945" y="140196"/>
                  <a:pt x="135731" y="136624"/>
                </a:cubicBezTo>
                <a:cubicBezTo>
                  <a:pt x="142429" y="126802"/>
                  <a:pt x="146000" y="113854"/>
                  <a:pt x="148233" y="107156"/>
                </a:cubicBezTo>
                <a:lnTo>
                  <a:pt x="153144" y="107156"/>
                </a:lnTo>
                <a:close/>
                <a:moveTo>
                  <a:pt x="153144" y="1071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16C0F-ADD1-4A26-8179-80C2EE7C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387" y="2881773"/>
            <a:ext cx="225921" cy="165199"/>
          </a:xfrm>
          <a:custGeom xmlns:a="http://schemas.openxmlformats.org/drawingml/2006/main">
            <a:pathLst>
              <a:path w="225921" h="165199">
                <a:moveTo>
                  <a:pt x="113854" y="108942"/>
                </a:moveTo>
                <a:lnTo>
                  <a:pt x="158948" y="0"/>
                </a:lnTo>
                <a:lnTo>
                  <a:pt x="225921" y="0"/>
                </a:lnTo>
                <a:lnTo>
                  <a:pt x="225921" y="4465"/>
                </a:lnTo>
                <a:lnTo>
                  <a:pt x="220563" y="4465"/>
                </a:lnTo>
                <a:cubicBezTo>
                  <a:pt x="213420" y="4465"/>
                  <a:pt x="210294" y="6251"/>
                  <a:pt x="208955" y="7144"/>
                </a:cubicBezTo>
                <a:cubicBezTo>
                  <a:pt x="205829" y="8930"/>
                  <a:pt x="204936" y="11609"/>
                  <a:pt x="204043" y="12948"/>
                </a:cubicBezTo>
                <a:cubicBezTo>
                  <a:pt x="202704" y="15627"/>
                  <a:pt x="202704" y="24110"/>
                  <a:pt x="202704" y="28129"/>
                </a:cubicBezTo>
                <a:lnTo>
                  <a:pt x="202704" y="137071"/>
                </a:lnTo>
                <a:cubicBezTo>
                  <a:pt x="202704" y="149572"/>
                  <a:pt x="203597" y="151805"/>
                  <a:pt x="204043" y="153144"/>
                </a:cubicBezTo>
                <a:cubicBezTo>
                  <a:pt x="205383" y="155823"/>
                  <a:pt x="208062" y="157609"/>
                  <a:pt x="209401" y="158502"/>
                </a:cubicBezTo>
                <a:cubicBezTo>
                  <a:pt x="213866" y="160734"/>
                  <a:pt x="218331" y="160734"/>
                  <a:pt x="220563" y="160734"/>
                </a:cubicBezTo>
                <a:lnTo>
                  <a:pt x="225921" y="160734"/>
                </a:lnTo>
                <a:lnTo>
                  <a:pt x="225921" y="165199"/>
                </a:lnTo>
                <a:lnTo>
                  <a:pt x="139750" y="165199"/>
                </a:lnTo>
                <a:lnTo>
                  <a:pt x="139750" y="160734"/>
                </a:lnTo>
                <a:lnTo>
                  <a:pt x="145107" y="160734"/>
                </a:lnTo>
                <a:cubicBezTo>
                  <a:pt x="152251" y="160734"/>
                  <a:pt x="155377" y="159395"/>
                  <a:pt x="156716" y="158055"/>
                </a:cubicBezTo>
                <a:cubicBezTo>
                  <a:pt x="159841" y="156270"/>
                  <a:pt x="161181" y="153591"/>
                  <a:pt x="161627" y="152251"/>
                </a:cubicBezTo>
                <a:cubicBezTo>
                  <a:pt x="162967" y="149572"/>
                  <a:pt x="162967" y="141089"/>
                  <a:pt x="162967" y="137071"/>
                </a:cubicBezTo>
                <a:lnTo>
                  <a:pt x="162967" y="14288"/>
                </a:lnTo>
                <a:lnTo>
                  <a:pt x="99566" y="165199"/>
                </a:lnTo>
                <a:lnTo>
                  <a:pt x="96887" y="165199"/>
                </a:lnTo>
                <a:lnTo>
                  <a:pt x="32147" y="15627"/>
                </a:lnTo>
                <a:lnTo>
                  <a:pt x="32147" y="132159"/>
                </a:lnTo>
                <a:cubicBezTo>
                  <a:pt x="32147" y="144214"/>
                  <a:pt x="32593" y="146447"/>
                  <a:pt x="33040" y="146893"/>
                </a:cubicBezTo>
                <a:cubicBezTo>
                  <a:pt x="34379" y="153144"/>
                  <a:pt x="37951" y="155823"/>
                  <a:pt x="39737" y="157162"/>
                </a:cubicBezTo>
                <a:cubicBezTo>
                  <a:pt x="45095" y="160734"/>
                  <a:pt x="52685" y="160734"/>
                  <a:pt x="56704" y="160734"/>
                </a:cubicBezTo>
                <a:lnTo>
                  <a:pt x="56704" y="165199"/>
                </a:lnTo>
                <a:lnTo>
                  <a:pt x="0" y="165199"/>
                </a:lnTo>
                <a:lnTo>
                  <a:pt x="0" y="160734"/>
                </a:lnTo>
                <a:lnTo>
                  <a:pt x="1786" y="160734"/>
                </a:lnTo>
                <a:cubicBezTo>
                  <a:pt x="7144" y="160734"/>
                  <a:pt x="10269" y="159841"/>
                  <a:pt x="11609" y="158948"/>
                </a:cubicBezTo>
                <a:cubicBezTo>
                  <a:pt x="16520" y="157162"/>
                  <a:pt x="18306" y="154930"/>
                  <a:pt x="19199" y="154037"/>
                </a:cubicBezTo>
                <a:cubicBezTo>
                  <a:pt x="21431" y="150912"/>
                  <a:pt x="22324" y="146893"/>
                  <a:pt x="22771" y="145107"/>
                </a:cubicBezTo>
                <a:cubicBezTo>
                  <a:pt x="23217" y="143768"/>
                  <a:pt x="23217" y="136178"/>
                  <a:pt x="23217" y="132606"/>
                </a:cubicBezTo>
                <a:lnTo>
                  <a:pt x="23217" y="28129"/>
                </a:lnTo>
                <a:cubicBezTo>
                  <a:pt x="23217" y="15627"/>
                  <a:pt x="22324" y="13395"/>
                  <a:pt x="21878" y="12502"/>
                </a:cubicBezTo>
                <a:cubicBezTo>
                  <a:pt x="20538" y="9376"/>
                  <a:pt x="17413" y="7590"/>
                  <a:pt x="16520" y="7144"/>
                </a:cubicBezTo>
                <a:cubicBezTo>
                  <a:pt x="12055" y="4465"/>
                  <a:pt x="7590" y="4465"/>
                  <a:pt x="5358" y="4465"/>
                </a:cubicBezTo>
                <a:lnTo>
                  <a:pt x="0" y="4465"/>
                </a:lnTo>
                <a:lnTo>
                  <a:pt x="0" y="0"/>
                </a:lnTo>
                <a:lnTo>
                  <a:pt x="67419" y="0"/>
                </a:lnTo>
                <a:lnTo>
                  <a:pt x="113854" y="108942"/>
                </a:lnTo>
                <a:close/>
                <a:moveTo>
                  <a:pt x="113854" y="1089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15AFB-9240-4BDE-B926-194AC74F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50" y="84246"/>
            <a:ext cx="166539" cy="165199"/>
          </a:xfrm>
          <a:custGeom xmlns:a="http://schemas.openxmlformats.org/drawingml/2006/main">
            <a:pathLst>
              <a:path w="166539" h="165199">
                <a:moveTo>
                  <a:pt x="0" y="165199"/>
                </a:moveTo>
                <a:lnTo>
                  <a:pt x="0" y="160734"/>
                </a:lnTo>
                <a:lnTo>
                  <a:pt x="5804" y="160734"/>
                </a:lnTo>
                <a:cubicBezTo>
                  <a:pt x="12502" y="160734"/>
                  <a:pt x="15180" y="159395"/>
                  <a:pt x="16520" y="158502"/>
                </a:cubicBezTo>
                <a:cubicBezTo>
                  <a:pt x="20538" y="156270"/>
                  <a:pt x="21431" y="153591"/>
                  <a:pt x="22324" y="152251"/>
                </a:cubicBezTo>
                <a:cubicBezTo>
                  <a:pt x="23217" y="149572"/>
                  <a:pt x="23217" y="141089"/>
                  <a:pt x="23217" y="137071"/>
                </a:cubicBezTo>
                <a:lnTo>
                  <a:pt x="23217" y="28575"/>
                </a:lnTo>
                <a:cubicBezTo>
                  <a:pt x="23217" y="15627"/>
                  <a:pt x="22324" y="13395"/>
                  <a:pt x="21878" y="12502"/>
                </a:cubicBezTo>
                <a:cubicBezTo>
                  <a:pt x="20538" y="9376"/>
                  <a:pt x="17859" y="7590"/>
                  <a:pt x="16520" y="7144"/>
                </a:cubicBezTo>
                <a:cubicBezTo>
                  <a:pt x="12502" y="4465"/>
                  <a:pt x="8037" y="4465"/>
                  <a:pt x="5804" y="4465"/>
                </a:cubicBezTo>
                <a:lnTo>
                  <a:pt x="0" y="4465"/>
                </a:lnTo>
                <a:lnTo>
                  <a:pt x="0" y="0"/>
                </a:lnTo>
                <a:lnTo>
                  <a:pt x="74116" y="0"/>
                </a:lnTo>
                <a:cubicBezTo>
                  <a:pt x="103584" y="0"/>
                  <a:pt x="115639" y="5358"/>
                  <a:pt x="121890" y="8037"/>
                </a:cubicBezTo>
                <a:cubicBezTo>
                  <a:pt x="143768" y="17859"/>
                  <a:pt x="151358" y="31254"/>
                  <a:pt x="154930" y="37951"/>
                </a:cubicBezTo>
                <a:cubicBezTo>
                  <a:pt x="166539" y="58043"/>
                  <a:pt x="166539" y="75009"/>
                  <a:pt x="166539" y="83046"/>
                </a:cubicBezTo>
                <a:cubicBezTo>
                  <a:pt x="166539" y="100459"/>
                  <a:pt x="162967" y="110282"/>
                  <a:pt x="160734" y="115193"/>
                </a:cubicBezTo>
                <a:cubicBezTo>
                  <a:pt x="155377" y="129927"/>
                  <a:pt x="149572" y="136178"/>
                  <a:pt x="146447" y="139303"/>
                </a:cubicBezTo>
                <a:cubicBezTo>
                  <a:pt x="137517" y="149126"/>
                  <a:pt x="129480" y="153144"/>
                  <a:pt x="125909" y="154930"/>
                </a:cubicBezTo>
                <a:cubicBezTo>
                  <a:pt x="114300" y="160734"/>
                  <a:pt x="103138" y="162520"/>
                  <a:pt x="97334" y="163860"/>
                </a:cubicBezTo>
                <a:cubicBezTo>
                  <a:pt x="90190" y="165199"/>
                  <a:pt x="79028" y="165199"/>
                  <a:pt x="74116" y="165199"/>
                </a:cubicBezTo>
                <a:lnTo>
                  <a:pt x="0" y="165199"/>
                </a:lnTo>
                <a:close/>
                <a:moveTo>
                  <a:pt x="62954" y="9376"/>
                </a:moveTo>
                <a:lnTo>
                  <a:pt x="62954" y="138410"/>
                </a:lnTo>
                <a:cubicBezTo>
                  <a:pt x="62954" y="148679"/>
                  <a:pt x="63847" y="150019"/>
                  <a:pt x="63847" y="150912"/>
                </a:cubicBezTo>
                <a:cubicBezTo>
                  <a:pt x="65187" y="153144"/>
                  <a:pt x="66526" y="154037"/>
                  <a:pt x="67419" y="154484"/>
                </a:cubicBezTo>
                <a:cubicBezTo>
                  <a:pt x="70545" y="156270"/>
                  <a:pt x="74563" y="156270"/>
                  <a:pt x="76795" y="156270"/>
                </a:cubicBezTo>
                <a:cubicBezTo>
                  <a:pt x="97334" y="156270"/>
                  <a:pt x="104031" y="146893"/>
                  <a:pt x="108049" y="142429"/>
                </a:cubicBezTo>
                <a:cubicBezTo>
                  <a:pt x="122337" y="123676"/>
                  <a:pt x="122337" y="97334"/>
                  <a:pt x="122337" y="83939"/>
                </a:cubicBezTo>
                <a:cubicBezTo>
                  <a:pt x="122337" y="52239"/>
                  <a:pt x="116086" y="39737"/>
                  <a:pt x="112514" y="33486"/>
                </a:cubicBezTo>
                <a:cubicBezTo>
                  <a:pt x="104477" y="18306"/>
                  <a:pt x="95994" y="14734"/>
                  <a:pt x="92422" y="13395"/>
                </a:cubicBezTo>
                <a:cubicBezTo>
                  <a:pt x="83493" y="9376"/>
                  <a:pt x="69652" y="9376"/>
                  <a:pt x="62954" y="9376"/>
                </a:cubicBezTo>
                <a:close/>
                <a:moveTo>
                  <a:pt x="62954" y="93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A0975-AC2B-4C91-8BA4-9D86BE4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7" y="132020"/>
            <a:ext cx="95548" cy="120997"/>
          </a:xfrm>
          <a:custGeom xmlns:a="http://schemas.openxmlformats.org/drawingml/2006/main">
            <a:pathLst>
              <a:path w="95548" h="120997">
                <a:moveTo>
                  <a:pt x="95548" y="56704"/>
                </a:moveTo>
                <a:lnTo>
                  <a:pt x="32593" y="56704"/>
                </a:lnTo>
                <a:cubicBezTo>
                  <a:pt x="33933" y="79028"/>
                  <a:pt x="41077" y="87957"/>
                  <a:pt x="45095" y="92422"/>
                </a:cubicBezTo>
                <a:cubicBezTo>
                  <a:pt x="53132" y="102245"/>
                  <a:pt x="61168" y="102245"/>
                  <a:pt x="65187" y="102245"/>
                </a:cubicBezTo>
                <a:cubicBezTo>
                  <a:pt x="72330" y="102245"/>
                  <a:pt x="76349" y="99566"/>
                  <a:pt x="78581" y="98673"/>
                </a:cubicBezTo>
                <a:cubicBezTo>
                  <a:pt x="84386" y="94208"/>
                  <a:pt x="88850" y="87064"/>
                  <a:pt x="91083" y="83939"/>
                </a:cubicBezTo>
                <a:lnTo>
                  <a:pt x="95548" y="86171"/>
                </a:lnTo>
                <a:cubicBezTo>
                  <a:pt x="86171" y="105370"/>
                  <a:pt x="78581" y="110282"/>
                  <a:pt x="75009" y="112961"/>
                </a:cubicBezTo>
                <a:cubicBezTo>
                  <a:pt x="63847" y="120997"/>
                  <a:pt x="54025" y="120997"/>
                  <a:pt x="49113" y="120997"/>
                </a:cubicBezTo>
                <a:cubicBezTo>
                  <a:pt x="23664" y="120997"/>
                  <a:pt x="14734" y="108049"/>
                  <a:pt x="10716" y="101352"/>
                </a:cubicBezTo>
                <a:cubicBezTo>
                  <a:pt x="0" y="85725"/>
                  <a:pt x="0" y="70098"/>
                  <a:pt x="0" y="62508"/>
                </a:cubicBezTo>
                <a:cubicBezTo>
                  <a:pt x="0" y="33933"/>
                  <a:pt x="10269" y="22771"/>
                  <a:pt x="15627" y="16966"/>
                </a:cubicBezTo>
                <a:cubicBezTo>
                  <a:pt x="31254" y="0"/>
                  <a:pt x="44648" y="0"/>
                  <a:pt x="51792" y="0"/>
                </a:cubicBezTo>
                <a:cubicBezTo>
                  <a:pt x="69205" y="0"/>
                  <a:pt x="77688" y="9823"/>
                  <a:pt x="81707" y="14288"/>
                </a:cubicBezTo>
                <a:cubicBezTo>
                  <a:pt x="94655" y="28575"/>
                  <a:pt x="95101" y="47327"/>
                  <a:pt x="95548" y="56704"/>
                </a:cubicBezTo>
                <a:close/>
                <a:moveTo>
                  <a:pt x="65633" y="48220"/>
                </a:moveTo>
                <a:cubicBezTo>
                  <a:pt x="65633" y="29021"/>
                  <a:pt x="63847" y="23664"/>
                  <a:pt x="63401" y="21431"/>
                </a:cubicBezTo>
                <a:cubicBezTo>
                  <a:pt x="61168" y="14288"/>
                  <a:pt x="58043" y="11609"/>
                  <a:pt x="56704" y="10269"/>
                </a:cubicBezTo>
                <a:cubicBezTo>
                  <a:pt x="54025" y="8037"/>
                  <a:pt x="51346" y="8037"/>
                  <a:pt x="49560" y="8037"/>
                </a:cubicBezTo>
                <a:cubicBezTo>
                  <a:pt x="43755" y="8037"/>
                  <a:pt x="40630" y="12502"/>
                  <a:pt x="39737" y="14288"/>
                </a:cubicBezTo>
                <a:cubicBezTo>
                  <a:pt x="32147" y="25003"/>
                  <a:pt x="32147" y="37951"/>
                  <a:pt x="32147" y="44202"/>
                </a:cubicBezTo>
                <a:lnTo>
                  <a:pt x="32147" y="48220"/>
                </a:lnTo>
                <a:lnTo>
                  <a:pt x="65633" y="48220"/>
                </a:lnTo>
                <a:close/>
                <a:moveTo>
                  <a:pt x="65633" y="482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89640-6CEE-46D9-96DC-1B5D5B2B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21" y="132020"/>
            <a:ext cx="122783" cy="117425"/>
          </a:xfrm>
          <a:custGeom xmlns:a="http://schemas.openxmlformats.org/drawingml/2006/main">
            <a:pathLst>
              <a:path w="122783" h="117425">
                <a:moveTo>
                  <a:pt x="46434" y="3572"/>
                </a:moveTo>
                <a:lnTo>
                  <a:pt x="46434" y="18306"/>
                </a:lnTo>
                <a:cubicBezTo>
                  <a:pt x="55364" y="8930"/>
                  <a:pt x="60275" y="5804"/>
                  <a:pt x="62954" y="4465"/>
                </a:cubicBezTo>
                <a:cubicBezTo>
                  <a:pt x="70991" y="0"/>
                  <a:pt x="77242" y="0"/>
                  <a:pt x="80367" y="0"/>
                </a:cubicBezTo>
                <a:cubicBezTo>
                  <a:pt x="91529" y="0"/>
                  <a:pt x="96441" y="4465"/>
                  <a:pt x="98673" y="6251"/>
                </a:cubicBezTo>
                <a:cubicBezTo>
                  <a:pt x="106263" y="12502"/>
                  <a:pt x="107603" y="18752"/>
                  <a:pt x="108496" y="21431"/>
                </a:cubicBezTo>
                <a:cubicBezTo>
                  <a:pt x="110728" y="28575"/>
                  <a:pt x="110728" y="41970"/>
                  <a:pt x="110728" y="48220"/>
                </a:cubicBezTo>
                <a:lnTo>
                  <a:pt x="110728" y="92869"/>
                </a:lnTo>
                <a:cubicBezTo>
                  <a:pt x="110728" y="105817"/>
                  <a:pt x="112068" y="108049"/>
                  <a:pt x="112961" y="109389"/>
                </a:cubicBezTo>
                <a:cubicBezTo>
                  <a:pt x="115193" y="112514"/>
                  <a:pt x="120104" y="112961"/>
                  <a:pt x="122783" y="112961"/>
                </a:cubicBezTo>
                <a:lnTo>
                  <a:pt x="122783" y="117425"/>
                </a:lnTo>
                <a:lnTo>
                  <a:pt x="65187" y="117425"/>
                </a:lnTo>
                <a:lnTo>
                  <a:pt x="65187" y="112961"/>
                </a:lnTo>
                <a:cubicBezTo>
                  <a:pt x="71438" y="112514"/>
                  <a:pt x="73670" y="109389"/>
                  <a:pt x="74563" y="107603"/>
                </a:cubicBezTo>
                <a:cubicBezTo>
                  <a:pt x="76349" y="104477"/>
                  <a:pt x="76349" y="96887"/>
                  <a:pt x="76349" y="92869"/>
                </a:cubicBezTo>
                <a:lnTo>
                  <a:pt x="76349" y="41970"/>
                </a:lnTo>
                <a:cubicBezTo>
                  <a:pt x="76349" y="28129"/>
                  <a:pt x="75456" y="25450"/>
                  <a:pt x="75456" y="24110"/>
                </a:cubicBezTo>
                <a:cubicBezTo>
                  <a:pt x="74563" y="20538"/>
                  <a:pt x="72777" y="19199"/>
                  <a:pt x="71438" y="18752"/>
                </a:cubicBezTo>
                <a:cubicBezTo>
                  <a:pt x="69205" y="16520"/>
                  <a:pt x="66973" y="16520"/>
                  <a:pt x="66080" y="16520"/>
                </a:cubicBezTo>
                <a:cubicBezTo>
                  <a:pt x="55364" y="16520"/>
                  <a:pt x="49560" y="26789"/>
                  <a:pt x="46434" y="31700"/>
                </a:cubicBezTo>
                <a:lnTo>
                  <a:pt x="46434" y="92869"/>
                </a:lnTo>
                <a:cubicBezTo>
                  <a:pt x="46434" y="105370"/>
                  <a:pt x="47774" y="107603"/>
                  <a:pt x="48667" y="108942"/>
                </a:cubicBezTo>
                <a:cubicBezTo>
                  <a:pt x="51346" y="112514"/>
                  <a:pt x="55364" y="112961"/>
                  <a:pt x="57596" y="112961"/>
                </a:cubicBezTo>
                <a:lnTo>
                  <a:pt x="57596" y="117425"/>
                </a:lnTo>
                <a:lnTo>
                  <a:pt x="0" y="117425"/>
                </a:lnTo>
                <a:lnTo>
                  <a:pt x="0" y="112961"/>
                </a:lnTo>
                <a:cubicBezTo>
                  <a:pt x="7144" y="112514"/>
                  <a:pt x="9376" y="109835"/>
                  <a:pt x="10269" y="108496"/>
                </a:cubicBezTo>
                <a:cubicBezTo>
                  <a:pt x="12055" y="105817"/>
                  <a:pt x="12055" y="96887"/>
                  <a:pt x="12055" y="92869"/>
                </a:cubicBezTo>
                <a:lnTo>
                  <a:pt x="12055" y="28129"/>
                </a:lnTo>
                <a:cubicBezTo>
                  <a:pt x="12055" y="15180"/>
                  <a:pt x="10716" y="13395"/>
                  <a:pt x="9823" y="12502"/>
                </a:cubicBezTo>
                <a:cubicBezTo>
                  <a:pt x="7590" y="8930"/>
                  <a:pt x="2679" y="8483"/>
                  <a:pt x="0" y="8037"/>
                </a:cubicBezTo>
                <a:lnTo>
                  <a:pt x="0" y="3572"/>
                </a:lnTo>
                <a:lnTo>
                  <a:pt x="46434" y="3572"/>
                </a:lnTo>
                <a:close/>
                <a:moveTo>
                  <a:pt x="46434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F999F-269E-44B9-9930-75B3B893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2" y="132020"/>
            <a:ext cx="78135" cy="120997"/>
          </a:xfrm>
          <a:custGeom xmlns:a="http://schemas.openxmlformats.org/drawingml/2006/main">
            <a:pathLst>
              <a:path w="78135" h="120997">
                <a:moveTo>
                  <a:pt x="70545" y="446"/>
                </a:moveTo>
                <a:lnTo>
                  <a:pt x="72330" y="39291"/>
                </a:lnTo>
                <a:lnTo>
                  <a:pt x="67866" y="39291"/>
                </a:lnTo>
                <a:cubicBezTo>
                  <a:pt x="60722" y="21878"/>
                  <a:pt x="55364" y="17859"/>
                  <a:pt x="52685" y="15627"/>
                </a:cubicBezTo>
                <a:cubicBezTo>
                  <a:pt x="44648" y="9376"/>
                  <a:pt x="39737" y="9376"/>
                  <a:pt x="37058" y="9376"/>
                </a:cubicBezTo>
                <a:cubicBezTo>
                  <a:pt x="31700" y="9376"/>
                  <a:pt x="29468" y="11609"/>
                  <a:pt x="28575" y="12502"/>
                </a:cubicBezTo>
                <a:cubicBezTo>
                  <a:pt x="25003" y="16073"/>
                  <a:pt x="25003" y="18752"/>
                  <a:pt x="25003" y="20538"/>
                </a:cubicBezTo>
                <a:cubicBezTo>
                  <a:pt x="25003" y="23664"/>
                  <a:pt x="26343" y="25896"/>
                  <a:pt x="27236" y="26789"/>
                </a:cubicBezTo>
                <a:cubicBezTo>
                  <a:pt x="31254" y="31700"/>
                  <a:pt x="43309" y="39737"/>
                  <a:pt x="49113" y="43755"/>
                </a:cubicBezTo>
                <a:cubicBezTo>
                  <a:pt x="66973" y="55811"/>
                  <a:pt x="70991" y="61615"/>
                  <a:pt x="72330" y="64294"/>
                </a:cubicBezTo>
                <a:cubicBezTo>
                  <a:pt x="78135" y="72777"/>
                  <a:pt x="78135" y="79921"/>
                  <a:pt x="78135" y="83493"/>
                </a:cubicBezTo>
                <a:cubicBezTo>
                  <a:pt x="78135" y="92869"/>
                  <a:pt x="75009" y="99120"/>
                  <a:pt x="73670" y="101798"/>
                </a:cubicBezTo>
                <a:cubicBezTo>
                  <a:pt x="68759" y="111175"/>
                  <a:pt x="62954" y="114300"/>
                  <a:pt x="60275" y="116086"/>
                </a:cubicBezTo>
                <a:cubicBezTo>
                  <a:pt x="51792" y="120997"/>
                  <a:pt x="44648" y="120997"/>
                  <a:pt x="41077" y="120997"/>
                </a:cubicBezTo>
                <a:cubicBezTo>
                  <a:pt x="33040" y="120997"/>
                  <a:pt x="23664" y="117425"/>
                  <a:pt x="19199" y="116086"/>
                </a:cubicBezTo>
                <a:cubicBezTo>
                  <a:pt x="15627" y="114300"/>
                  <a:pt x="14734" y="114300"/>
                  <a:pt x="14288" y="114300"/>
                </a:cubicBezTo>
                <a:cubicBezTo>
                  <a:pt x="10269" y="114300"/>
                  <a:pt x="8483" y="118765"/>
                  <a:pt x="7590" y="120551"/>
                </a:cubicBezTo>
                <a:lnTo>
                  <a:pt x="3572" y="120551"/>
                </a:lnTo>
                <a:lnTo>
                  <a:pt x="1339" y="79921"/>
                </a:lnTo>
                <a:lnTo>
                  <a:pt x="5804" y="79921"/>
                </a:lnTo>
                <a:cubicBezTo>
                  <a:pt x="11162" y="95548"/>
                  <a:pt x="17413" y="101352"/>
                  <a:pt x="20538" y="103584"/>
                </a:cubicBezTo>
                <a:cubicBezTo>
                  <a:pt x="30361" y="112068"/>
                  <a:pt x="35719" y="112068"/>
                  <a:pt x="38844" y="112068"/>
                </a:cubicBezTo>
                <a:cubicBezTo>
                  <a:pt x="44648" y="112068"/>
                  <a:pt x="46881" y="109389"/>
                  <a:pt x="48220" y="108049"/>
                </a:cubicBezTo>
                <a:cubicBezTo>
                  <a:pt x="52239" y="104477"/>
                  <a:pt x="52239" y="101352"/>
                  <a:pt x="52239" y="99566"/>
                </a:cubicBezTo>
                <a:cubicBezTo>
                  <a:pt x="52239" y="93762"/>
                  <a:pt x="49560" y="90636"/>
                  <a:pt x="48220" y="89297"/>
                </a:cubicBezTo>
                <a:cubicBezTo>
                  <a:pt x="44648" y="85279"/>
                  <a:pt x="36165" y="79474"/>
                  <a:pt x="32147" y="76349"/>
                </a:cubicBezTo>
                <a:cubicBezTo>
                  <a:pt x="13395" y="63401"/>
                  <a:pt x="9823" y="58936"/>
                  <a:pt x="8037" y="56704"/>
                </a:cubicBezTo>
                <a:cubicBezTo>
                  <a:pt x="0" y="46881"/>
                  <a:pt x="0" y="38844"/>
                  <a:pt x="0" y="34379"/>
                </a:cubicBezTo>
                <a:cubicBezTo>
                  <a:pt x="0" y="21431"/>
                  <a:pt x="5804" y="14288"/>
                  <a:pt x="8930" y="10716"/>
                </a:cubicBezTo>
                <a:cubicBezTo>
                  <a:pt x="18306" y="0"/>
                  <a:pt x="29468" y="0"/>
                  <a:pt x="35272" y="0"/>
                </a:cubicBezTo>
                <a:cubicBezTo>
                  <a:pt x="44648" y="0"/>
                  <a:pt x="50453" y="3125"/>
                  <a:pt x="53132" y="4465"/>
                </a:cubicBezTo>
                <a:cubicBezTo>
                  <a:pt x="56704" y="6697"/>
                  <a:pt x="57596" y="6697"/>
                  <a:pt x="58489" y="6697"/>
                </a:cubicBezTo>
                <a:cubicBezTo>
                  <a:pt x="60722" y="6697"/>
                  <a:pt x="61615" y="5804"/>
                  <a:pt x="62061" y="5804"/>
                </a:cubicBezTo>
                <a:cubicBezTo>
                  <a:pt x="63401" y="4465"/>
                  <a:pt x="65187" y="1786"/>
                  <a:pt x="66080" y="446"/>
                </a:cubicBezTo>
                <a:lnTo>
                  <a:pt x="70545" y="446"/>
                </a:lnTo>
                <a:close/>
                <a:moveTo>
                  <a:pt x="70545" y="4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97D6B-0949-4456-88C6-B702A7BA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25" y="132020"/>
            <a:ext cx="95548" cy="120997"/>
          </a:xfrm>
          <a:custGeom xmlns:a="http://schemas.openxmlformats.org/drawingml/2006/main">
            <a:pathLst>
              <a:path w="95548" h="120997">
                <a:moveTo>
                  <a:pt x="95548" y="56704"/>
                </a:moveTo>
                <a:lnTo>
                  <a:pt x="32593" y="56704"/>
                </a:lnTo>
                <a:cubicBezTo>
                  <a:pt x="33933" y="79028"/>
                  <a:pt x="41077" y="87957"/>
                  <a:pt x="45095" y="92422"/>
                </a:cubicBezTo>
                <a:cubicBezTo>
                  <a:pt x="53132" y="102245"/>
                  <a:pt x="61168" y="102245"/>
                  <a:pt x="65187" y="102245"/>
                </a:cubicBezTo>
                <a:cubicBezTo>
                  <a:pt x="72330" y="102245"/>
                  <a:pt x="76349" y="99566"/>
                  <a:pt x="78581" y="98673"/>
                </a:cubicBezTo>
                <a:cubicBezTo>
                  <a:pt x="84386" y="94208"/>
                  <a:pt x="88850" y="87064"/>
                  <a:pt x="91083" y="83939"/>
                </a:cubicBezTo>
                <a:lnTo>
                  <a:pt x="95548" y="86171"/>
                </a:lnTo>
                <a:cubicBezTo>
                  <a:pt x="86171" y="105370"/>
                  <a:pt x="78581" y="110282"/>
                  <a:pt x="75009" y="112961"/>
                </a:cubicBezTo>
                <a:cubicBezTo>
                  <a:pt x="63847" y="120997"/>
                  <a:pt x="54025" y="120997"/>
                  <a:pt x="49113" y="120997"/>
                </a:cubicBezTo>
                <a:cubicBezTo>
                  <a:pt x="23664" y="120997"/>
                  <a:pt x="14734" y="108049"/>
                  <a:pt x="10716" y="101352"/>
                </a:cubicBezTo>
                <a:cubicBezTo>
                  <a:pt x="0" y="85725"/>
                  <a:pt x="0" y="70098"/>
                  <a:pt x="0" y="62508"/>
                </a:cubicBezTo>
                <a:cubicBezTo>
                  <a:pt x="0" y="33933"/>
                  <a:pt x="10269" y="22771"/>
                  <a:pt x="15627" y="16966"/>
                </a:cubicBezTo>
                <a:cubicBezTo>
                  <a:pt x="31254" y="0"/>
                  <a:pt x="44648" y="0"/>
                  <a:pt x="51792" y="0"/>
                </a:cubicBezTo>
                <a:cubicBezTo>
                  <a:pt x="69205" y="0"/>
                  <a:pt x="77688" y="9823"/>
                  <a:pt x="81707" y="14288"/>
                </a:cubicBezTo>
                <a:cubicBezTo>
                  <a:pt x="94655" y="28575"/>
                  <a:pt x="95101" y="47327"/>
                  <a:pt x="95548" y="56704"/>
                </a:cubicBezTo>
                <a:close/>
                <a:moveTo>
                  <a:pt x="65633" y="48220"/>
                </a:moveTo>
                <a:cubicBezTo>
                  <a:pt x="65633" y="29021"/>
                  <a:pt x="63847" y="23664"/>
                  <a:pt x="63401" y="21431"/>
                </a:cubicBezTo>
                <a:cubicBezTo>
                  <a:pt x="61168" y="14288"/>
                  <a:pt x="58043" y="11609"/>
                  <a:pt x="56704" y="10269"/>
                </a:cubicBezTo>
                <a:cubicBezTo>
                  <a:pt x="54025" y="8037"/>
                  <a:pt x="51346" y="8037"/>
                  <a:pt x="49560" y="8037"/>
                </a:cubicBezTo>
                <a:cubicBezTo>
                  <a:pt x="43755" y="8037"/>
                  <a:pt x="40630" y="12502"/>
                  <a:pt x="39737" y="14288"/>
                </a:cubicBezTo>
                <a:cubicBezTo>
                  <a:pt x="32147" y="25003"/>
                  <a:pt x="32147" y="37951"/>
                  <a:pt x="32147" y="44202"/>
                </a:cubicBezTo>
                <a:lnTo>
                  <a:pt x="32147" y="48220"/>
                </a:lnTo>
                <a:lnTo>
                  <a:pt x="65633" y="48220"/>
                </a:lnTo>
                <a:close/>
                <a:moveTo>
                  <a:pt x="65633" y="482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25766-BB67-44DE-84E4-47AEF586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6" y="80674"/>
            <a:ext cx="156716" cy="172789"/>
          </a:xfrm>
          <a:custGeom xmlns:a="http://schemas.openxmlformats.org/drawingml/2006/main">
            <a:pathLst>
              <a:path w="156716" h="172789">
                <a:moveTo>
                  <a:pt x="156716" y="0"/>
                </a:moveTo>
                <a:lnTo>
                  <a:pt x="156716" y="57150"/>
                </a:lnTo>
                <a:lnTo>
                  <a:pt x="151805" y="57150"/>
                </a:lnTo>
                <a:cubicBezTo>
                  <a:pt x="146447" y="34826"/>
                  <a:pt x="136624" y="26789"/>
                  <a:pt x="132159" y="22771"/>
                </a:cubicBezTo>
                <a:cubicBezTo>
                  <a:pt x="117425" y="10716"/>
                  <a:pt x="104924" y="10716"/>
                  <a:pt x="98673" y="10716"/>
                </a:cubicBezTo>
                <a:cubicBezTo>
                  <a:pt x="83493" y="10716"/>
                  <a:pt x="75009" y="16966"/>
                  <a:pt x="70098" y="19645"/>
                </a:cubicBezTo>
                <a:cubicBezTo>
                  <a:pt x="57596" y="28575"/>
                  <a:pt x="53578" y="38398"/>
                  <a:pt x="51792" y="42862"/>
                </a:cubicBezTo>
                <a:cubicBezTo>
                  <a:pt x="43755" y="61615"/>
                  <a:pt x="43755" y="76349"/>
                  <a:pt x="43755" y="83939"/>
                </a:cubicBezTo>
                <a:cubicBezTo>
                  <a:pt x="43755" y="106263"/>
                  <a:pt x="47774" y="118318"/>
                  <a:pt x="49113" y="124123"/>
                </a:cubicBezTo>
                <a:cubicBezTo>
                  <a:pt x="54918" y="142429"/>
                  <a:pt x="62954" y="148679"/>
                  <a:pt x="66973" y="151805"/>
                </a:cubicBezTo>
                <a:cubicBezTo>
                  <a:pt x="78581" y="161181"/>
                  <a:pt x="91529" y="161181"/>
                  <a:pt x="97780" y="161181"/>
                </a:cubicBezTo>
                <a:cubicBezTo>
                  <a:pt x="113407" y="161181"/>
                  <a:pt x="122337" y="156716"/>
                  <a:pt x="126355" y="154484"/>
                </a:cubicBezTo>
                <a:cubicBezTo>
                  <a:pt x="139303" y="147340"/>
                  <a:pt x="149126" y="136178"/>
                  <a:pt x="154037" y="130820"/>
                </a:cubicBezTo>
                <a:lnTo>
                  <a:pt x="154037" y="145107"/>
                </a:lnTo>
                <a:cubicBezTo>
                  <a:pt x="139750" y="159395"/>
                  <a:pt x="129927" y="163860"/>
                  <a:pt x="125016" y="166092"/>
                </a:cubicBezTo>
                <a:cubicBezTo>
                  <a:pt x="109835" y="172789"/>
                  <a:pt x="96441" y="172789"/>
                  <a:pt x="89743" y="172789"/>
                </a:cubicBezTo>
                <a:cubicBezTo>
                  <a:pt x="63401" y="172789"/>
                  <a:pt x="49560" y="165646"/>
                  <a:pt x="42862" y="162074"/>
                </a:cubicBezTo>
                <a:cubicBezTo>
                  <a:pt x="22324" y="151358"/>
                  <a:pt x="14734" y="138410"/>
                  <a:pt x="11162" y="131713"/>
                </a:cubicBezTo>
                <a:cubicBezTo>
                  <a:pt x="0" y="111621"/>
                  <a:pt x="0" y="96887"/>
                  <a:pt x="0" y="89297"/>
                </a:cubicBezTo>
                <a:cubicBezTo>
                  <a:pt x="0" y="65633"/>
                  <a:pt x="8037" y="51346"/>
                  <a:pt x="12502" y="44648"/>
                </a:cubicBezTo>
                <a:cubicBezTo>
                  <a:pt x="24557" y="23217"/>
                  <a:pt x="38398" y="15627"/>
                  <a:pt x="45541" y="11609"/>
                </a:cubicBezTo>
                <a:cubicBezTo>
                  <a:pt x="66973" y="0"/>
                  <a:pt x="82600" y="0"/>
                  <a:pt x="90190" y="0"/>
                </a:cubicBezTo>
                <a:cubicBezTo>
                  <a:pt x="107603" y="0"/>
                  <a:pt x="120551" y="4911"/>
                  <a:pt x="127248" y="7590"/>
                </a:cubicBezTo>
                <a:cubicBezTo>
                  <a:pt x="138410" y="11609"/>
                  <a:pt x="140643" y="11609"/>
                  <a:pt x="141536" y="11609"/>
                </a:cubicBezTo>
                <a:cubicBezTo>
                  <a:pt x="145554" y="11609"/>
                  <a:pt x="147340" y="9823"/>
                  <a:pt x="148233" y="8930"/>
                </a:cubicBezTo>
                <a:cubicBezTo>
                  <a:pt x="151358" y="6251"/>
                  <a:pt x="151805" y="2232"/>
                  <a:pt x="151805" y="0"/>
                </a:cubicBezTo>
                <a:lnTo>
                  <a:pt x="156716" y="0"/>
                </a:lnTo>
                <a:close/>
                <a:moveTo>
                  <a:pt x="15671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46B24-A7C8-485C-AFCF-3AC1B585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66" y="132020"/>
            <a:ext cx="109389" cy="119211"/>
          </a:xfrm>
          <a:custGeom xmlns:a="http://schemas.openxmlformats.org/drawingml/2006/main">
            <a:pathLst>
              <a:path w="109389" h="119211">
                <a:moveTo>
                  <a:pt x="59829" y="100905"/>
                </a:moveTo>
                <a:cubicBezTo>
                  <a:pt x="39291" y="119211"/>
                  <a:pt x="28129" y="119211"/>
                  <a:pt x="22324" y="119211"/>
                </a:cubicBezTo>
                <a:cubicBezTo>
                  <a:pt x="12948" y="119211"/>
                  <a:pt x="8483" y="114746"/>
                  <a:pt x="6251" y="112514"/>
                </a:cubicBezTo>
                <a:cubicBezTo>
                  <a:pt x="0" y="106263"/>
                  <a:pt x="0" y="100012"/>
                  <a:pt x="0" y="96887"/>
                </a:cubicBezTo>
                <a:cubicBezTo>
                  <a:pt x="0" y="83939"/>
                  <a:pt x="7144" y="76795"/>
                  <a:pt x="11162" y="73223"/>
                </a:cubicBezTo>
                <a:cubicBezTo>
                  <a:pt x="22324" y="62954"/>
                  <a:pt x="47327" y="51346"/>
                  <a:pt x="59829" y="45541"/>
                </a:cubicBezTo>
                <a:lnTo>
                  <a:pt x="59829" y="33933"/>
                </a:lnTo>
                <a:cubicBezTo>
                  <a:pt x="59829" y="20985"/>
                  <a:pt x="58936" y="18752"/>
                  <a:pt x="58936" y="17859"/>
                </a:cubicBezTo>
                <a:cubicBezTo>
                  <a:pt x="57150" y="14288"/>
                  <a:pt x="54471" y="12948"/>
                  <a:pt x="53132" y="12055"/>
                </a:cubicBezTo>
                <a:cubicBezTo>
                  <a:pt x="49560" y="9376"/>
                  <a:pt x="46434" y="9376"/>
                  <a:pt x="44648" y="9376"/>
                </a:cubicBezTo>
                <a:cubicBezTo>
                  <a:pt x="36612" y="9376"/>
                  <a:pt x="33486" y="12055"/>
                  <a:pt x="31700" y="12948"/>
                </a:cubicBezTo>
                <a:cubicBezTo>
                  <a:pt x="28129" y="15180"/>
                  <a:pt x="28129" y="16966"/>
                  <a:pt x="28129" y="18306"/>
                </a:cubicBezTo>
                <a:cubicBezTo>
                  <a:pt x="28129" y="20538"/>
                  <a:pt x="30361" y="23217"/>
                  <a:pt x="31700" y="24110"/>
                </a:cubicBezTo>
                <a:cubicBezTo>
                  <a:pt x="36165" y="29468"/>
                  <a:pt x="36165" y="32593"/>
                  <a:pt x="36165" y="34379"/>
                </a:cubicBezTo>
                <a:cubicBezTo>
                  <a:pt x="36165" y="40630"/>
                  <a:pt x="33486" y="43309"/>
                  <a:pt x="32147" y="44648"/>
                </a:cubicBezTo>
                <a:cubicBezTo>
                  <a:pt x="27682" y="49113"/>
                  <a:pt x="22771" y="49113"/>
                  <a:pt x="20092" y="49113"/>
                </a:cubicBezTo>
                <a:cubicBezTo>
                  <a:pt x="12502" y="49113"/>
                  <a:pt x="8930" y="45988"/>
                  <a:pt x="7144" y="44202"/>
                </a:cubicBezTo>
                <a:cubicBezTo>
                  <a:pt x="2232" y="39737"/>
                  <a:pt x="2232" y="35719"/>
                  <a:pt x="2232" y="33486"/>
                </a:cubicBezTo>
                <a:cubicBezTo>
                  <a:pt x="2232" y="24557"/>
                  <a:pt x="6697" y="19199"/>
                  <a:pt x="9376" y="16520"/>
                </a:cubicBezTo>
                <a:cubicBezTo>
                  <a:pt x="16073" y="8483"/>
                  <a:pt x="24557" y="5804"/>
                  <a:pt x="28575" y="4465"/>
                </a:cubicBezTo>
                <a:cubicBezTo>
                  <a:pt x="41077" y="0"/>
                  <a:pt x="50006" y="0"/>
                  <a:pt x="54471" y="0"/>
                </a:cubicBezTo>
                <a:cubicBezTo>
                  <a:pt x="70545" y="0"/>
                  <a:pt x="76795" y="4911"/>
                  <a:pt x="79921" y="7144"/>
                </a:cubicBezTo>
                <a:cubicBezTo>
                  <a:pt x="89297" y="13841"/>
                  <a:pt x="91529" y="19199"/>
                  <a:pt x="92422" y="21878"/>
                </a:cubicBezTo>
                <a:cubicBezTo>
                  <a:pt x="93762" y="27236"/>
                  <a:pt x="93762" y="39291"/>
                  <a:pt x="93762" y="45541"/>
                </a:cubicBezTo>
                <a:lnTo>
                  <a:pt x="93762" y="89743"/>
                </a:lnTo>
                <a:cubicBezTo>
                  <a:pt x="93762" y="97334"/>
                  <a:pt x="94208" y="99120"/>
                  <a:pt x="94655" y="99566"/>
                </a:cubicBezTo>
                <a:cubicBezTo>
                  <a:pt x="95101" y="101798"/>
                  <a:pt x="95994" y="102245"/>
                  <a:pt x="96441" y="102245"/>
                </a:cubicBezTo>
                <a:cubicBezTo>
                  <a:pt x="97780" y="103584"/>
                  <a:pt x="98673" y="103584"/>
                  <a:pt x="99120" y="103584"/>
                </a:cubicBezTo>
                <a:cubicBezTo>
                  <a:pt x="102245" y="103584"/>
                  <a:pt x="104477" y="100459"/>
                  <a:pt x="105817" y="99120"/>
                </a:cubicBezTo>
                <a:lnTo>
                  <a:pt x="109389" y="101798"/>
                </a:lnTo>
                <a:cubicBezTo>
                  <a:pt x="103138" y="110728"/>
                  <a:pt x="99120" y="113854"/>
                  <a:pt x="96441" y="114746"/>
                </a:cubicBezTo>
                <a:cubicBezTo>
                  <a:pt x="90190" y="119211"/>
                  <a:pt x="84832" y="119211"/>
                  <a:pt x="82153" y="119211"/>
                </a:cubicBezTo>
                <a:cubicBezTo>
                  <a:pt x="72330" y="119211"/>
                  <a:pt x="68312" y="116086"/>
                  <a:pt x="66526" y="114746"/>
                </a:cubicBezTo>
                <a:cubicBezTo>
                  <a:pt x="61168" y="109835"/>
                  <a:pt x="60275" y="103584"/>
                  <a:pt x="59829" y="100905"/>
                </a:cubicBezTo>
                <a:close/>
                <a:moveTo>
                  <a:pt x="59829" y="91529"/>
                </a:moveTo>
                <a:lnTo>
                  <a:pt x="59829" y="53578"/>
                </a:lnTo>
                <a:cubicBezTo>
                  <a:pt x="45095" y="62061"/>
                  <a:pt x="40630" y="69205"/>
                  <a:pt x="37951" y="72330"/>
                </a:cubicBezTo>
                <a:cubicBezTo>
                  <a:pt x="33486" y="78581"/>
                  <a:pt x="33486" y="83046"/>
                  <a:pt x="33486" y="85279"/>
                </a:cubicBezTo>
                <a:cubicBezTo>
                  <a:pt x="33486" y="91083"/>
                  <a:pt x="36165" y="93762"/>
                  <a:pt x="37058" y="95548"/>
                </a:cubicBezTo>
                <a:cubicBezTo>
                  <a:pt x="40630" y="98673"/>
                  <a:pt x="44202" y="98673"/>
                  <a:pt x="45988" y="98673"/>
                </a:cubicBezTo>
                <a:cubicBezTo>
                  <a:pt x="51792" y="98673"/>
                  <a:pt x="57150" y="94208"/>
                  <a:pt x="59829" y="91529"/>
                </a:cubicBezTo>
                <a:close/>
                <a:moveTo>
                  <a:pt x="59829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D05EC-FBBD-4602-9F14-F18EDB1D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50" y="132020"/>
            <a:ext cx="122783" cy="171004"/>
          </a:xfrm>
          <a:custGeom xmlns:a="http://schemas.openxmlformats.org/drawingml/2006/main">
            <a:pathLst>
              <a:path w="122783" h="171004">
                <a:moveTo>
                  <a:pt x="47327" y="105817"/>
                </a:moveTo>
                <a:lnTo>
                  <a:pt x="47327" y="148233"/>
                </a:lnTo>
                <a:cubicBezTo>
                  <a:pt x="47327" y="157162"/>
                  <a:pt x="48667" y="159395"/>
                  <a:pt x="49113" y="160288"/>
                </a:cubicBezTo>
                <a:cubicBezTo>
                  <a:pt x="50453" y="163413"/>
                  <a:pt x="52239" y="164306"/>
                  <a:pt x="53132" y="164753"/>
                </a:cubicBezTo>
                <a:cubicBezTo>
                  <a:pt x="56257" y="166539"/>
                  <a:pt x="61615" y="166539"/>
                  <a:pt x="64740" y="166539"/>
                </a:cubicBezTo>
                <a:lnTo>
                  <a:pt x="64740" y="171004"/>
                </a:lnTo>
                <a:lnTo>
                  <a:pt x="0" y="171004"/>
                </a:lnTo>
                <a:lnTo>
                  <a:pt x="0" y="166539"/>
                </a:lnTo>
                <a:cubicBezTo>
                  <a:pt x="7144" y="166092"/>
                  <a:pt x="9823" y="163413"/>
                  <a:pt x="10716" y="162074"/>
                </a:cubicBezTo>
                <a:cubicBezTo>
                  <a:pt x="13395" y="159395"/>
                  <a:pt x="13395" y="151805"/>
                  <a:pt x="13395" y="147786"/>
                </a:cubicBezTo>
                <a:lnTo>
                  <a:pt x="13395" y="27236"/>
                </a:lnTo>
                <a:cubicBezTo>
                  <a:pt x="13395" y="15180"/>
                  <a:pt x="11609" y="12948"/>
                  <a:pt x="10716" y="12055"/>
                </a:cubicBezTo>
                <a:cubicBezTo>
                  <a:pt x="8037" y="8483"/>
                  <a:pt x="2232" y="8483"/>
                  <a:pt x="0" y="8037"/>
                </a:cubicBezTo>
                <a:lnTo>
                  <a:pt x="0" y="3572"/>
                </a:lnTo>
                <a:lnTo>
                  <a:pt x="47327" y="3572"/>
                </a:lnTo>
                <a:lnTo>
                  <a:pt x="47327" y="18752"/>
                </a:lnTo>
                <a:cubicBezTo>
                  <a:pt x="53578" y="9823"/>
                  <a:pt x="57596" y="7144"/>
                  <a:pt x="59829" y="5804"/>
                </a:cubicBezTo>
                <a:cubicBezTo>
                  <a:pt x="68312" y="0"/>
                  <a:pt x="75456" y="0"/>
                  <a:pt x="79028" y="0"/>
                </a:cubicBezTo>
                <a:cubicBezTo>
                  <a:pt x="91529" y="0"/>
                  <a:pt x="98227" y="5358"/>
                  <a:pt x="101798" y="8037"/>
                </a:cubicBezTo>
                <a:cubicBezTo>
                  <a:pt x="112068" y="16073"/>
                  <a:pt x="116086" y="25450"/>
                  <a:pt x="117425" y="29914"/>
                </a:cubicBezTo>
                <a:cubicBezTo>
                  <a:pt x="122783" y="44202"/>
                  <a:pt x="122783" y="54918"/>
                  <a:pt x="122783" y="59829"/>
                </a:cubicBezTo>
                <a:cubicBezTo>
                  <a:pt x="122783" y="77242"/>
                  <a:pt x="119211" y="87064"/>
                  <a:pt x="117425" y="91529"/>
                </a:cubicBezTo>
                <a:cubicBezTo>
                  <a:pt x="112068" y="105817"/>
                  <a:pt x="104924" y="110728"/>
                  <a:pt x="101352" y="113407"/>
                </a:cubicBezTo>
                <a:cubicBezTo>
                  <a:pt x="90636" y="120997"/>
                  <a:pt x="82153" y="120997"/>
                  <a:pt x="78135" y="120997"/>
                </a:cubicBezTo>
                <a:cubicBezTo>
                  <a:pt x="68312" y="120997"/>
                  <a:pt x="62954" y="118318"/>
                  <a:pt x="60275" y="116979"/>
                </a:cubicBezTo>
                <a:cubicBezTo>
                  <a:pt x="54025" y="113854"/>
                  <a:pt x="49560" y="108496"/>
                  <a:pt x="47327" y="105817"/>
                </a:cubicBezTo>
                <a:close/>
                <a:moveTo>
                  <a:pt x="47327" y="93762"/>
                </a:moveTo>
                <a:cubicBezTo>
                  <a:pt x="58043" y="108496"/>
                  <a:pt x="66080" y="108496"/>
                  <a:pt x="70098" y="108496"/>
                </a:cubicBezTo>
                <a:cubicBezTo>
                  <a:pt x="76349" y="108496"/>
                  <a:pt x="79474" y="104031"/>
                  <a:pt x="80814" y="101798"/>
                </a:cubicBezTo>
                <a:cubicBezTo>
                  <a:pt x="87064" y="91529"/>
                  <a:pt x="87064" y="72330"/>
                  <a:pt x="87064" y="62508"/>
                </a:cubicBezTo>
                <a:cubicBezTo>
                  <a:pt x="87064" y="33040"/>
                  <a:pt x="82600" y="25896"/>
                  <a:pt x="80367" y="22324"/>
                </a:cubicBezTo>
                <a:cubicBezTo>
                  <a:pt x="75456" y="15180"/>
                  <a:pt x="70098" y="15180"/>
                  <a:pt x="67866" y="15180"/>
                </a:cubicBezTo>
                <a:cubicBezTo>
                  <a:pt x="55364" y="15180"/>
                  <a:pt x="50453" y="26789"/>
                  <a:pt x="47327" y="32593"/>
                </a:cubicBezTo>
                <a:lnTo>
                  <a:pt x="47327" y="93762"/>
                </a:lnTo>
                <a:close/>
                <a:moveTo>
                  <a:pt x="47327" y="937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F6CDC6-13B3-4ACB-98C8-3742700A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94" y="94069"/>
            <a:ext cx="76349" cy="157163"/>
          </a:xfrm>
          <a:custGeom xmlns:a="http://schemas.openxmlformats.org/drawingml/2006/main">
            <a:pathLst>
              <a:path w="76349" h="157162">
                <a:moveTo>
                  <a:pt x="49113" y="0"/>
                </a:moveTo>
                <a:lnTo>
                  <a:pt x="49113" y="41523"/>
                </a:lnTo>
                <a:lnTo>
                  <a:pt x="76349" y="41523"/>
                </a:lnTo>
                <a:lnTo>
                  <a:pt x="76349" y="53578"/>
                </a:lnTo>
                <a:lnTo>
                  <a:pt x="49113" y="53578"/>
                </a:lnTo>
                <a:lnTo>
                  <a:pt x="49113" y="124123"/>
                </a:lnTo>
                <a:cubicBezTo>
                  <a:pt x="49113" y="133945"/>
                  <a:pt x="49560" y="135731"/>
                  <a:pt x="50006" y="136624"/>
                </a:cubicBezTo>
                <a:cubicBezTo>
                  <a:pt x="50899" y="139750"/>
                  <a:pt x="52239" y="140643"/>
                  <a:pt x="53132" y="141536"/>
                </a:cubicBezTo>
                <a:cubicBezTo>
                  <a:pt x="55364" y="143321"/>
                  <a:pt x="56704" y="143321"/>
                  <a:pt x="57596" y="143321"/>
                </a:cubicBezTo>
                <a:cubicBezTo>
                  <a:pt x="65633" y="143321"/>
                  <a:pt x="70098" y="134838"/>
                  <a:pt x="72330" y="130820"/>
                </a:cubicBezTo>
                <a:lnTo>
                  <a:pt x="76349" y="133499"/>
                </a:lnTo>
                <a:cubicBezTo>
                  <a:pt x="66080" y="157162"/>
                  <a:pt x="51346" y="157162"/>
                  <a:pt x="43755" y="157162"/>
                </a:cubicBezTo>
                <a:cubicBezTo>
                  <a:pt x="33040" y="157162"/>
                  <a:pt x="28129" y="153144"/>
                  <a:pt x="25896" y="150912"/>
                </a:cubicBezTo>
                <a:cubicBezTo>
                  <a:pt x="18306" y="145107"/>
                  <a:pt x="16966" y="140196"/>
                  <a:pt x="16073" y="137517"/>
                </a:cubicBezTo>
                <a:cubicBezTo>
                  <a:pt x="15180" y="133499"/>
                  <a:pt x="15180" y="120997"/>
                  <a:pt x="15180" y="115193"/>
                </a:cubicBezTo>
                <a:lnTo>
                  <a:pt x="15180" y="53578"/>
                </a:lnTo>
                <a:lnTo>
                  <a:pt x="0" y="53578"/>
                </a:lnTo>
                <a:lnTo>
                  <a:pt x="0" y="49113"/>
                </a:lnTo>
                <a:cubicBezTo>
                  <a:pt x="15627" y="38398"/>
                  <a:pt x="22324" y="30361"/>
                  <a:pt x="26343" y="26789"/>
                </a:cubicBezTo>
                <a:cubicBezTo>
                  <a:pt x="37058" y="14734"/>
                  <a:pt x="42416" y="4911"/>
                  <a:pt x="45095" y="0"/>
                </a:cubicBezTo>
                <a:lnTo>
                  <a:pt x="49113" y="0"/>
                </a:lnTo>
                <a:close/>
                <a:moveTo>
                  <a:pt x="491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B638F-10ED-4049-A434-DD27F135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504" y="80674"/>
            <a:ext cx="61615" cy="168771"/>
          </a:xfrm>
          <a:custGeom xmlns:a="http://schemas.openxmlformats.org/drawingml/2006/main">
            <a:pathLst>
              <a:path w="61615" h="168771">
                <a:moveTo>
                  <a:pt x="30807" y="0"/>
                </a:moveTo>
                <a:cubicBezTo>
                  <a:pt x="38844" y="0"/>
                  <a:pt x="42416" y="3572"/>
                  <a:pt x="44202" y="5358"/>
                </a:cubicBezTo>
                <a:cubicBezTo>
                  <a:pt x="49560" y="10716"/>
                  <a:pt x="49560" y="16073"/>
                  <a:pt x="49560" y="18306"/>
                </a:cubicBezTo>
                <a:cubicBezTo>
                  <a:pt x="49560" y="26343"/>
                  <a:pt x="45988" y="29914"/>
                  <a:pt x="44202" y="32147"/>
                </a:cubicBezTo>
                <a:cubicBezTo>
                  <a:pt x="38398" y="37505"/>
                  <a:pt x="33486" y="37505"/>
                  <a:pt x="30807" y="37505"/>
                </a:cubicBezTo>
                <a:cubicBezTo>
                  <a:pt x="23217" y="37505"/>
                  <a:pt x="19199" y="33933"/>
                  <a:pt x="17413" y="32147"/>
                </a:cubicBezTo>
                <a:cubicBezTo>
                  <a:pt x="12055" y="26343"/>
                  <a:pt x="12055" y="21431"/>
                  <a:pt x="12055" y="18306"/>
                </a:cubicBezTo>
                <a:cubicBezTo>
                  <a:pt x="12055" y="10716"/>
                  <a:pt x="15627" y="7144"/>
                  <a:pt x="17413" y="5358"/>
                </a:cubicBezTo>
                <a:cubicBezTo>
                  <a:pt x="23217" y="0"/>
                  <a:pt x="28129" y="0"/>
                  <a:pt x="30807" y="0"/>
                </a:cubicBezTo>
                <a:close/>
                <a:moveTo>
                  <a:pt x="47774" y="54918"/>
                </a:moveTo>
                <a:lnTo>
                  <a:pt x="47774" y="145107"/>
                </a:lnTo>
                <a:cubicBezTo>
                  <a:pt x="47774" y="157162"/>
                  <a:pt x="49560" y="159395"/>
                  <a:pt x="50899" y="160734"/>
                </a:cubicBezTo>
                <a:cubicBezTo>
                  <a:pt x="53578" y="163860"/>
                  <a:pt x="58936" y="164306"/>
                  <a:pt x="61615" y="164306"/>
                </a:cubicBezTo>
                <a:lnTo>
                  <a:pt x="61615" y="168771"/>
                </a:lnTo>
                <a:lnTo>
                  <a:pt x="0" y="168771"/>
                </a:lnTo>
                <a:lnTo>
                  <a:pt x="0" y="164306"/>
                </a:lnTo>
                <a:cubicBezTo>
                  <a:pt x="7590" y="164306"/>
                  <a:pt x="10269" y="161627"/>
                  <a:pt x="11162" y="159841"/>
                </a:cubicBezTo>
                <a:cubicBezTo>
                  <a:pt x="13841" y="157162"/>
                  <a:pt x="13841" y="149126"/>
                  <a:pt x="13841" y="145107"/>
                </a:cubicBezTo>
                <a:lnTo>
                  <a:pt x="13841" y="78581"/>
                </a:lnTo>
                <a:cubicBezTo>
                  <a:pt x="13841" y="66526"/>
                  <a:pt x="11609" y="64294"/>
                  <a:pt x="10716" y="63401"/>
                </a:cubicBezTo>
                <a:cubicBezTo>
                  <a:pt x="8037" y="59829"/>
                  <a:pt x="2679" y="59829"/>
                  <a:pt x="0" y="59382"/>
                </a:cubicBezTo>
                <a:lnTo>
                  <a:pt x="0" y="54918"/>
                </a:lnTo>
                <a:lnTo>
                  <a:pt x="47774" y="54918"/>
                </a:lnTo>
                <a:close/>
                <a:moveTo>
                  <a:pt x="47774" y="54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94CBA-1D07-4BEC-B295-B3AAFBED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754" y="132020"/>
            <a:ext cx="106710" cy="120997"/>
          </a:xfrm>
          <a:custGeom xmlns:a="http://schemas.openxmlformats.org/drawingml/2006/main">
            <a:pathLst>
              <a:path w="106710" h="120997">
                <a:moveTo>
                  <a:pt x="53132" y="0"/>
                </a:moveTo>
                <a:cubicBezTo>
                  <a:pt x="67866" y="0"/>
                  <a:pt x="76349" y="5358"/>
                  <a:pt x="80814" y="8037"/>
                </a:cubicBezTo>
                <a:cubicBezTo>
                  <a:pt x="93762" y="15627"/>
                  <a:pt x="97780" y="25003"/>
                  <a:pt x="100012" y="29468"/>
                </a:cubicBezTo>
                <a:cubicBezTo>
                  <a:pt x="106710" y="43755"/>
                  <a:pt x="106710" y="54918"/>
                  <a:pt x="106710" y="60722"/>
                </a:cubicBezTo>
                <a:cubicBezTo>
                  <a:pt x="106710" y="84832"/>
                  <a:pt x="98673" y="95548"/>
                  <a:pt x="94655" y="101352"/>
                </a:cubicBezTo>
                <a:cubicBezTo>
                  <a:pt x="79474" y="120997"/>
                  <a:pt x="62061" y="120997"/>
                  <a:pt x="53578" y="120997"/>
                </a:cubicBezTo>
                <a:cubicBezTo>
                  <a:pt x="27682" y="120997"/>
                  <a:pt x="18306" y="108942"/>
                  <a:pt x="13841" y="103138"/>
                </a:cubicBezTo>
                <a:cubicBezTo>
                  <a:pt x="0" y="84832"/>
                  <a:pt x="0" y="69205"/>
                  <a:pt x="0" y="61168"/>
                </a:cubicBezTo>
                <a:cubicBezTo>
                  <a:pt x="0" y="36612"/>
                  <a:pt x="9376" y="24557"/>
                  <a:pt x="14288" y="18306"/>
                </a:cubicBezTo>
                <a:cubicBezTo>
                  <a:pt x="28129" y="0"/>
                  <a:pt x="44648" y="0"/>
                  <a:pt x="53132" y="0"/>
                </a:cubicBezTo>
                <a:close/>
                <a:moveTo>
                  <a:pt x="53578" y="8930"/>
                </a:moveTo>
                <a:cubicBezTo>
                  <a:pt x="47327" y="8930"/>
                  <a:pt x="44648" y="12055"/>
                  <a:pt x="42862" y="13395"/>
                </a:cubicBezTo>
                <a:cubicBezTo>
                  <a:pt x="38398" y="18306"/>
                  <a:pt x="37505" y="27236"/>
                  <a:pt x="37058" y="32147"/>
                </a:cubicBezTo>
                <a:cubicBezTo>
                  <a:pt x="35719" y="45988"/>
                  <a:pt x="35719" y="62061"/>
                  <a:pt x="35719" y="70545"/>
                </a:cubicBezTo>
                <a:cubicBezTo>
                  <a:pt x="35719" y="83493"/>
                  <a:pt x="36612" y="91083"/>
                  <a:pt x="37505" y="95101"/>
                </a:cubicBezTo>
                <a:cubicBezTo>
                  <a:pt x="38844" y="103584"/>
                  <a:pt x="41523" y="106263"/>
                  <a:pt x="42862" y="108049"/>
                </a:cubicBezTo>
                <a:cubicBezTo>
                  <a:pt x="47327" y="112514"/>
                  <a:pt x="51346" y="112514"/>
                  <a:pt x="53132" y="112514"/>
                </a:cubicBezTo>
                <a:cubicBezTo>
                  <a:pt x="58489" y="112514"/>
                  <a:pt x="61168" y="110282"/>
                  <a:pt x="62061" y="109389"/>
                </a:cubicBezTo>
                <a:cubicBezTo>
                  <a:pt x="66973" y="105370"/>
                  <a:pt x="67866" y="100459"/>
                  <a:pt x="68759" y="97780"/>
                </a:cubicBezTo>
                <a:cubicBezTo>
                  <a:pt x="70991" y="86171"/>
                  <a:pt x="70991" y="62954"/>
                  <a:pt x="70991" y="50899"/>
                </a:cubicBezTo>
                <a:cubicBezTo>
                  <a:pt x="70991" y="30361"/>
                  <a:pt x="69652" y="25450"/>
                  <a:pt x="68759" y="22771"/>
                </a:cubicBezTo>
                <a:cubicBezTo>
                  <a:pt x="66526" y="14734"/>
                  <a:pt x="63401" y="12502"/>
                  <a:pt x="62061" y="11162"/>
                </a:cubicBezTo>
                <a:cubicBezTo>
                  <a:pt x="58489" y="8930"/>
                  <a:pt x="55364" y="8930"/>
                  <a:pt x="53578" y="8930"/>
                </a:cubicBezTo>
                <a:close/>
                <a:moveTo>
                  <a:pt x="53578" y="8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5375D-C4FA-4566-BEEB-A51F9960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141" y="132020"/>
            <a:ext cx="122783" cy="117425"/>
          </a:xfrm>
          <a:custGeom xmlns:a="http://schemas.openxmlformats.org/drawingml/2006/main">
            <a:pathLst>
              <a:path w="122783" h="117425">
                <a:moveTo>
                  <a:pt x="46434" y="3572"/>
                </a:moveTo>
                <a:lnTo>
                  <a:pt x="46434" y="18306"/>
                </a:lnTo>
                <a:cubicBezTo>
                  <a:pt x="55364" y="8930"/>
                  <a:pt x="60275" y="5804"/>
                  <a:pt x="62954" y="4465"/>
                </a:cubicBezTo>
                <a:cubicBezTo>
                  <a:pt x="70991" y="0"/>
                  <a:pt x="77242" y="0"/>
                  <a:pt x="80367" y="0"/>
                </a:cubicBezTo>
                <a:cubicBezTo>
                  <a:pt x="91529" y="0"/>
                  <a:pt x="96441" y="4465"/>
                  <a:pt x="98673" y="6251"/>
                </a:cubicBezTo>
                <a:cubicBezTo>
                  <a:pt x="106263" y="12502"/>
                  <a:pt x="107603" y="18752"/>
                  <a:pt x="108496" y="21431"/>
                </a:cubicBezTo>
                <a:cubicBezTo>
                  <a:pt x="110728" y="28575"/>
                  <a:pt x="110728" y="41970"/>
                  <a:pt x="110728" y="48220"/>
                </a:cubicBezTo>
                <a:lnTo>
                  <a:pt x="110728" y="92869"/>
                </a:lnTo>
                <a:cubicBezTo>
                  <a:pt x="110728" y="105817"/>
                  <a:pt x="112068" y="108049"/>
                  <a:pt x="112961" y="109389"/>
                </a:cubicBezTo>
                <a:cubicBezTo>
                  <a:pt x="115193" y="112514"/>
                  <a:pt x="120104" y="112961"/>
                  <a:pt x="122783" y="112961"/>
                </a:cubicBezTo>
                <a:lnTo>
                  <a:pt x="122783" y="117425"/>
                </a:lnTo>
                <a:lnTo>
                  <a:pt x="65187" y="117425"/>
                </a:lnTo>
                <a:lnTo>
                  <a:pt x="65187" y="112961"/>
                </a:lnTo>
                <a:cubicBezTo>
                  <a:pt x="71438" y="112514"/>
                  <a:pt x="73670" y="109389"/>
                  <a:pt x="74563" y="107603"/>
                </a:cubicBezTo>
                <a:cubicBezTo>
                  <a:pt x="76349" y="104477"/>
                  <a:pt x="76349" y="96887"/>
                  <a:pt x="76349" y="92869"/>
                </a:cubicBezTo>
                <a:lnTo>
                  <a:pt x="76349" y="41970"/>
                </a:lnTo>
                <a:cubicBezTo>
                  <a:pt x="76349" y="28129"/>
                  <a:pt x="75456" y="25450"/>
                  <a:pt x="75456" y="24110"/>
                </a:cubicBezTo>
                <a:cubicBezTo>
                  <a:pt x="74563" y="20538"/>
                  <a:pt x="72777" y="19199"/>
                  <a:pt x="71438" y="18752"/>
                </a:cubicBezTo>
                <a:cubicBezTo>
                  <a:pt x="69205" y="16520"/>
                  <a:pt x="66973" y="16520"/>
                  <a:pt x="66080" y="16520"/>
                </a:cubicBezTo>
                <a:cubicBezTo>
                  <a:pt x="55364" y="16520"/>
                  <a:pt x="49560" y="26789"/>
                  <a:pt x="46434" y="31700"/>
                </a:cubicBezTo>
                <a:lnTo>
                  <a:pt x="46434" y="92869"/>
                </a:lnTo>
                <a:cubicBezTo>
                  <a:pt x="46434" y="105370"/>
                  <a:pt x="47774" y="107603"/>
                  <a:pt x="48667" y="108942"/>
                </a:cubicBezTo>
                <a:cubicBezTo>
                  <a:pt x="51346" y="112514"/>
                  <a:pt x="55364" y="112961"/>
                  <a:pt x="57596" y="112961"/>
                </a:cubicBezTo>
                <a:lnTo>
                  <a:pt x="57596" y="117425"/>
                </a:lnTo>
                <a:lnTo>
                  <a:pt x="0" y="117425"/>
                </a:lnTo>
                <a:lnTo>
                  <a:pt x="0" y="112961"/>
                </a:lnTo>
                <a:cubicBezTo>
                  <a:pt x="7144" y="112514"/>
                  <a:pt x="9376" y="109835"/>
                  <a:pt x="10269" y="108496"/>
                </a:cubicBezTo>
                <a:cubicBezTo>
                  <a:pt x="12055" y="105817"/>
                  <a:pt x="12055" y="96887"/>
                  <a:pt x="12055" y="92869"/>
                </a:cubicBezTo>
                <a:lnTo>
                  <a:pt x="12055" y="28129"/>
                </a:lnTo>
                <a:cubicBezTo>
                  <a:pt x="12055" y="15180"/>
                  <a:pt x="10716" y="13395"/>
                  <a:pt x="9823" y="12502"/>
                </a:cubicBezTo>
                <a:cubicBezTo>
                  <a:pt x="7590" y="8930"/>
                  <a:pt x="2679" y="8483"/>
                  <a:pt x="0" y="8037"/>
                </a:cubicBezTo>
                <a:lnTo>
                  <a:pt x="0" y="3572"/>
                </a:lnTo>
                <a:lnTo>
                  <a:pt x="46434" y="3572"/>
                </a:lnTo>
                <a:close/>
                <a:moveTo>
                  <a:pt x="46434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196803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2026-09-08T03:54:44.2280000Z</dcterms:created>
  <dcterms:modified xsi:type="dcterms:W3CDTF">2026-09-08T03:54:44.2280000Z</dcterms:modified>
</coreProperties>
</file>