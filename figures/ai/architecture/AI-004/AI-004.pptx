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fd00904a6b4cae" /><Relationship Type="http://schemas.openxmlformats.org/officeDocument/2006/relationships/extended-properties" Target="/docProps/app.xml" Id="R75492c40e8984266" /><Relationship Type="http://schemas.openxmlformats.org/officeDocument/2006/relationships/officeDocument" Target="/ppt/presentation.xml" Id="R6bdd36d3a6de49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25216e8aef42d7"/>
  </p:sldMasterIdLst>
  <p:notesMasterIdLst>
    <p:notesMasterId xmlns:r="http://schemas.openxmlformats.org/officeDocument/2006/relationships" r:id="R1dd8efc9cad24a90"/>
  </p:notesMasterIdLst>
  <p:sldIdLst>
    <p:sldId xmlns:r="http://schemas.openxmlformats.org/officeDocument/2006/relationships" id="256" r:id="Rbf3b2f91895d46ea"/>
  </p:sldIdLst>
  <p:sldSz cx="12230100" cy="4029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f35feafd5f4f13" /><Relationship Type="http://schemas.openxmlformats.org/officeDocument/2006/relationships/slideMaster" Target="/ppt/slideMasters/slideMaster1.xml" Id="R0125216e8aef42d7" /><Relationship Type="http://schemas.openxmlformats.org/officeDocument/2006/relationships/notesMaster" Target="/ppt/notesMasters/notesMaster1.xml" Id="R1dd8efc9cad24a90" /><Relationship Type="http://schemas.openxmlformats.org/officeDocument/2006/relationships/presProps" Target="/ppt/presProps.xml" Id="Rd8e033fb617b433e" /><Relationship Type="http://schemas.openxmlformats.org/officeDocument/2006/relationships/tableStyles" Target="/ppt/tableStyles.xml" Id="R353b3031ea53452b" /><Relationship Type="http://schemas.openxmlformats.org/officeDocument/2006/relationships/slide" Target="/ppt/slides/slide1.xml" Id="Rbf3b2f91895d46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a97d62a1a749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fd72dc06e24146" /><Relationship Type="http://schemas.openxmlformats.org/officeDocument/2006/relationships/notesMaster" Target="/ppt/notesMasters/notesMaster1.xml" Id="R77ad55bd0aa541e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素材ID：AI-004</ns1:t>
            </ns1:r>
          </ns1:p>
          <ns1:p>
            <ns1:r>
              <ns1:t>论文：CollabLLM: From Passive Responders to Active Collaborators</ns1:t>
            </ns1:r>
          </ns1:p>
          <ns1:p>
            <ns1:r>
              <ns1:t>会议：ICML 2025</ns1:t>
            </ns1:r>
          </ns1:p>
          <ns1:p>
            <ns1:r>
              <ns1:t>奖项：Outstanding Paper</ns1:t>
            </ns1:r>
          </ns1:p>
          <ns1:p>
            <ns1:r>
              <ns1:t>图号：Figure 1，PDF第1页</ns1:t>
            </ns1:r>
          </ns1:p>
          <ns1:p>
            <ns1:r>
              <ns1:t>类型：系统架构</ns1:t>
            </ns1:r>
          </ns1:p>
          <ns1:p>
            <ns1:r>
              <ns1:t>借鉴点：面向人机交互的上下文/仿真/奖励/策略闭环，突出局部展开和在线反馈，可复用于agent系统。</ns1:t>
            </ns1:r>
          </ns1:p>
          <ns1:p>
            <ns1:r>
              <ns1:t>论文URL：https://icml.cc/virtual/2025/oral/47250</ns1:t>
            </ns1:r>
          </ns1:p>
          <ns1:p>
            <ns1:r>
              <ns1:t>官方获奖URL：https://icml.cc/virtual/2025/awards_detail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e410aaabc4c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e84b2b95894302" /><Relationship Type="http://schemas.openxmlformats.org/officeDocument/2006/relationships/slideLayout" Target="/ppt/slideLayouts/slideLayout1.xml" Id="Ra93f76d8b16c45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3f76d8b16c45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e161ba27d487b" /><Relationship Type="http://schemas.openxmlformats.org/officeDocument/2006/relationships/image" Target="/ppt/media/image.png" Id="Rb680ef9beed64d92" /><Relationship Type="http://schemas.openxmlformats.org/officeDocument/2006/relationships/image" Target="/ppt/media/image2.png" Id="R357d780636a349e9" /><Relationship Type="http://schemas.openxmlformats.org/officeDocument/2006/relationships/image" Target="/ppt/media/image3.png" Id="R49423e911819484e" /><Relationship Type="http://schemas.openxmlformats.org/officeDocument/2006/relationships/image" Target="/ppt/media/image4.png" Id="Read6c73389534ef0" /><Relationship Type="http://schemas.openxmlformats.org/officeDocument/2006/relationships/image" Target="/ppt/media/image5.png" Id="R281db883910d49de" /><Relationship Type="http://schemas.openxmlformats.org/officeDocument/2006/relationships/image" Target="/ppt/media/image6.png" Id="Rc997f636e45f4069" /><Relationship Type="http://schemas.openxmlformats.org/officeDocument/2006/relationships/image" Target="/ppt/media/image7.png" Id="Rd84639d201d24e5b" /><Relationship Type="http://schemas.openxmlformats.org/officeDocument/2006/relationships/image" Target="/ppt/media/image8.png" Id="Rcad2b0d81bbc480a" /><Relationship Type="http://schemas.openxmlformats.org/officeDocument/2006/relationships/image" Target="/ppt/media/image9.png" Id="Red36a29df4fd4c63" /><Relationship Type="http://schemas.openxmlformats.org/officeDocument/2006/relationships/image" Target="/ppt/media/image10.png" Id="R66f9acd961a948de" /><Relationship Type="http://schemas.openxmlformats.org/officeDocument/2006/relationships/image" Target="/ppt/media/image11.png" Id="R87d29f7477614a25" /><Relationship Type="http://schemas.openxmlformats.org/officeDocument/2006/relationships/image" Target="/ppt/media/image12.png" Id="R1793463926104415" /><Relationship Type="http://schemas.openxmlformats.org/officeDocument/2006/relationships/image" Target="/ppt/media/image13.png" Id="Rea474377d0084e8a" /><Relationship Type="http://schemas.openxmlformats.org/officeDocument/2006/relationships/image" Target="/ppt/media/image14.png" Id="Rb99598bdeeb54476" /><Relationship Type="http://schemas.openxmlformats.org/officeDocument/2006/relationships/image" Target="/ppt/media/image15.png" Id="R3422eb746d504e17" /><Relationship Type="http://schemas.openxmlformats.org/officeDocument/2006/relationships/image" Target="/ppt/media/image16.png" Id="R3cbceade1caf4f9f" /><Relationship Type="http://schemas.openxmlformats.org/officeDocument/2006/relationships/image" Target="/ppt/media/image17.png" Id="R5ea7eab434f440a7" /><Relationship Type="http://schemas.openxmlformats.org/officeDocument/2006/relationships/image" Target="/ppt/media/image18.png" Id="R97c7525c6f3d45fa" /><Relationship Type="http://schemas.openxmlformats.org/officeDocument/2006/relationships/image" Target="/ppt/media/image19.png" Id="R0aeb591fc1c94378" /><Relationship Type="http://schemas.openxmlformats.org/officeDocument/2006/relationships/image" Target="/ppt/media/image20.png" Id="Rcba4584f78184d4b" /><Relationship Type="http://schemas.openxmlformats.org/officeDocument/2006/relationships/image" Target="/ppt/media/image21.png" Id="Rcc51d6ac311b4869" /><Relationship Type="http://schemas.openxmlformats.org/officeDocument/2006/relationships/image" Target="/ppt/media/image22.png" Id="R202dc7b2a5844a1e" /><Relationship Type="http://schemas.openxmlformats.org/officeDocument/2006/relationships/image" Target="/ppt/media/image23.png" Id="Raea84a4cfa4f4a75" /><Relationship Type="http://schemas.openxmlformats.org/officeDocument/2006/relationships/image" Target="/ppt/media/image24.png" Id="R04e221ca53e64c38" /><Relationship Type="http://schemas.openxmlformats.org/officeDocument/2006/relationships/image" Target="/ppt/media/image25.png" Id="R3633afcf44af4ed2" /><Relationship Type="http://schemas.openxmlformats.org/officeDocument/2006/relationships/image" Target="/ppt/media/image26.png" Id="R940539d62b24467c" /><Relationship Type="http://schemas.openxmlformats.org/officeDocument/2006/relationships/notesSlide" Target="/ppt/notesSlides/notesSlide1.xml" Id="R648363c2253f45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309C0C-81AF-4319-8DD4-7A3F7E4D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46" y="68422"/>
            <a:ext cx="12012954" cy="3937222"/>
          </a:xfrm>
          <a:custGeom xmlns:a="http://schemas.openxmlformats.org/drawingml/2006/main">
            <a:pathLst>
              <a:path w="12012954" h="3937222">
                <a:moveTo>
                  <a:pt x="12012954" y="0"/>
                </a:moveTo>
                <a:lnTo>
                  <a:pt x="12012954" y="3937222"/>
                </a:lnTo>
                <a:lnTo>
                  <a:pt x="0" y="3937222"/>
                </a:lnTo>
                <a:lnTo>
                  <a:pt x="0" y="0"/>
                </a:lnTo>
                <a:lnTo>
                  <a:pt x="120129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D118CA-335E-45D0-A943-6C4D3DAD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584" y="1336304"/>
            <a:ext cx="5798344" cy="2199377"/>
          </a:xfrm>
          <a:custGeom xmlns:a="http://schemas.openxmlformats.org/drawingml/2006/main">
            <a:pathLst>
              <a:path w="5798344" h="2199377">
                <a:moveTo>
                  <a:pt x="0" y="364012"/>
                </a:moveTo>
                <a:cubicBezTo>
                  <a:pt x="0" y="162964"/>
                  <a:pt x="162964" y="0"/>
                  <a:pt x="364012" y="0"/>
                </a:cubicBezTo>
                <a:lnTo>
                  <a:pt x="5434412" y="0"/>
                </a:lnTo>
                <a:cubicBezTo>
                  <a:pt x="5635380" y="0"/>
                  <a:pt x="5798344" y="162964"/>
                  <a:pt x="5798344" y="364012"/>
                </a:cubicBezTo>
                <a:lnTo>
                  <a:pt x="5798344" y="1835438"/>
                </a:lnTo>
                <a:cubicBezTo>
                  <a:pt x="5798344" y="2036405"/>
                  <a:pt x="5635380" y="2199377"/>
                  <a:pt x="5434412" y="2199377"/>
                </a:cubicBezTo>
                <a:lnTo>
                  <a:pt x="364012" y="2199377"/>
                </a:lnTo>
                <a:cubicBezTo>
                  <a:pt x="162964" y="2199377"/>
                  <a:pt x="0" y="2036405"/>
                  <a:pt x="0" y="1835438"/>
                </a:cubicBezTo>
                <a:lnTo>
                  <a:pt x="0" y="364012"/>
                </a:lnTo>
                <a:close/>
              </a:path>
            </a:pathLst>
          </a:custGeom>
          <a:solidFill xmlns:a="http://schemas.openxmlformats.org/drawingml/2006/main">
            <a:srgbClr val="B36D8C">
              <a:alpha val="1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4C7CD-7F3F-473D-A77E-8EEB4532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584" y="1336304"/>
            <a:ext cx="5798344" cy="2199377"/>
          </a:xfrm>
          <a:custGeom xmlns:a="http://schemas.openxmlformats.org/drawingml/2006/main">
            <a:pathLst>
              <a:path w="5798344" h="2199377" fill="none">
                <a:moveTo>
                  <a:pt x="0" y="364012"/>
                </a:moveTo>
                <a:cubicBezTo>
                  <a:pt x="0" y="162964"/>
                  <a:pt x="162964" y="0"/>
                  <a:pt x="364012" y="0"/>
                </a:cubicBezTo>
                <a:lnTo>
                  <a:pt x="5434412" y="0"/>
                </a:lnTo>
                <a:cubicBezTo>
                  <a:pt x="5635380" y="0"/>
                  <a:pt x="5798344" y="162964"/>
                  <a:pt x="5798344" y="364012"/>
                </a:cubicBezTo>
                <a:lnTo>
                  <a:pt x="5798344" y="1835438"/>
                </a:lnTo>
                <a:cubicBezTo>
                  <a:pt x="5798344" y="2036405"/>
                  <a:pt x="5635380" y="2199377"/>
                  <a:pt x="5434412" y="2199377"/>
                </a:cubicBezTo>
                <a:lnTo>
                  <a:pt x="364012" y="2199377"/>
                </a:lnTo>
                <a:cubicBezTo>
                  <a:pt x="162964" y="2199377"/>
                  <a:pt x="0" y="2036405"/>
                  <a:pt x="0" y="1835438"/>
                </a:cubicBezTo>
                <a:lnTo>
                  <a:pt x="0" y="3640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0258" cap="flat">
            <a:solidFill>
              <a:srgbClr val="B36D8C"/>
            </a:solidFill>
            <a:custDash>
              <a:ds d="300000" sp="100000"/>
            </a:custDash>
            <a:miter/>
          </a:ln>
        </p:spPr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0ef9beed64d92"/>
          <a:stretch xmlns:a="http://schemas.openxmlformats.org/drawingml/2006/main"/>
        </p:blipFill>
        <p:spPr>
          <a:xfrm xmlns:a="http://schemas.openxmlformats.org/drawingml/2006/main">
            <a:off x="5634138" y="1907893"/>
            <a:ext cx="1614592" cy="747178"/>
          </a:xfrm>
          <a:prstGeom xmlns:a="http://schemas.openxmlformats.org/drawingml/2006/main" prst="rect">
            <a:avLst/>
          </a:prstGeom>
        </p:spPr>
      </p:pic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A4C72-E9BF-4B73-AE8D-505CC162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340" y="1986477"/>
            <a:ext cx="1497030" cy="646936"/>
          </a:xfrm>
          <a:custGeom xmlns:a="http://schemas.openxmlformats.org/drawingml/2006/main">
            <a:pathLst>
              <a:path w="1497030" h="646936">
                <a:moveTo>
                  <a:pt x="0" y="646936"/>
                </a:moveTo>
                <a:lnTo>
                  <a:pt x="0" y="0"/>
                </a:lnTo>
                <a:lnTo>
                  <a:pt x="1497030" y="0"/>
                </a:lnTo>
                <a:lnTo>
                  <a:pt x="1497030" y="646936"/>
                </a:lnTo>
                <a:lnTo>
                  <a:pt x="0" y="64693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d780636a349e9"/>
          <a:stretch xmlns:a="http://schemas.openxmlformats.org/drawingml/2006/main"/>
        </p:blipFill>
        <p:spPr>
          <a:xfrm xmlns:a="http://schemas.openxmlformats.org/drawingml/2006/main">
            <a:off x="5633539" y="2626046"/>
            <a:ext cx="1626258" cy="975755"/>
          </a:xfrm>
          <a:prstGeom xmlns:a="http://schemas.openxmlformats.org/drawingml/2006/main" prst="rect">
            <a:avLst/>
          </a:prstGeom>
        </p:spPr>
      </p:pic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FAE34-76C9-434D-8A79-41C2A535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340" y="2667938"/>
            <a:ext cx="1521990" cy="817396"/>
          </a:xfrm>
          <a:custGeom xmlns:a="http://schemas.openxmlformats.org/drawingml/2006/main">
            <a:pathLst>
              <a:path w="1521990" h="817396">
                <a:moveTo>
                  <a:pt x="0" y="817396"/>
                </a:moveTo>
                <a:lnTo>
                  <a:pt x="0" y="0"/>
                </a:lnTo>
                <a:lnTo>
                  <a:pt x="1521990" y="0"/>
                </a:lnTo>
                <a:lnTo>
                  <a:pt x="1521990" y="817396"/>
                </a:lnTo>
                <a:lnTo>
                  <a:pt x="0" y="81739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23e911819484e"/>
          <a:stretch xmlns:a="http://schemas.openxmlformats.org/drawingml/2006/main"/>
        </p:blipFill>
        <p:spPr>
          <a:xfrm xmlns:a="http://schemas.openxmlformats.org/drawingml/2006/main">
            <a:off x="9501598" y="263946"/>
            <a:ext cx="546670" cy="546670"/>
          </a:xfrm>
          <a:prstGeom xmlns:a="http://schemas.openxmlformats.org/drawingml/2006/main" prst="rect">
            <a:avLst/>
          </a:prstGeom>
        </p:spPr>
      </p:pic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CF461-969D-462F-9D0C-7DD68EFD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375" y="303286"/>
            <a:ext cx="133173" cy="62883"/>
          </a:xfrm>
          <a:custGeom xmlns:a="http://schemas.openxmlformats.org/drawingml/2006/main">
            <a:pathLst>
              <a:path w="133173" h="62883">
                <a:moveTo>
                  <a:pt x="0" y="31482"/>
                </a:moveTo>
                <a:cubicBezTo>
                  <a:pt x="0" y="14090"/>
                  <a:pt x="29871" y="0"/>
                  <a:pt x="66587" y="0"/>
                </a:cubicBezTo>
                <a:cubicBezTo>
                  <a:pt x="103382" y="0"/>
                  <a:pt x="133173" y="14090"/>
                  <a:pt x="133173" y="31482"/>
                </a:cubicBezTo>
                <a:cubicBezTo>
                  <a:pt x="133173" y="48793"/>
                  <a:pt x="103382" y="62883"/>
                  <a:pt x="66587" y="62883"/>
                </a:cubicBezTo>
                <a:cubicBezTo>
                  <a:pt x="29871" y="62883"/>
                  <a:pt x="0" y="48793"/>
                  <a:pt x="0" y="31482"/>
                </a:cubicBezTo>
                <a:close/>
              </a:path>
            </a:pathLst>
          </a:custGeom>
          <a:solidFill xmlns:a="http://schemas.openxmlformats.org/drawingml/2006/main">
            <a:srgbClr val="2636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68EFC-DA1B-47E8-8153-C8771C2A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375" y="303286"/>
            <a:ext cx="133173" cy="62883"/>
          </a:xfrm>
          <a:custGeom xmlns:a="http://schemas.openxmlformats.org/drawingml/2006/main">
            <a:pathLst>
              <a:path w="133173" h="62883" fill="none">
                <a:moveTo>
                  <a:pt x="0" y="31482"/>
                </a:moveTo>
                <a:cubicBezTo>
                  <a:pt x="0" y="14090"/>
                  <a:pt x="29871" y="0"/>
                  <a:pt x="66587" y="0"/>
                </a:cubicBezTo>
                <a:cubicBezTo>
                  <a:pt x="103382" y="0"/>
                  <a:pt x="133173" y="14090"/>
                  <a:pt x="133173" y="31482"/>
                </a:cubicBezTo>
                <a:cubicBezTo>
                  <a:pt x="133173" y="48793"/>
                  <a:pt x="103382" y="62883"/>
                  <a:pt x="66587" y="62883"/>
                </a:cubicBezTo>
                <a:cubicBezTo>
                  <a:pt x="29871" y="62883"/>
                  <a:pt x="0" y="48793"/>
                  <a:pt x="0" y="314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172C50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7EE2F-F1BF-4071-8CA5-2C132C66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870" y="74782"/>
            <a:ext cx="4275951" cy="960956"/>
          </a:xfrm>
          <a:custGeom xmlns:a="http://schemas.openxmlformats.org/drawingml/2006/main">
            <a:pathLst>
              <a:path w="4275951" h="960956">
                <a:moveTo>
                  <a:pt x="259744" y="0"/>
                </a:moveTo>
                <a:lnTo>
                  <a:pt x="4275951" y="0"/>
                </a:lnTo>
                <a:lnTo>
                  <a:pt x="4275951" y="701212"/>
                </a:lnTo>
                <a:cubicBezTo>
                  <a:pt x="4275951" y="844691"/>
                  <a:pt x="4159687" y="960956"/>
                  <a:pt x="4016207" y="960956"/>
                </a:cubicBezTo>
                <a:lnTo>
                  <a:pt x="0" y="960956"/>
                </a:lnTo>
                <a:lnTo>
                  <a:pt x="0" y="259744"/>
                </a:lnTo>
                <a:cubicBezTo>
                  <a:pt x="0" y="116265"/>
                  <a:pt x="116265" y="0"/>
                  <a:pt x="259744" y="0"/>
                </a:cubicBezTo>
                <a:close/>
              </a:path>
            </a:pathLst>
          </a:custGeom>
          <a:solidFill xmlns:a="http://schemas.openxmlformats.org/drawingml/2006/main">
            <a:srgbClr val="FF8857">
              <a:alpha val="6667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13268-D750-40E5-9F6A-752D0889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870" y="74782"/>
            <a:ext cx="4275951" cy="960956"/>
          </a:xfrm>
          <a:custGeom xmlns:a="http://schemas.openxmlformats.org/drawingml/2006/main">
            <a:pathLst>
              <a:path w="4275951" h="960956" fill="none">
                <a:moveTo>
                  <a:pt x="259744" y="0"/>
                </a:moveTo>
                <a:lnTo>
                  <a:pt x="4275951" y="0"/>
                </a:lnTo>
                <a:lnTo>
                  <a:pt x="4275951" y="701212"/>
                </a:lnTo>
                <a:cubicBezTo>
                  <a:pt x="4275951" y="844691"/>
                  <a:pt x="4159687" y="960956"/>
                  <a:pt x="4016207" y="960956"/>
                </a:cubicBezTo>
                <a:lnTo>
                  <a:pt x="0" y="960956"/>
                </a:lnTo>
                <a:lnTo>
                  <a:pt x="0" y="259744"/>
                </a:lnTo>
                <a:cubicBezTo>
                  <a:pt x="0" y="116265"/>
                  <a:pt x="116265" y="0"/>
                  <a:pt x="25974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7" cap="flat">
            <a:solidFill>
              <a:srgbClr val="FFFFFF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F3C74-F23F-4DC1-838B-7B4211F7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79" y="1661104"/>
            <a:ext cx="1665727" cy="1824230"/>
          </a:xfrm>
          <a:custGeom xmlns:a="http://schemas.openxmlformats.org/drawingml/2006/main">
            <a:pathLst>
              <a:path w="1665727" h="1824230">
                <a:moveTo>
                  <a:pt x="0" y="277377"/>
                </a:moveTo>
                <a:cubicBezTo>
                  <a:pt x="0" y="124155"/>
                  <a:pt x="124163" y="0"/>
                  <a:pt x="277312" y="0"/>
                </a:cubicBezTo>
                <a:lnTo>
                  <a:pt x="1388350" y="0"/>
                </a:lnTo>
                <a:cubicBezTo>
                  <a:pt x="1541571" y="0"/>
                  <a:pt x="1665727" y="124155"/>
                  <a:pt x="1665727" y="277377"/>
                </a:cubicBezTo>
                <a:lnTo>
                  <a:pt x="1665727" y="1546869"/>
                </a:lnTo>
                <a:cubicBezTo>
                  <a:pt x="1665727" y="1700091"/>
                  <a:pt x="1541571" y="1824230"/>
                  <a:pt x="1388350" y="1824230"/>
                </a:cubicBezTo>
                <a:lnTo>
                  <a:pt x="277312" y="1824230"/>
                </a:lnTo>
                <a:cubicBezTo>
                  <a:pt x="124163" y="1824230"/>
                  <a:pt x="0" y="1700091"/>
                  <a:pt x="0" y="1546869"/>
                </a:cubicBezTo>
                <a:lnTo>
                  <a:pt x="0" y="277377"/>
                </a:lnTo>
                <a:close/>
              </a:path>
            </a:pathLst>
          </a:custGeom>
          <a:solidFill xmlns:a="http://schemas.openxmlformats.org/drawingml/2006/main">
            <a:srgbClr val="9DC3E6">
              <a:alpha val="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2CABD-3536-4106-A066-F25B2BE5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79" y="1661104"/>
            <a:ext cx="1665727" cy="1824230"/>
          </a:xfrm>
          <a:custGeom xmlns:a="http://schemas.openxmlformats.org/drawingml/2006/main">
            <a:pathLst>
              <a:path w="1665727" h="1824230" fill="none">
                <a:moveTo>
                  <a:pt x="0" y="277377"/>
                </a:moveTo>
                <a:cubicBezTo>
                  <a:pt x="0" y="124155"/>
                  <a:pt x="124163" y="0"/>
                  <a:pt x="277312" y="0"/>
                </a:cubicBezTo>
                <a:lnTo>
                  <a:pt x="1388350" y="0"/>
                </a:lnTo>
                <a:cubicBezTo>
                  <a:pt x="1541571" y="0"/>
                  <a:pt x="1665727" y="124155"/>
                  <a:pt x="1665727" y="277377"/>
                </a:cubicBezTo>
                <a:lnTo>
                  <a:pt x="1665727" y="1546869"/>
                </a:lnTo>
                <a:cubicBezTo>
                  <a:pt x="1665727" y="1700091"/>
                  <a:pt x="1541571" y="1824230"/>
                  <a:pt x="1388350" y="1824230"/>
                </a:cubicBezTo>
                <a:lnTo>
                  <a:pt x="277312" y="1824230"/>
                </a:lnTo>
                <a:cubicBezTo>
                  <a:pt x="124163" y="1824230"/>
                  <a:pt x="0" y="1700091"/>
                  <a:pt x="0" y="1546869"/>
                </a:cubicBezTo>
                <a:lnTo>
                  <a:pt x="0" y="2773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09" cap="flat">
            <a:solidFill>
              <a:srgbClr val="D6764D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B560C-7A66-49B7-8FA6-F75713FB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193" y="451113"/>
            <a:ext cx="1214017" cy="1209991"/>
          </a:xfrm>
          <a:custGeom xmlns:a="http://schemas.openxmlformats.org/drawingml/2006/main">
            <a:pathLst>
              <a:path w="1214017" h="1209991">
                <a:moveTo>
                  <a:pt x="193238" y="0"/>
                </a:moveTo>
                <a:lnTo>
                  <a:pt x="0" y="96619"/>
                </a:lnTo>
                <a:lnTo>
                  <a:pt x="193238" y="193238"/>
                </a:lnTo>
                <a:lnTo>
                  <a:pt x="193238" y="128825"/>
                </a:lnTo>
                <a:lnTo>
                  <a:pt x="1149604" y="128825"/>
                </a:lnTo>
                <a:lnTo>
                  <a:pt x="1149604" y="1209991"/>
                </a:lnTo>
                <a:lnTo>
                  <a:pt x="1214017" y="1209991"/>
                </a:lnTo>
                <a:lnTo>
                  <a:pt x="1214017" y="64413"/>
                </a:lnTo>
                <a:lnTo>
                  <a:pt x="193238" y="64413"/>
                </a:lnTo>
                <a:lnTo>
                  <a:pt x="193238" y="0"/>
                </a:lnTo>
                <a:close/>
              </a:path>
            </a:pathLst>
          </a:custGeom>
          <a:solidFill xmlns:a="http://schemas.openxmlformats.org/drawingml/2006/main">
            <a:srgbClr val="1EAD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586FF-64C5-413D-8609-00EE7B57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144" y="458601"/>
            <a:ext cx="1093726" cy="1202503"/>
          </a:xfrm>
          <a:custGeom xmlns:a="http://schemas.openxmlformats.org/drawingml/2006/main">
            <a:pathLst>
              <a:path w="1093726" h="1202503">
                <a:moveTo>
                  <a:pt x="1093726" y="96619"/>
                </a:moveTo>
                <a:lnTo>
                  <a:pt x="900488" y="0"/>
                </a:lnTo>
                <a:lnTo>
                  <a:pt x="900488" y="64413"/>
                </a:lnTo>
                <a:lnTo>
                  <a:pt x="0" y="64413"/>
                </a:lnTo>
                <a:lnTo>
                  <a:pt x="0" y="1202503"/>
                </a:lnTo>
                <a:lnTo>
                  <a:pt x="64413" y="1202503"/>
                </a:lnTo>
                <a:lnTo>
                  <a:pt x="64413" y="128825"/>
                </a:lnTo>
                <a:lnTo>
                  <a:pt x="900488" y="128825"/>
                </a:lnTo>
                <a:lnTo>
                  <a:pt x="900488" y="193238"/>
                </a:lnTo>
                <a:lnTo>
                  <a:pt x="1093726" y="96619"/>
                </a:lnTo>
                <a:close/>
              </a:path>
            </a:pathLst>
          </a:custGeom>
          <a:solidFill xmlns:a="http://schemas.openxmlformats.org/drawingml/2006/main">
            <a:srgbClr val="D676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④Multiturn-aware">
            <a:extLst xmlns:a="http://schemas.openxmlformats.org/drawingml/2006/main">
              <a:ext uri="{FF2B5EF4-FFF2-40B4-BE49-F238E27FC236}">
                <a16:creationId xmlns:a16="http://schemas.microsoft.com/office/drawing/2014/main" id="{B9816ED2-A613-417A-A975-D7F1FC20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7" y="2062041"/>
            <a:ext cx="1799220" cy="192647"/>
          </a:xfrm>
          <a:custGeom xmlns:a="http://schemas.openxmlformats.org/drawingml/2006/main">
            <a:pathLst>
              <a:path w="1799220" h="192647">
                <a:moveTo>
                  <a:pt x="96904" y="0"/>
                </a:moveTo>
                <a:cubicBezTo>
                  <a:pt x="155893" y="5488"/>
                  <a:pt x="188130" y="37612"/>
                  <a:pt x="193615" y="96372"/>
                </a:cubicBezTo>
                <a:cubicBezTo>
                  <a:pt x="188065" y="155003"/>
                  <a:pt x="155828" y="187095"/>
                  <a:pt x="96904" y="192647"/>
                </a:cubicBezTo>
                <a:cubicBezTo>
                  <a:pt x="37787" y="187224"/>
                  <a:pt x="5486" y="155132"/>
                  <a:pt x="0" y="96372"/>
                </a:cubicBezTo>
                <a:cubicBezTo>
                  <a:pt x="5486" y="37547"/>
                  <a:pt x="37787" y="5423"/>
                  <a:pt x="96904" y="0"/>
                </a:cubicBezTo>
                <a:moveTo>
                  <a:pt x="96904" y="9874"/>
                </a:moveTo>
                <a:cubicBezTo>
                  <a:pt x="44564" y="14846"/>
                  <a:pt x="15941" y="43678"/>
                  <a:pt x="11036" y="96372"/>
                </a:cubicBezTo>
                <a:cubicBezTo>
                  <a:pt x="15941" y="149066"/>
                  <a:pt x="44564" y="177898"/>
                  <a:pt x="96904" y="182870"/>
                </a:cubicBezTo>
                <a:cubicBezTo>
                  <a:pt x="149245" y="177898"/>
                  <a:pt x="177868" y="149066"/>
                  <a:pt x="182773" y="96372"/>
                </a:cubicBezTo>
                <a:cubicBezTo>
                  <a:pt x="177868" y="43678"/>
                  <a:pt x="149245" y="14846"/>
                  <a:pt x="96904" y="9874"/>
                </a:cubicBezTo>
                <a:moveTo>
                  <a:pt x="101648" y="165541"/>
                </a:moveTo>
                <a:lnTo>
                  <a:pt x="101648" y="132626"/>
                </a:lnTo>
                <a:lnTo>
                  <a:pt x="40562" y="132626"/>
                </a:lnTo>
                <a:lnTo>
                  <a:pt x="40562" y="118202"/>
                </a:lnTo>
                <a:lnTo>
                  <a:pt x="104262" y="27203"/>
                </a:lnTo>
                <a:lnTo>
                  <a:pt x="120913" y="27203"/>
                </a:lnTo>
                <a:lnTo>
                  <a:pt x="120913" y="116363"/>
                </a:lnTo>
                <a:lnTo>
                  <a:pt x="139500" y="116363"/>
                </a:lnTo>
                <a:lnTo>
                  <a:pt x="139500" y="132626"/>
                </a:lnTo>
                <a:lnTo>
                  <a:pt x="120913" y="132626"/>
                </a:lnTo>
                <a:lnTo>
                  <a:pt x="120913" y="165541"/>
                </a:lnTo>
                <a:lnTo>
                  <a:pt x="101648" y="165541"/>
                </a:lnTo>
                <a:moveTo>
                  <a:pt x="101648" y="59634"/>
                </a:moveTo>
                <a:lnTo>
                  <a:pt x="62441" y="116363"/>
                </a:lnTo>
                <a:lnTo>
                  <a:pt x="101648" y="116363"/>
                </a:lnTo>
                <a:lnTo>
                  <a:pt x="101648" y="59634"/>
                </a:lnTo>
                <a:close/>
                <a:moveTo>
                  <a:pt x="269473" y="156635"/>
                </a:moveTo>
                <a:cubicBezTo>
                  <a:pt x="266434" y="156635"/>
                  <a:pt x="264021" y="156536"/>
                  <a:pt x="262237" y="156338"/>
                </a:cubicBezTo>
                <a:cubicBezTo>
                  <a:pt x="260452" y="156139"/>
                  <a:pt x="259096" y="155841"/>
                  <a:pt x="258171" y="155446"/>
                </a:cubicBezTo>
                <a:cubicBezTo>
                  <a:pt x="257247" y="155049"/>
                  <a:pt x="256653" y="154586"/>
                  <a:pt x="256389" y="154057"/>
                </a:cubicBezTo>
                <a:cubicBezTo>
                  <a:pt x="256125" y="153529"/>
                  <a:pt x="255993" y="152934"/>
                  <a:pt x="255993" y="152272"/>
                </a:cubicBezTo>
                <a:lnTo>
                  <a:pt x="255993" y="27962"/>
                </a:lnTo>
                <a:cubicBezTo>
                  <a:pt x="256257" y="26905"/>
                  <a:pt x="257347" y="25947"/>
                  <a:pt x="259263" y="25088"/>
                </a:cubicBezTo>
                <a:cubicBezTo>
                  <a:pt x="261179" y="24229"/>
                  <a:pt x="264913" y="23800"/>
                  <a:pt x="270465" y="23800"/>
                </a:cubicBezTo>
                <a:cubicBezTo>
                  <a:pt x="276016" y="23800"/>
                  <a:pt x="279849" y="24196"/>
                  <a:pt x="281964" y="24988"/>
                </a:cubicBezTo>
                <a:cubicBezTo>
                  <a:pt x="284080" y="25781"/>
                  <a:pt x="285335" y="26707"/>
                  <a:pt x="285731" y="27766"/>
                </a:cubicBezTo>
                <a:lnTo>
                  <a:pt x="326375" y="117180"/>
                </a:lnTo>
                <a:lnTo>
                  <a:pt x="367415" y="27766"/>
                </a:lnTo>
                <a:cubicBezTo>
                  <a:pt x="367943" y="26707"/>
                  <a:pt x="369199" y="25781"/>
                  <a:pt x="371181" y="24988"/>
                </a:cubicBezTo>
                <a:cubicBezTo>
                  <a:pt x="373164" y="24196"/>
                  <a:pt x="376931" y="23800"/>
                  <a:pt x="382484" y="23800"/>
                </a:cubicBezTo>
                <a:cubicBezTo>
                  <a:pt x="388034" y="23800"/>
                  <a:pt x="391834" y="24196"/>
                  <a:pt x="393883" y="24988"/>
                </a:cubicBezTo>
                <a:cubicBezTo>
                  <a:pt x="395932" y="25781"/>
                  <a:pt x="396957" y="26707"/>
                  <a:pt x="396957" y="27766"/>
                </a:cubicBezTo>
                <a:lnTo>
                  <a:pt x="396957" y="152272"/>
                </a:lnTo>
                <a:cubicBezTo>
                  <a:pt x="396957" y="152934"/>
                  <a:pt x="396857" y="153529"/>
                  <a:pt x="396657" y="154057"/>
                </a:cubicBezTo>
                <a:cubicBezTo>
                  <a:pt x="396459" y="154586"/>
                  <a:pt x="395898" y="155049"/>
                  <a:pt x="394972" y="155446"/>
                </a:cubicBezTo>
                <a:cubicBezTo>
                  <a:pt x="394048" y="155841"/>
                  <a:pt x="392694" y="156139"/>
                  <a:pt x="390909" y="156338"/>
                </a:cubicBezTo>
                <a:cubicBezTo>
                  <a:pt x="389124" y="156536"/>
                  <a:pt x="386712" y="156635"/>
                  <a:pt x="383673" y="156635"/>
                </a:cubicBezTo>
                <a:cubicBezTo>
                  <a:pt x="380633" y="156635"/>
                  <a:pt x="378221" y="156536"/>
                  <a:pt x="376436" y="156338"/>
                </a:cubicBezTo>
                <a:cubicBezTo>
                  <a:pt x="374651" y="156139"/>
                  <a:pt x="373296" y="155841"/>
                  <a:pt x="372370" y="155446"/>
                </a:cubicBezTo>
                <a:cubicBezTo>
                  <a:pt x="371447" y="155049"/>
                  <a:pt x="370853" y="154586"/>
                  <a:pt x="370589" y="154057"/>
                </a:cubicBezTo>
                <a:cubicBezTo>
                  <a:pt x="370324" y="153529"/>
                  <a:pt x="370192" y="152934"/>
                  <a:pt x="370192" y="152272"/>
                </a:cubicBezTo>
                <a:lnTo>
                  <a:pt x="370192" y="81294"/>
                </a:lnTo>
                <a:lnTo>
                  <a:pt x="338666" y="149299"/>
                </a:lnTo>
                <a:cubicBezTo>
                  <a:pt x="338271" y="150091"/>
                  <a:pt x="337841" y="150719"/>
                  <a:pt x="337377" y="151183"/>
                </a:cubicBezTo>
                <a:cubicBezTo>
                  <a:pt x="336916" y="151645"/>
                  <a:pt x="336255" y="152008"/>
                  <a:pt x="335396" y="152272"/>
                </a:cubicBezTo>
                <a:cubicBezTo>
                  <a:pt x="334537" y="152537"/>
                  <a:pt x="333413" y="152702"/>
                  <a:pt x="332026" y="152769"/>
                </a:cubicBezTo>
                <a:cubicBezTo>
                  <a:pt x="330638" y="152835"/>
                  <a:pt x="328821" y="152868"/>
                  <a:pt x="326574" y="152868"/>
                </a:cubicBezTo>
                <a:cubicBezTo>
                  <a:pt x="322079" y="152868"/>
                  <a:pt x="319104" y="152637"/>
                  <a:pt x="317650" y="152176"/>
                </a:cubicBezTo>
                <a:cubicBezTo>
                  <a:pt x="316198" y="151712"/>
                  <a:pt x="315074" y="150753"/>
                  <a:pt x="314280" y="149299"/>
                </a:cubicBezTo>
                <a:lnTo>
                  <a:pt x="282757" y="81294"/>
                </a:lnTo>
                <a:lnTo>
                  <a:pt x="282757" y="152272"/>
                </a:lnTo>
                <a:cubicBezTo>
                  <a:pt x="282757" y="152934"/>
                  <a:pt x="282625" y="153529"/>
                  <a:pt x="282360" y="154057"/>
                </a:cubicBezTo>
                <a:cubicBezTo>
                  <a:pt x="282096" y="154586"/>
                  <a:pt x="281501" y="155049"/>
                  <a:pt x="280576" y="155446"/>
                </a:cubicBezTo>
                <a:cubicBezTo>
                  <a:pt x="279652" y="155841"/>
                  <a:pt x="278331" y="156139"/>
                  <a:pt x="276613" y="156338"/>
                </a:cubicBezTo>
                <a:cubicBezTo>
                  <a:pt x="274894" y="156536"/>
                  <a:pt x="272514" y="156635"/>
                  <a:pt x="269473" y="156635"/>
                </a:cubicBezTo>
                <a:close/>
                <a:moveTo>
                  <a:pt x="456634" y="158616"/>
                </a:moveTo>
                <a:cubicBezTo>
                  <a:pt x="452008" y="158616"/>
                  <a:pt x="447612" y="157857"/>
                  <a:pt x="443447" y="156338"/>
                </a:cubicBezTo>
                <a:cubicBezTo>
                  <a:pt x="439285" y="154818"/>
                  <a:pt x="435650" y="152670"/>
                  <a:pt x="432544" y="149895"/>
                </a:cubicBezTo>
                <a:cubicBezTo>
                  <a:pt x="429438" y="147119"/>
                  <a:pt x="426960" y="143749"/>
                  <a:pt x="425108" y="139784"/>
                </a:cubicBezTo>
                <a:cubicBezTo>
                  <a:pt x="423259" y="135817"/>
                  <a:pt x="422334" y="131323"/>
                  <a:pt x="422334" y="126301"/>
                </a:cubicBezTo>
                <a:lnTo>
                  <a:pt x="422334" y="60281"/>
                </a:lnTo>
                <a:cubicBezTo>
                  <a:pt x="422334" y="58958"/>
                  <a:pt x="423292" y="57835"/>
                  <a:pt x="425208" y="56911"/>
                </a:cubicBezTo>
                <a:cubicBezTo>
                  <a:pt x="427124" y="55985"/>
                  <a:pt x="431056" y="55522"/>
                  <a:pt x="437003" y="55522"/>
                </a:cubicBezTo>
                <a:cubicBezTo>
                  <a:pt x="443084" y="55522"/>
                  <a:pt x="447049" y="55985"/>
                  <a:pt x="448899" y="56911"/>
                </a:cubicBezTo>
                <a:cubicBezTo>
                  <a:pt x="450750" y="57835"/>
                  <a:pt x="451676" y="58958"/>
                  <a:pt x="451676" y="60281"/>
                </a:cubicBezTo>
                <a:lnTo>
                  <a:pt x="451676" y="120550"/>
                </a:lnTo>
                <a:cubicBezTo>
                  <a:pt x="451676" y="125441"/>
                  <a:pt x="453097" y="129142"/>
                  <a:pt x="455938" y="131655"/>
                </a:cubicBezTo>
                <a:cubicBezTo>
                  <a:pt x="458780" y="134166"/>
                  <a:pt x="462514" y="135422"/>
                  <a:pt x="467141" y="135422"/>
                </a:cubicBezTo>
                <a:cubicBezTo>
                  <a:pt x="469521" y="135422"/>
                  <a:pt x="471801" y="135025"/>
                  <a:pt x="473981" y="134233"/>
                </a:cubicBezTo>
                <a:cubicBezTo>
                  <a:pt x="476161" y="133438"/>
                  <a:pt x="478044" y="132414"/>
                  <a:pt x="479629" y="131159"/>
                </a:cubicBezTo>
                <a:cubicBezTo>
                  <a:pt x="481216" y="129903"/>
                  <a:pt x="482505" y="128515"/>
                  <a:pt x="483495" y="126997"/>
                </a:cubicBezTo>
                <a:cubicBezTo>
                  <a:pt x="484488" y="125476"/>
                  <a:pt x="484984" y="123988"/>
                  <a:pt x="484984" y="122534"/>
                </a:cubicBezTo>
                <a:lnTo>
                  <a:pt x="484984" y="60281"/>
                </a:lnTo>
                <a:cubicBezTo>
                  <a:pt x="484984" y="58958"/>
                  <a:pt x="485942" y="57835"/>
                  <a:pt x="487858" y="56911"/>
                </a:cubicBezTo>
                <a:cubicBezTo>
                  <a:pt x="489776" y="55985"/>
                  <a:pt x="493709" y="55522"/>
                  <a:pt x="499656" y="55522"/>
                </a:cubicBezTo>
                <a:cubicBezTo>
                  <a:pt x="505735" y="55522"/>
                  <a:pt x="509700" y="55985"/>
                  <a:pt x="511551" y="56911"/>
                </a:cubicBezTo>
                <a:cubicBezTo>
                  <a:pt x="513403" y="57835"/>
                  <a:pt x="514329" y="58958"/>
                  <a:pt x="514329" y="60281"/>
                </a:cubicBezTo>
                <a:lnTo>
                  <a:pt x="514329" y="129474"/>
                </a:lnTo>
                <a:cubicBezTo>
                  <a:pt x="514329" y="132514"/>
                  <a:pt x="515022" y="134695"/>
                  <a:pt x="516410" y="136018"/>
                </a:cubicBezTo>
                <a:cubicBezTo>
                  <a:pt x="517798" y="137339"/>
                  <a:pt x="519615" y="137999"/>
                  <a:pt x="521861" y="137999"/>
                </a:cubicBezTo>
                <a:lnTo>
                  <a:pt x="526024" y="137999"/>
                </a:lnTo>
                <a:cubicBezTo>
                  <a:pt x="527876" y="137999"/>
                  <a:pt x="528801" y="138858"/>
                  <a:pt x="528801" y="140577"/>
                </a:cubicBezTo>
                <a:cubicBezTo>
                  <a:pt x="528801" y="141765"/>
                  <a:pt x="528173" y="143383"/>
                  <a:pt x="526917" y="145432"/>
                </a:cubicBezTo>
                <a:cubicBezTo>
                  <a:pt x="525660" y="147481"/>
                  <a:pt x="524074" y="149465"/>
                  <a:pt x="522158" y="151383"/>
                </a:cubicBezTo>
                <a:cubicBezTo>
                  <a:pt x="520242" y="153299"/>
                  <a:pt x="518061" y="154984"/>
                  <a:pt x="515614" y="156438"/>
                </a:cubicBezTo>
                <a:cubicBezTo>
                  <a:pt x="513170" y="157890"/>
                  <a:pt x="510758" y="158616"/>
                  <a:pt x="508378" y="158616"/>
                </a:cubicBezTo>
                <a:cubicBezTo>
                  <a:pt x="504546" y="158616"/>
                  <a:pt x="501010" y="157328"/>
                  <a:pt x="497771" y="154750"/>
                </a:cubicBezTo>
                <a:cubicBezTo>
                  <a:pt x="494534" y="152173"/>
                  <a:pt x="491793" y="149364"/>
                  <a:pt x="489546" y="146325"/>
                </a:cubicBezTo>
                <a:cubicBezTo>
                  <a:pt x="488223" y="147382"/>
                  <a:pt x="486537" y="148637"/>
                  <a:pt x="484488" y="150091"/>
                </a:cubicBezTo>
                <a:cubicBezTo>
                  <a:pt x="482441" y="151545"/>
                  <a:pt x="480028" y="152901"/>
                  <a:pt x="477251" y="154157"/>
                </a:cubicBezTo>
                <a:cubicBezTo>
                  <a:pt x="474476" y="155412"/>
                  <a:pt x="471370" y="156468"/>
                  <a:pt x="467934" y="157328"/>
                </a:cubicBezTo>
                <a:cubicBezTo>
                  <a:pt x="464497" y="158187"/>
                  <a:pt x="460730" y="158616"/>
                  <a:pt x="456634" y="158616"/>
                </a:cubicBezTo>
                <a:close/>
                <a:moveTo>
                  <a:pt x="567461" y="158616"/>
                </a:moveTo>
                <a:cubicBezTo>
                  <a:pt x="560059" y="158616"/>
                  <a:pt x="554343" y="156535"/>
                  <a:pt x="550311" y="152372"/>
                </a:cubicBezTo>
                <a:cubicBezTo>
                  <a:pt x="546281" y="148209"/>
                  <a:pt x="544267" y="142427"/>
                  <a:pt x="544267" y="135025"/>
                </a:cubicBezTo>
                <a:lnTo>
                  <a:pt x="544267" y="18645"/>
                </a:lnTo>
                <a:cubicBezTo>
                  <a:pt x="544267" y="17324"/>
                  <a:pt x="545191" y="16200"/>
                  <a:pt x="547041" y="15274"/>
                </a:cubicBezTo>
                <a:cubicBezTo>
                  <a:pt x="548892" y="14349"/>
                  <a:pt x="552857" y="13886"/>
                  <a:pt x="558936" y="13886"/>
                </a:cubicBezTo>
                <a:cubicBezTo>
                  <a:pt x="564884" y="13886"/>
                  <a:pt x="568815" y="14349"/>
                  <a:pt x="570731" y="15274"/>
                </a:cubicBezTo>
                <a:cubicBezTo>
                  <a:pt x="572649" y="16200"/>
                  <a:pt x="573608" y="17324"/>
                  <a:pt x="573608" y="18645"/>
                </a:cubicBezTo>
                <a:lnTo>
                  <a:pt x="573608" y="129474"/>
                </a:lnTo>
                <a:cubicBezTo>
                  <a:pt x="573608" y="132514"/>
                  <a:pt x="574269" y="134695"/>
                  <a:pt x="575590" y="136018"/>
                </a:cubicBezTo>
                <a:cubicBezTo>
                  <a:pt x="576913" y="137339"/>
                  <a:pt x="578763" y="137999"/>
                  <a:pt x="581141" y="137999"/>
                </a:cubicBezTo>
                <a:lnTo>
                  <a:pt x="585307" y="137999"/>
                </a:lnTo>
                <a:cubicBezTo>
                  <a:pt x="587156" y="137999"/>
                  <a:pt x="588081" y="138858"/>
                  <a:pt x="588081" y="140577"/>
                </a:cubicBezTo>
                <a:cubicBezTo>
                  <a:pt x="588081" y="141765"/>
                  <a:pt x="587453" y="143350"/>
                  <a:pt x="586196" y="145332"/>
                </a:cubicBezTo>
                <a:cubicBezTo>
                  <a:pt x="584942" y="147315"/>
                  <a:pt x="583323" y="149299"/>
                  <a:pt x="581341" y="151283"/>
                </a:cubicBezTo>
                <a:cubicBezTo>
                  <a:pt x="579358" y="153266"/>
                  <a:pt x="577144" y="154984"/>
                  <a:pt x="574697" y="156438"/>
                </a:cubicBezTo>
                <a:cubicBezTo>
                  <a:pt x="572253" y="157890"/>
                  <a:pt x="569841" y="158616"/>
                  <a:pt x="567461" y="158616"/>
                </a:cubicBezTo>
                <a:close/>
                <a:moveTo>
                  <a:pt x="638438" y="158616"/>
                </a:moveTo>
                <a:cubicBezTo>
                  <a:pt x="628658" y="158616"/>
                  <a:pt x="621091" y="155841"/>
                  <a:pt x="615736" y="150291"/>
                </a:cubicBezTo>
                <a:cubicBezTo>
                  <a:pt x="610384" y="144739"/>
                  <a:pt x="607707" y="137601"/>
                  <a:pt x="607707" y="128878"/>
                </a:cubicBezTo>
                <a:lnTo>
                  <a:pt x="607707" y="75943"/>
                </a:lnTo>
                <a:lnTo>
                  <a:pt x="602356" y="75943"/>
                </a:lnTo>
                <a:cubicBezTo>
                  <a:pt x="601299" y="75943"/>
                  <a:pt x="600341" y="75183"/>
                  <a:pt x="599482" y="73665"/>
                </a:cubicBezTo>
                <a:cubicBezTo>
                  <a:pt x="598623" y="72144"/>
                  <a:pt x="598193" y="69533"/>
                  <a:pt x="598193" y="65832"/>
                </a:cubicBezTo>
                <a:cubicBezTo>
                  <a:pt x="598193" y="61998"/>
                  <a:pt x="598623" y="59322"/>
                  <a:pt x="599482" y="57803"/>
                </a:cubicBezTo>
                <a:cubicBezTo>
                  <a:pt x="600341" y="56283"/>
                  <a:pt x="601299" y="55522"/>
                  <a:pt x="602356" y="55522"/>
                </a:cubicBezTo>
                <a:lnTo>
                  <a:pt x="607707" y="55522"/>
                </a:lnTo>
                <a:lnTo>
                  <a:pt x="607707" y="36487"/>
                </a:lnTo>
                <a:cubicBezTo>
                  <a:pt x="607707" y="35431"/>
                  <a:pt x="608764" y="34208"/>
                  <a:pt x="610878" y="32821"/>
                </a:cubicBezTo>
                <a:cubicBezTo>
                  <a:pt x="612993" y="31433"/>
                  <a:pt x="615505" y="30144"/>
                  <a:pt x="618414" y="28955"/>
                </a:cubicBezTo>
                <a:cubicBezTo>
                  <a:pt x="621322" y="27765"/>
                  <a:pt x="624197" y="26740"/>
                  <a:pt x="627039" y="25881"/>
                </a:cubicBezTo>
                <a:cubicBezTo>
                  <a:pt x="629880" y="25022"/>
                  <a:pt x="632095" y="24592"/>
                  <a:pt x="633682" y="24592"/>
                </a:cubicBezTo>
                <a:cubicBezTo>
                  <a:pt x="635929" y="24592"/>
                  <a:pt x="637052" y="25848"/>
                  <a:pt x="637052" y="28359"/>
                </a:cubicBezTo>
                <a:lnTo>
                  <a:pt x="637052" y="55522"/>
                </a:lnTo>
                <a:lnTo>
                  <a:pt x="654895" y="55522"/>
                </a:lnTo>
                <a:cubicBezTo>
                  <a:pt x="657009" y="55522"/>
                  <a:pt x="658065" y="56579"/>
                  <a:pt x="658065" y="58693"/>
                </a:cubicBezTo>
                <a:cubicBezTo>
                  <a:pt x="658065" y="59883"/>
                  <a:pt x="657702" y="61469"/>
                  <a:pt x="656976" y="63451"/>
                </a:cubicBezTo>
                <a:cubicBezTo>
                  <a:pt x="656250" y="65434"/>
                  <a:pt x="655292" y="67351"/>
                  <a:pt x="654102" y="69202"/>
                </a:cubicBezTo>
                <a:cubicBezTo>
                  <a:pt x="652912" y="71052"/>
                  <a:pt x="651624" y="72638"/>
                  <a:pt x="650236" y="73961"/>
                </a:cubicBezTo>
                <a:cubicBezTo>
                  <a:pt x="648849" y="75282"/>
                  <a:pt x="647493" y="75943"/>
                  <a:pt x="646170" y="75943"/>
                </a:cubicBezTo>
                <a:lnTo>
                  <a:pt x="637052" y="75943"/>
                </a:lnTo>
                <a:lnTo>
                  <a:pt x="637052" y="120153"/>
                </a:lnTo>
                <a:cubicBezTo>
                  <a:pt x="637052" y="126498"/>
                  <a:pt x="638473" y="131059"/>
                  <a:pt x="641315" y="133837"/>
                </a:cubicBezTo>
                <a:cubicBezTo>
                  <a:pt x="644156" y="136612"/>
                  <a:pt x="647824" y="137999"/>
                  <a:pt x="652318" y="137999"/>
                </a:cubicBezTo>
                <a:lnTo>
                  <a:pt x="656877" y="137999"/>
                </a:lnTo>
                <a:cubicBezTo>
                  <a:pt x="657669" y="137999"/>
                  <a:pt x="658264" y="138297"/>
                  <a:pt x="658661" y="138892"/>
                </a:cubicBezTo>
                <a:cubicBezTo>
                  <a:pt x="659059" y="139485"/>
                  <a:pt x="659257" y="140112"/>
                  <a:pt x="659257" y="140773"/>
                </a:cubicBezTo>
                <a:cubicBezTo>
                  <a:pt x="659257" y="141830"/>
                  <a:pt x="658596" y="143350"/>
                  <a:pt x="657273" y="145332"/>
                </a:cubicBezTo>
                <a:cubicBezTo>
                  <a:pt x="655952" y="147315"/>
                  <a:pt x="654300" y="149299"/>
                  <a:pt x="652318" y="151283"/>
                </a:cubicBezTo>
                <a:cubicBezTo>
                  <a:pt x="650335" y="153266"/>
                  <a:pt x="648121" y="154984"/>
                  <a:pt x="645674" y="156438"/>
                </a:cubicBezTo>
                <a:cubicBezTo>
                  <a:pt x="643230" y="157890"/>
                  <a:pt x="640818" y="158616"/>
                  <a:pt x="638438" y="158616"/>
                </a:cubicBezTo>
                <a:close/>
                <a:moveTo>
                  <a:pt x="689195" y="13886"/>
                </a:moveTo>
                <a:cubicBezTo>
                  <a:pt x="694746" y="13886"/>
                  <a:pt x="698776" y="15076"/>
                  <a:pt x="701287" y="17456"/>
                </a:cubicBezTo>
                <a:cubicBezTo>
                  <a:pt x="703800" y="19833"/>
                  <a:pt x="705057" y="23732"/>
                  <a:pt x="705057" y="29151"/>
                </a:cubicBezTo>
                <a:cubicBezTo>
                  <a:pt x="705057" y="34704"/>
                  <a:pt x="703800" y="38603"/>
                  <a:pt x="701287" y="40850"/>
                </a:cubicBezTo>
                <a:cubicBezTo>
                  <a:pt x="698776" y="43097"/>
                  <a:pt x="694746" y="44220"/>
                  <a:pt x="689195" y="44220"/>
                </a:cubicBezTo>
                <a:cubicBezTo>
                  <a:pt x="683643" y="44220"/>
                  <a:pt x="679611" y="43097"/>
                  <a:pt x="677100" y="40850"/>
                </a:cubicBezTo>
                <a:cubicBezTo>
                  <a:pt x="674590" y="38603"/>
                  <a:pt x="673334" y="34704"/>
                  <a:pt x="673334" y="29151"/>
                </a:cubicBezTo>
                <a:cubicBezTo>
                  <a:pt x="673334" y="23732"/>
                  <a:pt x="674590" y="19833"/>
                  <a:pt x="677100" y="17456"/>
                </a:cubicBezTo>
                <a:cubicBezTo>
                  <a:pt x="679611" y="15076"/>
                  <a:pt x="683643" y="13886"/>
                  <a:pt x="689195" y="13886"/>
                </a:cubicBezTo>
                <a:moveTo>
                  <a:pt x="703865" y="129474"/>
                </a:moveTo>
                <a:cubicBezTo>
                  <a:pt x="703865" y="132514"/>
                  <a:pt x="704559" y="134695"/>
                  <a:pt x="705946" y="136018"/>
                </a:cubicBezTo>
                <a:cubicBezTo>
                  <a:pt x="707336" y="137339"/>
                  <a:pt x="709154" y="137999"/>
                  <a:pt x="711401" y="137999"/>
                </a:cubicBezTo>
                <a:lnTo>
                  <a:pt x="715563" y="137999"/>
                </a:lnTo>
                <a:cubicBezTo>
                  <a:pt x="717413" y="137999"/>
                  <a:pt x="718337" y="138858"/>
                  <a:pt x="718337" y="140577"/>
                </a:cubicBezTo>
                <a:cubicBezTo>
                  <a:pt x="718337" y="141765"/>
                  <a:pt x="717709" y="143350"/>
                  <a:pt x="716453" y="145332"/>
                </a:cubicBezTo>
                <a:cubicBezTo>
                  <a:pt x="715198" y="147315"/>
                  <a:pt x="713613" y="149299"/>
                  <a:pt x="711697" y="151283"/>
                </a:cubicBezTo>
                <a:cubicBezTo>
                  <a:pt x="709781" y="153266"/>
                  <a:pt x="707600" y="154984"/>
                  <a:pt x="705154" y="156438"/>
                </a:cubicBezTo>
                <a:cubicBezTo>
                  <a:pt x="702709" y="157890"/>
                  <a:pt x="700297" y="158616"/>
                  <a:pt x="697917" y="158616"/>
                </a:cubicBezTo>
                <a:cubicBezTo>
                  <a:pt x="690515" y="158616"/>
                  <a:pt x="684765" y="156535"/>
                  <a:pt x="680667" y="152372"/>
                </a:cubicBezTo>
                <a:cubicBezTo>
                  <a:pt x="676571" y="148209"/>
                  <a:pt x="674523" y="142427"/>
                  <a:pt x="674523" y="135025"/>
                </a:cubicBezTo>
                <a:lnTo>
                  <a:pt x="674523" y="60281"/>
                </a:lnTo>
                <a:cubicBezTo>
                  <a:pt x="674523" y="58958"/>
                  <a:pt x="675481" y="57835"/>
                  <a:pt x="677397" y="56911"/>
                </a:cubicBezTo>
                <a:cubicBezTo>
                  <a:pt x="679315" y="55985"/>
                  <a:pt x="683248" y="55522"/>
                  <a:pt x="689195" y="55522"/>
                </a:cubicBezTo>
                <a:cubicBezTo>
                  <a:pt x="695274" y="55522"/>
                  <a:pt x="699238" y="55985"/>
                  <a:pt x="701088" y="56911"/>
                </a:cubicBezTo>
                <a:cubicBezTo>
                  <a:pt x="702939" y="57835"/>
                  <a:pt x="703865" y="58958"/>
                  <a:pt x="703865" y="60281"/>
                </a:cubicBezTo>
                <a:lnTo>
                  <a:pt x="703865" y="129474"/>
                </a:lnTo>
                <a:close/>
                <a:moveTo>
                  <a:pt x="769886" y="158616"/>
                </a:moveTo>
                <a:cubicBezTo>
                  <a:pt x="760106" y="158616"/>
                  <a:pt x="752539" y="155841"/>
                  <a:pt x="747184" y="150291"/>
                </a:cubicBezTo>
                <a:cubicBezTo>
                  <a:pt x="741832" y="144739"/>
                  <a:pt x="739155" y="137601"/>
                  <a:pt x="739155" y="128878"/>
                </a:cubicBezTo>
                <a:lnTo>
                  <a:pt x="739155" y="75943"/>
                </a:lnTo>
                <a:lnTo>
                  <a:pt x="733804" y="75943"/>
                </a:lnTo>
                <a:cubicBezTo>
                  <a:pt x="732747" y="75943"/>
                  <a:pt x="731789" y="75183"/>
                  <a:pt x="730930" y="73665"/>
                </a:cubicBezTo>
                <a:cubicBezTo>
                  <a:pt x="730070" y="72144"/>
                  <a:pt x="729641" y="69533"/>
                  <a:pt x="729641" y="65832"/>
                </a:cubicBezTo>
                <a:cubicBezTo>
                  <a:pt x="729641" y="61998"/>
                  <a:pt x="730070" y="59322"/>
                  <a:pt x="730930" y="57803"/>
                </a:cubicBezTo>
                <a:cubicBezTo>
                  <a:pt x="731789" y="56283"/>
                  <a:pt x="732747" y="55522"/>
                  <a:pt x="733804" y="55522"/>
                </a:cubicBezTo>
                <a:lnTo>
                  <a:pt x="739155" y="55522"/>
                </a:lnTo>
                <a:lnTo>
                  <a:pt x="739155" y="36487"/>
                </a:lnTo>
                <a:cubicBezTo>
                  <a:pt x="739155" y="35431"/>
                  <a:pt x="740212" y="34208"/>
                  <a:pt x="742326" y="32821"/>
                </a:cubicBezTo>
                <a:cubicBezTo>
                  <a:pt x="744441" y="31433"/>
                  <a:pt x="746953" y="30144"/>
                  <a:pt x="749862" y="28955"/>
                </a:cubicBezTo>
                <a:cubicBezTo>
                  <a:pt x="752770" y="27765"/>
                  <a:pt x="755645" y="26740"/>
                  <a:pt x="758486" y="25881"/>
                </a:cubicBezTo>
                <a:cubicBezTo>
                  <a:pt x="761328" y="25022"/>
                  <a:pt x="763543" y="24592"/>
                  <a:pt x="765130" y="24592"/>
                </a:cubicBezTo>
                <a:cubicBezTo>
                  <a:pt x="767377" y="24592"/>
                  <a:pt x="768500" y="25848"/>
                  <a:pt x="768500" y="28359"/>
                </a:cubicBezTo>
                <a:lnTo>
                  <a:pt x="768500" y="55522"/>
                </a:lnTo>
                <a:lnTo>
                  <a:pt x="786343" y="55522"/>
                </a:lnTo>
                <a:cubicBezTo>
                  <a:pt x="788457" y="55522"/>
                  <a:pt x="789513" y="56579"/>
                  <a:pt x="789513" y="58693"/>
                </a:cubicBezTo>
                <a:cubicBezTo>
                  <a:pt x="789513" y="59883"/>
                  <a:pt x="789150" y="61469"/>
                  <a:pt x="788424" y="63451"/>
                </a:cubicBezTo>
                <a:cubicBezTo>
                  <a:pt x="787698" y="65434"/>
                  <a:pt x="786740" y="67351"/>
                  <a:pt x="785550" y="69202"/>
                </a:cubicBezTo>
                <a:cubicBezTo>
                  <a:pt x="784360" y="71052"/>
                  <a:pt x="783072" y="72638"/>
                  <a:pt x="781684" y="73961"/>
                </a:cubicBezTo>
                <a:cubicBezTo>
                  <a:pt x="780296" y="75282"/>
                  <a:pt x="778941" y="75943"/>
                  <a:pt x="777618" y="75943"/>
                </a:cubicBezTo>
                <a:lnTo>
                  <a:pt x="768500" y="75943"/>
                </a:lnTo>
                <a:lnTo>
                  <a:pt x="768500" y="120153"/>
                </a:lnTo>
                <a:cubicBezTo>
                  <a:pt x="768500" y="126498"/>
                  <a:pt x="769921" y="131059"/>
                  <a:pt x="772763" y="133837"/>
                </a:cubicBezTo>
                <a:cubicBezTo>
                  <a:pt x="775604" y="136612"/>
                  <a:pt x="779272" y="137999"/>
                  <a:pt x="783765" y="137999"/>
                </a:cubicBezTo>
                <a:lnTo>
                  <a:pt x="788324" y="137999"/>
                </a:lnTo>
                <a:cubicBezTo>
                  <a:pt x="789117" y="137999"/>
                  <a:pt x="789712" y="138297"/>
                  <a:pt x="790109" y="138892"/>
                </a:cubicBezTo>
                <a:cubicBezTo>
                  <a:pt x="790507" y="139485"/>
                  <a:pt x="790705" y="140112"/>
                  <a:pt x="790705" y="140773"/>
                </a:cubicBezTo>
                <a:cubicBezTo>
                  <a:pt x="790705" y="141830"/>
                  <a:pt x="790044" y="143350"/>
                  <a:pt x="788721" y="145332"/>
                </a:cubicBezTo>
                <a:cubicBezTo>
                  <a:pt x="787400" y="147315"/>
                  <a:pt x="785748" y="149299"/>
                  <a:pt x="783765" y="151283"/>
                </a:cubicBezTo>
                <a:cubicBezTo>
                  <a:pt x="781783" y="153266"/>
                  <a:pt x="779568" y="154984"/>
                  <a:pt x="777122" y="156438"/>
                </a:cubicBezTo>
                <a:cubicBezTo>
                  <a:pt x="774678" y="157890"/>
                  <a:pt x="772265" y="158616"/>
                  <a:pt x="769886" y="158616"/>
                </a:cubicBezTo>
                <a:close/>
                <a:moveTo>
                  <a:pt x="839081" y="158616"/>
                </a:moveTo>
                <a:cubicBezTo>
                  <a:pt x="834455" y="158616"/>
                  <a:pt x="830059" y="157857"/>
                  <a:pt x="825894" y="156338"/>
                </a:cubicBezTo>
                <a:cubicBezTo>
                  <a:pt x="821732" y="154818"/>
                  <a:pt x="818097" y="152670"/>
                  <a:pt x="814992" y="149895"/>
                </a:cubicBezTo>
                <a:cubicBezTo>
                  <a:pt x="811886" y="147119"/>
                  <a:pt x="809407" y="143749"/>
                  <a:pt x="807555" y="139784"/>
                </a:cubicBezTo>
                <a:cubicBezTo>
                  <a:pt x="805706" y="135817"/>
                  <a:pt x="804781" y="131323"/>
                  <a:pt x="804781" y="126301"/>
                </a:cubicBezTo>
                <a:lnTo>
                  <a:pt x="804781" y="60281"/>
                </a:lnTo>
                <a:cubicBezTo>
                  <a:pt x="804781" y="58958"/>
                  <a:pt x="805739" y="57835"/>
                  <a:pt x="807655" y="56911"/>
                </a:cubicBezTo>
                <a:cubicBezTo>
                  <a:pt x="809571" y="55985"/>
                  <a:pt x="813503" y="55522"/>
                  <a:pt x="819451" y="55522"/>
                </a:cubicBezTo>
                <a:cubicBezTo>
                  <a:pt x="825531" y="55522"/>
                  <a:pt x="829497" y="55985"/>
                  <a:pt x="831346" y="56911"/>
                </a:cubicBezTo>
                <a:cubicBezTo>
                  <a:pt x="833197" y="57835"/>
                  <a:pt x="834123" y="58958"/>
                  <a:pt x="834123" y="60281"/>
                </a:cubicBezTo>
                <a:lnTo>
                  <a:pt x="834123" y="120550"/>
                </a:lnTo>
                <a:cubicBezTo>
                  <a:pt x="834123" y="125441"/>
                  <a:pt x="835544" y="129142"/>
                  <a:pt x="838386" y="131655"/>
                </a:cubicBezTo>
                <a:cubicBezTo>
                  <a:pt x="841227" y="134166"/>
                  <a:pt x="844962" y="135422"/>
                  <a:pt x="849588" y="135422"/>
                </a:cubicBezTo>
                <a:cubicBezTo>
                  <a:pt x="851968" y="135422"/>
                  <a:pt x="854248" y="135025"/>
                  <a:pt x="856428" y="134233"/>
                </a:cubicBezTo>
                <a:cubicBezTo>
                  <a:pt x="858608" y="133438"/>
                  <a:pt x="860491" y="132414"/>
                  <a:pt x="862076" y="131159"/>
                </a:cubicBezTo>
                <a:cubicBezTo>
                  <a:pt x="863664" y="129903"/>
                  <a:pt x="864952" y="128515"/>
                  <a:pt x="865943" y="126997"/>
                </a:cubicBezTo>
                <a:cubicBezTo>
                  <a:pt x="866935" y="125476"/>
                  <a:pt x="867431" y="123988"/>
                  <a:pt x="867431" y="122534"/>
                </a:cubicBezTo>
                <a:lnTo>
                  <a:pt x="867431" y="60281"/>
                </a:lnTo>
                <a:cubicBezTo>
                  <a:pt x="867431" y="58958"/>
                  <a:pt x="868389" y="57835"/>
                  <a:pt x="870305" y="56911"/>
                </a:cubicBezTo>
                <a:cubicBezTo>
                  <a:pt x="872223" y="55985"/>
                  <a:pt x="876156" y="55522"/>
                  <a:pt x="882103" y="55522"/>
                </a:cubicBezTo>
                <a:cubicBezTo>
                  <a:pt x="888182" y="55522"/>
                  <a:pt x="892147" y="55985"/>
                  <a:pt x="893999" y="56911"/>
                </a:cubicBezTo>
                <a:cubicBezTo>
                  <a:pt x="895850" y="57835"/>
                  <a:pt x="896776" y="58958"/>
                  <a:pt x="896776" y="60281"/>
                </a:cubicBezTo>
                <a:lnTo>
                  <a:pt x="896776" y="129474"/>
                </a:lnTo>
                <a:cubicBezTo>
                  <a:pt x="896776" y="132514"/>
                  <a:pt x="897470" y="134695"/>
                  <a:pt x="898857" y="136018"/>
                </a:cubicBezTo>
                <a:cubicBezTo>
                  <a:pt x="900245" y="137339"/>
                  <a:pt x="902062" y="137999"/>
                  <a:pt x="904309" y="137999"/>
                </a:cubicBezTo>
                <a:lnTo>
                  <a:pt x="908471" y="137999"/>
                </a:lnTo>
                <a:cubicBezTo>
                  <a:pt x="910323" y="137999"/>
                  <a:pt x="911249" y="138858"/>
                  <a:pt x="911249" y="140577"/>
                </a:cubicBezTo>
                <a:cubicBezTo>
                  <a:pt x="911249" y="141765"/>
                  <a:pt x="910620" y="143383"/>
                  <a:pt x="909364" y="145432"/>
                </a:cubicBezTo>
                <a:cubicBezTo>
                  <a:pt x="908107" y="147481"/>
                  <a:pt x="906521" y="149465"/>
                  <a:pt x="904605" y="151383"/>
                </a:cubicBezTo>
                <a:cubicBezTo>
                  <a:pt x="902689" y="153299"/>
                  <a:pt x="900508" y="154984"/>
                  <a:pt x="898062" y="156438"/>
                </a:cubicBezTo>
                <a:cubicBezTo>
                  <a:pt x="895617" y="157890"/>
                  <a:pt x="893205" y="158616"/>
                  <a:pt x="890825" y="158616"/>
                </a:cubicBezTo>
                <a:cubicBezTo>
                  <a:pt x="886993" y="158616"/>
                  <a:pt x="883458" y="157328"/>
                  <a:pt x="880219" y="154750"/>
                </a:cubicBezTo>
                <a:cubicBezTo>
                  <a:pt x="876982" y="152173"/>
                  <a:pt x="874240" y="149364"/>
                  <a:pt x="871993" y="146325"/>
                </a:cubicBezTo>
                <a:cubicBezTo>
                  <a:pt x="870670" y="147382"/>
                  <a:pt x="868984" y="148637"/>
                  <a:pt x="866935" y="150091"/>
                </a:cubicBezTo>
                <a:cubicBezTo>
                  <a:pt x="864888" y="151545"/>
                  <a:pt x="862476" y="152901"/>
                  <a:pt x="859698" y="154157"/>
                </a:cubicBezTo>
                <a:cubicBezTo>
                  <a:pt x="856923" y="155412"/>
                  <a:pt x="853817" y="156468"/>
                  <a:pt x="850381" y="157328"/>
                </a:cubicBezTo>
                <a:cubicBezTo>
                  <a:pt x="846944" y="158187"/>
                  <a:pt x="843178" y="158616"/>
                  <a:pt x="839081" y="158616"/>
                </a:cubicBezTo>
                <a:close/>
                <a:moveTo>
                  <a:pt x="943564" y="156635"/>
                </a:moveTo>
                <a:cubicBezTo>
                  <a:pt x="937616" y="156635"/>
                  <a:pt x="933685" y="156140"/>
                  <a:pt x="931769" y="155149"/>
                </a:cubicBezTo>
                <a:cubicBezTo>
                  <a:pt x="929853" y="154157"/>
                  <a:pt x="928895" y="153066"/>
                  <a:pt x="928895" y="151876"/>
                </a:cubicBezTo>
                <a:lnTo>
                  <a:pt x="928895" y="82486"/>
                </a:lnTo>
                <a:cubicBezTo>
                  <a:pt x="928895" y="80371"/>
                  <a:pt x="928597" y="78553"/>
                  <a:pt x="928002" y="77035"/>
                </a:cubicBezTo>
                <a:cubicBezTo>
                  <a:pt x="927407" y="75514"/>
                  <a:pt x="926779" y="74225"/>
                  <a:pt x="926118" y="73168"/>
                </a:cubicBezTo>
                <a:cubicBezTo>
                  <a:pt x="925456" y="72110"/>
                  <a:pt x="924828" y="71151"/>
                  <a:pt x="924233" y="70291"/>
                </a:cubicBezTo>
                <a:cubicBezTo>
                  <a:pt x="923640" y="69432"/>
                  <a:pt x="923343" y="68606"/>
                  <a:pt x="923343" y="67814"/>
                </a:cubicBezTo>
                <a:cubicBezTo>
                  <a:pt x="923343" y="66624"/>
                  <a:pt x="924235" y="65236"/>
                  <a:pt x="926018" y="63651"/>
                </a:cubicBezTo>
                <a:cubicBezTo>
                  <a:pt x="927803" y="62064"/>
                  <a:pt x="929917" y="60511"/>
                  <a:pt x="932362" y="58992"/>
                </a:cubicBezTo>
                <a:cubicBezTo>
                  <a:pt x="934808" y="57471"/>
                  <a:pt x="937287" y="56183"/>
                  <a:pt x="939798" y="55126"/>
                </a:cubicBezTo>
                <a:cubicBezTo>
                  <a:pt x="942309" y="54067"/>
                  <a:pt x="944358" y="53538"/>
                  <a:pt x="945945" y="53538"/>
                </a:cubicBezTo>
                <a:cubicBezTo>
                  <a:pt x="948984" y="53538"/>
                  <a:pt x="951198" y="54562"/>
                  <a:pt x="952585" y="56611"/>
                </a:cubicBezTo>
                <a:cubicBezTo>
                  <a:pt x="953973" y="58660"/>
                  <a:pt x="955592" y="61601"/>
                  <a:pt x="957444" y="65433"/>
                </a:cubicBezTo>
                <a:cubicBezTo>
                  <a:pt x="959426" y="63186"/>
                  <a:pt x="961607" y="61204"/>
                  <a:pt x="963984" y="59485"/>
                </a:cubicBezTo>
                <a:cubicBezTo>
                  <a:pt x="965969" y="58031"/>
                  <a:pt x="968349" y="56677"/>
                  <a:pt x="971124" y="55422"/>
                </a:cubicBezTo>
                <a:cubicBezTo>
                  <a:pt x="973899" y="54166"/>
                  <a:pt x="976873" y="53538"/>
                  <a:pt x="980045" y="53538"/>
                </a:cubicBezTo>
                <a:cubicBezTo>
                  <a:pt x="982159" y="53538"/>
                  <a:pt x="984274" y="53736"/>
                  <a:pt x="986389" y="54134"/>
                </a:cubicBezTo>
                <a:cubicBezTo>
                  <a:pt x="988505" y="54529"/>
                  <a:pt x="990389" y="55091"/>
                  <a:pt x="992041" y="55819"/>
                </a:cubicBezTo>
                <a:cubicBezTo>
                  <a:pt x="993692" y="56545"/>
                  <a:pt x="995047" y="57337"/>
                  <a:pt x="996103" y="58197"/>
                </a:cubicBezTo>
                <a:cubicBezTo>
                  <a:pt x="997162" y="59056"/>
                  <a:pt x="997692" y="60015"/>
                  <a:pt x="997692" y="61074"/>
                </a:cubicBezTo>
                <a:cubicBezTo>
                  <a:pt x="997692" y="61997"/>
                  <a:pt x="997063" y="63616"/>
                  <a:pt x="995807" y="65929"/>
                </a:cubicBezTo>
                <a:cubicBezTo>
                  <a:pt x="994550" y="68242"/>
                  <a:pt x="993096" y="70622"/>
                  <a:pt x="991445" y="73069"/>
                </a:cubicBezTo>
                <a:cubicBezTo>
                  <a:pt x="989793" y="75513"/>
                  <a:pt x="988074" y="77694"/>
                  <a:pt x="986290" y="79612"/>
                </a:cubicBezTo>
                <a:cubicBezTo>
                  <a:pt x="984507" y="81528"/>
                  <a:pt x="983020" y="82486"/>
                  <a:pt x="981830" y="82486"/>
                </a:cubicBezTo>
                <a:cubicBezTo>
                  <a:pt x="981036" y="82486"/>
                  <a:pt x="980275" y="82222"/>
                  <a:pt x="979549" y="81694"/>
                </a:cubicBezTo>
                <a:cubicBezTo>
                  <a:pt x="978823" y="81163"/>
                  <a:pt x="977997" y="80600"/>
                  <a:pt x="977072" y="80005"/>
                </a:cubicBezTo>
                <a:cubicBezTo>
                  <a:pt x="976146" y="79411"/>
                  <a:pt x="975088" y="78849"/>
                  <a:pt x="973898" y="78320"/>
                </a:cubicBezTo>
                <a:cubicBezTo>
                  <a:pt x="972708" y="77792"/>
                  <a:pt x="971387" y="77528"/>
                  <a:pt x="969935" y="77528"/>
                </a:cubicBezTo>
                <a:cubicBezTo>
                  <a:pt x="968481" y="77528"/>
                  <a:pt x="967059" y="77859"/>
                  <a:pt x="965669" y="78520"/>
                </a:cubicBezTo>
                <a:cubicBezTo>
                  <a:pt x="964282" y="79180"/>
                  <a:pt x="963026" y="80072"/>
                  <a:pt x="961903" y="81197"/>
                </a:cubicBezTo>
                <a:cubicBezTo>
                  <a:pt x="960780" y="82321"/>
                  <a:pt x="959887" y="83610"/>
                  <a:pt x="959226" y="85064"/>
                </a:cubicBezTo>
                <a:cubicBezTo>
                  <a:pt x="958566" y="86516"/>
                  <a:pt x="958236" y="88035"/>
                  <a:pt x="958236" y="89623"/>
                </a:cubicBezTo>
                <a:lnTo>
                  <a:pt x="958236" y="151876"/>
                </a:lnTo>
                <a:cubicBezTo>
                  <a:pt x="958236" y="153066"/>
                  <a:pt x="957311" y="154157"/>
                  <a:pt x="955459" y="155149"/>
                </a:cubicBezTo>
                <a:cubicBezTo>
                  <a:pt x="953610" y="156140"/>
                  <a:pt x="949645" y="156635"/>
                  <a:pt x="943564" y="156635"/>
                </a:cubicBezTo>
                <a:close/>
                <a:moveTo>
                  <a:pt x="1100785" y="158616"/>
                </a:moveTo>
                <a:cubicBezTo>
                  <a:pt x="1093384" y="158616"/>
                  <a:pt x="1087667" y="156535"/>
                  <a:pt x="1083635" y="152372"/>
                </a:cubicBezTo>
                <a:cubicBezTo>
                  <a:pt x="1079606" y="148209"/>
                  <a:pt x="1077591" y="142427"/>
                  <a:pt x="1077591" y="135025"/>
                </a:cubicBezTo>
                <a:lnTo>
                  <a:pt x="1077591" y="89819"/>
                </a:lnTo>
                <a:cubicBezTo>
                  <a:pt x="1077591" y="85062"/>
                  <a:pt x="1076401" y="81559"/>
                  <a:pt x="1074021" y="79313"/>
                </a:cubicBezTo>
                <a:cubicBezTo>
                  <a:pt x="1071641" y="77066"/>
                  <a:pt x="1068271" y="75943"/>
                  <a:pt x="1063911" y="75943"/>
                </a:cubicBezTo>
                <a:cubicBezTo>
                  <a:pt x="1061531" y="75943"/>
                  <a:pt x="1059184" y="76439"/>
                  <a:pt x="1056871" y="77431"/>
                </a:cubicBezTo>
                <a:cubicBezTo>
                  <a:pt x="1054558" y="78421"/>
                  <a:pt x="1052443" y="79643"/>
                  <a:pt x="1050527" y="81098"/>
                </a:cubicBezTo>
                <a:cubicBezTo>
                  <a:pt x="1048611" y="82552"/>
                  <a:pt x="1047058" y="84072"/>
                  <a:pt x="1045868" y="85660"/>
                </a:cubicBezTo>
                <a:cubicBezTo>
                  <a:pt x="1044678" y="87245"/>
                  <a:pt x="1044083" y="88631"/>
                  <a:pt x="1044083" y="89819"/>
                </a:cubicBezTo>
                <a:lnTo>
                  <a:pt x="1044083" y="151876"/>
                </a:lnTo>
                <a:cubicBezTo>
                  <a:pt x="1044083" y="153066"/>
                  <a:pt x="1043157" y="154157"/>
                  <a:pt x="1041306" y="155149"/>
                </a:cubicBezTo>
                <a:cubicBezTo>
                  <a:pt x="1039457" y="156140"/>
                  <a:pt x="1035492" y="156635"/>
                  <a:pt x="1029411" y="156635"/>
                </a:cubicBezTo>
                <a:cubicBezTo>
                  <a:pt x="1023463" y="156635"/>
                  <a:pt x="1019531" y="156140"/>
                  <a:pt x="1017615" y="155149"/>
                </a:cubicBezTo>
                <a:cubicBezTo>
                  <a:pt x="1015699" y="154157"/>
                  <a:pt x="1014741" y="153066"/>
                  <a:pt x="1014741" y="151876"/>
                </a:cubicBezTo>
                <a:lnTo>
                  <a:pt x="1014741" y="82486"/>
                </a:lnTo>
                <a:cubicBezTo>
                  <a:pt x="1014741" y="80371"/>
                  <a:pt x="1014444" y="78553"/>
                  <a:pt x="1013849" y="77035"/>
                </a:cubicBezTo>
                <a:cubicBezTo>
                  <a:pt x="1013254" y="75514"/>
                  <a:pt x="1012626" y="74225"/>
                  <a:pt x="1011964" y="73168"/>
                </a:cubicBezTo>
                <a:cubicBezTo>
                  <a:pt x="1011303" y="72110"/>
                  <a:pt x="1010674" y="71151"/>
                  <a:pt x="1010080" y="70291"/>
                </a:cubicBezTo>
                <a:cubicBezTo>
                  <a:pt x="1009487" y="69432"/>
                  <a:pt x="1009190" y="68606"/>
                  <a:pt x="1009190" y="67814"/>
                </a:cubicBezTo>
                <a:cubicBezTo>
                  <a:pt x="1009190" y="66624"/>
                  <a:pt x="1010082" y="65236"/>
                  <a:pt x="1011864" y="63651"/>
                </a:cubicBezTo>
                <a:cubicBezTo>
                  <a:pt x="1013649" y="62064"/>
                  <a:pt x="1015764" y="60511"/>
                  <a:pt x="1018208" y="58992"/>
                </a:cubicBezTo>
                <a:cubicBezTo>
                  <a:pt x="1020655" y="57471"/>
                  <a:pt x="1023133" y="56183"/>
                  <a:pt x="1025644" y="55126"/>
                </a:cubicBezTo>
                <a:cubicBezTo>
                  <a:pt x="1028155" y="54067"/>
                  <a:pt x="1030204" y="53538"/>
                  <a:pt x="1031792" y="53538"/>
                </a:cubicBezTo>
                <a:cubicBezTo>
                  <a:pt x="1033377" y="53538"/>
                  <a:pt x="1034764" y="53902"/>
                  <a:pt x="1035954" y="54630"/>
                </a:cubicBezTo>
                <a:cubicBezTo>
                  <a:pt x="1037144" y="55356"/>
                  <a:pt x="1038201" y="56314"/>
                  <a:pt x="1039125" y="57504"/>
                </a:cubicBezTo>
                <a:cubicBezTo>
                  <a:pt x="1040051" y="58694"/>
                  <a:pt x="1040844" y="59982"/>
                  <a:pt x="1041506" y="61370"/>
                </a:cubicBezTo>
                <a:cubicBezTo>
                  <a:pt x="1042167" y="62758"/>
                  <a:pt x="1042762" y="64112"/>
                  <a:pt x="1043291" y="65433"/>
                </a:cubicBezTo>
                <a:cubicBezTo>
                  <a:pt x="1044876" y="64112"/>
                  <a:pt x="1046891" y="62758"/>
                  <a:pt x="1049335" y="61370"/>
                </a:cubicBezTo>
                <a:cubicBezTo>
                  <a:pt x="1051781" y="59982"/>
                  <a:pt x="1054459" y="58694"/>
                  <a:pt x="1057367" y="57504"/>
                </a:cubicBezTo>
                <a:cubicBezTo>
                  <a:pt x="1060275" y="56314"/>
                  <a:pt x="1063414" y="55356"/>
                  <a:pt x="1066785" y="54630"/>
                </a:cubicBezTo>
                <a:cubicBezTo>
                  <a:pt x="1070155" y="53902"/>
                  <a:pt x="1073558" y="53538"/>
                  <a:pt x="1076995" y="53538"/>
                </a:cubicBezTo>
                <a:cubicBezTo>
                  <a:pt x="1081357" y="53538"/>
                  <a:pt x="1085356" y="54166"/>
                  <a:pt x="1088990" y="55422"/>
                </a:cubicBezTo>
                <a:cubicBezTo>
                  <a:pt x="1092624" y="56677"/>
                  <a:pt x="1095763" y="58461"/>
                  <a:pt x="1098407" y="60774"/>
                </a:cubicBezTo>
                <a:cubicBezTo>
                  <a:pt x="1101051" y="63087"/>
                  <a:pt x="1103133" y="65897"/>
                  <a:pt x="1104652" y="69202"/>
                </a:cubicBezTo>
                <a:cubicBezTo>
                  <a:pt x="1106172" y="72506"/>
                  <a:pt x="1106933" y="76272"/>
                  <a:pt x="1106933" y="80502"/>
                </a:cubicBezTo>
                <a:lnTo>
                  <a:pt x="1106933" y="129474"/>
                </a:lnTo>
                <a:cubicBezTo>
                  <a:pt x="1106933" y="132514"/>
                  <a:pt x="1107626" y="134695"/>
                  <a:pt x="1109014" y="136018"/>
                </a:cubicBezTo>
                <a:cubicBezTo>
                  <a:pt x="1110401" y="137339"/>
                  <a:pt x="1112219" y="137999"/>
                  <a:pt x="1114465" y="137999"/>
                </a:cubicBezTo>
                <a:lnTo>
                  <a:pt x="1118628" y="137999"/>
                </a:lnTo>
                <a:cubicBezTo>
                  <a:pt x="1120480" y="137999"/>
                  <a:pt x="1121405" y="138858"/>
                  <a:pt x="1121405" y="140577"/>
                </a:cubicBezTo>
                <a:cubicBezTo>
                  <a:pt x="1121405" y="141765"/>
                  <a:pt x="1120777" y="143350"/>
                  <a:pt x="1119521" y="145332"/>
                </a:cubicBezTo>
                <a:cubicBezTo>
                  <a:pt x="1118266" y="147315"/>
                  <a:pt x="1116648" y="149299"/>
                  <a:pt x="1114665" y="151283"/>
                </a:cubicBezTo>
                <a:cubicBezTo>
                  <a:pt x="1112683" y="153266"/>
                  <a:pt x="1110468" y="154984"/>
                  <a:pt x="1108022" y="156438"/>
                </a:cubicBezTo>
                <a:cubicBezTo>
                  <a:pt x="1105577" y="157890"/>
                  <a:pt x="1103165" y="158616"/>
                  <a:pt x="1100785" y="158616"/>
                </a:cubicBezTo>
                <a:close/>
                <a:moveTo>
                  <a:pt x="1205457" y="79909"/>
                </a:moveTo>
                <a:cubicBezTo>
                  <a:pt x="1206514" y="79909"/>
                  <a:pt x="1207472" y="80768"/>
                  <a:pt x="1208331" y="82486"/>
                </a:cubicBezTo>
                <a:cubicBezTo>
                  <a:pt x="1209190" y="84205"/>
                  <a:pt x="1209620" y="87575"/>
                  <a:pt x="1209620" y="92597"/>
                </a:cubicBezTo>
                <a:cubicBezTo>
                  <a:pt x="1209620" y="97752"/>
                  <a:pt x="1209190" y="101123"/>
                  <a:pt x="1208331" y="102710"/>
                </a:cubicBezTo>
                <a:cubicBezTo>
                  <a:pt x="1207472" y="104295"/>
                  <a:pt x="1206514" y="105088"/>
                  <a:pt x="1205457" y="105088"/>
                </a:cubicBezTo>
                <a:lnTo>
                  <a:pt x="1138445" y="105088"/>
                </a:lnTo>
                <a:cubicBezTo>
                  <a:pt x="1137388" y="105088"/>
                  <a:pt x="1136430" y="104262"/>
                  <a:pt x="1135571" y="102610"/>
                </a:cubicBezTo>
                <a:cubicBezTo>
                  <a:pt x="1134712" y="100956"/>
                  <a:pt x="1134282" y="97618"/>
                  <a:pt x="1134282" y="92597"/>
                </a:cubicBezTo>
                <a:cubicBezTo>
                  <a:pt x="1134282" y="87575"/>
                  <a:pt x="1134712" y="84205"/>
                  <a:pt x="1135571" y="82486"/>
                </a:cubicBezTo>
                <a:cubicBezTo>
                  <a:pt x="1136430" y="80768"/>
                  <a:pt x="1137388" y="79909"/>
                  <a:pt x="1138445" y="79909"/>
                </a:cubicBezTo>
                <a:lnTo>
                  <a:pt x="1205457" y="79909"/>
                </a:lnTo>
                <a:close/>
                <a:moveTo>
                  <a:pt x="1307529" y="158616"/>
                </a:moveTo>
                <a:cubicBezTo>
                  <a:pt x="1304621" y="158616"/>
                  <a:pt x="1302010" y="158088"/>
                  <a:pt x="1299697" y="157031"/>
                </a:cubicBezTo>
                <a:cubicBezTo>
                  <a:pt x="1297385" y="155974"/>
                  <a:pt x="1295371" y="154784"/>
                  <a:pt x="1293652" y="153461"/>
                </a:cubicBezTo>
                <a:cubicBezTo>
                  <a:pt x="1291670" y="152009"/>
                  <a:pt x="1289951" y="150357"/>
                  <a:pt x="1288497" y="148506"/>
                </a:cubicBezTo>
                <a:cubicBezTo>
                  <a:pt x="1284796" y="151150"/>
                  <a:pt x="1280501" y="153497"/>
                  <a:pt x="1275610" y="155546"/>
                </a:cubicBezTo>
                <a:cubicBezTo>
                  <a:pt x="1270719" y="157593"/>
                  <a:pt x="1264903" y="158616"/>
                  <a:pt x="1258163" y="158616"/>
                </a:cubicBezTo>
                <a:cubicBezTo>
                  <a:pt x="1253403" y="158616"/>
                  <a:pt x="1249008" y="157956"/>
                  <a:pt x="1244976" y="156635"/>
                </a:cubicBezTo>
                <a:cubicBezTo>
                  <a:pt x="1240947" y="155314"/>
                  <a:pt x="1237444" y="153431"/>
                  <a:pt x="1234469" y="150987"/>
                </a:cubicBezTo>
                <a:cubicBezTo>
                  <a:pt x="1231497" y="148540"/>
                  <a:pt x="1229183" y="145500"/>
                  <a:pt x="1227530" y="141866"/>
                </a:cubicBezTo>
                <a:cubicBezTo>
                  <a:pt x="1225878" y="138229"/>
                  <a:pt x="1225052" y="134099"/>
                  <a:pt x="1225052" y="129474"/>
                </a:cubicBezTo>
                <a:cubicBezTo>
                  <a:pt x="1225052" y="123658"/>
                  <a:pt x="1226010" y="118734"/>
                  <a:pt x="1227926" y="114702"/>
                </a:cubicBezTo>
                <a:cubicBezTo>
                  <a:pt x="1229844" y="110670"/>
                  <a:pt x="1232686" y="107234"/>
                  <a:pt x="1236451" y="104392"/>
                </a:cubicBezTo>
                <a:cubicBezTo>
                  <a:pt x="1240218" y="101550"/>
                  <a:pt x="1244877" y="99138"/>
                  <a:pt x="1250428" y="97156"/>
                </a:cubicBezTo>
                <a:cubicBezTo>
                  <a:pt x="1255980" y="95173"/>
                  <a:pt x="1262325" y="93323"/>
                  <a:pt x="1269462" y="91604"/>
                </a:cubicBezTo>
                <a:cubicBezTo>
                  <a:pt x="1274222" y="90547"/>
                  <a:pt x="1277791" y="89491"/>
                  <a:pt x="1280169" y="88434"/>
                </a:cubicBezTo>
                <a:cubicBezTo>
                  <a:pt x="1282549" y="87375"/>
                  <a:pt x="1283739" y="86118"/>
                  <a:pt x="1283739" y="84664"/>
                </a:cubicBezTo>
                <a:cubicBezTo>
                  <a:pt x="1283739" y="81758"/>
                  <a:pt x="1282417" y="79413"/>
                  <a:pt x="1279772" y="77628"/>
                </a:cubicBezTo>
                <a:cubicBezTo>
                  <a:pt x="1277128" y="75843"/>
                  <a:pt x="1273031" y="74950"/>
                  <a:pt x="1267481" y="74950"/>
                </a:cubicBezTo>
                <a:cubicBezTo>
                  <a:pt x="1263647" y="74950"/>
                  <a:pt x="1260012" y="75413"/>
                  <a:pt x="1256575" y="76339"/>
                </a:cubicBezTo>
                <a:cubicBezTo>
                  <a:pt x="1253140" y="77265"/>
                  <a:pt x="1250068" y="78322"/>
                  <a:pt x="1247357" y="79512"/>
                </a:cubicBezTo>
                <a:cubicBezTo>
                  <a:pt x="1244648" y="80700"/>
                  <a:pt x="1242368" y="81757"/>
                  <a:pt x="1240517" y="82683"/>
                </a:cubicBezTo>
                <a:cubicBezTo>
                  <a:pt x="1238668" y="83609"/>
                  <a:pt x="1237345" y="84071"/>
                  <a:pt x="1236551" y="84071"/>
                </a:cubicBezTo>
                <a:cubicBezTo>
                  <a:pt x="1234833" y="84071"/>
                  <a:pt x="1233973" y="83080"/>
                  <a:pt x="1233973" y="81098"/>
                </a:cubicBezTo>
                <a:cubicBezTo>
                  <a:pt x="1233973" y="79510"/>
                  <a:pt x="1234304" y="77197"/>
                  <a:pt x="1234966" y="74158"/>
                </a:cubicBezTo>
                <a:cubicBezTo>
                  <a:pt x="1235627" y="71118"/>
                  <a:pt x="1236685" y="67946"/>
                  <a:pt x="1238139" y="64640"/>
                </a:cubicBezTo>
                <a:cubicBezTo>
                  <a:pt x="1238668" y="63583"/>
                  <a:pt x="1239890" y="62395"/>
                  <a:pt x="1241806" y="61074"/>
                </a:cubicBezTo>
                <a:cubicBezTo>
                  <a:pt x="1243722" y="59750"/>
                  <a:pt x="1246166" y="58527"/>
                  <a:pt x="1249139" y="57404"/>
                </a:cubicBezTo>
                <a:cubicBezTo>
                  <a:pt x="1252114" y="56281"/>
                  <a:pt x="1255517" y="55356"/>
                  <a:pt x="1259349" y="54630"/>
                </a:cubicBezTo>
                <a:cubicBezTo>
                  <a:pt x="1263183" y="53902"/>
                  <a:pt x="1267281" y="53538"/>
                  <a:pt x="1271644" y="53538"/>
                </a:cubicBezTo>
                <a:cubicBezTo>
                  <a:pt x="1286844" y="53538"/>
                  <a:pt x="1297616" y="56842"/>
                  <a:pt x="1303959" y="63451"/>
                </a:cubicBezTo>
                <a:cubicBezTo>
                  <a:pt x="1310304" y="70061"/>
                  <a:pt x="1313477" y="80040"/>
                  <a:pt x="1313477" y="93389"/>
                </a:cubicBezTo>
                <a:lnTo>
                  <a:pt x="1313477" y="129474"/>
                </a:lnTo>
                <a:cubicBezTo>
                  <a:pt x="1313477" y="132514"/>
                  <a:pt x="1314170" y="134695"/>
                  <a:pt x="1315558" y="136018"/>
                </a:cubicBezTo>
                <a:cubicBezTo>
                  <a:pt x="1316948" y="137339"/>
                  <a:pt x="1318831" y="137999"/>
                  <a:pt x="1321209" y="137999"/>
                </a:cubicBezTo>
                <a:lnTo>
                  <a:pt x="1325175" y="137999"/>
                </a:lnTo>
                <a:cubicBezTo>
                  <a:pt x="1327025" y="137999"/>
                  <a:pt x="1327949" y="138858"/>
                  <a:pt x="1327949" y="140577"/>
                </a:cubicBezTo>
                <a:cubicBezTo>
                  <a:pt x="1327949" y="141765"/>
                  <a:pt x="1327321" y="143383"/>
                  <a:pt x="1326065" y="145432"/>
                </a:cubicBezTo>
                <a:cubicBezTo>
                  <a:pt x="1324810" y="147481"/>
                  <a:pt x="1323225" y="149465"/>
                  <a:pt x="1321309" y="151383"/>
                </a:cubicBezTo>
                <a:cubicBezTo>
                  <a:pt x="1319393" y="153299"/>
                  <a:pt x="1317212" y="154984"/>
                  <a:pt x="1314765" y="156438"/>
                </a:cubicBezTo>
                <a:cubicBezTo>
                  <a:pt x="1312321" y="157890"/>
                  <a:pt x="1309909" y="158616"/>
                  <a:pt x="1307529" y="158616"/>
                </a:cubicBezTo>
                <a:moveTo>
                  <a:pt x="1253601" y="125705"/>
                </a:moveTo>
                <a:cubicBezTo>
                  <a:pt x="1253601" y="129936"/>
                  <a:pt x="1255055" y="133142"/>
                  <a:pt x="1257963" y="135322"/>
                </a:cubicBezTo>
                <a:cubicBezTo>
                  <a:pt x="1260872" y="137502"/>
                  <a:pt x="1264639" y="138592"/>
                  <a:pt x="1269266" y="138592"/>
                </a:cubicBezTo>
                <a:cubicBezTo>
                  <a:pt x="1273626" y="138592"/>
                  <a:pt x="1277194" y="137535"/>
                  <a:pt x="1279969" y="135422"/>
                </a:cubicBezTo>
                <a:cubicBezTo>
                  <a:pt x="1282746" y="133306"/>
                  <a:pt x="1284135" y="131324"/>
                  <a:pt x="1284135" y="129474"/>
                </a:cubicBezTo>
                <a:lnTo>
                  <a:pt x="1284135" y="108258"/>
                </a:lnTo>
                <a:cubicBezTo>
                  <a:pt x="1284135" y="106804"/>
                  <a:pt x="1283408" y="106077"/>
                  <a:pt x="1281954" y="106077"/>
                </a:cubicBezTo>
                <a:cubicBezTo>
                  <a:pt x="1279045" y="106077"/>
                  <a:pt x="1275411" y="107068"/>
                  <a:pt x="1271051" y="109051"/>
                </a:cubicBezTo>
                <a:cubicBezTo>
                  <a:pt x="1268935" y="109845"/>
                  <a:pt x="1266853" y="110706"/>
                  <a:pt x="1264804" y="111631"/>
                </a:cubicBezTo>
                <a:cubicBezTo>
                  <a:pt x="1262754" y="112555"/>
                  <a:pt x="1260904" y="113678"/>
                  <a:pt x="1259252" y="115001"/>
                </a:cubicBezTo>
                <a:cubicBezTo>
                  <a:pt x="1257600" y="116322"/>
                  <a:pt x="1256245" y="117875"/>
                  <a:pt x="1255186" y="119660"/>
                </a:cubicBezTo>
                <a:cubicBezTo>
                  <a:pt x="1254130" y="121443"/>
                  <a:pt x="1253601" y="123458"/>
                  <a:pt x="1253601" y="125705"/>
                </a:cubicBezTo>
                <a:close/>
                <a:moveTo>
                  <a:pt x="1378902" y="158616"/>
                </a:moveTo>
                <a:cubicBezTo>
                  <a:pt x="1367669" y="158616"/>
                  <a:pt x="1358714" y="155445"/>
                  <a:pt x="1352038" y="149102"/>
                </a:cubicBezTo>
                <a:cubicBezTo>
                  <a:pt x="1345364" y="142757"/>
                  <a:pt x="1342028" y="133373"/>
                  <a:pt x="1342028" y="120949"/>
                </a:cubicBezTo>
                <a:lnTo>
                  <a:pt x="1342028" y="60281"/>
                </a:lnTo>
                <a:cubicBezTo>
                  <a:pt x="1342028" y="58958"/>
                  <a:pt x="1342986" y="57835"/>
                  <a:pt x="1344902" y="56911"/>
                </a:cubicBezTo>
                <a:cubicBezTo>
                  <a:pt x="1346818" y="55985"/>
                  <a:pt x="1350749" y="55522"/>
                  <a:pt x="1356697" y="55522"/>
                </a:cubicBezTo>
                <a:cubicBezTo>
                  <a:pt x="1362778" y="55522"/>
                  <a:pt x="1366743" y="55985"/>
                  <a:pt x="1368592" y="56911"/>
                </a:cubicBezTo>
                <a:cubicBezTo>
                  <a:pt x="1370444" y="57835"/>
                  <a:pt x="1371369" y="58958"/>
                  <a:pt x="1371369" y="60281"/>
                </a:cubicBezTo>
                <a:lnTo>
                  <a:pt x="1371369" y="115398"/>
                </a:lnTo>
                <a:cubicBezTo>
                  <a:pt x="1371369" y="122666"/>
                  <a:pt x="1372757" y="127821"/>
                  <a:pt x="1375532" y="130863"/>
                </a:cubicBezTo>
                <a:cubicBezTo>
                  <a:pt x="1378309" y="133902"/>
                  <a:pt x="1382077" y="135422"/>
                  <a:pt x="1386834" y="135422"/>
                </a:cubicBezTo>
                <a:cubicBezTo>
                  <a:pt x="1391328" y="135422"/>
                  <a:pt x="1395094" y="134001"/>
                  <a:pt x="1398134" y="131159"/>
                </a:cubicBezTo>
                <a:cubicBezTo>
                  <a:pt x="1401175" y="128318"/>
                  <a:pt x="1402696" y="124649"/>
                  <a:pt x="1402696" y="120153"/>
                </a:cubicBezTo>
                <a:lnTo>
                  <a:pt x="1402696" y="60281"/>
                </a:lnTo>
                <a:cubicBezTo>
                  <a:pt x="1402696" y="58958"/>
                  <a:pt x="1403654" y="57835"/>
                  <a:pt x="1405570" y="56911"/>
                </a:cubicBezTo>
                <a:cubicBezTo>
                  <a:pt x="1407486" y="55985"/>
                  <a:pt x="1411418" y="55522"/>
                  <a:pt x="1417365" y="55522"/>
                </a:cubicBezTo>
                <a:cubicBezTo>
                  <a:pt x="1423446" y="55522"/>
                  <a:pt x="1427411" y="55985"/>
                  <a:pt x="1429260" y="56911"/>
                </a:cubicBezTo>
                <a:cubicBezTo>
                  <a:pt x="1431112" y="57835"/>
                  <a:pt x="1432038" y="58958"/>
                  <a:pt x="1432038" y="60281"/>
                </a:cubicBezTo>
                <a:lnTo>
                  <a:pt x="1432038" y="120353"/>
                </a:lnTo>
                <a:cubicBezTo>
                  <a:pt x="1432038" y="124980"/>
                  <a:pt x="1433293" y="128648"/>
                  <a:pt x="1435804" y="131359"/>
                </a:cubicBezTo>
                <a:cubicBezTo>
                  <a:pt x="1438317" y="134067"/>
                  <a:pt x="1441688" y="135422"/>
                  <a:pt x="1445917" y="135422"/>
                </a:cubicBezTo>
                <a:cubicBezTo>
                  <a:pt x="1452393" y="135422"/>
                  <a:pt x="1457218" y="132249"/>
                  <a:pt x="1460390" y="125904"/>
                </a:cubicBezTo>
                <a:cubicBezTo>
                  <a:pt x="1463563" y="119559"/>
                  <a:pt x="1465149" y="110638"/>
                  <a:pt x="1465149" y="99140"/>
                </a:cubicBezTo>
                <a:cubicBezTo>
                  <a:pt x="1465149" y="93190"/>
                  <a:pt x="1464719" y="88035"/>
                  <a:pt x="1463860" y="83675"/>
                </a:cubicBezTo>
                <a:cubicBezTo>
                  <a:pt x="1463001" y="79313"/>
                  <a:pt x="1462075" y="75579"/>
                  <a:pt x="1461083" y="72473"/>
                </a:cubicBezTo>
                <a:cubicBezTo>
                  <a:pt x="1460093" y="69367"/>
                  <a:pt x="1459168" y="66822"/>
                  <a:pt x="1458309" y="64840"/>
                </a:cubicBezTo>
                <a:cubicBezTo>
                  <a:pt x="1457450" y="62857"/>
                  <a:pt x="1457020" y="61403"/>
                  <a:pt x="1457020" y="60478"/>
                </a:cubicBezTo>
                <a:cubicBezTo>
                  <a:pt x="1457020" y="59023"/>
                  <a:pt x="1458077" y="57835"/>
                  <a:pt x="1460190" y="56911"/>
                </a:cubicBezTo>
                <a:cubicBezTo>
                  <a:pt x="1462306" y="55985"/>
                  <a:pt x="1465148" y="55522"/>
                  <a:pt x="1468716" y="55522"/>
                </a:cubicBezTo>
                <a:cubicBezTo>
                  <a:pt x="1474532" y="55522"/>
                  <a:pt x="1479092" y="56415"/>
                  <a:pt x="1482396" y="58200"/>
                </a:cubicBezTo>
                <a:cubicBezTo>
                  <a:pt x="1485701" y="59982"/>
                  <a:pt x="1487949" y="62261"/>
                  <a:pt x="1489139" y="65037"/>
                </a:cubicBezTo>
                <a:cubicBezTo>
                  <a:pt x="1492971" y="74421"/>
                  <a:pt x="1494887" y="84995"/>
                  <a:pt x="1494887" y="96759"/>
                </a:cubicBezTo>
                <a:cubicBezTo>
                  <a:pt x="1494887" y="105218"/>
                  <a:pt x="1493730" y="113215"/>
                  <a:pt x="1491417" y="120749"/>
                </a:cubicBezTo>
                <a:cubicBezTo>
                  <a:pt x="1489104" y="128284"/>
                  <a:pt x="1485766" y="134860"/>
                  <a:pt x="1481403" y="140477"/>
                </a:cubicBezTo>
                <a:cubicBezTo>
                  <a:pt x="1477043" y="146094"/>
                  <a:pt x="1471657" y="150522"/>
                  <a:pt x="1465246" y="153761"/>
                </a:cubicBezTo>
                <a:cubicBezTo>
                  <a:pt x="1458836" y="156998"/>
                  <a:pt x="1451468" y="158616"/>
                  <a:pt x="1443140" y="158616"/>
                </a:cubicBezTo>
                <a:cubicBezTo>
                  <a:pt x="1437854" y="158616"/>
                  <a:pt x="1433195" y="157956"/>
                  <a:pt x="1429164" y="156635"/>
                </a:cubicBezTo>
                <a:cubicBezTo>
                  <a:pt x="1425132" y="155314"/>
                  <a:pt x="1421794" y="153794"/>
                  <a:pt x="1419150" y="152076"/>
                </a:cubicBezTo>
                <a:cubicBezTo>
                  <a:pt x="1415978" y="150224"/>
                  <a:pt x="1413202" y="148110"/>
                  <a:pt x="1410825" y="145732"/>
                </a:cubicBezTo>
                <a:cubicBezTo>
                  <a:pt x="1410296" y="146260"/>
                  <a:pt x="1409205" y="147218"/>
                  <a:pt x="1407551" y="148606"/>
                </a:cubicBezTo>
                <a:cubicBezTo>
                  <a:pt x="1405899" y="149993"/>
                  <a:pt x="1403718" y="151414"/>
                  <a:pt x="1401008" y="152868"/>
                </a:cubicBezTo>
                <a:cubicBezTo>
                  <a:pt x="1398299" y="154322"/>
                  <a:pt x="1395094" y="155644"/>
                  <a:pt x="1391393" y="156831"/>
                </a:cubicBezTo>
                <a:cubicBezTo>
                  <a:pt x="1387693" y="158021"/>
                  <a:pt x="1383529" y="158616"/>
                  <a:pt x="1378902" y="158616"/>
                </a:cubicBezTo>
                <a:close/>
                <a:moveTo>
                  <a:pt x="1589457" y="158616"/>
                </a:moveTo>
                <a:cubicBezTo>
                  <a:pt x="1586548" y="158616"/>
                  <a:pt x="1583937" y="158088"/>
                  <a:pt x="1581624" y="157031"/>
                </a:cubicBezTo>
                <a:cubicBezTo>
                  <a:pt x="1579313" y="155974"/>
                  <a:pt x="1577298" y="154784"/>
                  <a:pt x="1575580" y="153461"/>
                </a:cubicBezTo>
                <a:cubicBezTo>
                  <a:pt x="1573597" y="152009"/>
                  <a:pt x="1571879" y="150357"/>
                  <a:pt x="1570425" y="148506"/>
                </a:cubicBezTo>
                <a:cubicBezTo>
                  <a:pt x="1566724" y="151150"/>
                  <a:pt x="1562428" y="153497"/>
                  <a:pt x="1557537" y="155546"/>
                </a:cubicBezTo>
                <a:cubicBezTo>
                  <a:pt x="1552646" y="157593"/>
                  <a:pt x="1546831" y="158616"/>
                  <a:pt x="1540091" y="158616"/>
                </a:cubicBezTo>
                <a:cubicBezTo>
                  <a:pt x="1535331" y="158616"/>
                  <a:pt x="1530935" y="157956"/>
                  <a:pt x="1526904" y="156635"/>
                </a:cubicBezTo>
                <a:cubicBezTo>
                  <a:pt x="1522874" y="155314"/>
                  <a:pt x="1519372" y="153431"/>
                  <a:pt x="1516397" y="150987"/>
                </a:cubicBezTo>
                <a:cubicBezTo>
                  <a:pt x="1513424" y="148540"/>
                  <a:pt x="1511111" y="145500"/>
                  <a:pt x="1509457" y="141866"/>
                </a:cubicBezTo>
                <a:cubicBezTo>
                  <a:pt x="1507805" y="138229"/>
                  <a:pt x="1506979" y="134099"/>
                  <a:pt x="1506979" y="129474"/>
                </a:cubicBezTo>
                <a:cubicBezTo>
                  <a:pt x="1506979" y="123658"/>
                  <a:pt x="1507937" y="118734"/>
                  <a:pt x="1509853" y="114702"/>
                </a:cubicBezTo>
                <a:cubicBezTo>
                  <a:pt x="1511771" y="110670"/>
                  <a:pt x="1514613" y="107234"/>
                  <a:pt x="1518379" y="104392"/>
                </a:cubicBezTo>
                <a:cubicBezTo>
                  <a:pt x="1522146" y="101550"/>
                  <a:pt x="1526805" y="99138"/>
                  <a:pt x="1532355" y="97156"/>
                </a:cubicBezTo>
                <a:cubicBezTo>
                  <a:pt x="1537907" y="95173"/>
                  <a:pt x="1544252" y="93323"/>
                  <a:pt x="1551390" y="91604"/>
                </a:cubicBezTo>
                <a:cubicBezTo>
                  <a:pt x="1556150" y="90547"/>
                  <a:pt x="1559718" y="89491"/>
                  <a:pt x="1562096" y="88434"/>
                </a:cubicBezTo>
                <a:cubicBezTo>
                  <a:pt x="1564476" y="87375"/>
                  <a:pt x="1565666" y="86118"/>
                  <a:pt x="1565666" y="84664"/>
                </a:cubicBezTo>
                <a:cubicBezTo>
                  <a:pt x="1565666" y="81758"/>
                  <a:pt x="1564344" y="79413"/>
                  <a:pt x="1561700" y="77628"/>
                </a:cubicBezTo>
                <a:cubicBezTo>
                  <a:pt x="1559056" y="75843"/>
                  <a:pt x="1554959" y="74950"/>
                  <a:pt x="1549408" y="74950"/>
                </a:cubicBezTo>
                <a:cubicBezTo>
                  <a:pt x="1545574" y="74950"/>
                  <a:pt x="1541939" y="75413"/>
                  <a:pt x="1538502" y="76339"/>
                </a:cubicBezTo>
                <a:cubicBezTo>
                  <a:pt x="1535068" y="77265"/>
                  <a:pt x="1531995" y="78322"/>
                  <a:pt x="1529285" y="79512"/>
                </a:cubicBezTo>
                <a:cubicBezTo>
                  <a:pt x="1526576" y="80700"/>
                  <a:pt x="1524296" y="81757"/>
                  <a:pt x="1522444" y="82683"/>
                </a:cubicBezTo>
                <a:cubicBezTo>
                  <a:pt x="1520595" y="83609"/>
                  <a:pt x="1519273" y="84071"/>
                  <a:pt x="1518478" y="84071"/>
                </a:cubicBezTo>
                <a:cubicBezTo>
                  <a:pt x="1516760" y="84071"/>
                  <a:pt x="1515901" y="83080"/>
                  <a:pt x="1515901" y="81098"/>
                </a:cubicBezTo>
                <a:cubicBezTo>
                  <a:pt x="1515901" y="79510"/>
                  <a:pt x="1516232" y="77197"/>
                  <a:pt x="1516893" y="74158"/>
                </a:cubicBezTo>
                <a:cubicBezTo>
                  <a:pt x="1517555" y="71118"/>
                  <a:pt x="1518612" y="67946"/>
                  <a:pt x="1520067" y="64640"/>
                </a:cubicBezTo>
                <a:cubicBezTo>
                  <a:pt x="1520595" y="63583"/>
                  <a:pt x="1521817" y="62395"/>
                  <a:pt x="1523733" y="61074"/>
                </a:cubicBezTo>
                <a:cubicBezTo>
                  <a:pt x="1525649" y="59750"/>
                  <a:pt x="1528094" y="58527"/>
                  <a:pt x="1531066" y="57404"/>
                </a:cubicBezTo>
                <a:cubicBezTo>
                  <a:pt x="1534041" y="56281"/>
                  <a:pt x="1537445" y="55356"/>
                  <a:pt x="1541277" y="54630"/>
                </a:cubicBezTo>
                <a:cubicBezTo>
                  <a:pt x="1545111" y="53902"/>
                  <a:pt x="1549209" y="53538"/>
                  <a:pt x="1553571" y="53538"/>
                </a:cubicBezTo>
                <a:cubicBezTo>
                  <a:pt x="1568772" y="53538"/>
                  <a:pt x="1579544" y="56842"/>
                  <a:pt x="1585887" y="63451"/>
                </a:cubicBezTo>
                <a:cubicBezTo>
                  <a:pt x="1592232" y="70061"/>
                  <a:pt x="1595404" y="80040"/>
                  <a:pt x="1595404" y="93389"/>
                </a:cubicBezTo>
                <a:lnTo>
                  <a:pt x="1595404" y="129474"/>
                </a:lnTo>
                <a:cubicBezTo>
                  <a:pt x="1595404" y="132514"/>
                  <a:pt x="1596098" y="134695"/>
                  <a:pt x="1597486" y="136018"/>
                </a:cubicBezTo>
                <a:cubicBezTo>
                  <a:pt x="1598875" y="137339"/>
                  <a:pt x="1600759" y="137999"/>
                  <a:pt x="1603137" y="137999"/>
                </a:cubicBezTo>
                <a:lnTo>
                  <a:pt x="1607103" y="137999"/>
                </a:lnTo>
                <a:cubicBezTo>
                  <a:pt x="1608952" y="137999"/>
                  <a:pt x="1609877" y="138858"/>
                  <a:pt x="1609877" y="140577"/>
                </a:cubicBezTo>
                <a:cubicBezTo>
                  <a:pt x="1609877" y="141765"/>
                  <a:pt x="1609249" y="143383"/>
                  <a:pt x="1607992" y="145432"/>
                </a:cubicBezTo>
                <a:cubicBezTo>
                  <a:pt x="1606738" y="147481"/>
                  <a:pt x="1605152" y="149465"/>
                  <a:pt x="1603236" y="151383"/>
                </a:cubicBezTo>
                <a:cubicBezTo>
                  <a:pt x="1601321" y="153299"/>
                  <a:pt x="1599139" y="154984"/>
                  <a:pt x="1596693" y="156438"/>
                </a:cubicBezTo>
                <a:cubicBezTo>
                  <a:pt x="1594249" y="157890"/>
                  <a:pt x="1591836" y="158616"/>
                  <a:pt x="1589457" y="158616"/>
                </a:cubicBezTo>
                <a:moveTo>
                  <a:pt x="1535529" y="125705"/>
                </a:moveTo>
                <a:cubicBezTo>
                  <a:pt x="1535529" y="129936"/>
                  <a:pt x="1536983" y="133142"/>
                  <a:pt x="1539891" y="135322"/>
                </a:cubicBezTo>
                <a:cubicBezTo>
                  <a:pt x="1542799" y="137502"/>
                  <a:pt x="1546567" y="138592"/>
                  <a:pt x="1551193" y="138592"/>
                </a:cubicBezTo>
                <a:cubicBezTo>
                  <a:pt x="1555554" y="138592"/>
                  <a:pt x="1559121" y="137535"/>
                  <a:pt x="1561897" y="135422"/>
                </a:cubicBezTo>
                <a:cubicBezTo>
                  <a:pt x="1564674" y="133306"/>
                  <a:pt x="1566062" y="131324"/>
                  <a:pt x="1566062" y="129474"/>
                </a:cubicBezTo>
                <a:lnTo>
                  <a:pt x="1566062" y="108258"/>
                </a:lnTo>
                <a:cubicBezTo>
                  <a:pt x="1566062" y="106804"/>
                  <a:pt x="1565335" y="106077"/>
                  <a:pt x="1563881" y="106077"/>
                </a:cubicBezTo>
                <a:cubicBezTo>
                  <a:pt x="1560973" y="106077"/>
                  <a:pt x="1557339" y="107068"/>
                  <a:pt x="1552978" y="109051"/>
                </a:cubicBezTo>
                <a:cubicBezTo>
                  <a:pt x="1550863" y="109845"/>
                  <a:pt x="1548780" y="110706"/>
                  <a:pt x="1546731" y="111631"/>
                </a:cubicBezTo>
                <a:cubicBezTo>
                  <a:pt x="1544682" y="112555"/>
                  <a:pt x="1542832" y="113678"/>
                  <a:pt x="1541180" y="115001"/>
                </a:cubicBezTo>
                <a:cubicBezTo>
                  <a:pt x="1539528" y="116322"/>
                  <a:pt x="1538173" y="117875"/>
                  <a:pt x="1537114" y="119660"/>
                </a:cubicBezTo>
                <a:cubicBezTo>
                  <a:pt x="1536057" y="121443"/>
                  <a:pt x="1535529" y="123458"/>
                  <a:pt x="1535529" y="125705"/>
                </a:cubicBezTo>
                <a:close/>
                <a:moveTo>
                  <a:pt x="1642987" y="156635"/>
                </a:moveTo>
                <a:cubicBezTo>
                  <a:pt x="1637040" y="156635"/>
                  <a:pt x="1633108" y="156140"/>
                  <a:pt x="1631192" y="155149"/>
                </a:cubicBezTo>
                <a:cubicBezTo>
                  <a:pt x="1629276" y="154157"/>
                  <a:pt x="1628318" y="153066"/>
                  <a:pt x="1628318" y="151876"/>
                </a:cubicBezTo>
                <a:lnTo>
                  <a:pt x="1628318" y="82486"/>
                </a:lnTo>
                <a:cubicBezTo>
                  <a:pt x="1628318" y="80371"/>
                  <a:pt x="1628020" y="78553"/>
                  <a:pt x="1627425" y="77035"/>
                </a:cubicBezTo>
                <a:cubicBezTo>
                  <a:pt x="1626830" y="75514"/>
                  <a:pt x="1626202" y="74225"/>
                  <a:pt x="1625541" y="73168"/>
                </a:cubicBezTo>
                <a:cubicBezTo>
                  <a:pt x="1624879" y="72110"/>
                  <a:pt x="1624251" y="71151"/>
                  <a:pt x="1623656" y="70291"/>
                </a:cubicBezTo>
                <a:cubicBezTo>
                  <a:pt x="1623063" y="69432"/>
                  <a:pt x="1622767" y="68606"/>
                  <a:pt x="1622767" y="67814"/>
                </a:cubicBezTo>
                <a:cubicBezTo>
                  <a:pt x="1622767" y="66624"/>
                  <a:pt x="1623658" y="65236"/>
                  <a:pt x="1625441" y="63651"/>
                </a:cubicBezTo>
                <a:cubicBezTo>
                  <a:pt x="1627226" y="62064"/>
                  <a:pt x="1629340" y="60511"/>
                  <a:pt x="1631785" y="58992"/>
                </a:cubicBezTo>
                <a:cubicBezTo>
                  <a:pt x="1634231" y="57471"/>
                  <a:pt x="1636710" y="56183"/>
                  <a:pt x="1639221" y="55126"/>
                </a:cubicBezTo>
                <a:cubicBezTo>
                  <a:pt x="1641732" y="54067"/>
                  <a:pt x="1643781" y="53538"/>
                  <a:pt x="1645368" y="53538"/>
                </a:cubicBezTo>
                <a:cubicBezTo>
                  <a:pt x="1648407" y="53538"/>
                  <a:pt x="1650621" y="54562"/>
                  <a:pt x="1652008" y="56611"/>
                </a:cubicBezTo>
                <a:cubicBezTo>
                  <a:pt x="1653396" y="58660"/>
                  <a:pt x="1655016" y="61601"/>
                  <a:pt x="1656867" y="65433"/>
                </a:cubicBezTo>
                <a:cubicBezTo>
                  <a:pt x="1658850" y="63186"/>
                  <a:pt x="1661030" y="61204"/>
                  <a:pt x="1663408" y="59485"/>
                </a:cubicBezTo>
                <a:cubicBezTo>
                  <a:pt x="1665392" y="58031"/>
                  <a:pt x="1667772" y="56677"/>
                  <a:pt x="1670547" y="55422"/>
                </a:cubicBezTo>
                <a:cubicBezTo>
                  <a:pt x="1673322" y="54166"/>
                  <a:pt x="1676296" y="53538"/>
                  <a:pt x="1679469" y="53538"/>
                </a:cubicBezTo>
                <a:cubicBezTo>
                  <a:pt x="1681582" y="53538"/>
                  <a:pt x="1683697" y="53736"/>
                  <a:pt x="1685812" y="54134"/>
                </a:cubicBezTo>
                <a:cubicBezTo>
                  <a:pt x="1687928" y="54529"/>
                  <a:pt x="1689812" y="55091"/>
                  <a:pt x="1691464" y="55819"/>
                </a:cubicBezTo>
                <a:cubicBezTo>
                  <a:pt x="1693115" y="56545"/>
                  <a:pt x="1694470" y="57337"/>
                  <a:pt x="1695527" y="58197"/>
                </a:cubicBezTo>
                <a:cubicBezTo>
                  <a:pt x="1696585" y="59056"/>
                  <a:pt x="1697115" y="60015"/>
                  <a:pt x="1697115" y="61074"/>
                </a:cubicBezTo>
                <a:cubicBezTo>
                  <a:pt x="1697115" y="61997"/>
                  <a:pt x="1696487" y="63616"/>
                  <a:pt x="1695230" y="65929"/>
                </a:cubicBezTo>
                <a:cubicBezTo>
                  <a:pt x="1693974" y="68242"/>
                  <a:pt x="1692519" y="70622"/>
                  <a:pt x="1690868" y="73069"/>
                </a:cubicBezTo>
                <a:cubicBezTo>
                  <a:pt x="1689216" y="75513"/>
                  <a:pt x="1687498" y="77694"/>
                  <a:pt x="1685713" y="79612"/>
                </a:cubicBezTo>
                <a:cubicBezTo>
                  <a:pt x="1683930" y="81528"/>
                  <a:pt x="1682443" y="82486"/>
                  <a:pt x="1681253" y="82486"/>
                </a:cubicBezTo>
                <a:cubicBezTo>
                  <a:pt x="1680459" y="82486"/>
                  <a:pt x="1679698" y="82222"/>
                  <a:pt x="1678972" y="81694"/>
                </a:cubicBezTo>
                <a:cubicBezTo>
                  <a:pt x="1678246" y="81163"/>
                  <a:pt x="1677420" y="80600"/>
                  <a:pt x="1676495" y="80005"/>
                </a:cubicBezTo>
                <a:cubicBezTo>
                  <a:pt x="1675569" y="79411"/>
                  <a:pt x="1674511" y="78849"/>
                  <a:pt x="1673321" y="78320"/>
                </a:cubicBezTo>
                <a:cubicBezTo>
                  <a:pt x="1672131" y="77792"/>
                  <a:pt x="1670810" y="77528"/>
                  <a:pt x="1669358" y="77528"/>
                </a:cubicBezTo>
                <a:cubicBezTo>
                  <a:pt x="1667904" y="77528"/>
                  <a:pt x="1666482" y="77859"/>
                  <a:pt x="1665093" y="78520"/>
                </a:cubicBezTo>
                <a:cubicBezTo>
                  <a:pt x="1663705" y="79180"/>
                  <a:pt x="1662450" y="80072"/>
                  <a:pt x="1661326" y="81197"/>
                </a:cubicBezTo>
                <a:cubicBezTo>
                  <a:pt x="1660203" y="82321"/>
                  <a:pt x="1659310" y="83610"/>
                  <a:pt x="1658649" y="85064"/>
                </a:cubicBezTo>
                <a:cubicBezTo>
                  <a:pt x="1657989" y="86516"/>
                  <a:pt x="1657660" y="88035"/>
                  <a:pt x="1657660" y="89623"/>
                </a:cubicBezTo>
                <a:lnTo>
                  <a:pt x="1657660" y="151876"/>
                </a:lnTo>
                <a:cubicBezTo>
                  <a:pt x="1657660" y="153066"/>
                  <a:pt x="1656734" y="154157"/>
                  <a:pt x="1654882" y="155149"/>
                </a:cubicBezTo>
                <a:cubicBezTo>
                  <a:pt x="1653033" y="156140"/>
                  <a:pt x="1649068" y="156635"/>
                  <a:pt x="1642987" y="156635"/>
                </a:cubicBezTo>
                <a:close/>
                <a:moveTo>
                  <a:pt x="1762539" y="158616"/>
                </a:moveTo>
                <a:cubicBezTo>
                  <a:pt x="1754742" y="158616"/>
                  <a:pt x="1747506" y="157593"/>
                  <a:pt x="1740830" y="155546"/>
                </a:cubicBezTo>
                <a:cubicBezTo>
                  <a:pt x="1734156" y="153497"/>
                  <a:pt x="1728407" y="150391"/>
                  <a:pt x="1723580" y="146228"/>
                </a:cubicBezTo>
                <a:cubicBezTo>
                  <a:pt x="1718756" y="142063"/>
                  <a:pt x="1714956" y="136875"/>
                  <a:pt x="1712181" y="130663"/>
                </a:cubicBezTo>
                <a:cubicBezTo>
                  <a:pt x="1709406" y="124451"/>
                  <a:pt x="1708018" y="117115"/>
                  <a:pt x="1708018" y="108654"/>
                </a:cubicBezTo>
                <a:cubicBezTo>
                  <a:pt x="1708018" y="98875"/>
                  <a:pt x="1709473" y="90515"/>
                  <a:pt x="1712381" y="83575"/>
                </a:cubicBezTo>
                <a:cubicBezTo>
                  <a:pt x="1715289" y="76635"/>
                  <a:pt x="1719155" y="70919"/>
                  <a:pt x="1723980" y="66425"/>
                </a:cubicBezTo>
                <a:cubicBezTo>
                  <a:pt x="1728804" y="61932"/>
                  <a:pt x="1734255" y="58660"/>
                  <a:pt x="1740334" y="56611"/>
                </a:cubicBezTo>
                <a:cubicBezTo>
                  <a:pt x="1746415" y="54562"/>
                  <a:pt x="1752628" y="53538"/>
                  <a:pt x="1758973" y="53538"/>
                </a:cubicBezTo>
                <a:cubicBezTo>
                  <a:pt x="1765713" y="53538"/>
                  <a:pt x="1771594" y="54298"/>
                  <a:pt x="1776616" y="55819"/>
                </a:cubicBezTo>
                <a:cubicBezTo>
                  <a:pt x="1781640" y="57339"/>
                  <a:pt x="1785837" y="59388"/>
                  <a:pt x="1789207" y="61966"/>
                </a:cubicBezTo>
                <a:cubicBezTo>
                  <a:pt x="1792577" y="64543"/>
                  <a:pt x="1795088" y="67616"/>
                  <a:pt x="1796740" y="71184"/>
                </a:cubicBezTo>
                <a:cubicBezTo>
                  <a:pt x="1798393" y="74752"/>
                  <a:pt x="1799220" y="78585"/>
                  <a:pt x="1799220" y="82683"/>
                </a:cubicBezTo>
                <a:cubicBezTo>
                  <a:pt x="1799220" y="89292"/>
                  <a:pt x="1797303" y="94943"/>
                  <a:pt x="1793469" y="99636"/>
                </a:cubicBezTo>
                <a:cubicBezTo>
                  <a:pt x="1789635" y="104327"/>
                  <a:pt x="1784810" y="108194"/>
                  <a:pt x="1778994" y="111235"/>
                </a:cubicBezTo>
                <a:cubicBezTo>
                  <a:pt x="1773179" y="114274"/>
                  <a:pt x="1766902" y="116521"/>
                  <a:pt x="1760161" y="117975"/>
                </a:cubicBezTo>
                <a:cubicBezTo>
                  <a:pt x="1753421" y="119427"/>
                  <a:pt x="1747076" y="120286"/>
                  <a:pt x="1741127" y="120550"/>
                </a:cubicBezTo>
                <a:cubicBezTo>
                  <a:pt x="1743375" y="126630"/>
                  <a:pt x="1746977" y="130794"/>
                  <a:pt x="1751933" y="133041"/>
                </a:cubicBezTo>
                <a:cubicBezTo>
                  <a:pt x="1756890" y="135288"/>
                  <a:pt x="1762211" y="136411"/>
                  <a:pt x="1767894" y="136411"/>
                </a:cubicBezTo>
                <a:cubicBezTo>
                  <a:pt x="1771726" y="136411"/>
                  <a:pt x="1775129" y="135949"/>
                  <a:pt x="1778104" y="135025"/>
                </a:cubicBezTo>
                <a:cubicBezTo>
                  <a:pt x="1781079" y="134100"/>
                  <a:pt x="1783690" y="133075"/>
                  <a:pt x="1785936" y="131952"/>
                </a:cubicBezTo>
                <a:cubicBezTo>
                  <a:pt x="1788183" y="130828"/>
                  <a:pt x="1790034" y="129804"/>
                  <a:pt x="1791488" y="128878"/>
                </a:cubicBezTo>
                <a:cubicBezTo>
                  <a:pt x="1792942" y="127952"/>
                  <a:pt x="1794065" y="127490"/>
                  <a:pt x="1794858" y="127490"/>
                </a:cubicBezTo>
                <a:cubicBezTo>
                  <a:pt x="1795517" y="127490"/>
                  <a:pt x="1796145" y="127688"/>
                  <a:pt x="1796740" y="128086"/>
                </a:cubicBezTo>
                <a:cubicBezTo>
                  <a:pt x="1797335" y="128481"/>
                  <a:pt x="1797632" y="129208"/>
                  <a:pt x="1797632" y="130267"/>
                </a:cubicBezTo>
                <a:cubicBezTo>
                  <a:pt x="1797632" y="131852"/>
                  <a:pt x="1797301" y="134198"/>
                  <a:pt x="1796640" y="137303"/>
                </a:cubicBezTo>
                <a:cubicBezTo>
                  <a:pt x="1795980" y="140409"/>
                  <a:pt x="1795056" y="143483"/>
                  <a:pt x="1793866" y="146524"/>
                </a:cubicBezTo>
                <a:cubicBezTo>
                  <a:pt x="1793468" y="147581"/>
                  <a:pt x="1792410" y="148803"/>
                  <a:pt x="1790692" y="150191"/>
                </a:cubicBezTo>
                <a:cubicBezTo>
                  <a:pt x="1788976" y="151579"/>
                  <a:pt x="1786762" y="152901"/>
                  <a:pt x="1784052" y="154157"/>
                </a:cubicBezTo>
                <a:cubicBezTo>
                  <a:pt x="1781343" y="155412"/>
                  <a:pt x="1778171" y="156468"/>
                  <a:pt x="1774534" y="157328"/>
                </a:cubicBezTo>
                <a:cubicBezTo>
                  <a:pt x="1770900" y="158187"/>
                  <a:pt x="1766902" y="158616"/>
                  <a:pt x="1762539" y="158616"/>
                </a:cubicBezTo>
                <a:moveTo>
                  <a:pt x="1739345" y="105484"/>
                </a:moveTo>
                <a:cubicBezTo>
                  <a:pt x="1743310" y="105087"/>
                  <a:pt x="1747110" y="104261"/>
                  <a:pt x="1750744" y="103006"/>
                </a:cubicBezTo>
                <a:cubicBezTo>
                  <a:pt x="1754378" y="101750"/>
                  <a:pt x="1757616" y="100097"/>
                  <a:pt x="1760458" y="98048"/>
                </a:cubicBezTo>
                <a:cubicBezTo>
                  <a:pt x="1763300" y="95999"/>
                  <a:pt x="1765546" y="93521"/>
                  <a:pt x="1767198" y="90615"/>
                </a:cubicBezTo>
                <a:cubicBezTo>
                  <a:pt x="1768852" y="87707"/>
                  <a:pt x="1769679" y="84468"/>
                  <a:pt x="1769679" y="80898"/>
                </a:cubicBezTo>
                <a:cubicBezTo>
                  <a:pt x="1769679" y="78123"/>
                  <a:pt x="1768720" y="75844"/>
                  <a:pt x="1766802" y="74061"/>
                </a:cubicBezTo>
                <a:cubicBezTo>
                  <a:pt x="1764886" y="72276"/>
                  <a:pt x="1762606" y="71384"/>
                  <a:pt x="1759962" y="71384"/>
                </a:cubicBezTo>
                <a:cubicBezTo>
                  <a:pt x="1757451" y="71384"/>
                  <a:pt x="1755005" y="71979"/>
                  <a:pt x="1752626" y="73168"/>
                </a:cubicBezTo>
                <a:cubicBezTo>
                  <a:pt x="1750248" y="74356"/>
                  <a:pt x="1748100" y="76306"/>
                  <a:pt x="1746182" y="79016"/>
                </a:cubicBezTo>
                <a:cubicBezTo>
                  <a:pt x="1744266" y="81725"/>
                  <a:pt x="1742713" y="85227"/>
                  <a:pt x="1741523" y="89523"/>
                </a:cubicBezTo>
                <a:cubicBezTo>
                  <a:pt x="1740335" y="93819"/>
                  <a:pt x="1739609" y="99139"/>
                  <a:pt x="1739345" y="105484"/>
                </a:cubicBezTo>
                <a:close/>
              </a:path>
            </a:pathLst>
          </a:custGeom>
          <a:solidFill xmlns:a="http://schemas.openxmlformats.org/drawingml/2006/main">
            <a:srgbClr val="706F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Reward">
            <a:extLst xmlns:a="http://schemas.openxmlformats.org/drawingml/2006/main">
              <a:ext uri="{FF2B5EF4-FFF2-40B4-BE49-F238E27FC236}">
                <a16:creationId xmlns:a16="http://schemas.microsoft.com/office/drawing/2014/main" id="{365FB730-E257-4A4C-9910-AB4E01EC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9815" y="2311978"/>
            <a:ext cx="708492" cy="144589"/>
          </a:xfrm>
          <a:custGeom xmlns:a="http://schemas.openxmlformats.org/drawingml/2006/main">
            <a:pathLst>
              <a:path w="708492" h="144589">
                <a:moveTo>
                  <a:pt x="14655" y="142610"/>
                </a:moveTo>
                <a:cubicBezTo>
                  <a:pt x="8846" y="142610"/>
                  <a:pt x="4952" y="142147"/>
                  <a:pt x="2971" y="141223"/>
                </a:cubicBezTo>
                <a:cubicBezTo>
                  <a:pt x="990" y="140298"/>
                  <a:pt x="0" y="139242"/>
                  <a:pt x="0" y="138055"/>
                </a:cubicBezTo>
                <a:lnTo>
                  <a:pt x="0" y="19412"/>
                </a:lnTo>
                <a:cubicBezTo>
                  <a:pt x="0" y="17959"/>
                  <a:pt x="1122" y="16540"/>
                  <a:pt x="3367" y="15154"/>
                </a:cubicBezTo>
                <a:cubicBezTo>
                  <a:pt x="5611" y="13766"/>
                  <a:pt x="8648" y="12543"/>
                  <a:pt x="12476" y="11488"/>
                </a:cubicBezTo>
                <a:cubicBezTo>
                  <a:pt x="16306" y="10432"/>
                  <a:pt x="20796" y="9575"/>
                  <a:pt x="25946" y="8916"/>
                </a:cubicBezTo>
                <a:cubicBezTo>
                  <a:pt x="31096" y="8255"/>
                  <a:pt x="36510" y="7924"/>
                  <a:pt x="42188" y="7924"/>
                </a:cubicBezTo>
                <a:cubicBezTo>
                  <a:pt x="50902" y="7924"/>
                  <a:pt x="58792" y="8882"/>
                  <a:pt x="65856" y="10796"/>
                </a:cubicBezTo>
                <a:cubicBezTo>
                  <a:pt x="72922" y="12710"/>
                  <a:pt x="78930" y="15450"/>
                  <a:pt x="83881" y="19016"/>
                </a:cubicBezTo>
                <a:cubicBezTo>
                  <a:pt x="88833" y="22581"/>
                  <a:pt x="92662" y="27004"/>
                  <a:pt x="95368" y="32287"/>
                </a:cubicBezTo>
                <a:cubicBezTo>
                  <a:pt x="98076" y="37568"/>
                  <a:pt x="99430" y="43575"/>
                  <a:pt x="99430" y="50309"/>
                </a:cubicBezTo>
                <a:cubicBezTo>
                  <a:pt x="99430" y="57837"/>
                  <a:pt x="97911" y="64274"/>
                  <a:pt x="94873" y="69621"/>
                </a:cubicBezTo>
                <a:cubicBezTo>
                  <a:pt x="91836" y="74969"/>
                  <a:pt x="88536" y="79359"/>
                  <a:pt x="84972" y="82793"/>
                </a:cubicBezTo>
                <a:cubicBezTo>
                  <a:pt x="80614" y="86754"/>
                  <a:pt x="75728" y="90055"/>
                  <a:pt x="70314" y="92697"/>
                </a:cubicBezTo>
                <a:cubicBezTo>
                  <a:pt x="72427" y="93621"/>
                  <a:pt x="74738" y="95867"/>
                  <a:pt x="77247" y="99433"/>
                </a:cubicBezTo>
                <a:cubicBezTo>
                  <a:pt x="79755" y="102998"/>
                  <a:pt x="82429" y="106760"/>
                  <a:pt x="85268" y="110722"/>
                </a:cubicBezTo>
                <a:cubicBezTo>
                  <a:pt x="88107" y="114683"/>
                  <a:pt x="91176" y="118215"/>
                  <a:pt x="94477" y="121318"/>
                </a:cubicBezTo>
                <a:cubicBezTo>
                  <a:pt x="97779" y="124421"/>
                  <a:pt x="101279" y="125972"/>
                  <a:pt x="104976" y="125972"/>
                </a:cubicBezTo>
                <a:lnTo>
                  <a:pt x="106164" y="125972"/>
                </a:lnTo>
                <a:lnTo>
                  <a:pt x="108543" y="125773"/>
                </a:lnTo>
                <a:cubicBezTo>
                  <a:pt x="109598" y="125773"/>
                  <a:pt x="110522" y="125872"/>
                  <a:pt x="111314" y="126072"/>
                </a:cubicBezTo>
                <a:cubicBezTo>
                  <a:pt x="112106" y="126269"/>
                  <a:pt x="112502" y="127028"/>
                  <a:pt x="112502" y="128348"/>
                </a:cubicBezTo>
                <a:cubicBezTo>
                  <a:pt x="112502" y="129669"/>
                  <a:pt x="111775" y="131255"/>
                  <a:pt x="110323" y="133105"/>
                </a:cubicBezTo>
                <a:cubicBezTo>
                  <a:pt x="108870" y="134952"/>
                  <a:pt x="106923" y="136701"/>
                  <a:pt x="104481" y="138351"/>
                </a:cubicBezTo>
                <a:cubicBezTo>
                  <a:pt x="102039" y="140002"/>
                  <a:pt x="99233" y="141421"/>
                  <a:pt x="96063" y="142610"/>
                </a:cubicBezTo>
                <a:cubicBezTo>
                  <a:pt x="92894" y="143799"/>
                  <a:pt x="89593" y="144393"/>
                  <a:pt x="86159" y="144393"/>
                </a:cubicBezTo>
                <a:cubicBezTo>
                  <a:pt x="80746" y="144393"/>
                  <a:pt x="76157" y="143337"/>
                  <a:pt x="72393" y="141226"/>
                </a:cubicBezTo>
                <a:cubicBezTo>
                  <a:pt x="68629" y="139112"/>
                  <a:pt x="65427" y="136471"/>
                  <a:pt x="62785" y="133301"/>
                </a:cubicBezTo>
                <a:cubicBezTo>
                  <a:pt x="60146" y="130132"/>
                  <a:pt x="57901" y="126665"/>
                  <a:pt x="56051" y="122901"/>
                </a:cubicBezTo>
                <a:cubicBezTo>
                  <a:pt x="54204" y="119138"/>
                  <a:pt x="52422" y="115672"/>
                  <a:pt x="50705" y="112505"/>
                </a:cubicBezTo>
                <a:cubicBezTo>
                  <a:pt x="48988" y="109335"/>
                  <a:pt x="47140" y="106695"/>
                  <a:pt x="45159" y="104583"/>
                </a:cubicBezTo>
                <a:cubicBezTo>
                  <a:pt x="43178" y="102470"/>
                  <a:pt x="40802" y="101413"/>
                  <a:pt x="38029" y="101413"/>
                </a:cubicBezTo>
                <a:lnTo>
                  <a:pt x="31692" y="101413"/>
                </a:lnTo>
                <a:cubicBezTo>
                  <a:pt x="30106" y="101413"/>
                  <a:pt x="29313" y="102205"/>
                  <a:pt x="29313" y="103788"/>
                </a:cubicBezTo>
                <a:lnTo>
                  <a:pt x="29313" y="138055"/>
                </a:lnTo>
                <a:cubicBezTo>
                  <a:pt x="29313" y="139242"/>
                  <a:pt x="28323" y="140298"/>
                  <a:pt x="26342" y="141223"/>
                </a:cubicBezTo>
                <a:cubicBezTo>
                  <a:pt x="24362" y="142147"/>
                  <a:pt x="20466" y="142610"/>
                  <a:pt x="14655" y="142610"/>
                </a:cubicBezTo>
                <a:moveTo>
                  <a:pt x="29313" y="72296"/>
                </a:moveTo>
                <a:cubicBezTo>
                  <a:pt x="29313" y="74277"/>
                  <a:pt x="30105" y="75763"/>
                  <a:pt x="31689" y="76754"/>
                </a:cubicBezTo>
                <a:cubicBezTo>
                  <a:pt x="33274" y="77743"/>
                  <a:pt x="35849" y="78238"/>
                  <a:pt x="39414" y="78238"/>
                </a:cubicBezTo>
                <a:cubicBezTo>
                  <a:pt x="43111" y="78238"/>
                  <a:pt x="46676" y="77842"/>
                  <a:pt x="50110" y="77050"/>
                </a:cubicBezTo>
                <a:cubicBezTo>
                  <a:pt x="53543" y="76256"/>
                  <a:pt x="56580" y="74869"/>
                  <a:pt x="59222" y="72889"/>
                </a:cubicBezTo>
                <a:cubicBezTo>
                  <a:pt x="61863" y="70908"/>
                  <a:pt x="63976" y="68234"/>
                  <a:pt x="65560" y="64867"/>
                </a:cubicBezTo>
                <a:cubicBezTo>
                  <a:pt x="67145" y="61501"/>
                  <a:pt x="67938" y="57242"/>
                  <a:pt x="67938" y="52092"/>
                </a:cubicBezTo>
                <a:cubicBezTo>
                  <a:pt x="67938" y="47998"/>
                  <a:pt x="67344" y="44565"/>
                  <a:pt x="66155" y="41792"/>
                </a:cubicBezTo>
                <a:cubicBezTo>
                  <a:pt x="64966" y="39020"/>
                  <a:pt x="63315" y="36808"/>
                  <a:pt x="61201" y="35158"/>
                </a:cubicBezTo>
                <a:cubicBezTo>
                  <a:pt x="59090" y="33508"/>
                  <a:pt x="56581" y="32353"/>
                  <a:pt x="53676" y="31692"/>
                </a:cubicBezTo>
                <a:cubicBezTo>
                  <a:pt x="50770" y="31031"/>
                  <a:pt x="47668" y="30700"/>
                  <a:pt x="44367" y="30700"/>
                </a:cubicBezTo>
                <a:cubicBezTo>
                  <a:pt x="34331" y="30700"/>
                  <a:pt x="29313" y="32813"/>
                  <a:pt x="29313" y="37038"/>
                </a:cubicBezTo>
                <a:lnTo>
                  <a:pt x="29313" y="72296"/>
                </a:lnTo>
                <a:close/>
                <a:moveTo>
                  <a:pt x="179251" y="144589"/>
                </a:moveTo>
                <a:cubicBezTo>
                  <a:pt x="171461" y="144589"/>
                  <a:pt x="164232" y="143567"/>
                  <a:pt x="157563" y="141522"/>
                </a:cubicBezTo>
                <a:cubicBezTo>
                  <a:pt x="150896" y="139475"/>
                  <a:pt x="145151" y="136372"/>
                  <a:pt x="140330" y="132213"/>
                </a:cubicBezTo>
                <a:cubicBezTo>
                  <a:pt x="135510" y="128052"/>
                  <a:pt x="131714" y="122869"/>
                  <a:pt x="128942" y="116663"/>
                </a:cubicBezTo>
                <a:cubicBezTo>
                  <a:pt x="126169" y="110458"/>
                  <a:pt x="124783" y="103129"/>
                  <a:pt x="124783" y="94676"/>
                </a:cubicBezTo>
                <a:cubicBezTo>
                  <a:pt x="124783" y="84906"/>
                  <a:pt x="126236" y="76555"/>
                  <a:pt x="129141" y="69621"/>
                </a:cubicBezTo>
                <a:cubicBezTo>
                  <a:pt x="132047" y="62688"/>
                  <a:pt x="135909" y="56977"/>
                  <a:pt x="140729" y="52488"/>
                </a:cubicBezTo>
                <a:cubicBezTo>
                  <a:pt x="145548" y="47999"/>
                  <a:pt x="150994" y="44731"/>
                  <a:pt x="157067" y="42684"/>
                </a:cubicBezTo>
                <a:cubicBezTo>
                  <a:pt x="163142" y="40637"/>
                  <a:pt x="169349" y="39613"/>
                  <a:pt x="175688" y="39613"/>
                </a:cubicBezTo>
                <a:cubicBezTo>
                  <a:pt x="182421" y="39613"/>
                  <a:pt x="188297" y="40373"/>
                  <a:pt x="193314" y="41892"/>
                </a:cubicBezTo>
                <a:cubicBezTo>
                  <a:pt x="198333" y="43411"/>
                  <a:pt x="202526" y="45458"/>
                  <a:pt x="205892" y="48033"/>
                </a:cubicBezTo>
                <a:cubicBezTo>
                  <a:pt x="209259" y="50608"/>
                  <a:pt x="211768" y="53678"/>
                  <a:pt x="213418" y="57242"/>
                </a:cubicBezTo>
                <a:cubicBezTo>
                  <a:pt x="215070" y="60806"/>
                  <a:pt x="215896" y="64636"/>
                  <a:pt x="215896" y="68730"/>
                </a:cubicBezTo>
                <a:cubicBezTo>
                  <a:pt x="215896" y="75333"/>
                  <a:pt x="213981" y="80978"/>
                  <a:pt x="210151" y="85667"/>
                </a:cubicBezTo>
                <a:cubicBezTo>
                  <a:pt x="206321" y="90353"/>
                  <a:pt x="201500" y="94216"/>
                  <a:pt x="195689" y="97254"/>
                </a:cubicBezTo>
                <a:cubicBezTo>
                  <a:pt x="189880" y="100291"/>
                  <a:pt x="183609" y="102535"/>
                  <a:pt x="176875" y="103988"/>
                </a:cubicBezTo>
                <a:cubicBezTo>
                  <a:pt x="170142" y="105439"/>
                  <a:pt x="163803" y="106296"/>
                  <a:pt x="157859" y="106560"/>
                </a:cubicBezTo>
                <a:cubicBezTo>
                  <a:pt x="160106" y="112635"/>
                  <a:pt x="163704" y="116794"/>
                  <a:pt x="168655" y="119039"/>
                </a:cubicBezTo>
                <a:cubicBezTo>
                  <a:pt x="173607" y="121283"/>
                  <a:pt x="178922" y="122406"/>
                  <a:pt x="184600" y="122406"/>
                </a:cubicBezTo>
                <a:cubicBezTo>
                  <a:pt x="188429" y="122406"/>
                  <a:pt x="191829" y="121944"/>
                  <a:pt x="194801" y="121022"/>
                </a:cubicBezTo>
                <a:cubicBezTo>
                  <a:pt x="197772" y="120097"/>
                  <a:pt x="200381" y="119073"/>
                  <a:pt x="202625" y="117951"/>
                </a:cubicBezTo>
                <a:cubicBezTo>
                  <a:pt x="204870" y="116829"/>
                  <a:pt x="206718" y="115805"/>
                  <a:pt x="208171" y="114880"/>
                </a:cubicBezTo>
                <a:cubicBezTo>
                  <a:pt x="209624" y="113955"/>
                  <a:pt x="210746" y="113493"/>
                  <a:pt x="211538" y="113493"/>
                </a:cubicBezTo>
                <a:cubicBezTo>
                  <a:pt x="212197" y="113493"/>
                  <a:pt x="212823" y="113692"/>
                  <a:pt x="213418" y="114088"/>
                </a:cubicBezTo>
                <a:cubicBezTo>
                  <a:pt x="214012" y="114483"/>
                  <a:pt x="214309" y="115210"/>
                  <a:pt x="214309" y="116268"/>
                </a:cubicBezTo>
                <a:cubicBezTo>
                  <a:pt x="214309" y="117851"/>
                  <a:pt x="213979" y="120194"/>
                  <a:pt x="213318" y="123297"/>
                </a:cubicBezTo>
                <a:cubicBezTo>
                  <a:pt x="212659" y="126400"/>
                  <a:pt x="211735" y="129471"/>
                  <a:pt x="210547" y="132509"/>
                </a:cubicBezTo>
                <a:cubicBezTo>
                  <a:pt x="210150" y="133565"/>
                  <a:pt x="209093" y="134786"/>
                  <a:pt x="207376" y="136172"/>
                </a:cubicBezTo>
                <a:cubicBezTo>
                  <a:pt x="205662" y="137559"/>
                  <a:pt x="203450" y="138879"/>
                  <a:pt x="200742" y="140135"/>
                </a:cubicBezTo>
                <a:cubicBezTo>
                  <a:pt x="198036" y="141388"/>
                  <a:pt x="194867" y="142444"/>
                  <a:pt x="191234" y="143302"/>
                </a:cubicBezTo>
                <a:cubicBezTo>
                  <a:pt x="187603" y="144160"/>
                  <a:pt x="183609" y="144589"/>
                  <a:pt x="179251" y="144589"/>
                </a:cubicBezTo>
                <a:moveTo>
                  <a:pt x="156079" y="91509"/>
                </a:moveTo>
                <a:cubicBezTo>
                  <a:pt x="160040" y="91112"/>
                  <a:pt x="163836" y="90287"/>
                  <a:pt x="167467" y="89034"/>
                </a:cubicBezTo>
                <a:cubicBezTo>
                  <a:pt x="171098" y="87778"/>
                  <a:pt x="174333" y="86127"/>
                  <a:pt x="177172" y="84080"/>
                </a:cubicBezTo>
                <a:cubicBezTo>
                  <a:pt x="180010" y="82033"/>
                  <a:pt x="182255" y="79558"/>
                  <a:pt x="183905" y="76654"/>
                </a:cubicBezTo>
                <a:cubicBezTo>
                  <a:pt x="185557" y="73749"/>
                  <a:pt x="186383" y="70513"/>
                  <a:pt x="186383" y="66947"/>
                </a:cubicBezTo>
                <a:cubicBezTo>
                  <a:pt x="186383" y="64174"/>
                  <a:pt x="185425" y="61898"/>
                  <a:pt x="183509" y="60116"/>
                </a:cubicBezTo>
                <a:cubicBezTo>
                  <a:pt x="181595" y="58333"/>
                  <a:pt x="179317" y="57442"/>
                  <a:pt x="176676" y="57442"/>
                </a:cubicBezTo>
                <a:cubicBezTo>
                  <a:pt x="174167" y="57442"/>
                  <a:pt x="171724" y="58036"/>
                  <a:pt x="169347" y="59225"/>
                </a:cubicBezTo>
                <a:cubicBezTo>
                  <a:pt x="166971" y="60412"/>
                  <a:pt x="164825" y="62359"/>
                  <a:pt x="162909" y="65067"/>
                </a:cubicBezTo>
                <a:cubicBezTo>
                  <a:pt x="160995" y="67773"/>
                  <a:pt x="159444" y="71272"/>
                  <a:pt x="158255" y="75563"/>
                </a:cubicBezTo>
                <a:cubicBezTo>
                  <a:pt x="157068" y="79855"/>
                  <a:pt x="156343" y="85170"/>
                  <a:pt x="156079" y="91509"/>
                </a:cubicBezTo>
                <a:close/>
                <a:moveTo>
                  <a:pt x="268578" y="144589"/>
                </a:moveTo>
                <a:cubicBezTo>
                  <a:pt x="257356" y="144589"/>
                  <a:pt x="248410" y="141421"/>
                  <a:pt x="241741" y="135084"/>
                </a:cubicBezTo>
                <a:cubicBezTo>
                  <a:pt x="235073" y="128746"/>
                  <a:pt x="231740" y="119370"/>
                  <a:pt x="231740" y="106959"/>
                </a:cubicBezTo>
                <a:lnTo>
                  <a:pt x="231740" y="46350"/>
                </a:lnTo>
                <a:cubicBezTo>
                  <a:pt x="231740" y="45028"/>
                  <a:pt x="232697" y="43906"/>
                  <a:pt x="234611" y="42983"/>
                </a:cubicBezTo>
                <a:cubicBezTo>
                  <a:pt x="236525" y="42058"/>
                  <a:pt x="240453" y="41596"/>
                  <a:pt x="246395" y="41596"/>
                </a:cubicBezTo>
                <a:cubicBezTo>
                  <a:pt x="252470" y="41596"/>
                  <a:pt x="256431" y="42058"/>
                  <a:pt x="258278" y="42983"/>
                </a:cubicBezTo>
                <a:cubicBezTo>
                  <a:pt x="260128" y="43906"/>
                  <a:pt x="261053" y="45028"/>
                  <a:pt x="261053" y="46350"/>
                </a:cubicBezTo>
                <a:lnTo>
                  <a:pt x="261053" y="101413"/>
                </a:lnTo>
                <a:cubicBezTo>
                  <a:pt x="261053" y="108675"/>
                  <a:pt x="262439" y="113824"/>
                  <a:pt x="265212" y="116863"/>
                </a:cubicBezTo>
                <a:cubicBezTo>
                  <a:pt x="267986" y="119899"/>
                  <a:pt x="271750" y="121417"/>
                  <a:pt x="276503" y="121417"/>
                </a:cubicBezTo>
                <a:cubicBezTo>
                  <a:pt x="280992" y="121417"/>
                  <a:pt x="284755" y="119998"/>
                  <a:pt x="287791" y="117159"/>
                </a:cubicBezTo>
                <a:cubicBezTo>
                  <a:pt x="290830" y="114320"/>
                  <a:pt x="292349" y="110655"/>
                  <a:pt x="292349" y="106164"/>
                </a:cubicBezTo>
                <a:lnTo>
                  <a:pt x="292349" y="46350"/>
                </a:lnTo>
                <a:cubicBezTo>
                  <a:pt x="292349" y="45028"/>
                  <a:pt x="293306" y="43906"/>
                  <a:pt x="295220" y="42983"/>
                </a:cubicBezTo>
                <a:cubicBezTo>
                  <a:pt x="297134" y="42058"/>
                  <a:pt x="301062" y="41596"/>
                  <a:pt x="307004" y="41596"/>
                </a:cubicBezTo>
                <a:cubicBezTo>
                  <a:pt x="313079" y="41596"/>
                  <a:pt x="317040" y="42058"/>
                  <a:pt x="318887" y="42983"/>
                </a:cubicBezTo>
                <a:cubicBezTo>
                  <a:pt x="320737" y="43906"/>
                  <a:pt x="321662" y="45028"/>
                  <a:pt x="321662" y="46350"/>
                </a:cubicBezTo>
                <a:lnTo>
                  <a:pt x="321662" y="106363"/>
                </a:lnTo>
                <a:cubicBezTo>
                  <a:pt x="321662" y="110986"/>
                  <a:pt x="322916" y="114651"/>
                  <a:pt x="325425" y="117359"/>
                </a:cubicBezTo>
                <a:cubicBezTo>
                  <a:pt x="327935" y="120065"/>
                  <a:pt x="331303" y="121417"/>
                  <a:pt x="335528" y="121417"/>
                </a:cubicBezTo>
                <a:cubicBezTo>
                  <a:pt x="341998" y="121417"/>
                  <a:pt x="346817" y="118248"/>
                  <a:pt x="349987" y="111909"/>
                </a:cubicBezTo>
                <a:cubicBezTo>
                  <a:pt x="353156" y="105571"/>
                  <a:pt x="354741" y="96658"/>
                  <a:pt x="354741" y="85171"/>
                </a:cubicBezTo>
                <a:cubicBezTo>
                  <a:pt x="354741" y="79227"/>
                  <a:pt x="354312" y="74077"/>
                  <a:pt x="353453" y="69721"/>
                </a:cubicBezTo>
                <a:cubicBezTo>
                  <a:pt x="352595" y="65363"/>
                  <a:pt x="351670" y="61633"/>
                  <a:pt x="350679" y="58530"/>
                </a:cubicBezTo>
                <a:cubicBezTo>
                  <a:pt x="349690" y="55427"/>
                  <a:pt x="348766" y="52885"/>
                  <a:pt x="347908" y="50904"/>
                </a:cubicBezTo>
                <a:cubicBezTo>
                  <a:pt x="347049" y="48924"/>
                  <a:pt x="346620" y="47471"/>
                  <a:pt x="346620" y="46546"/>
                </a:cubicBezTo>
                <a:cubicBezTo>
                  <a:pt x="346620" y="45094"/>
                  <a:pt x="347676" y="43906"/>
                  <a:pt x="349787" y="42983"/>
                </a:cubicBezTo>
                <a:cubicBezTo>
                  <a:pt x="351901" y="42058"/>
                  <a:pt x="354740" y="41596"/>
                  <a:pt x="358304" y="41596"/>
                </a:cubicBezTo>
                <a:cubicBezTo>
                  <a:pt x="364115" y="41596"/>
                  <a:pt x="368671" y="42487"/>
                  <a:pt x="371971" y="44271"/>
                </a:cubicBezTo>
                <a:cubicBezTo>
                  <a:pt x="375273" y="46052"/>
                  <a:pt x="377519" y="48328"/>
                  <a:pt x="378708" y="51101"/>
                </a:cubicBezTo>
                <a:cubicBezTo>
                  <a:pt x="382536" y="60476"/>
                  <a:pt x="384450" y="71040"/>
                  <a:pt x="384450" y="82793"/>
                </a:cubicBezTo>
                <a:cubicBezTo>
                  <a:pt x="384450" y="91243"/>
                  <a:pt x="383295" y="99232"/>
                  <a:pt x="380983" y="106759"/>
                </a:cubicBezTo>
                <a:cubicBezTo>
                  <a:pt x="378672" y="114287"/>
                  <a:pt x="375338" y="120856"/>
                  <a:pt x="370980" y="126468"/>
                </a:cubicBezTo>
                <a:cubicBezTo>
                  <a:pt x="366624" y="132079"/>
                  <a:pt x="361243" y="136503"/>
                  <a:pt x="354838" y="139739"/>
                </a:cubicBezTo>
                <a:cubicBezTo>
                  <a:pt x="348434" y="142972"/>
                  <a:pt x="341073" y="144589"/>
                  <a:pt x="332754" y="144589"/>
                </a:cubicBezTo>
                <a:cubicBezTo>
                  <a:pt x="327473" y="144589"/>
                  <a:pt x="322818" y="143930"/>
                  <a:pt x="318791" y="142610"/>
                </a:cubicBezTo>
                <a:cubicBezTo>
                  <a:pt x="314763" y="141290"/>
                  <a:pt x="311428" y="139772"/>
                  <a:pt x="308787" y="138055"/>
                </a:cubicBezTo>
                <a:cubicBezTo>
                  <a:pt x="305618" y="136206"/>
                  <a:pt x="302845" y="134093"/>
                  <a:pt x="300470" y="131717"/>
                </a:cubicBezTo>
                <a:cubicBezTo>
                  <a:pt x="299942" y="132245"/>
                  <a:pt x="298852" y="133202"/>
                  <a:pt x="297200" y="134589"/>
                </a:cubicBezTo>
                <a:cubicBezTo>
                  <a:pt x="295549" y="135975"/>
                  <a:pt x="293370" y="137394"/>
                  <a:pt x="290662" y="138847"/>
                </a:cubicBezTo>
                <a:cubicBezTo>
                  <a:pt x="287956" y="140300"/>
                  <a:pt x="284755" y="141619"/>
                  <a:pt x="281057" y="142806"/>
                </a:cubicBezTo>
                <a:cubicBezTo>
                  <a:pt x="277360" y="143995"/>
                  <a:pt x="273201" y="144589"/>
                  <a:pt x="268578" y="144589"/>
                </a:cubicBezTo>
                <a:close/>
                <a:moveTo>
                  <a:pt x="478929" y="144589"/>
                </a:moveTo>
                <a:cubicBezTo>
                  <a:pt x="476024" y="144589"/>
                  <a:pt x="473416" y="144061"/>
                  <a:pt x="471105" y="143006"/>
                </a:cubicBezTo>
                <a:cubicBezTo>
                  <a:pt x="468796" y="141950"/>
                  <a:pt x="466783" y="140761"/>
                  <a:pt x="465066" y="139439"/>
                </a:cubicBezTo>
                <a:cubicBezTo>
                  <a:pt x="463085" y="137989"/>
                  <a:pt x="461369" y="136339"/>
                  <a:pt x="459916" y="134489"/>
                </a:cubicBezTo>
                <a:cubicBezTo>
                  <a:pt x="456219" y="137130"/>
                  <a:pt x="451927" y="139475"/>
                  <a:pt x="447041" y="141522"/>
                </a:cubicBezTo>
                <a:cubicBezTo>
                  <a:pt x="442155" y="143567"/>
                  <a:pt x="436345" y="144589"/>
                  <a:pt x="429612" y="144589"/>
                </a:cubicBezTo>
                <a:cubicBezTo>
                  <a:pt x="424857" y="144589"/>
                  <a:pt x="420465" y="143930"/>
                  <a:pt x="416437" y="142610"/>
                </a:cubicBezTo>
                <a:cubicBezTo>
                  <a:pt x="412412" y="141290"/>
                  <a:pt x="408913" y="139409"/>
                  <a:pt x="405941" y="136967"/>
                </a:cubicBezTo>
                <a:cubicBezTo>
                  <a:pt x="402971" y="134523"/>
                  <a:pt x="400660" y="131486"/>
                  <a:pt x="399008" y="127855"/>
                </a:cubicBezTo>
                <a:cubicBezTo>
                  <a:pt x="397358" y="124222"/>
                  <a:pt x="396533" y="120096"/>
                  <a:pt x="396533" y="115476"/>
                </a:cubicBezTo>
                <a:cubicBezTo>
                  <a:pt x="396533" y="109665"/>
                  <a:pt x="397490" y="104746"/>
                  <a:pt x="399404" y="100718"/>
                </a:cubicBezTo>
                <a:cubicBezTo>
                  <a:pt x="401320" y="96690"/>
                  <a:pt x="404159" y="93257"/>
                  <a:pt x="407921" y="90418"/>
                </a:cubicBezTo>
                <a:cubicBezTo>
                  <a:pt x="411684" y="87579"/>
                  <a:pt x="416339" y="85169"/>
                  <a:pt x="421884" y="83189"/>
                </a:cubicBezTo>
                <a:cubicBezTo>
                  <a:pt x="427431" y="81208"/>
                  <a:pt x="433769" y="79359"/>
                  <a:pt x="440900" y="77643"/>
                </a:cubicBezTo>
                <a:cubicBezTo>
                  <a:pt x="445655" y="76587"/>
                  <a:pt x="449220" y="75531"/>
                  <a:pt x="451596" y="74475"/>
                </a:cubicBezTo>
                <a:cubicBezTo>
                  <a:pt x="453973" y="73417"/>
                  <a:pt x="455162" y="72162"/>
                  <a:pt x="455162" y="70709"/>
                </a:cubicBezTo>
                <a:cubicBezTo>
                  <a:pt x="455162" y="67806"/>
                  <a:pt x="453841" y="65463"/>
                  <a:pt x="451200" y="63680"/>
                </a:cubicBezTo>
                <a:cubicBezTo>
                  <a:pt x="448558" y="61896"/>
                  <a:pt x="444465" y="61005"/>
                  <a:pt x="438920" y="61005"/>
                </a:cubicBezTo>
                <a:cubicBezTo>
                  <a:pt x="435090" y="61005"/>
                  <a:pt x="431458" y="61467"/>
                  <a:pt x="428025" y="62392"/>
                </a:cubicBezTo>
                <a:cubicBezTo>
                  <a:pt x="424594" y="63317"/>
                  <a:pt x="421524" y="64374"/>
                  <a:pt x="418816" y="65563"/>
                </a:cubicBezTo>
                <a:cubicBezTo>
                  <a:pt x="416110" y="66749"/>
                  <a:pt x="413832" y="67805"/>
                  <a:pt x="411983" y="68730"/>
                </a:cubicBezTo>
                <a:cubicBezTo>
                  <a:pt x="410135" y="69655"/>
                  <a:pt x="408814" y="70117"/>
                  <a:pt x="408020" y="70117"/>
                </a:cubicBezTo>
                <a:cubicBezTo>
                  <a:pt x="406304" y="70117"/>
                  <a:pt x="405445" y="69127"/>
                  <a:pt x="405445" y="67146"/>
                </a:cubicBezTo>
                <a:cubicBezTo>
                  <a:pt x="405445" y="65561"/>
                  <a:pt x="405776" y="63249"/>
                  <a:pt x="406437" y="60213"/>
                </a:cubicBezTo>
                <a:cubicBezTo>
                  <a:pt x="407098" y="57177"/>
                  <a:pt x="408154" y="54007"/>
                  <a:pt x="409607" y="50705"/>
                </a:cubicBezTo>
                <a:cubicBezTo>
                  <a:pt x="410135" y="49649"/>
                  <a:pt x="411356" y="48461"/>
                  <a:pt x="413270" y="47142"/>
                </a:cubicBezTo>
                <a:cubicBezTo>
                  <a:pt x="415184" y="45820"/>
                  <a:pt x="417626" y="44598"/>
                  <a:pt x="420596" y="43476"/>
                </a:cubicBezTo>
                <a:cubicBezTo>
                  <a:pt x="423568" y="42353"/>
                  <a:pt x="426968" y="41430"/>
                  <a:pt x="430796" y="40704"/>
                </a:cubicBezTo>
                <a:cubicBezTo>
                  <a:pt x="434627" y="39977"/>
                  <a:pt x="438721" y="39613"/>
                  <a:pt x="443079" y="39613"/>
                </a:cubicBezTo>
                <a:cubicBezTo>
                  <a:pt x="458265" y="39613"/>
                  <a:pt x="469026" y="42915"/>
                  <a:pt x="475363" y="49517"/>
                </a:cubicBezTo>
                <a:cubicBezTo>
                  <a:pt x="481702" y="56120"/>
                  <a:pt x="484871" y="66089"/>
                  <a:pt x="484871" y="79426"/>
                </a:cubicBezTo>
                <a:lnTo>
                  <a:pt x="484871" y="115476"/>
                </a:lnTo>
                <a:cubicBezTo>
                  <a:pt x="484871" y="118512"/>
                  <a:pt x="485564" y="120691"/>
                  <a:pt x="486951" y="122013"/>
                </a:cubicBezTo>
                <a:cubicBezTo>
                  <a:pt x="488339" y="123333"/>
                  <a:pt x="490221" y="123992"/>
                  <a:pt x="492596" y="123992"/>
                </a:cubicBezTo>
                <a:lnTo>
                  <a:pt x="496558" y="123992"/>
                </a:lnTo>
                <a:cubicBezTo>
                  <a:pt x="498406" y="123992"/>
                  <a:pt x="499330" y="124851"/>
                  <a:pt x="499330" y="126567"/>
                </a:cubicBezTo>
                <a:cubicBezTo>
                  <a:pt x="499330" y="127754"/>
                  <a:pt x="498702" y="129371"/>
                  <a:pt x="497447" y="131418"/>
                </a:cubicBezTo>
                <a:cubicBezTo>
                  <a:pt x="496194" y="133465"/>
                  <a:pt x="494610" y="135447"/>
                  <a:pt x="492696" y="137363"/>
                </a:cubicBezTo>
                <a:cubicBezTo>
                  <a:pt x="490782" y="139277"/>
                  <a:pt x="488603" y="140961"/>
                  <a:pt x="486159" y="142413"/>
                </a:cubicBezTo>
                <a:cubicBezTo>
                  <a:pt x="483717" y="143864"/>
                  <a:pt x="481307" y="144589"/>
                  <a:pt x="478929" y="144589"/>
                </a:cubicBezTo>
                <a:moveTo>
                  <a:pt x="425054" y="111710"/>
                </a:moveTo>
                <a:cubicBezTo>
                  <a:pt x="425054" y="115937"/>
                  <a:pt x="426507" y="119140"/>
                  <a:pt x="429412" y="121318"/>
                </a:cubicBezTo>
                <a:cubicBezTo>
                  <a:pt x="432318" y="123496"/>
                  <a:pt x="436081" y="124585"/>
                  <a:pt x="440703" y="124585"/>
                </a:cubicBezTo>
                <a:cubicBezTo>
                  <a:pt x="445060" y="124585"/>
                  <a:pt x="448624" y="123529"/>
                  <a:pt x="451396" y="121417"/>
                </a:cubicBezTo>
                <a:cubicBezTo>
                  <a:pt x="454171" y="119304"/>
                  <a:pt x="455558" y="117323"/>
                  <a:pt x="455558" y="115476"/>
                </a:cubicBezTo>
                <a:lnTo>
                  <a:pt x="455558" y="94280"/>
                </a:lnTo>
                <a:cubicBezTo>
                  <a:pt x="455558" y="92828"/>
                  <a:pt x="454832" y="92101"/>
                  <a:pt x="453379" y="92101"/>
                </a:cubicBezTo>
                <a:cubicBezTo>
                  <a:pt x="450473" y="92101"/>
                  <a:pt x="446843" y="93092"/>
                  <a:pt x="442487" y="95072"/>
                </a:cubicBezTo>
                <a:cubicBezTo>
                  <a:pt x="440373" y="95866"/>
                  <a:pt x="438293" y="96725"/>
                  <a:pt x="436246" y="97650"/>
                </a:cubicBezTo>
                <a:cubicBezTo>
                  <a:pt x="434198" y="98573"/>
                  <a:pt x="432350" y="99695"/>
                  <a:pt x="430700" y="101017"/>
                </a:cubicBezTo>
                <a:cubicBezTo>
                  <a:pt x="429049" y="102337"/>
                  <a:pt x="427695" y="103888"/>
                  <a:pt x="426638" y="105671"/>
                </a:cubicBezTo>
                <a:cubicBezTo>
                  <a:pt x="425582" y="107452"/>
                  <a:pt x="425054" y="109465"/>
                  <a:pt x="425054" y="111710"/>
                </a:cubicBezTo>
                <a:close/>
                <a:moveTo>
                  <a:pt x="533002" y="142610"/>
                </a:moveTo>
                <a:cubicBezTo>
                  <a:pt x="527060" y="142610"/>
                  <a:pt x="523132" y="142115"/>
                  <a:pt x="521218" y="141126"/>
                </a:cubicBezTo>
                <a:cubicBezTo>
                  <a:pt x="519304" y="140135"/>
                  <a:pt x="518347" y="139044"/>
                  <a:pt x="518347" y="137856"/>
                </a:cubicBezTo>
                <a:lnTo>
                  <a:pt x="518347" y="68533"/>
                </a:lnTo>
                <a:cubicBezTo>
                  <a:pt x="518347" y="66420"/>
                  <a:pt x="518050" y="64604"/>
                  <a:pt x="517456" y="63087"/>
                </a:cubicBezTo>
                <a:cubicBezTo>
                  <a:pt x="516861" y="61568"/>
                  <a:pt x="516234" y="60281"/>
                  <a:pt x="515573" y="59225"/>
                </a:cubicBezTo>
                <a:cubicBezTo>
                  <a:pt x="514912" y="58167"/>
                  <a:pt x="514284" y="57209"/>
                  <a:pt x="513690" y="56351"/>
                </a:cubicBezTo>
                <a:cubicBezTo>
                  <a:pt x="513097" y="55492"/>
                  <a:pt x="512801" y="54667"/>
                  <a:pt x="512801" y="53875"/>
                </a:cubicBezTo>
                <a:cubicBezTo>
                  <a:pt x="512801" y="52687"/>
                  <a:pt x="513692" y="51300"/>
                  <a:pt x="515473" y="49717"/>
                </a:cubicBezTo>
                <a:cubicBezTo>
                  <a:pt x="517256" y="48131"/>
                  <a:pt x="519369" y="46580"/>
                  <a:pt x="521811" y="45062"/>
                </a:cubicBezTo>
                <a:cubicBezTo>
                  <a:pt x="524255" y="43543"/>
                  <a:pt x="526731" y="42256"/>
                  <a:pt x="529240" y="41200"/>
                </a:cubicBezTo>
                <a:cubicBezTo>
                  <a:pt x="531748" y="40142"/>
                  <a:pt x="533795" y="39613"/>
                  <a:pt x="535381" y="39613"/>
                </a:cubicBezTo>
                <a:cubicBezTo>
                  <a:pt x="538417" y="39613"/>
                  <a:pt x="540629" y="40637"/>
                  <a:pt x="542015" y="42684"/>
                </a:cubicBezTo>
                <a:cubicBezTo>
                  <a:pt x="543401" y="44731"/>
                  <a:pt x="545019" y="47669"/>
                  <a:pt x="546869" y="51497"/>
                </a:cubicBezTo>
                <a:cubicBezTo>
                  <a:pt x="548849" y="49252"/>
                  <a:pt x="551027" y="47272"/>
                  <a:pt x="553403" y="45555"/>
                </a:cubicBezTo>
                <a:cubicBezTo>
                  <a:pt x="555385" y="44102"/>
                  <a:pt x="557763" y="42749"/>
                  <a:pt x="560535" y="41496"/>
                </a:cubicBezTo>
                <a:cubicBezTo>
                  <a:pt x="563308" y="40241"/>
                  <a:pt x="566279" y="39613"/>
                  <a:pt x="569448" y="39613"/>
                </a:cubicBezTo>
                <a:cubicBezTo>
                  <a:pt x="571560" y="39613"/>
                  <a:pt x="573672" y="39812"/>
                  <a:pt x="575786" y="40209"/>
                </a:cubicBezTo>
                <a:cubicBezTo>
                  <a:pt x="577899" y="40603"/>
                  <a:pt x="579781" y="41165"/>
                  <a:pt x="581431" y="41892"/>
                </a:cubicBezTo>
                <a:cubicBezTo>
                  <a:pt x="583082" y="42617"/>
                  <a:pt x="584435" y="43409"/>
                  <a:pt x="585490" y="44267"/>
                </a:cubicBezTo>
                <a:cubicBezTo>
                  <a:pt x="586548" y="45126"/>
                  <a:pt x="587077" y="46084"/>
                  <a:pt x="587077" y="47142"/>
                </a:cubicBezTo>
                <a:cubicBezTo>
                  <a:pt x="587077" y="48064"/>
                  <a:pt x="586449" y="49681"/>
                  <a:pt x="585194" y="51992"/>
                </a:cubicBezTo>
                <a:cubicBezTo>
                  <a:pt x="583939" y="54303"/>
                  <a:pt x="582486" y="56681"/>
                  <a:pt x="580836" y="59125"/>
                </a:cubicBezTo>
                <a:cubicBezTo>
                  <a:pt x="579186" y="61567"/>
                  <a:pt x="577469" y="63746"/>
                  <a:pt x="575686" y="65662"/>
                </a:cubicBezTo>
                <a:cubicBezTo>
                  <a:pt x="573905" y="67576"/>
                  <a:pt x="572420" y="68533"/>
                  <a:pt x="571231" y="68533"/>
                </a:cubicBezTo>
                <a:cubicBezTo>
                  <a:pt x="570437" y="68533"/>
                  <a:pt x="569678" y="68269"/>
                  <a:pt x="568952" y="67742"/>
                </a:cubicBezTo>
                <a:cubicBezTo>
                  <a:pt x="568227" y="67212"/>
                  <a:pt x="567402" y="66650"/>
                  <a:pt x="566477" y="66055"/>
                </a:cubicBezTo>
                <a:cubicBezTo>
                  <a:pt x="565552" y="65461"/>
                  <a:pt x="564496" y="64900"/>
                  <a:pt x="563307" y="64372"/>
                </a:cubicBezTo>
                <a:cubicBezTo>
                  <a:pt x="562118" y="63844"/>
                  <a:pt x="560798" y="63580"/>
                  <a:pt x="559348" y="63580"/>
                </a:cubicBezTo>
                <a:cubicBezTo>
                  <a:pt x="557895" y="63580"/>
                  <a:pt x="556474" y="63910"/>
                  <a:pt x="555086" y="64571"/>
                </a:cubicBezTo>
                <a:cubicBezTo>
                  <a:pt x="553700" y="65230"/>
                  <a:pt x="552446" y="66122"/>
                  <a:pt x="551323" y="67246"/>
                </a:cubicBezTo>
                <a:cubicBezTo>
                  <a:pt x="550201" y="68368"/>
                  <a:pt x="549310" y="69656"/>
                  <a:pt x="548649" y="71108"/>
                </a:cubicBezTo>
                <a:cubicBezTo>
                  <a:pt x="547990" y="72559"/>
                  <a:pt x="547660" y="74077"/>
                  <a:pt x="547660" y="75663"/>
                </a:cubicBezTo>
                <a:lnTo>
                  <a:pt x="547660" y="137856"/>
                </a:lnTo>
                <a:cubicBezTo>
                  <a:pt x="547660" y="139044"/>
                  <a:pt x="546736" y="140135"/>
                  <a:pt x="544886" y="141126"/>
                </a:cubicBezTo>
                <a:cubicBezTo>
                  <a:pt x="543038" y="142115"/>
                  <a:pt x="539077" y="142610"/>
                  <a:pt x="533002" y="142610"/>
                </a:cubicBezTo>
                <a:close/>
                <a:moveTo>
                  <a:pt x="640950" y="144589"/>
                </a:moveTo>
                <a:cubicBezTo>
                  <a:pt x="635669" y="144589"/>
                  <a:pt x="630454" y="143699"/>
                  <a:pt x="625304" y="141918"/>
                </a:cubicBezTo>
                <a:cubicBezTo>
                  <a:pt x="620154" y="140135"/>
                  <a:pt x="615565" y="137329"/>
                  <a:pt x="611537" y="133501"/>
                </a:cubicBezTo>
                <a:cubicBezTo>
                  <a:pt x="607510" y="129670"/>
                  <a:pt x="604242" y="124818"/>
                  <a:pt x="601733" y="118942"/>
                </a:cubicBezTo>
                <a:cubicBezTo>
                  <a:pt x="599225" y="113065"/>
                  <a:pt x="597970" y="106099"/>
                  <a:pt x="597970" y="98043"/>
                </a:cubicBezTo>
                <a:cubicBezTo>
                  <a:pt x="597970" y="86687"/>
                  <a:pt x="599719" y="77247"/>
                  <a:pt x="603217" y="69721"/>
                </a:cubicBezTo>
                <a:cubicBezTo>
                  <a:pt x="606717" y="62194"/>
                  <a:pt x="611042" y="56185"/>
                  <a:pt x="616192" y="51696"/>
                </a:cubicBezTo>
                <a:cubicBezTo>
                  <a:pt x="621342" y="47207"/>
                  <a:pt x="626821" y="44071"/>
                  <a:pt x="632630" y="42288"/>
                </a:cubicBezTo>
                <a:cubicBezTo>
                  <a:pt x="638441" y="40505"/>
                  <a:pt x="643657" y="39613"/>
                  <a:pt x="648279" y="39613"/>
                </a:cubicBezTo>
                <a:cubicBezTo>
                  <a:pt x="650657" y="39613"/>
                  <a:pt x="652836" y="39778"/>
                  <a:pt x="654817" y="40109"/>
                </a:cubicBezTo>
                <a:cubicBezTo>
                  <a:pt x="656797" y="40439"/>
                  <a:pt x="658514" y="40868"/>
                  <a:pt x="659967" y="41396"/>
                </a:cubicBezTo>
                <a:cubicBezTo>
                  <a:pt x="661683" y="41924"/>
                  <a:pt x="663268" y="42519"/>
                  <a:pt x="664721" y="43179"/>
                </a:cubicBezTo>
                <a:lnTo>
                  <a:pt x="664721" y="4754"/>
                </a:lnTo>
                <a:cubicBezTo>
                  <a:pt x="664721" y="3434"/>
                  <a:pt x="665644" y="2312"/>
                  <a:pt x="667492" y="1387"/>
                </a:cubicBezTo>
                <a:cubicBezTo>
                  <a:pt x="669342" y="462"/>
                  <a:pt x="673303" y="0"/>
                  <a:pt x="679376" y="0"/>
                </a:cubicBezTo>
                <a:cubicBezTo>
                  <a:pt x="685318" y="0"/>
                  <a:pt x="689245" y="462"/>
                  <a:pt x="691160" y="1387"/>
                </a:cubicBezTo>
                <a:cubicBezTo>
                  <a:pt x="693076" y="2312"/>
                  <a:pt x="694034" y="3434"/>
                  <a:pt x="694034" y="4754"/>
                </a:cubicBezTo>
                <a:lnTo>
                  <a:pt x="694034" y="115476"/>
                </a:lnTo>
                <a:cubicBezTo>
                  <a:pt x="694034" y="118512"/>
                  <a:pt x="694727" y="120691"/>
                  <a:pt x="696113" y="122013"/>
                </a:cubicBezTo>
                <a:cubicBezTo>
                  <a:pt x="697499" y="123333"/>
                  <a:pt x="699315" y="123992"/>
                  <a:pt x="701559" y="123992"/>
                </a:cubicBezTo>
                <a:lnTo>
                  <a:pt x="705522" y="123992"/>
                </a:lnTo>
                <a:cubicBezTo>
                  <a:pt x="707502" y="123992"/>
                  <a:pt x="708492" y="124851"/>
                  <a:pt x="708492" y="126567"/>
                </a:cubicBezTo>
                <a:cubicBezTo>
                  <a:pt x="708492" y="127754"/>
                  <a:pt x="707865" y="129371"/>
                  <a:pt x="706610" y="131418"/>
                </a:cubicBezTo>
                <a:cubicBezTo>
                  <a:pt x="705356" y="133465"/>
                  <a:pt x="703739" y="135447"/>
                  <a:pt x="701759" y="137363"/>
                </a:cubicBezTo>
                <a:cubicBezTo>
                  <a:pt x="699778" y="139277"/>
                  <a:pt x="697566" y="140961"/>
                  <a:pt x="695122" y="142413"/>
                </a:cubicBezTo>
                <a:cubicBezTo>
                  <a:pt x="692680" y="143864"/>
                  <a:pt x="690270" y="144589"/>
                  <a:pt x="687893" y="144589"/>
                </a:cubicBezTo>
                <a:cubicBezTo>
                  <a:pt x="684856" y="144589"/>
                  <a:pt x="682182" y="144061"/>
                  <a:pt x="679871" y="143006"/>
                </a:cubicBezTo>
                <a:cubicBezTo>
                  <a:pt x="677560" y="141950"/>
                  <a:pt x="675546" y="140761"/>
                  <a:pt x="673830" y="139439"/>
                </a:cubicBezTo>
                <a:cubicBezTo>
                  <a:pt x="671849" y="137989"/>
                  <a:pt x="670133" y="136339"/>
                  <a:pt x="668680" y="134489"/>
                </a:cubicBezTo>
                <a:cubicBezTo>
                  <a:pt x="666568" y="136339"/>
                  <a:pt x="664125" y="137989"/>
                  <a:pt x="661351" y="139439"/>
                </a:cubicBezTo>
                <a:cubicBezTo>
                  <a:pt x="658975" y="140761"/>
                  <a:pt x="656071" y="141950"/>
                  <a:pt x="652638" y="143006"/>
                </a:cubicBezTo>
                <a:cubicBezTo>
                  <a:pt x="649204" y="144061"/>
                  <a:pt x="645308" y="144589"/>
                  <a:pt x="640950" y="144589"/>
                </a:cubicBezTo>
                <a:moveTo>
                  <a:pt x="664521" y="67343"/>
                </a:moveTo>
                <a:cubicBezTo>
                  <a:pt x="664521" y="65495"/>
                  <a:pt x="663531" y="63779"/>
                  <a:pt x="661550" y="62196"/>
                </a:cubicBezTo>
                <a:cubicBezTo>
                  <a:pt x="659570" y="60610"/>
                  <a:pt x="656995" y="59817"/>
                  <a:pt x="653825" y="59817"/>
                </a:cubicBezTo>
                <a:cubicBezTo>
                  <a:pt x="651053" y="59817"/>
                  <a:pt x="648214" y="60378"/>
                  <a:pt x="645308" y="61501"/>
                </a:cubicBezTo>
                <a:cubicBezTo>
                  <a:pt x="642403" y="62623"/>
                  <a:pt x="639762" y="64571"/>
                  <a:pt x="637384" y="67346"/>
                </a:cubicBezTo>
                <a:cubicBezTo>
                  <a:pt x="635008" y="70118"/>
                  <a:pt x="633094" y="73815"/>
                  <a:pt x="631642" y="78437"/>
                </a:cubicBezTo>
                <a:cubicBezTo>
                  <a:pt x="630189" y="83058"/>
                  <a:pt x="629463" y="88867"/>
                  <a:pt x="629463" y="95867"/>
                </a:cubicBezTo>
                <a:cubicBezTo>
                  <a:pt x="629463" y="101148"/>
                  <a:pt x="630057" y="105637"/>
                  <a:pt x="631246" y="109334"/>
                </a:cubicBezTo>
                <a:cubicBezTo>
                  <a:pt x="632434" y="113032"/>
                  <a:pt x="634019" y="116003"/>
                  <a:pt x="636000" y="118247"/>
                </a:cubicBezTo>
                <a:cubicBezTo>
                  <a:pt x="637980" y="120492"/>
                  <a:pt x="640192" y="122110"/>
                  <a:pt x="642634" y="123101"/>
                </a:cubicBezTo>
                <a:cubicBezTo>
                  <a:pt x="645078" y="124090"/>
                  <a:pt x="647488" y="124585"/>
                  <a:pt x="649863" y="124585"/>
                </a:cubicBezTo>
                <a:cubicBezTo>
                  <a:pt x="654090" y="124585"/>
                  <a:pt x="657590" y="123364"/>
                  <a:pt x="660362" y="120922"/>
                </a:cubicBezTo>
                <a:cubicBezTo>
                  <a:pt x="663135" y="118478"/>
                  <a:pt x="664521" y="116002"/>
                  <a:pt x="664521" y="113493"/>
                </a:cubicBezTo>
                <a:lnTo>
                  <a:pt x="664521" y="67343"/>
                </a:lnTo>
                <a:close/>
              </a:path>
            </a:pathLst>
          </a:custGeom>
          <a:solidFill xmlns:a="http://schemas.openxmlformats.org/drawingml/2006/main">
            <a:srgbClr val="706F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09235-ABF5-4921-834C-5F6E3870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560" y="101916"/>
            <a:ext cx="1656048" cy="459906"/>
          </a:xfrm>
          <a:custGeom xmlns:a="http://schemas.openxmlformats.org/drawingml/2006/main">
            <a:pathLst>
              <a:path w="1656048" h="459906" fill="none">
                <a:moveTo>
                  <a:pt x="0" y="459906"/>
                </a:moveTo>
                <a:lnTo>
                  <a:pt x="1656048" y="459906"/>
                </a:lnTo>
                <a:lnTo>
                  <a:pt x="1656048" y="0"/>
                </a:lnTo>
                <a:lnTo>
                  <a:pt x="0" y="0"/>
                </a:lnTo>
                <a:lnTo>
                  <a:pt x="0" y="4599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7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20" name="Text ②Response𝒚">
            <a:extLst xmlns:a="http://schemas.openxmlformats.org/drawingml/2006/main">
              <a:ext uri="{FF2B5EF4-FFF2-40B4-BE49-F238E27FC236}">
                <a16:creationId xmlns:a16="http://schemas.microsoft.com/office/drawing/2014/main" id="{76000250-1E8B-40FE-BC4A-4FD43C97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245" y="196412"/>
            <a:ext cx="1402954" cy="223912"/>
          </a:xfrm>
          <a:custGeom xmlns:a="http://schemas.openxmlformats.org/drawingml/2006/main">
            <a:pathLst>
              <a:path w="1402954" h="223912">
                <a:moveTo>
                  <a:pt x="104933" y="0"/>
                </a:moveTo>
                <a:cubicBezTo>
                  <a:pt x="168808" y="5940"/>
                  <a:pt x="203715" y="40708"/>
                  <a:pt x="209656" y="104304"/>
                </a:cubicBezTo>
                <a:cubicBezTo>
                  <a:pt x="203645" y="167759"/>
                  <a:pt x="168738" y="202457"/>
                  <a:pt x="104933" y="208398"/>
                </a:cubicBezTo>
                <a:cubicBezTo>
                  <a:pt x="40918" y="202527"/>
                  <a:pt x="5940" y="167829"/>
                  <a:pt x="0" y="104304"/>
                </a:cubicBezTo>
                <a:cubicBezTo>
                  <a:pt x="5940" y="40638"/>
                  <a:pt x="40918" y="5870"/>
                  <a:pt x="104933" y="0"/>
                </a:cubicBezTo>
                <a:moveTo>
                  <a:pt x="104933" y="10692"/>
                </a:moveTo>
                <a:cubicBezTo>
                  <a:pt x="48256" y="16074"/>
                  <a:pt x="17262" y="47277"/>
                  <a:pt x="11950" y="104304"/>
                </a:cubicBezTo>
                <a:cubicBezTo>
                  <a:pt x="17262" y="161330"/>
                  <a:pt x="48256" y="192534"/>
                  <a:pt x="104933" y="197915"/>
                </a:cubicBezTo>
                <a:cubicBezTo>
                  <a:pt x="161609" y="192534"/>
                  <a:pt x="192604" y="161330"/>
                  <a:pt x="197915" y="104304"/>
                </a:cubicBezTo>
                <a:cubicBezTo>
                  <a:pt x="192604" y="47277"/>
                  <a:pt x="161609" y="16074"/>
                  <a:pt x="104933" y="10692"/>
                </a:cubicBezTo>
                <a:moveTo>
                  <a:pt x="79355" y="82604"/>
                </a:moveTo>
                <a:lnTo>
                  <a:pt x="57236" y="82604"/>
                </a:lnTo>
                <a:cubicBezTo>
                  <a:pt x="58843" y="48221"/>
                  <a:pt x="75825" y="30190"/>
                  <a:pt x="108182" y="28513"/>
                </a:cubicBezTo>
                <a:cubicBezTo>
                  <a:pt x="138862" y="29701"/>
                  <a:pt x="155040" y="44179"/>
                  <a:pt x="156718" y="71948"/>
                </a:cubicBezTo>
                <a:cubicBezTo>
                  <a:pt x="157626" y="94119"/>
                  <a:pt x="142356" y="112583"/>
                  <a:pt x="110908" y="127340"/>
                </a:cubicBezTo>
                <a:cubicBezTo>
                  <a:pt x="102731" y="131677"/>
                  <a:pt x="96022" y="135838"/>
                  <a:pt x="90781" y="139824"/>
                </a:cubicBezTo>
                <a:cubicBezTo>
                  <a:pt x="82255" y="146260"/>
                  <a:pt x="77223" y="152765"/>
                  <a:pt x="75686" y="159338"/>
                </a:cubicBezTo>
                <a:lnTo>
                  <a:pt x="155355" y="159338"/>
                </a:lnTo>
                <a:lnTo>
                  <a:pt x="155355" y="176949"/>
                </a:lnTo>
                <a:lnTo>
                  <a:pt x="52938" y="176949"/>
                </a:lnTo>
                <a:cubicBezTo>
                  <a:pt x="52868" y="160863"/>
                  <a:pt x="56956" y="148134"/>
                  <a:pt x="65203" y="138762"/>
                </a:cubicBezTo>
                <a:cubicBezTo>
                  <a:pt x="74567" y="127360"/>
                  <a:pt x="87881" y="117183"/>
                  <a:pt x="105142" y="108231"/>
                </a:cubicBezTo>
                <a:cubicBezTo>
                  <a:pt x="125688" y="98301"/>
                  <a:pt x="135507" y="86481"/>
                  <a:pt x="134599" y="72770"/>
                </a:cubicBezTo>
                <a:cubicBezTo>
                  <a:pt x="133690" y="56194"/>
                  <a:pt x="124361" y="47382"/>
                  <a:pt x="106610" y="46334"/>
                </a:cubicBezTo>
                <a:cubicBezTo>
                  <a:pt x="89139" y="48221"/>
                  <a:pt x="80053" y="60311"/>
                  <a:pt x="79355" y="82604"/>
                </a:cubicBezTo>
                <a:close/>
                <a:moveTo>
                  <a:pt x="292057" y="170240"/>
                </a:moveTo>
                <a:cubicBezTo>
                  <a:pt x="285761" y="170240"/>
                  <a:pt x="281540" y="169739"/>
                  <a:pt x="279393" y="168737"/>
                </a:cubicBezTo>
                <a:cubicBezTo>
                  <a:pt x="277246" y="167734"/>
                  <a:pt x="276173" y="166590"/>
                  <a:pt x="276173" y="165304"/>
                </a:cubicBezTo>
                <a:lnTo>
                  <a:pt x="276173" y="36706"/>
                </a:lnTo>
                <a:cubicBezTo>
                  <a:pt x="276173" y="35132"/>
                  <a:pt x="277389" y="33593"/>
                  <a:pt x="279822" y="32090"/>
                </a:cubicBezTo>
                <a:cubicBezTo>
                  <a:pt x="282255" y="30586"/>
                  <a:pt x="285546" y="29261"/>
                  <a:pt x="289696" y="28117"/>
                </a:cubicBezTo>
                <a:cubicBezTo>
                  <a:pt x="293847" y="26972"/>
                  <a:pt x="298714" y="26043"/>
                  <a:pt x="304296" y="25329"/>
                </a:cubicBezTo>
                <a:cubicBezTo>
                  <a:pt x="309878" y="24613"/>
                  <a:pt x="315746" y="24255"/>
                  <a:pt x="321901" y="24255"/>
                </a:cubicBezTo>
                <a:cubicBezTo>
                  <a:pt x="331346" y="24255"/>
                  <a:pt x="339897" y="25292"/>
                  <a:pt x="347554" y="27367"/>
                </a:cubicBezTo>
                <a:cubicBezTo>
                  <a:pt x="355213" y="29441"/>
                  <a:pt x="361725" y="32411"/>
                  <a:pt x="367091" y="36277"/>
                </a:cubicBezTo>
                <a:cubicBezTo>
                  <a:pt x="372459" y="40140"/>
                  <a:pt x="376610" y="44935"/>
                  <a:pt x="379543" y="50661"/>
                </a:cubicBezTo>
                <a:cubicBezTo>
                  <a:pt x="382478" y="56385"/>
                  <a:pt x="383946" y="62897"/>
                  <a:pt x="383946" y="70195"/>
                </a:cubicBezTo>
                <a:cubicBezTo>
                  <a:pt x="383946" y="78354"/>
                  <a:pt x="382299" y="85332"/>
                  <a:pt x="379006" y="91128"/>
                </a:cubicBezTo>
                <a:cubicBezTo>
                  <a:pt x="375714" y="96924"/>
                  <a:pt x="372137" y="101683"/>
                  <a:pt x="368274" y="105404"/>
                </a:cubicBezTo>
                <a:cubicBezTo>
                  <a:pt x="363550" y="109698"/>
                  <a:pt x="358254" y="113276"/>
                  <a:pt x="352386" y="116139"/>
                </a:cubicBezTo>
                <a:cubicBezTo>
                  <a:pt x="354677" y="117142"/>
                  <a:pt x="357182" y="119576"/>
                  <a:pt x="359901" y="123441"/>
                </a:cubicBezTo>
                <a:cubicBezTo>
                  <a:pt x="362620" y="127305"/>
                  <a:pt x="365518" y="131383"/>
                  <a:pt x="368595" y="135677"/>
                </a:cubicBezTo>
                <a:cubicBezTo>
                  <a:pt x="371672" y="139970"/>
                  <a:pt x="374999" y="143799"/>
                  <a:pt x="378576" y="147162"/>
                </a:cubicBezTo>
                <a:cubicBezTo>
                  <a:pt x="382156" y="150525"/>
                  <a:pt x="385949" y="152207"/>
                  <a:pt x="389957" y="152207"/>
                </a:cubicBezTo>
                <a:lnTo>
                  <a:pt x="391244" y="152207"/>
                </a:lnTo>
                <a:lnTo>
                  <a:pt x="393822" y="151990"/>
                </a:lnTo>
                <a:cubicBezTo>
                  <a:pt x="394967" y="151990"/>
                  <a:pt x="395968" y="152099"/>
                  <a:pt x="396826" y="152315"/>
                </a:cubicBezTo>
                <a:cubicBezTo>
                  <a:pt x="397685" y="152529"/>
                  <a:pt x="398114" y="153351"/>
                  <a:pt x="398114" y="154781"/>
                </a:cubicBezTo>
                <a:cubicBezTo>
                  <a:pt x="398114" y="156214"/>
                  <a:pt x="397326" y="157933"/>
                  <a:pt x="395752" y="159938"/>
                </a:cubicBezTo>
                <a:cubicBezTo>
                  <a:pt x="394177" y="161940"/>
                  <a:pt x="392066" y="163836"/>
                  <a:pt x="389420" y="165625"/>
                </a:cubicBezTo>
                <a:cubicBezTo>
                  <a:pt x="386773" y="167413"/>
                  <a:pt x="383732" y="168952"/>
                  <a:pt x="380296" y="170240"/>
                </a:cubicBezTo>
                <a:cubicBezTo>
                  <a:pt x="376861" y="171529"/>
                  <a:pt x="373283" y="172173"/>
                  <a:pt x="369561" y="172173"/>
                </a:cubicBezTo>
                <a:cubicBezTo>
                  <a:pt x="363693" y="172173"/>
                  <a:pt x="358719" y="171029"/>
                  <a:pt x="354640" y="168740"/>
                </a:cubicBezTo>
                <a:cubicBezTo>
                  <a:pt x="350560" y="166449"/>
                  <a:pt x="347089" y="163586"/>
                  <a:pt x="344226" y="160151"/>
                </a:cubicBezTo>
                <a:cubicBezTo>
                  <a:pt x="341365" y="156715"/>
                  <a:pt x="338932" y="152958"/>
                  <a:pt x="336927" y="148878"/>
                </a:cubicBezTo>
                <a:cubicBezTo>
                  <a:pt x="334924" y="144799"/>
                  <a:pt x="332993" y="141042"/>
                  <a:pt x="331132" y="137609"/>
                </a:cubicBezTo>
                <a:cubicBezTo>
                  <a:pt x="329271" y="134174"/>
                  <a:pt x="327268" y="131312"/>
                  <a:pt x="325121" y="129023"/>
                </a:cubicBezTo>
                <a:cubicBezTo>
                  <a:pt x="322974" y="126732"/>
                  <a:pt x="320398" y="125587"/>
                  <a:pt x="317393" y="125587"/>
                </a:cubicBezTo>
                <a:lnTo>
                  <a:pt x="310524" y="125587"/>
                </a:lnTo>
                <a:cubicBezTo>
                  <a:pt x="308805" y="125587"/>
                  <a:pt x="307945" y="126445"/>
                  <a:pt x="307945" y="128162"/>
                </a:cubicBezTo>
                <a:lnTo>
                  <a:pt x="307945" y="165304"/>
                </a:lnTo>
                <a:cubicBezTo>
                  <a:pt x="307945" y="166590"/>
                  <a:pt x="306872" y="167734"/>
                  <a:pt x="304725" y="168737"/>
                </a:cubicBezTo>
                <a:cubicBezTo>
                  <a:pt x="302578" y="169739"/>
                  <a:pt x="298356" y="170240"/>
                  <a:pt x="292057" y="170240"/>
                </a:cubicBezTo>
                <a:moveTo>
                  <a:pt x="307945" y="94027"/>
                </a:moveTo>
                <a:cubicBezTo>
                  <a:pt x="307945" y="96174"/>
                  <a:pt x="308804" y="97785"/>
                  <a:pt x="310520" y="98859"/>
                </a:cubicBezTo>
                <a:cubicBezTo>
                  <a:pt x="312239" y="99931"/>
                  <a:pt x="315030" y="100468"/>
                  <a:pt x="318893" y="100468"/>
                </a:cubicBezTo>
                <a:cubicBezTo>
                  <a:pt x="322901" y="100468"/>
                  <a:pt x="326765" y="100038"/>
                  <a:pt x="330487" y="99180"/>
                </a:cubicBezTo>
                <a:cubicBezTo>
                  <a:pt x="334208" y="98320"/>
                  <a:pt x="337500" y="96816"/>
                  <a:pt x="340363" y="94669"/>
                </a:cubicBezTo>
                <a:cubicBezTo>
                  <a:pt x="343227" y="92523"/>
                  <a:pt x="345516" y="89624"/>
                  <a:pt x="347233" y="85975"/>
                </a:cubicBezTo>
                <a:cubicBezTo>
                  <a:pt x="348952" y="82326"/>
                  <a:pt x="349811" y="77710"/>
                  <a:pt x="349811" y="72128"/>
                </a:cubicBezTo>
                <a:cubicBezTo>
                  <a:pt x="349811" y="67690"/>
                  <a:pt x="349167" y="63969"/>
                  <a:pt x="347878" y="60964"/>
                </a:cubicBezTo>
                <a:cubicBezTo>
                  <a:pt x="346590" y="57959"/>
                  <a:pt x="344800" y="55562"/>
                  <a:pt x="342509" y="53773"/>
                </a:cubicBezTo>
                <a:cubicBezTo>
                  <a:pt x="340220" y="51985"/>
                  <a:pt x="337501" y="50732"/>
                  <a:pt x="334352" y="50016"/>
                </a:cubicBezTo>
                <a:cubicBezTo>
                  <a:pt x="331203" y="49300"/>
                  <a:pt x="327840" y="48941"/>
                  <a:pt x="324263" y="48941"/>
                </a:cubicBezTo>
                <a:cubicBezTo>
                  <a:pt x="313384" y="48941"/>
                  <a:pt x="307945" y="51231"/>
                  <a:pt x="307945" y="55811"/>
                </a:cubicBezTo>
                <a:lnTo>
                  <a:pt x="307945" y="94027"/>
                </a:lnTo>
                <a:close/>
                <a:moveTo>
                  <a:pt x="470463" y="172386"/>
                </a:moveTo>
                <a:cubicBezTo>
                  <a:pt x="462020" y="172386"/>
                  <a:pt x="454184" y="171278"/>
                  <a:pt x="446956" y="169061"/>
                </a:cubicBezTo>
                <a:cubicBezTo>
                  <a:pt x="439729" y="166842"/>
                  <a:pt x="433503" y="163479"/>
                  <a:pt x="428277" y="158971"/>
                </a:cubicBezTo>
                <a:cubicBezTo>
                  <a:pt x="423053" y="154462"/>
                  <a:pt x="418938" y="148843"/>
                  <a:pt x="415933" y="142117"/>
                </a:cubicBezTo>
                <a:cubicBezTo>
                  <a:pt x="412928" y="135391"/>
                  <a:pt x="411426" y="127447"/>
                  <a:pt x="411426" y="118285"/>
                </a:cubicBezTo>
                <a:cubicBezTo>
                  <a:pt x="411426" y="107695"/>
                  <a:pt x="413000" y="98643"/>
                  <a:pt x="416149" y="91128"/>
                </a:cubicBezTo>
                <a:cubicBezTo>
                  <a:pt x="419299" y="83613"/>
                  <a:pt x="423485" y="77423"/>
                  <a:pt x="428709" y="72557"/>
                </a:cubicBezTo>
                <a:cubicBezTo>
                  <a:pt x="433933" y="67691"/>
                  <a:pt x="439836" y="64149"/>
                  <a:pt x="446418" y="61930"/>
                </a:cubicBezTo>
                <a:cubicBezTo>
                  <a:pt x="453003" y="59711"/>
                  <a:pt x="459730" y="58602"/>
                  <a:pt x="466601" y="58602"/>
                </a:cubicBezTo>
                <a:cubicBezTo>
                  <a:pt x="473900" y="58602"/>
                  <a:pt x="480268" y="59425"/>
                  <a:pt x="485706" y="61072"/>
                </a:cubicBezTo>
                <a:cubicBezTo>
                  <a:pt x="491146" y="62719"/>
                  <a:pt x="495691" y="64938"/>
                  <a:pt x="499340" y="67729"/>
                </a:cubicBezTo>
                <a:cubicBezTo>
                  <a:pt x="502989" y="70520"/>
                  <a:pt x="505708" y="73847"/>
                  <a:pt x="507497" y="77710"/>
                </a:cubicBezTo>
                <a:cubicBezTo>
                  <a:pt x="509288" y="81573"/>
                  <a:pt x="510183" y="85724"/>
                  <a:pt x="510183" y="90162"/>
                </a:cubicBezTo>
                <a:cubicBezTo>
                  <a:pt x="510183" y="97318"/>
                  <a:pt x="508107" y="103438"/>
                  <a:pt x="503956" y="108520"/>
                </a:cubicBezTo>
                <a:cubicBezTo>
                  <a:pt x="499804" y="113599"/>
                  <a:pt x="494579" y="117786"/>
                  <a:pt x="488281" y="121079"/>
                </a:cubicBezTo>
                <a:cubicBezTo>
                  <a:pt x="481984" y="124371"/>
                  <a:pt x="475187" y="126803"/>
                  <a:pt x="467888" y="128378"/>
                </a:cubicBezTo>
                <a:cubicBezTo>
                  <a:pt x="460590" y="129950"/>
                  <a:pt x="453719" y="130880"/>
                  <a:pt x="447277" y="131166"/>
                </a:cubicBezTo>
                <a:cubicBezTo>
                  <a:pt x="449712" y="137750"/>
                  <a:pt x="453612" y="142259"/>
                  <a:pt x="458978" y="144692"/>
                </a:cubicBezTo>
                <a:cubicBezTo>
                  <a:pt x="464346" y="147125"/>
                  <a:pt x="470107" y="148341"/>
                  <a:pt x="476262" y="148341"/>
                </a:cubicBezTo>
                <a:cubicBezTo>
                  <a:pt x="480411" y="148341"/>
                  <a:pt x="484096" y="147841"/>
                  <a:pt x="487318" y="146841"/>
                </a:cubicBezTo>
                <a:cubicBezTo>
                  <a:pt x="490539" y="145838"/>
                  <a:pt x="493366" y="144729"/>
                  <a:pt x="495799" y="143512"/>
                </a:cubicBezTo>
                <a:cubicBezTo>
                  <a:pt x="498232" y="142296"/>
                  <a:pt x="500235" y="141187"/>
                  <a:pt x="501810" y="140184"/>
                </a:cubicBezTo>
                <a:cubicBezTo>
                  <a:pt x="503385" y="139182"/>
                  <a:pt x="504601" y="138681"/>
                  <a:pt x="505459" y="138681"/>
                </a:cubicBezTo>
                <a:cubicBezTo>
                  <a:pt x="506173" y="138681"/>
                  <a:pt x="506853" y="138896"/>
                  <a:pt x="507497" y="139326"/>
                </a:cubicBezTo>
                <a:cubicBezTo>
                  <a:pt x="508141" y="139754"/>
                  <a:pt x="508463" y="140541"/>
                  <a:pt x="508463" y="141688"/>
                </a:cubicBezTo>
                <a:cubicBezTo>
                  <a:pt x="508463" y="143404"/>
                  <a:pt x="508105" y="145944"/>
                  <a:pt x="507389" y="149307"/>
                </a:cubicBezTo>
                <a:cubicBezTo>
                  <a:pt x="506675" y="152671"/>
                  <a:pt x="505673" y="155999"/>
                  <a:pt x="504385" y="159292"/>
                </a:cubicBezTo>
                <a:cubicBezTo>
                  <a:pt x="503955" y="160437"/>
                  <a:pt x="502809" y="161760"/>
                  <a:pt x="500948" y="163263"/>
                </a:cubicBezTo>
                <a:cubicBezTo>
                  <a:pt x="499090" y="164765"/>
                  <a:pt x="496693" y="166197"/>
                  <a:pt x="493758" y="167557"/>
                </a:cubicBezTo>
                <a:cubicBezTo>
                  <a:pt x="490825" y="168916"/>
                  <a:pt x="487390" y="170060"/>
                  <a:pt x="483452" y="170990"/>
                </a:cubicBezTo>
                <a:cubicBezTo>
                  <a:pt x="479517" y="171921"/>
                  <a:pt x="475187" y="172386"/>
                  <a:pt x="470463" y="172386"/>
                </a:cubicBezTo>
                <a:moveTo>
                  <a:pt x="445347" y="114852"/>
                </a:moveTo>
                <a:cubicBezTo>
                  <a:pt x="449641" y="114422"/>
                  <a:pt x="453755" y="113527"/>
                  <a:pt x="457691" y="112169"/>
                </a:cubicBezTo>
                <a:cubicBezTo>
                  <a:pt x="461626" y="110808"/>
                  <a:pt x="465132" y="109019"/>
                  <a:pt x="468209" y="106800"/>
                </a:cubicBezTo>
                <a:cubicBezTo>
                  <a:pt x="471287" y="104581"/>
                  <a:pt x="473719" y="101898"/>
                  <a:pt x="475508" y="98751"/>
                </a:cubicBezTo>
                <a:cubicBezTo>
                  <a:pt x="477299" y="95602"/>
                  <a:pt x="478194" y="92094"/>
                  <a:pt x="478194" y="88229"/>
                </a:cubicBezTo>
                <a:cubicBezTo>
                  <a:pt x="478194" y="85224"/>
                  <a:pt x="477156" y="82756"/>
                  <a:pt x="475079" y="80825"/>
                </a:cubicBezTo>
                <a:cubicBezTo>
                  <a:pt x="473004" y="78893"/>
                  <a:pt x="470535" y="77926"/>
                  <a:pt x="467672" y="77926"/>
                </a:cubicBezTo>
                <a:cubicBezTo>
                  <a:pt x="464953" y="77926"/>
                  <a:pt x="462305" y="78571"/>
                  <a:pt x="459728" y="79859"/>
                </a:cubicBezTo>
                <a:cubicBezTo>
                  <a:pt x="457153" y="81145"/>
                  <a:pt x="454828" y="83256"/>
                  <a:pt x="452751" y="86191"/>
                </a:cubicBezTo>
                <a:cubicBezTo>
                  <a:pt x="450676" y="89124"/>
                  <a:pt x="448994" y="92917"/>
                  <a:pt x="447706" y="97568"/>
                </a:cubicBezTo>
                <a:cubicBezTo>
                  <a:pt x="446419" y="102220"/>
                  <a:pt x="445633" y="107981"/>
                  <a:pt x="445347" y="114852"/>
                </a:cubicBezTo>
                <a:close/>
                <a:moveTo>
                  <a:pt x="569007" y="172386"/>
                </a:moveTo>
                <a:cubicBezTo>
                  <a:pt x="562709" y="172386"/>
                  <a:pt x="556804" y="171600"/>
                  <a:pt x="551294" y="170027"/>
                </a:cubicBezTo>
                <a:cubicBezTo>
                  <a:pt x="545784" y="168453"/>
                  <a:pt x="540990" y="166628"/>
                  <a:pt x="536910" y="164553"/>
                </a:cubicBezTo>
                <a:cubicBezTo>
                  <a:pt x="532831" y="162476"/>
                  <a:pt x="529645" y="160401"/>
                  <a:pt x="527354" y="158326"/>
                </a:cubicBezTo>
                <a:cubicBezTo>
                  <a:pt x="525066" y="156249"/>
                  <a:pt x="523921" y="154638"/>
                  <a:pt x="523921" y="153494"/>
                </a:cubicBezTo>
                <a:cubicBezTo>
                  <a:pt x="523921" y="152350"/>
                  <a:pt x="524494" y="150811"/>
                  <a:pt x="525638" y="148878"/>
                </a:cubicBezTo>
                <a:cubicBezTo>
                  <a:pt x="526784" y="146946"/>
                  <a:pt x="528180" y="145049"/>
                  <a:pt x="529824" y="143188"/>
                </a:cubicBezTo>
                <a:cubicBezTo>
                  <a:pt x="531471" y="141327"/>
                  <a:pt x="533117" y="139718"/>
                  <a:pt x="534761" y="138360"/>
                </a:cubicBezTo>
                <a:cubicBezTo>
                  <a:pt x="536408" y="136999"/>
                  <a:pt x="537661" y="136319"/>
                  <a:pt x="538522" y="136319"/>
                </a:cubicBezTo>
                <a:cubicBezTo>
                  <a:pt x="539522" y="136319"/>
                  <a:pt x="540989" y="137035"/>
                  <a:pt x="542921" y="138468"/>
                </a:cubicBezTo>
                <a:cubicBezTo>
                  <a:pt x="544854" y="139898"/>
                  <a:pt x="547180" y="141508"/>
                  <a:pt x="549899" y="143296"/>
                </a:cubicBezTo>
                <a:cubicBezTo>
                  <a:pt x="552618" y="145085"/>
                  <a:pt x="555659" y="146696"/>
                  <a:pt x="559022" y="148128"/>
                </a:cubicBezTo>
                <a:cubicBezTo>
                  <a:pt x="562385" y="149559"/>
                  <a:pt x="566000" y="150274"/>
                  <a:pt x="569865" y="150274"/>
                </a:cubicBezTo>
                <a:cubicBezTo>
                  <a:pt x="573729" y="150274"/>
                  <a:pt x="576627" y="149344"/>
                  <a:pt x="578560" y="147483"/>
                </a:cubicBezTo>
                <a:cubicBezTo>
                  <a:pt x="580492" y="145622"/>
                  <a:pt x="581459" y="143117"/>
                  <a:pt x="581459" y="139968"/>
                </a:cubicBezTo>
                <a:cubicBezTo>
                  <a:pt x="581459" y="137965"/>
                  <a:pt x="580814" y="136213"/>
                  <a:pt x="579526" y="134710"/>
                </a:cubicBezTo>
                <a:cubicBezTo>
                  <a:pt x="578237" y="133208"/>
                  <a:pt x="576556" y="131884"/>
                  <a:pt x="574481" y="130740"/>
                </a:cubicBezTo>
                <a:cubicBezTo>
                  <a:pt x="572406" y="129593"/>
                  <a:pt x="569973" y="128520"/>
                  <a:pt x="567182" y="127520"/>
                </a:cubicBezTo>
                <a:cubicBezTo>
                  <a:pt x="564391" y="126517"/>
                  <a:pt x="561493" y="125515"/>
                  <a:pt x="558488" y="124512"/>
                </a:cubicBezTo>
                <a:cubicBezTo>
                  <a:pt x="554909" y="123224"/>
                  <a:pt x="551258" y="121757"/>
                  <a:pt x="547537" y="120113"/>
                </a:cubicBezTo>
                <a:cubicBezTo>
                  <a:pt x="543816" y="118466"/>
                  <a:pt x="540523" y="116463"/>
                  <a:pt x="537660" y="114102"/>
                </a:cubicBezTo>
                <a:cubicBezTo>
                  <a:pt x="534799" y="111739"/>
                  <a:pt x="532439" y="108912"/>
                  <a:pt x="530578" y="105621"/>
                </a:cubicBezTo>
                <a:cubicBezTo>
                  <a:pt x="528717" y="102327"/>
                  <a:pt x="527787" y="98463"/>
                  <a:pt x="527787" y="94027"/>
                </a:cubicBezTo>
                <a:cubicBezTo>
                  <a:pt x="527787" y="88587"/>
                  <a:pt x="528895" y="83720"/>
                  <a:pt x="531112" y="79427"/>
                </a:cubicBezTo>
                <a:cubicBezTo>
                  <a:pt x="533331" y="75133"/>
                  <a:pt x="536444" y="71413"/>
                  <a:pt x="540451" y="68266"/>
                </a:cubicBezTo>
                <a:cubicBezTo>
                  <a:pt x="544461" y="65117"/>
                  <a:pt x="549292" y="62719"/>
                  <a:pt x="554944" y="61072"/>
                </a:cubicBezTo>
                <a:cubicBezTo>
                  <a:pt x="560598" y="59425"/>
                  <a:pt x="566788" y="58602"/>
                  <a:pt x="573515" y="58602"/>
                </a:cubicBezTo>
                <a:cubicBezTo>
                  <a:pt x="579527" y="58602"/>
                  <a:pt x="584751" y="59139"/>
                  <a:pt x="589186" y="60214"/>
                </a:cubicBezTo>
                <a:cubicBezTo>
                  <a:pt x="593624" y="61286"/>
                  <a:pt x="597346" y="62609"/>
                  <a:pt x="600351" y="64184"/>
                </a:cubicBezTo>
                <a:cubicBezTo>
                  <a:pt x="603356" y="65759"/>
                  <a:pt x="605573" y="67369"/>
                  <a:pt x="607004" y="69016"/>
                </a:cubicBezTo>
                <a:cubicBezTo>
                  <a:pt x="608437" y="70660"/>
                  <a:pt x="609153" y="72127"/>
                  <a:pt x="609153" y="73415"/>
                </a:cubicBezTo>
                <a:cubicBezTo>
                  <a:pt x="609153" y="74562"/>
                  <a:pt x="608580" y="76102"/>
                  <a:pt x="607433" y="78034"/>
                </a:cubicBezTo>
                <a:cubicBezTo>
                  <a:pt x="606289" y="79965"/>
                  <a:pt x="604965" y="81861"/>
                  <a:pt x="603463" y="83721"/>
                </a:cubicBezTo>
                <a:cubicBezTo>
                  <a:pt x="601960" y="85582"/>
                  <a:pt x="600386" y="87193"/>
                  <a:pt x="598739" y="88553"/>
                </a:cubicBezTo>
                <a:cubicBezTo>
                  <a:pt x="597094" y="89912"/>
                  <a:pt x="595700" y="90591"/>
                  <a:pt x="594556" y="90591"/>
                </a:cubicBezTo>
                <a:cubicBezTo>
                  <a:pt x="593839" y="90591"/>
                  <a:pt x="592801" y="90019"/>
                  <a:pt x="591440" y="88874"/>
                </a:cubicBezTo>
                <a:cubicBezTo>
                  <a:pt x="590082" y="87730"/>
                  <a:pt x="588400" y="86443"/>
                  <a:pt x="586395" y="85012"/>
                </a:cubicBezTo>
                <a:cubicBezTo>
                  <a:pt x="584393" y="83579"/>
                  <a:pt x="582103" y="82291"/>
                  <a:pt x="579526" y="81147"/>
                </a:cubicBezTo>
                <a:cubicBezTo>
                  <a:pt x="576949" y="80000"/>
                  <a:pt x="574015" y="79427"/>
                  <a:pt x="570724" y="79427"/>
                </a:cubicBezTo>
                <a:cubicBezTo>
                  <a:pt x="567146" y="79427"/>
                  <a:pt x="564284" y="80393"/>
                  <a:pt x="562138" y="82326"/>
                </a:cubicBezTo>
                <a:cubicBezTo>
                  <a:pt x="559991" y="84259"/>
                  <a:pt x="558917" y="86655"/>
                  <a:pt x="558917" y="89516"/>
                </a:cubicBezTo>
                <a:cubicBezTo>
                  <a:pt x="558917" y="91377"/>
                  <a:pt x="559418" y="92988"/>
                  <a:pt x="560418" y="94348"/>
                </a:cubicBezTo>
                <a:cubicBezTo>
                  <a:pt x="561420" y="95709"/>
                  <a:pt x="562744" y="96890"/>
                  <a:pt x="564388" y="97893"/>
                </a:cubicBezTo>
                <a:cubicBezTo>
                  <a:pt x="566035" y="98893"/>
                  <a:pt x="567968" y="99823"/>
                  <a:pt x="570186" y="100684"/>
                </a:cubicBezTo>
                <a:cubicBezTo>
                  <a:pt x="572405" y="101542"/>
                  <a:pt x="574803" y="102400"/>
                  <a:pt x="577380" y="103259"/>
                </a:cubicBezTo>
                <a:cubicBezTo>
                  <a:pt x="581244" y="104547"/>
                  <a:pt x="585286" y="105979"/>
                  <a:pt x="589507" y="107553"/>
                </a:cubicBezTo>
                <a:cubicBezTo>
                  <a:pt x="593731" y="109126"/>
                  <a:pt x="597596" y="111129"/>
                  <a:pt x="601101" y="113565"/>
                </a:cubicBezTo>
                <a:cubicBezTo>
                  <a:pt x="604608" y="115997"/>
                  <a:pt x="607471" y="119002"/>
                  <a:pt x="609690" y="122580"/>
                </a:cubicBezTo>
                <a:cubicBezTo>
                  <a:pt x="611909" y="126157"/>
                  <a:pt x="613018" y="130666"/>
                  <a:pt x="613018" y="136106"/>
                </a:cubicBezTo>
                <a:cubicBezTo>
                  <a:pt x="613018" y="141544"/>
                  <a:pt x="611909" y="146482"/>
                  <a:pt x="609690" y="150919"/>
                </a:cubicBezTo>
                <a:cubicBezTo>
                  <a:pt x="607471" y="155355"/>
                  <a:pt x="604429" y="159183"/>
                  <a:pt x="600564" y="162404"/>
                </a:cubicBezTo>
                <a:cubicBezTo>
                  <a:pt x="596700" y="165624"/>
                  <a:pt x="592084" y="168092"/>
                  <a:pt x="586716" y="169811"/>
                </a:cubicBezTo>
                <a:cubicBezTo>
                  <a:pt x="581351" y="171528"/>
                  <a:pt x="575447" y="172386"/>
                  <a:pt x="569007" y="172386"/>
                </a:cubicBezTo>
                <a:close/>
                <a:moveTo>
                  <a:pt x="650803" y="223912"/>
                </a:moveTo>
                <a:cubicBezTo>
                  <a:pt x="644218" y="223912"/>
                  <a:pt x="639924" y="223411"/>
                  <a:pt x="637919" y="222408"/>
                </a:cubicBezTo>
                <a:cubicBezTo>
                  <a:pt x="635916" y="221406"/>
                  <a:pt x="634915" y="220190"/>
                  <a:pt x="634915" y="218759"/>
                </a:cubicBezTo>
                <a:lnTo>
                  <a:pt x="634915" y="89949"/>
                </a:lnTo>
                <a:cubicBezTo>
                  <a:pt x="634915" y="87658"/>
                  <a:pt x="634593" y="85690"/>
                  <a:pt x="633948" y="84046"/>
                </a:cubicBezTo>
                <a:cubicBezTo>
                  <a:pt x="633304" y="82399"/>
                  <a:pt x="632624" y="81003"/>
                  <a:pt x="631908" y="79859"/>
                </a:cubicBezTo>
                <a:cubicBezTo>
                  <a:pt x="631193" y="78713"/>
                  <a:pt x="630514" y="77674"/>
                  <a:pt x="629870" y="76744"/>
                </a:cubicBezTo>
                <a:cubicBezTo>
                  <a:pt x="629226" y="75813"/>
                  <a:pt x="628904" y="74919"/>
                  <a:pt x="628904" y="74061"/>
                </a:cubicBezTo>
                <a:cubicBezTo>
                  <a:pt x="628904" y="72772"/>
                  <a:pt x="629869" y="71270"/>
                  <a:pt x="631799" y="69553"/>
                </a:cubicBezTo>
                <a:cubicBezTo>
                  <a:pt x="633732" y="67834"/>
                  <a:pt x="635987" y="66153"/>
                  <a:pt x="638564" y="64508"/>
                </a:cubicBezTo>
                <a:cubicBezTo>
                  <a:pt x="641141" y="62862"/>
                  <a:pt x="643789" y="61466"/>
                  <a:pt x="646508" y="60322"/>
                </a:cubicBezTo>
                <a:cubicBezTo>
                  <a:pt x="649227" y="59175"/>
                  <a:pt x="651446" y="58602"/>
                  <a:pt x="653165" y="58602"/>
                </a:cubicBezTo>
                <a:cubicBezTo>
                  <a:pt x="656456" y="58602"/>
                  <a:pt x="658889" y="59711"/>
                  <a:pt x="660463" y="61930"/>
                </a:cubicBezTo>
                <a:cubicBezTo>
                  <a:pt x="662038" y="64149"/>
                  <a:pt x="663827" y="67333"/>
                  <a:pt x="665829" y="71483"/>
                </a:cubicBezTo>
                <a:cubicBezTo>
                  <a:pt x="666115" y="71055"/>
                  <a:pt x="667082" y="70161"/>
                  <a:pt x="668728" y="68803"/>
                </a:cubicBezTo>
                <a:cubicBezTo>
                  <a:pt x="670375" y="67442"/>
                  <a:pt x="672522" y="66011"/>
                  <a:pt x="675169" y="64508"/>
                </a:cubicBezTo>
                <a:cubicBezTo>
                  <a:pt x="677816" y="63004"/>
                  <a:pt x="680893" y="61643"/>
                  <a:pt x="684400" y="60427"/>
                </a:cubicBezTo>
                <a:cubicBezTo>
                  <a:pt x="687907" y="59210"/>
                  <a:pt x="691593" y="58602"/>
                  <a:pt x="695456" y="58602"/>
                </a:cubicBezTo>
                <a:cubicBezTo>
                  <a:pt x="701324" y="58602"/>
                  <a:pt x="706834" y="59640"/>
                  <a:pt x="711986" y="61717"/>
                </a:cubicBezTo>
                <a:cubicBezTo>
                  <a:pt x="717140" y="63792"/>
                  <a:pt x="721721" y="66976"/>
                  <a:pt x="725728" y="71270"/>
                </a:cubicBezTo>
                <a:cubicBezTo>
                  <a:pt x="729736" y="75563"/>
                  <a:pt x="732884" y="80930"/>
                  <a:pt x="735173" y="87371"/>
                </a:cubicBezTo>
                <a:cubicBezTo>
                  <a:pt x="737464" y="93811"/>
                  <a:pt x="738609" y="101468"/>
                  <a:pt x="738609" y="110341"/>
                </a:cubicBezTo>
                <a:cubicBezTo>
                  <a:pt x="738609" y="121077"/>
                  <a:pt x="737285" y="130382"/>
                  <a:pt x="734636" y="138255"/>
                </a:cubicBezTo>
                <a:cubicBezTo>
                  <a:pt x="731989" y="146126"/>
                  <a:pt x="728375" y="152566"/>
                  <a:pt x="723796" y="157576"/>
                </a:cubicBezTo>
                <a:cubicBezTo>
                  <a:pt x="719216" y="162583"/>
                  <a:pt x="713920" y="166304"/>
                  <a:pt x="707908" y="168737"/>
                </a:cubicBezTo>
                <a:cubicBezTo>
                  <a:pt x="701898" y="171170"/>
                  <a:pt x="695529" y="172386"/>
                  <a:pt x="688803" y="172386"/>
                </a:cubicBezTo>
                <a:cubicBezTo>
                  <a:pt x="686226" y="172386"/>
                  <a:pt x="683613" y="172100"/>
                  <a:pt x="680964" y="171528"/>
                </a:cubicBezTo>
                <a:cubicBezTo>
                  <a:pt x="678317" y="170956"/>
                  <a:pt x="675920" y="170347"/>
                  <a:pt x="673773" y="169703"/>
                </a:cubicBezTo>
                <a:cubicBezTo>
                  <a:pt x="671626" y="169059"/>
                  <a:pt x="669909" y="168451"/>
                  <a:pt x="668620" y="167878"/>
                </a:cubicBezTo>
                <a:lnTo>
                  <a:pt x="666687" y="167020"/>
                </a:lnTo>
                <a:lnTo>
                  <a:pt x="666687" y="218759"/>
                </a:lnTo>
                <a:cubicBezTo>
                  <a:pt x="666687" y="220190"/>
                  <a:pt x="665650" y="221406"/>
                  <a:pt x="663575" y="222408"/>
                </a:cubicBezTo>
                <a:cubicBezTo>
                  <a:pt x="661501" y="223411"/>
                  <a:pt x="657243" y="223912"/>
                  <a:pt x="650803" y="223912"/>
                </a:cubicBezTo>
                <a:moveTo>
                  <a:pt x="681717" y="152423"/>
                </a:moveTo>
                <a:cubicBezTo>
                  <a:pt x="684866" y="152423"/>
                  <a:pt x="687871" y="151672"/>
                  <a:pt x="690732" y="150169"/>
                </a:cubicBezTo>
                <a:cubicBezTo>
                  <a:pt x="693595" y="148664"/>
                  <a:pt x="696100" y="146338"/>
                  <a:pt x="698247" y="143191"/>
                </a:cubicBezTo>
                <a:cubicBezTo>
                  <a:pt x="700394" y="140042"/>
                  <a:pt x="702076" y="135999"/>
                  <a:pt x="703292" y="131061"/>
                </a:cubicBezTo>
                <a:cubicBezTo>
                  <a:pt x="704508" y="126123"/>
                  <a:pt x="705117" y="120219"/>
                  <a:pt x="705117" y="113348"/>
                </a:cubicBezTo>
                <a:cubicBezTo>
                  <a:pt x="705117" y="106908"/>
                  <a:pt x="704544" y="101648"/>
                  <a:pt x="703400" y="97568"/>
                </a:cubicBezTo>
                <a:cubicBezTo>
                  <a:pt x="702256" y="93489"/>
                  <a:pt x="700681" y="90269"/>
                  <a:pt x="698676" y="87908"/>
                </a:cubicBezTo>
                <a:cubicBezTo>
                  <a:pt x="696674" y="85547"/>
                  <a:pt x="694420" y="83938"/>
                  <a:pt x="691915" y="83079"/>
                </a:cubicBezTo>
                <a:cubicBezTo>
                  <a:pt x="689410" y="82219"/>
                  <a:pt x="686726" y="81789"/>
                  <a:pt x="683863" y="81789"/>
                </a:cubicBezTo>
                <a:cubicBezTo>
                  <a:pt x="681574" y="81789"/>
                  <a:pt x="679356" y="82254"/>
                  <a:pt x="677210" y="83184"/>
                </a:cubicBezTo>
                <a:cubicBezTo>
                  <a:pt x="675063" y="84114"/>
                  <a:pt x="673237" y="85224"/>
                  <a:pt x="671732" y="86512"/>
                </a:cubicBezTo>
                <a:cubicBezTo>
                  <a:pt x="670230" y="87801"/>
                  <a:pt x="669013" y="89125"/>
                  <a:pt x="668083" y="90486"/>
                </a:cubicBezTo>
                <a:cubicBezTo>
                  <a:pt x="667153" y="91844"/>
                  <a:pt x="666687" y="92953"/>
                  <a:pt x="666687" y="93811"/>
                </a:cubicBezTo>
                <a:lnTo>
                  <a:pt x="666687" y="141042"/>
                </a:lnTo>
                <a:cubicBezTo>
                  <a:pt x="666687" y="143761"/>
                  <a:pt x="668154" y="146338"/>
                  <a:pt x="671087" y="148774"/>
                </a:cubicBezTo>
                <a:cubicBezTo>
                  <a:pt x="674022" y="151206"/>
                  <a:pt x="677566" y="152423"/>
                  <a:pt x="681717" y="152423"/>
                </a:cubicBezTo>
                <a:close/>
                <a:moveTo>
                  <a:pt x="812889" y="172173"/>
                </a:moveTo>
                <a:cubicBezTo>
                  <a:pt x="805305" y="172173"/>
                  <a:pt x="798077" y="170993"/>
                  <a:pt x="791206" y="168632"/>
                </a:cubicBezTo>
                <a:cubicBezTo>
                  <a:pt x="784338" y="166269"/>
                  <a:pt x="778327" y="162727"/>
                  <a:pt x="773173" y="158005"/>
                </a:cubicBezTo>
                <a:cubicBezTo>
                  <a:pt x="768021" y="153281"/>
                  <a:pt x="763906" y="147341"/>
                  <a:pt x="760829" y="140184"/>
                </a:cubicBezTo>
                <a:cubicBezTo>
                  <a:pt x="757752" y="133028"/>
                  <a:pt x="756214" y="124654"/>
                  <a:pt x="756214" y="115065"/>
                </a:cubicBezTo>
                <a:cubicBezTo>
                  <a:pt x="756214" y="105475"/>
                  <a:pt x="757752" y="97138"/>
                  <a:pt x="760829" y="90054"/>
                </a:cubicBezTo>
                <a:cubicBezTo>
                  <a:pt x="763906" y="82969"/>
                  <a:pt x="768021" y="77101"/>
                  <a:pt x="773173" y="72449"/>
                </a:cubicBezTo>
                <a:cubicBezTo>
                  <a:pt x="778327" y="67797"/>
                  <a:pt x="784338" y="64327"/>
                  <a:pt x="791206" y="62038"/>
                </a:cubicBezTo>
                <a:cubicBezTo>
                  <a:pt x="798077" y="59747"/>
                  <a:pt x="805305" y="58602"/>
                  <a:pt x="812889" y="58602"/>
                </a:cubicBezTo>
                <a:cubicBezTo>
                  <a:pt x="820476" y="58602"/>
                  <a:pt x="827669" y="59747"/>
                  <a:pt x="834467" y="62038"/>
                </a:cubicBezTo>
                <a:cubicBezTo>
                  <a:pt x="841266" y="64327"/>
                  <a:pt x="847277" y="67797"/>
                  <a:pt x="852501" y="72449"/>
                </a:cubicBezTo>
                <a:cubicBezTo>
                  <a:pt x="857725" y="77101"/>
                  <a:pt x="861876" y="82969"/>
                  <a:pt x="864953" y="90054"/>
                </a:cubicBezTo>
                <a:cubicBezTo>
                  <a:pt x="868030" y="97138"/>
                  <a:pt x="869568" y="105475"/>
                  <a:pt x="869568" y="115065"/>
                </a:cubicBezTo>
                <a:cubicBezTo>
                  <a:pt x="869568" y="124654"/>
                  <a:pt x="868030" y="133028"/>
                  <a:pt x="864953" y="140184"/>
                </a:cubicBezTo>
                <a:cubicBezTo>
                  <a:pt x="861876" y="147341"/>
                  <a:pt x="857725" y="153281"/>
                  <a:pt x="852501" y="158005"/>
                </a:cubicBezTo>
                <a:cubicBezTo>
                  <a:pt x="847277" y="162727"/>
                  <a:pt x="841266" y="166269"/>
                  <a:pt x="834467" y="168632"/>
                </a:cubicBezTo>
                <a:cubicBezTo>
                  <a:pt x="827669" y="170993"/>
                  <a:pt x="820476" y="172173"/>
                  <a:pt x="812889" y="172173"/>
                </a:cubicBezTo>
                <a:moveTo>
                  <a:pt x="812889" y="150490"/>
                </a:moveTo>
                <a:cubicBezTo>
                  <a:pt x="815897" y="150490"/>
                  <a:pt x="818796" y="149882"/>
                  <a:pt x="821587" y="148665"/>
                </a:cubicBezTo>
                <a:cubicBezTo>
                  <a:pt x="824378" y="147449"/>
                  <a:pt x="826775" y="145445"/>
                  <a:pt x="828777" y="142654"/>
                </a:cubicBezTo>
                <a:cubicBezTo>
                  <a:pt x="830782" y="139863"/>
                  <a:pt x="832393" y="136178"/>
                  <a:pt x="833609" y="131598"/>
                </a:cubicBezTo>
                <a:cubicBezTo>
                  <a:pt x="834826" y="127016"/>
                  <a:pt x="835434" y="121434"/>
                  <a:pt x="835434" y="114852"/>
                </a:cubicBezTo>
                <a:cubicBezTo>
                  <a:pt x="835434" y="108267"/>
                  <a:pt x="834826" y="102685"/>
                  <a:pt x="833609" y="98106"/>
                </a:cubicBezTo>
                <a:cubicBezTo>
                  <a:pt x="832393" y="93526"/>
                  <a:pt x="830782" y="89841"/>
                  <a:pt x="828777" y="87050"/>
                </a:cubicBezTo>
                <a:cubicBezTo>
                  <a:pt x="826775" y="84259"/>
                  <a:pt x="824378" y="82255"/>
                  <a:pt x="821587" y="81038"/>
                </a:cubicBezTo>
                <a:cubicBezTo>
                  <a:pt x="818796" y="79822"/>
                  <a:pt x="815897" y="79214"/>
                  <a:pt x="812889" y="79214"/>
                </a:cubicBezTo>
                <a:cubicBezTo>
                  <a:pt x="809884" y="79214"/>
                  <a:pt x="806986" y="79822"/>
                  <a:pt x="804195" y="81038"/>
                </a:cubicBezTo>
                <a:cubicBezTo>
                  <a:pt x="801404" y="82255"/>
                  <a:pt x="798971" y="84259"/>
                  <a:pt x="796897" y="87050"/>
                </a:cubicBezTo>
                <a:cubicBezTo>
                  <a:pt x="794822" y="89841"/>
                  <a:pt x="793176" y="93526"/>
                  <a:pt x="791960" y="98106"/>
                </a:cubicBezTo>
                <a:cubicBezTo>
                  <a:pt x="790743" y="102685"/>
                  <a:pt x="790135" y="108267"/>
                  <a:pt x="790135" y="114852"/>
                </a:cubicBezTo>
                <a:cubicBezTo>
                  <a:pt x="790135" y="121434"/>
                  <a:pt x="790743" y="127016"/>
                  <a:pt x="791960" y="131598"/>
                </a:cubicBezTo>
                <a:cubicBezTo>
                  <a:pt x="793176" y="136178"/>
                  <a:pt x="794822" y="139863"/>
                  <a:pt x="796897" y="142654"/>
                </a:cubicBezTo>
                <a:cubicBezTo>
                  <a:pt x="798971" y="145445"/>
                  <a:pt x="801404" y="147449"/>
                  <a:pt x="804195" y="148665"/>
                </a:cubicBezTo>
                <a:cubicBezTo>
                  <a:pt x="806986" y="149882"/>
                  <a:pt x="809884" y="150490"/>
                  <a:pt x="812889" y="150490"/>
                </a:cubicBezTo>
                <a:close/>
                <a:moveTo>
                  <a:pt x="986786" y="172386"/>
                </a:moveTo>
                <a:cubicBezTo>
                  <a:pt x="978771" y="172386"/>
                  <a:pt x="972581" y="170132"/>
                  <a:pt x="968215" y="165625"/>
                </a:cubicBezTo>
                <a:cubicBezTo>
                  <a:pt x="963852" y="161117"/>
                  <a:pt x="961670" y="154856"/>
                  <a:pt x="961670" y="146841"/>
                </a:cubicBezTo>
                <a:lnTo>
                  <a:pt x="961670" y="97889"/>
                </a:lnTo>
                <a:cubicBezTo>
                  <a:pt x="961670" y="92738"/>
                  <a:pt x="960382" y="88945"/>
                  <a:pt x="957805" y="86512"/>
                </a:cubicBezTo>
                <a:cubicBezTo>
                  <a:pt x="955228" y="84080"/>
                  <a:pt x="951578" y="82863"/>
                  <a:pt x="946857" y="82863"/>
                </a:cubicBezTo>
                <a:cubicBezTo>
                  <a:pt x="944280" y="82863"/>
                  <a:pt x="941739" y="83400"/>
                  <a:pt x="939234" y="84475"/>
                </a:cubicBezTo>
                <a:cubicBezTo>
                  <a:pt x="936729" y="85547"/>
                  <a:pt x="934439" y="86871"/>
                  <a:pt x="932364" y="88445"/>
                </a:cubicBezTo>
                <a:cubicBezTo>
                  <a:pt x="930290" y="90020"/>
                  <a:pt x="928608" y="91666"/>
                  <a:pt x="927320" y="93385"/>
                </a:cubicBezTo>
                <a:cubicBezTo>
                  <a:pt x="926031" y="95102"/>
                  <a:pt x="925387" y="96603"/>
                  <a:pt x="925387" y="97889"/>
                </a:cubicBezTo>
                <a:lnTo>
                  <a:pt x="925387" y="165087"/>
                </a:lnTo>
                <a:cubicBezTo>
                  <a:pt x="925387" y="166376"/>
                  <a:pt x="924384" y="167557"/>
                  <a:pt x="922380" y="168632"/>
                </a:cubicBezTo>
                <a:cubicBezTo>
                  <a:pt x="920377" y="169704"/>
                  <a:pt x="916083" y="170240"/>
                  <a:pt x="909499" y="170240"/>
                </a:cubicBezTo>
                <a:cubicBezTo>
                  <a:pt x="903058" y="170240"/>
                  <a:pt x="898801" y="169704"/>
                  <a:pt x="896726" y="168632"/>
                </a:cubicBezTo>
                <a:cubicBezTo>
                  <a:pt x="894651" y="167557"/>
                  <a:pt x="893614" y="166376"/>
                  <a:pt x="893614" y="165087"/>
                </a:cubicBezTo>
                <a:lnTo>
                  <a:pt x="893614" y="89949"/>
                </a:lnTo>
                <a:cubicBezTo>
                  <a:pt x="893614" y="87658"/>
                  <a:pt x="893292" y="85690"/>
                  <a:pt x="892648" y="84046"/>
                </a:cubicBezTo>
                <a:cubicBezTo>
                  <a:pt x="892003" y="82399"/>
                  <a:pt x="891323" y="81003"/>
                  <a:pt x="890607" y="79859"/>
                </a:cubicBezTo>
                <a:cubicBezTo>
                  <a:pt x="889891" y="78713"/>
                  <a:pt x="889210" y="77674"/>
                  <a:pt x="888566" y="76744"/>
                </a:cubicBezTo>
                <a:cubicBezTo>
                  <a:pt x="887924" y="75813"/>
                  <a:pt x="887603" y="74919"/>
                  <a:pt x="887603" y="74061"/>
                </a:cubicBezTo>
                <a:cubicBezTo>
                  <a:pt x="887603" y="72772"/>
                  <a:pt x="888568" y="71270"/>
                  <a:pt x="890499" y="69553"/>
                </a:cubicBezTo>
                <a:cubicBezTo>
                  <a:pt x="892432" y="67834"/>
                  <a:pt x="894721" y="66153"/>
                  <a:pt x="897368" y="64508"/>
                </a:cubicBezTo>
                <a:cubicBezTo>
                  <a:pt x="900017" y="62862"/>
                  <a:pt x="902701" y="61466"/>
                  <a:pt x="905420" y="60322"/>
                </a:cubicBezTo>
                <a:cubicBezTo>
                  <a:pt x="908139" y="59175"/>
                  <a:pt x="910358" y="58602"/>
                  <a:pt x="912077" y="58602"/>
                </a:cubicBezTo>
                <a:cubicBezTo>
                  <a:pt x="913793" y="58602"/>
                  <a:pt x="915296" y="58996"/>
                  <a:pt x="916585" y="59785"/>
                </a:cubicBezTo>
                <a:cubicBezTo>
                  <a:pt x="917873" y="60571"/>
                  <a:pt x="919017" y="61608"/>
                  <a:pt x="920018" y="62897"/>
                </a:cubicBezTo>
                <a:cubicBezTo>
                  <a:pt x="921020" y="64185"/>
                  <a:pt x="921879" y="65581"/>
                  <a:pt x="922596" y="67083"/>
                </a:cubicBezTo>
                <a:cubicBezTo>
                  <a:pt x="923312" y="68586"/>
                  <a:pt x="923956" y="70052"/>
                  <a:pt x="924528" y="71483"/>
                </a:cubicBezTo>
                <a:cubicBezTo>
                  <a:pt x="926245" y="70052"/>
                  <a:pt x="928427" y="68586"/>
                  <a:pt x="931074" y="67083"/>
                </a:cubicBezTo>
                <a:cubicBezTo>
                  <a:pt x="933723" y="65581"/>
                  <a:pt x="936622" y="64185"/>
                  <a:pt x="939771" y="62897"/>
                </a:cubicBezTo>
                <a:cubicBezTo>
                  <a:pt x="942920" y="61608"/>
                  <a:pt x="946320" y="60571"/>
                  <a:pt x="949969" y="59785"/>
                </a:cubicBezTo>
                <a:cubicBezTo>
                  <a:pt x="953618" y="58996"/>
                  <a:pt x="957304" y="58602"/>
                  <a:pt x="961025" y="58602"/>
                </a:cubicBezTo>
                <a:cubicBezTo>
                  <a:pt x="965749" y="58602"/>
                  <a:pt x="970078" y="59282"/>
                  <a:pt x="974014" y="60643"/>
                </a:cubicBezTo>
                <a:cubicBezTo>
                  <a:pt x="977949" y="62001"/>
                  <a:pt x="981348" y="63933"/>
                  <a:pt x="984212" y="66438"/>
                </a:cubicBezTo>
                <a:cubicBezTo>
                  <a:pt x="987075" y="68943"/>
                  <a:pt x="989328" y="71985"/>
                  <a:pt x="990973" y="75564"/>
                </a:cubicBezTo>
                <a:cubicBezTo>
                  <a:pt x="992620" y="79142"/>
                  <a:pt x="993443" y="83220"/>
                  <a:pt x="993443" y="87800"/>
                </a:cubicBezTo>
                <a:lnTo>
                  <a:pt x="993443" y="140830"/>
                </a:lnTo>
                <a:cubicBezTo>
                  <a:pt x="993443" y="144121"/>
                  <a:pt x="994194" y="146483"/>
                  <a:pt x="995697" y="147915"/>
                </a:cubicBezTo>
                <a:cubicBezTo>
                  <a:pt x="997199" y="149346"/>
                  <a:pt x="999167" y="150061"/>
                  <a:pt x="1001600" y="150061"/>
                </a:cubicBezTo>
                <a:lnTo>
                  <a:pt x="1006107" y="150061"/>
                </a:lnTo>
                <a:cubicBezTo>
                  <a:pt x="1008112" y="150061"/>
                  <a:pt x="1009115" y="150991"/>
                  <a:pt x="1009115" y="152852"/>
                </a:cubicBezTo>
                <a:cubicBezTo>
                  <a:pt x="1009115" y="154138"/>
                  <a:pt x="1008434" y="155855"/>
                  <a:pt x="1007074" y="158002"/>
                </a:cubicBezTo>
                <a:cubicBezTo>
                  <a:pt x="1005715" y="160148"/>
                  <a:pt x="1003963" y="162296"/>
                  <a:pt x="1001816" y="164445"/>
                </a:cubicBezTo>
                <a:cubicBezTo>
                  <a:pt x="999669" y="166592"/>
                  <a:pt x="997271" y="168453"/>
                  <a:pt x="994622" y="170027"/>
                </a:cubicBezTo>
                <a:cubicBezTo>
                  <a:pt x="991975" y="171600"/>
                  <a:pt x="989363" y="172386"/>
                  <a:pt x="986786" y="172386"/>
                </a:cubicBezTo>
                <a:close/>
                <a:moveTo>
                  <a:pt x="1066007" y="172386"/>
                </a:moveTo>
                <a:cubicBezTo>
                  <a:pt x="1059709" y="172386"/>
                  <a:pt x="1053805" y="171600"/>
                  <a:pt x="1048295" y="170027"/>
                </a:cubicBezTo>
                <a:cubicBezTo>
                  <a:pt x="1042785" y="168453"/>
                  <a:pt x="1037990" y="166628"/>
                  <a:pt x="1033910" y="164553"/>
                </a:cubicBezTo>
                <a:cubicBezTo>
                  <a:pt x="1029831" y="162476"/>
                  <a:pt x="1026645" y="160401"/>
                  <a:pt x="1024355" y="158326"/>
                </a:cubicBezTo>
                <a:cubicBezTo>
                  <a:pt x="1022066" y="156249"/>
                  <a:pt x="1020921" y="154638"/>
                  <a:pt x="1020921" y="153494"/>
                </a:cubicBezTo>
                <a:cubicBezTo>
                  <a:pt x="1020921" y="152350"/>
                  <a:pt x="1021494" y="150811"/>
                  <a:pt x="1022638" y="148878"/>
                </a:cubicBezTo>
                <a:cubicBezTo>
                  <a:pt x="1023785" y="146946"/>
                  <a:pt x="1025180" y="145049"/>
                  <a:pt x="1026825" y="143188"/>
                </a:cubicBezTo>
                <a:cubicBezTo>
                  <a:pt x="1028471" y="141327"/>
                  <a:pt x="1030117" y="139718"/>
                  <a:pt x="1031761" y="138360"/>
                </a:cubicBezTo>
                <a:cubicBezTo>
                  <a:pt x="1033408" y="136999"/>
                  <a:pt x="1034662" y="136319"/>
                  <a:pt x="1035522" y="136319"/>
                </a:cubicBezTo>
                <a:cubicBezTo>
                  <a:pt x="1036522" y="136319"/>
                  <a:pt x="1037989" y="137035"/>
                  <a:pt x="1039921" y="138468"/>
                </a:cubicBezTo>
                <a:cubicBezTo>
                  <a:pt x="1041854" y="139898"/>
                  <a:pt x="1044180" y="141508"/>
                  <a:pt x="1046899" y="143296"/>
                </a:cubicBezTo>
                <a:cubicBezTo>
                  <a:pt x="1049618" y="145085"/>
                  <a:pt x="1052659" y="146696"/>
                  <a:pt x="1056022" y="148128"/>
                </a:cubicBezTo>
                <a:cubicBezTo>
                  <a:pt x="1059386" y="149559"/>
                  <a:pt x="1063000" y="150274"/>
                  <a:pt x="1066865" y="150274"/>
                </a:cubicBezTo>
                <a:cubicBezTo>
                  <a:pt x="1070729" y="150274"/>
                  <a:pt x="1073627" y="149344"/>
                  <a:pt x="1075560" y="147483"/>
                </a:cubicBezTo>
                <a:cubicBezTo>
                  <a:pt x="1077492" y="145622"/>
                  <a:pt x="1078459" y="143117"/>
                  <a:pt x="1078459" y="139968"/>
                </a:cubicBezTo>
                <a:cubicBezTo>
                  <a:pt x="1078459" y="137965"/>
                  <a:pt x="1077815" y="136213"/>
                  <a:pt x="1076526" y="134710"/>
                </a:cubicBezTo>
                <a:cubicBezTo>
                  <a:pt x="1075238" y="133208"/>
                  <a:pt x="1073556" y="131884"/>
                  <a:pt x="1071481" y="130740"/>
                </a:cubicBezTo>
                <a:cubicBezTo>
                  <a:pt x="1069406" y="129593"/>
                  <a:pt x="1066974" y="128520"/>
                  <a:pt x="1064183" y="127520"/>
                </a:cubicBezTo>
                <a:cubicBezTo>
                  <a:pt x="1061392" y="126517"/>
                  <a:pt x="1058493" y="125515"/>
                  <a:pt x="1055488" y="124512"/>
                </a:cubicBezTo>
                <a:cubicBezTo>
                  <a:pt x="1051909" y="123224"/>
                  <a:pt x="1048259" y="121757"/>
                  <a:pt x="1044537" y="120113"/>
                </a:cubicBezTo>
                <a:cubicBezTo>
                  <a:pt x="1040816" y="118466"/>
                  <a:pt x="1037524" y="116463"/>
                  <a:pt x="1034660" y="114102"/>
                </a:cubicBezTo>
                <a:cubicBezTo>
                  <a:pt x="1031800" y="111739"/>
                  <a:pt x="1029439" y="108912"/>
                  <a:pt x="1027578" y="105621"/>
                </a:cubicBezTo>
                <a:cubicBezTo>
                  <a:pt x="1025717" y="102327"/>
                  <a:pt x="1024787" y="98463"/>
                  <a:pt x="1024787" y="94027"/>
                </a:cubicBezTo>
                <a:cubicBezTo>
                  <a:pt x="1024787" y="88587"/>
                  <a:pt x="1025895" y="83720"/>
                  <a:pt x="1028112" y="79427"/>
                </a:cubicBezTo>
                <a:cubicBezTo>
                  <a:pt x="1030331" y="75133"/>
                  <a:pt x="1033444" y="71413"/>
                  <a:pt x="1037451" y="68266"/>
                </a:cubicBezTo>
                <a:cubicBezTo>
                  <a:pt x="1041461" y="65117"/>
                  <a:pt x="1046292" y="62719"/>
                  <a:pt x="1051944" y="61072"/>
                </a:cubicBezTo>
                <a:cubicBezTo>
                  <a:pt x="1057598" y="59425"/>
                  <a:pt x="1063788" y="58602"/>
                  <a:pt x="1070515" y="58602"/>
                </a:cubicBezTo>
                <a:cubicBezTo>
                  <a:pt x="1076527" y="58602"/>
                  <a:pt x="1081751" y="59139"/>
                  <a:pt x="1086187" y="60214"/>
                </a:cubicBezTo>
                <a:cubicBezTo>
                  <a:pt x="1090624" y="61286"/>
                  <a:pt x="1094346" y="62609"/>
                  <a:pt x="1097351" y="64184"/>
                </a:cubicBezTo>
                <a:cubicBezTo>
                  <a:pt x="1100356" y="65759"/>
                  <a:pt x="1102574" y="67369"/>
                  <a:pt x="1104004" y="69016"/>
                </a:cubicBezTo>
                <a:cubicBezTo>
                  <a:pt x="1105437" y="70660"/>
                  <a:pt x="1106153" y="72127"/>
                  <a:pt x="1106153" y="73415"/>
                </a:cubicBezTo>
                <a:cubicBezTo>
                  <a:pt x="1106153" y="74562"/>
                  <a:pt x="1105580" y="76102"/>
                  <a:pt x="1104433" y="78034"/>
                </a:cubicBezTo>
                <a:cubicBezTo>
                  <a:pt x="1103289" y="79965"/>
                  <a:pt x="1101965" y="81861"/>
                  <a:pt x="1100463" y="83721"/>
                </a:cubicBezTo>
                <a:cubicBezTo>
                  <a:pt x="1098960" y="85582"/>
                  <a:pt x="1097386" y="87193"/>
                  <a:pt x="1095739" y="88553"/>
                </a:cubicBezTo>
                <a:cubicBezTo>
                  <a:pt x="1094094" y="89912"/>
                  <a:pt x="1092700" y="90591"/>
                  <a:pt x="1091556" y="90591"/>
                </a:cubicBezTo>
                <a:cubicBezTo>
                  <a:pt x="1090839" y="90591"/>
                  <a:pt x="1089801" y="90019"/>
                  <a:pt x="1088440" y="88874"/>
                </a:cubicBezTo>
                <a:cubicBezTo>
                  <a:pt x="1087082" y="87730"/>
                  <a:pt x="1085400" y="86443"/>
                  <a:pt x="1083396" y="85012"/>
                </a:cubicBezTo>
                <a:cubicBezTo>
                  <a:pt x="1081393" y="83579"/>
                  <a:pt x="1079103" y="82291"/>
                  <a:pt x="1076526" y="81147"/>
                </a:cubicBezTo>
                <a:cubicBezTo>
                  <a:pt x="1073949" y="80000"/>
                  <a:pt x="1071015" y="79427"/>
                  <a:pt x="1067724" y="79427"/>
                </a:cubicBezTo>
                <a:cubicBezTo>
                  <a:pt x="1064147" y="79427"/>
                  <a:pt x="1061284" y="80393"/>
                  <a:pt x="1059138" y="82326"/>
                </a:cubicBezTo>
                <a:cubicBezTo>
                  <a:pt x="1056991" y="84259"/>
                  <a:pt x="1055918" y="86655"/>
                  <a:pt x="1055918" y="89516"/>
                </a:cubicBezTo>
                <a:cubicBezTo>
                  <a:pt x="1055918" y="91377"/>
                  <a:pt x="1056418" y="92988"/>
                  <a:pt x="1057418" y="94348"/>
                </a:cubicBezTo>
                <a:cubicBezTo>
                  <a:pt x="1058420" y="95709"/>
                  <a:pt x="1059744" y="96890"/>
                  <a:pt x="1061388" y="97893"/>
                </a:cubicBezTo>
                <a:cubicBezTo>
                  <a:pt x="1063035" y="98893"/>
                  <a:pt x="1064968" y="99823"/>
                  <a:pt x="1067187" y="100684"/>
                </a:cubicBezTo>
                <a:cubicBezTo>
                  <a:pt x="1069405" y="101542"/>
                  <a:pt x="1071803" y="102400"/>
                  <a:pt x="1074380" y="103259"/>
                </a:cubicBezTo>
                <a:cubicBezTo>
                  <a:pt x="1078244" y="104547"/>
                  <a:pt x="1082286" y="105979"/>
                  <a:pt x="1086508" y="107553"/>
                </a:cubicBezTo>
                <a:cubicBezTo>
                  <a:pt x="1090731" y="109126"/>
                  <a:pt x="1094596" y="111129"/>
                  <a:pt x="1098101" y="113565"/>
                </a:cubicBezTo>
                <a:cubicBezTo>
                  <a:pt x="1101608" y="115997"/>
                  <a:pt x="1104471" y="119002"/>
                  <a:pt x="1106690" y="122580"/>
                </a:cubicBezTo>
                <a:cubicBezTo>
                  <a:pt x="1108909" y="126157"/>
                  <a:pt x="1110018" y="130666"/>
                  <a:pt x="1110018" y="136106"/>
                </a:cubicBezTo>
                <a:cubicBezTo>
                  <a:pt x="1110018" y="141544"/>
                  <a:pt x="1108909" y="146482"/>
                  <a:pt x="1106690" y="150919"/>
                </a:cubicBezTo>
                <a:cubicBezTo>
                  <a:pt x="1104471" y="155355"/>
                  <a:pt x="1101429" y="159183"/>
                  <a:pt x="1097564" y="162404"/>
                </a:cubicBezTo>
                <a:cubicBezTo>
                  <a:pt x="1093700" y="165624"/>
                  <a:pt x="1089085" y="168092"/>
                  <a:pt x="1083717" y="169811"/>
                </a:cubicBezTo>
                <a:cubicBezTo>
                  <a:pt x="1078351" y="171528"/>
                  <a:pt x="1072448" y="172386"/>
                  <a:pt x="1066007" y="172386"/>
                </a:cubicBezTo>
                <a:close/>
                <a:moveTo>
                  <a:pt x="1184298" y="172386"/>
                </a:moveTo>
                <a:cubicBezTo>
                  <a:pt x="1175855" y="172386"/>
                  <a:pt x="1168020" y="171278"/>
                  <a:pt x="1160791" y="169061"/>
                </a:cubicBezTo>
                <a:cubicBezTo>
                  <a:pt x="1153564" y="166842"/>
                  <a:pt x="1147338" y="163479"/>
                  <a:pt x="1142112" y="158971"/>
                </a:cubicBezTo>
                <a:cubicBezTo>
                  <a:pt x="1136888" y="154462"/>
                  <a:pt x="1132773" y="148843"/>
                  <a:pt x="1129768" y="142117"/>
                </a:cubicBezTo>
                <a:cubicBezTo>
                  <a:pt x="1126763" y="135391"/>
                  <a:pt x="1125261" y="127447"/>
                  <a:pt x="1125261" y="118285"/>
                </a:cubicBezTo>
                <a:cubicBezTo>
                  <a:pt x="1125261" y="107695"/>
                  <a:pt x="1126835" y="98643"/>
                  <a:pt x="1129985" y="91128"/>
                </a:cubicBezTo>
                <a:cubicBezTo>
                  <a:pt x="1133134" y="83613"/>
                  <a:pt x="1137320" y="77423"/>
                  <a:pt x="1142544" y="72557"/>
                </a:cubicBezTo>
                <a:cubicBezTo>
                  <a:pt x="1147768" y="67691"/>
                  <a:pt x="1153671" y="64149"/>
                  <a:pt x="1160254" y="61930"/>
                </a:cubicBezTo>
                <a:cubicBezTo>
                  <a:pt x="1166838" y="59711"/>
                  <a:pt x="1173566" y="58602"/>
                  <a:pt x="1180436" y="58602"/>
                </a:cubicBezTo>
                <a:cubicBezTo>
                  <a:pt x="1187735" y="58602"/>
                  <a:pt x="1194103" y="59425"/>
                  <a:pt x="1199541" y="61072"/>
                </a:cubicBezTo>
                <a:cubicBezTo>
                  <a:pt x="1204981" y="62719"/>
                  <a:pt x="1209526" y="64938"/>
                  <a:pt x="1213175" y="67729"/>
                </a:cubicBezTo>
                <a:cubicBezTo>
                  <a:pt x="1216825" y="70520"/>
                  <a:pt x="1219544" y="73847"/>
                  <a:pt x="1221332" y="77710"/>
                </a:cubicBezTo>
                <a:cubicBezTo>
                  <a:pt x="1223123" y="81573"/>
                  <a:pt x="1224018" y="85724"/>
                  <a:pt x="1224018" y="90162"/>
                </a:cubicBezTo>
                <a:cubicBezTo>
                  <a:pt x="1224018" y="97318"/>
                  <a:pt x="1221943" y="103438"/>
                  <a:pt x="1217791" y="108520"/>
                </a:cubicBezTo>
                <a:cubicBezTo>
                  <a:pt x="1213639" y="113599"/>
                  <a:pt x="1208414" y="117786"/>
                  <a:pt x="1202116" y="121079"/>
                </a:cubicBezTo>
                <a:cubicBezTo>
                  <a:pt x="1195820" y="124371"/>
                  <a:pt x="1189022" y="126803"/>
                  <a:pt x="1181724" y="128378"/>
                </a:cubicBezTo>
                <a:cubicBezTo>
                  <a:pt x="1174425" y="129950"/>
                  <a:pt x="1167554" y="130880"/>
                  <a:pt x="1161112" y="131166"/>
                </a:cubicBezTo>
                <a:cubicBezTo>
                  <a:pt x="1163547" y="137750"/>
                  <a:pt x="1167447" y="142259"/>
                  <a:pt x="1172813" y="144692"/>
                </a:cubicBezTo>
                <a:cubicBezTo>
                  <a:pt x="1178181" y="147125"/>
                  <a:pt x="1183942" y="148341"/>
                  <a:pt x="1190097" y="148341"/>
                </a:cubicBezTo>
                <a:cubicBezTo>
                  <a:pt x="1194246" y="148341"/>
                  <a:pt x="1197932" y="147841"/>
                  <a:pt x="1201153" y="146841"/>
                </a:cubicBezTo>
                <a:cubicBezTo>
                  <a:pt x="1204374" y="145838"/>
                  <a:pt x="1207201" y="144729"/>
                  <a:pt x="1209634" y="143512"/>
                </a:cubicBezTo>
                <a:cubicBezTo>
                  <a:pt x="1212067" y="142296"/>
                  <a:pt x="1214071" y="141187"/>
                  <a:pt x="1215645" y="140184"/>
                </a:cubicBezTo>
                <a:cubicBezTo>
                  <a:pt x="1217220" y="139182"/>
                  <a:pt x="1218436" y="138681"/>
                  <a:pt x="1219295" y="138681"/>
                </a:cubicBezTo>
                <a:cubicBezTo>
                  <a:pt x="1220009" y="138681"/>
                  <a:pt x="1220688" y="138896"/>
                  <a:pt x="1221332" y="139326"/>
                </a:cubicBezTo>
                <a:cubicBezTo>
                  <a:pt x="1221976" y="139754"/>
                  <a:pt x="1222299" y="140541"/>
                  <a:pt x="1222299" y="141688"/>
                </a:cubicBezTo>
                <a:cubicBezTo>
                  <a:pt x="1222299" y="143404"/>
                  <a:pt x="1221940" y="145944"/>
                  <a:pt x="1221224" y="149307"/>
                </a:cubicBezTo>
                <a:cubicBezTo>
                  <a:pt x="1220510" y="152671"/>
                  <a:pt x="1219509" y="155999"/>
                  <a:pt x="1218220" y="159292"/>
                </a:cubicBezTo>
                <a:cubicBezTo>
                  <a:pt x="1217790" y="160437"/>
                  <a:pt x="1216644" y="161760"/>
                  <a:pt x="1214784" y="163263"/>
                </a:cubicBezTo>
                <a:cubicBezTo>
                  <a:pt x="1212925" y="164765"/>
                  <a:pt x="1210528" y="166197"/>
                  <a:pt x="1207593" y="167557"/>
                </a:cubicBezTo>
                <a:cubicBezTo>
                  <a:pt x="1204660" y="168916"/>
                  <a:pt x="1201225" y="170060"/>
                  <a:pt x="1197287" y="170990"/>
                </a:cubicBezTo>
                <a:cubicBezTo>
                  <a:pt x="1193352" y="171921"/>
                  <a:pt x="1189022" y="172386"/>
                  <a:pt x="1184298" y="172386"/>
                </a:cubicBezTo>
                <a:moveTo>
                  <a:pt x="1159182" y="114852"/>
                </a:moveTo>
                <a:cubicBezTo>
                  <a:pt x="1163476" y="114422"/>
                  <a:pt x="1167590" y="113527"/>
                  <a:pt x="1171526" y="112169"/>
                </a:cubicBezTo>
                <a:cubicBezTo>
                  <a:pt x="1175461" y="110808"/>
                  <a:pt x="1178968" y="109019"/>
                  <a:pt x="1182045" y="106800"/>
                </a:cubicBezTo>
                <a:cubicBezTo>
                  <a:pt x="1185122" y="104581"/>
                  <a:pt x="1187555" y="101898"/>
                  <a:pt x="1189343" y="98751"/>
                </a:cubicBezTo>
                <a:cubicBezTo>
                  <a:pt x="1191134" y="95602"/>
                  <a:pt x="1192030" y="92094"/>
                  <a:pt x="1192030" y="88229"/>
                </a:cubicBezTo>
                <a:cubicBezTo>
                  <a:pt x="1192030" y="85224"/>
                  <a:pt x="1190991" y="82756"/>
                  <a:pt x="1188914" y="80825"/>
                </a:cubicBezTo>
                <a:cubicBezTo>
                  <a:pt x="1186839" y="78893"/>
                  <a:pt x="1184371" y="77926"/>
                  <a:pt x="1181507" y="77926"/>
                </a:cubicBezTo>
                <a:cubicBezTo>
                  <a:pt x="1178788" y="77926"/>
                  <a:pt x="1176140" y="78571"/>
                  <a:pt x="1173563" y="79859"/>
                </a:cubicBezTo>
                <a:cubicBezTo>
                  <a:pt x="1170989" y="81145"/>
                  <a:pt x="1168663" y="83256"/>
                  <a:pt x="1166586" y="86191"/>
                </a:cubicBezTo>
                <a:cubicBezTo>
                  <a:pt x="1164511" y="89124"/>
                  <a:pt x="1162830" y="92917"/>
                  <a:pt x="1161541" y="97568"/>
                </a:cubicBezTo>
                <a:cubicBezTo>
                  <a:pt x="1160255" y="102220"/>
                  <a:pt x="1159468" y="107981"/>
                  <a:pt x="1159182" y="114852"/>
                </a:cubicBezTo>
                <a:close/>
                <a:moveTo>
                  <a:pt x="1330623" y="171393"/>
                </a:moveTo>
                <a:cubicBezTo>
                  <a:pt x="1329226" y="162867"/>
                  <a:pt x="1327426" y="152821"/>
                  <a:pt x="1325225" y="141255"/>
                </a:cubicBezTo>
                <a:cubicBezTo>
                  <a:pt x="1323023" y="129689"/>
                  <a:pt x="1320874" y="119172"/>
                  <a:pt x="1318778" y="109702"/>
                </a:cubicBezTo>
                <a:cubicBezTo>
                  <a:pt x="1316681" y="100233"/>
                  <a:pt x="1315144" y="93821"/>
                  <a:pt x="1314165" y="90466"/>
                </a:cubicBezTo>
                <a:cubicBezTo>
                  <a:pt x="1313187" y="87112"/>
                  <a:pt x="1312244" y="84718"/>
                  <a:pt x="1311335" y="83286"/>
                </a:cubicBezTo>
                <a:cubicBezTo>
                  <a:pt x="1310426" y="81853"/>
                  <a:pt x="1309588" y="80910"/>
                  <a:pt x="1308819" y="80455"/>
                </a:cubicBezTo>
                <a:cubicBezTo>
                  <a:pt x="1308050" y="80001"/>
                  <a:pt x="1307247" y="79774"/>
                  <a:pt x="1306408" y="79774"/>
                </a:cubicBezTo>
                <a:cubicBezTo>
                  <a:pt x="1304661" y="79774"/>
                  <a:pt x="1303054" y="80490"/>
                  <a:pt x="1301586" y="81923"/>
                </a:cubicBezTo>
                <a:cubicBezTo>
                  <a:pt x="1300118" y="83356"/>
                  <a:pt x="1298197" y="86378"/>
                  <a:pt x="1295820" y="90991"/>
                </a:cubicBezTo>
                <a:lnTo>
                  <a:pt x="1286281" y="86588"/>
                </a:lnTo>
                <a:cubicBezTo>
                  <a:pt x="1290334" y="79250"/>
                  <a:pt x="1294947" y="73746"/>
                  <a:pt x="1300118" y="70077"/>
                </a:cubicBezTo>
                <a:cubicBezTo>
                  <a:pt x="1305290" y="66408"/>
                  <a:pt x="1311230" y="64574"/>
                  <a:pt x="1317939" y="64574"/>
                </a:cubicBezTo>
                <a:cubicBezTo>
                  <a:pt x="1323320" y="64574"/>
                  <a:pt x="1327671" y="65360"/>
                  <a:pt x="1330990" y="66933"/>
                </a:cubicBezTo>
                <a:cubicBezTo>
                  <a:pt x="1334310" y="68505"/>
                  <a:pt x="1336948" y="70671"/>
                  <a:pt x="1338905" y="73432"/>
                </a:cubicBezTo>
                <a:cubicBezTo>
                  <a:pt x="1340861" y="76192"/>
                  <a:pt x="1342434" y="79704"/>
                  <a:pt x="1343622" y="83967"/>
                </a:cubicBezTo>
                <a:cubicBezTo>
                  <a:pt x="1344600" y="87322"/>
                  <a:pt x="1345753" y="93227"/>
                  <a:pt x="1347081" y="101683"/>
                </a:cubicBezTo>
                <a:cubicBezTo>
                  <a:pt x="1349248" y="115450"/>
                  <a:pt x="1351100" y="128973"/>
                  <a:pt x="1352637" y="142251"/>
                </a:cubicBezTo>
                <a:cubicBezTo>
                  <a:pt x="1360394" y="131140"/>
                  <a:pt x="1366352" y="120307"/>
                  <a:pt x="1370510" y="109755"/>
                </a:cubicBezTo>
                <a:cubicBezTo>
                  <a:pt x="1374668" y="99202"/>
                  <a:pt x="1376748" y="89768"/>
                  <a:pt x="1376748" y="81451"/>
                </a:cubicBezTo>
                <a:cubicBezTo>
                  <a:pt x="1376748" y="78796"/>
                  <a:pt x="1376119" y="76786"/>
                  <a:pt x="1374861" y="75424"/>
                </a:cubicBezTo>
                <a:cubicBezTo>
                  <a:pt x="1373603" y="74061"/>
                  <a:pt x="1371401" y="73310"/>
                  <a:pt x="1368256" y="73170"/>
                </a:cubicBezTo>
                <a:lnTo>
                  <a:pt x="1369724" y="66251"/>
                </a:lnTo>
                <a:lnTo>
                  <a:pt x="1399285" y="66251"/>
                </a:lnTo>
                <a:lnTo>
                  <a:pt x="1402954" y="73170"/>
                </a:lnTo>
                <a:cubicBezTo>
                  <a:pt x="1401557" y="77992"/>
                  <a:pt x="1399390" y="83827"/>
                  <a:pt x="1396455" y="90676"/>
                </a:cubicBezTo>
                <a:cubicBezTo>
                  <a:pt x="1392122" y="100739"/>
                  <a:pt x="1386287" y="112026"/>
                  <a:pt x="1378949" y="124535"/>
                </a:cubicBezTo>
                <a:cubicBezTo>
                  <a:pt x="1372310" y="135787"/>
                  <a:pt x="1365077" y="147038"/>
                  <a:pt x="1357250" y="158290"/>
                </a:cubicBezTo>
                <a:cubicBezTo>
                  <a:pt x="1348095" y="171428"/>
                  <a:pt x="1340128" y="182033"/>
                  <a:pt x="1333349" y="190105"/>
                </a:cubicBezTo>
                <a:cubicBezTo>
                  <a:pt x="1326570" y="198177"/>
                  <a:pt x="1320700" y="204135"/>
                  <a:pt x="1315738" y="207978"/>
                </a:cubicBezTo>
                <a:cubicBezTo>
                  <a:pt x="1311824" y="210913"/>
                  <a:pt x="1308085" y="212993"/>
                  <a:pt x="1304521" y="214216"/>
                </a:cubicBezTo>
                <a:cubicBezTo>
                  <a:pt x="1300957" y="215439"/>
                  <a:pt x="1297183" y="216050"/>
                  <a:pt x="1293200" y="216050"/>
                </a:cubicBezTo>
                <a:cubicBezTo>
                  <a:pt x="1288028" y="216050"/>
                  <a:pt x="1283136" y="215281"/>
                  <a:pt x="1278524" y="213744"/>
                </a:cubicBezTo>
                <a:lnTo>
                  <a:pt x="1283765" y="190053"/>
                </a:lnTo>
                <a:lnTo>
                  <a:pt x="1294772" y="190053"/>
                </a:lnTo>
                <a:cubicBezTo>
                  <a:pt x="1294842" y="192988"/>
                  <a:pt x="1295279" y="195154"/>
                  <a:pt x="1296083" y="196552"/>
                </a:cubicBezTo>
                <a:cubicBezTo>
                  <a:pt x="1296886" y="197950"/>
                  <a:pt x="1298336" y="198649"/>
                  <a:pt x="1300433" y="198649"/>
                </a:cubicBezTo>
                <a:cubicBezTo>
                  <a:pt x="1302110" y="198649"/>
                  <a:pt x="1303683" y="198352"/>
                  <a:pt x="1305150" y="197758"/>
                </a:cubicBezTo>
                <a:cubicBezTo>
                  <a:pt x="1306618" y="197164"/>
                  <a:pt x="1308470" y="195993"/>
                  <a:pt x="1310706" y="194246"/>
                </a:cubicBezTo>
                <a:cubicBezTo>
                  <a:pt x="1312942" y="192499"/>
                  <a:pt x="1315755" y="189651"/>
                  <a:pt x="1319145" y="185702"/>
                </a:cubicBezTo>
                <a:cubicBezTo>
                  <a:pt x="1322534" y="181754"/>
                  <a:pt x="1326360" y="176984"/>
                  <a:pt x="1330623" y="1713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Real-worldor">
            <a:extLst xmlns:a="http://schemas.openxmlformats.org/drawingml/2006/main">
              <a:ext uri="{FF2B5EF4-FFF2-40B4-BE49-F238E27FC236}">
                <a16:creationId xmlns:a16="http://schemas.microsoft.com/office/drawing/2014/main" id="{BB660F08-E147-4838-B529-74E468E1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13" y="2915314"/>
            <a:ext cx="1398281" cy="156721"/>
          </a:xfrm>
          <a:custGeom xmlns:a="http://schemas.openxmlformats.org/drawingml/2006/main">
            <a:pathLst>
              <a:path w="1398281" h="156721">
                <a:moveTo>
                  <a:pt x="15885" y="154575"/>
                </a:moveTo>
                <a:cubicBezTo>
                  <a:pt x="9588" y="154575"/>
                  <a:pt x="5367" y="154074"/>
                  <a:pt x="3220" y="153071"/>
                </a:cubicBezTo>
                <a:cubicBezTo>
                  <a:pt x="1073" y="152069"/>
                  <a:pt x="0" y="150925"/>
                  <a:pt x="0" y="149638"/>
                </a:cubicBezTo>
                <a:lnTo>
                  <a:pt x="0" y="21041"/>
                </a:lnTo>
                <a:cubicBezTo>
                  <a:pt x="0" y="19466"/>
                  <a:pt x="1216" y="17928"/>
                  <a:pt x="3649" y="16425"/>
                </a:cubicBezTo>
                <a:cubicBezTo>
                  <a:pt x="6082" y="14920"/>
                  <a:pt x="9373" y="13596"/>
                  <a:pt x="13523" y="12452"/>
                </a:cubicBezTo>
                <a:cubicBezTo>
                  <a:pt x="17674" y="11307"/>
                  <a:pt x="22541" y="10378"/>
                  <a:pt x="28123" y="9664"/>
                </a:cubicBezTo>
                <a:cubicBezTo>
                  <a:pt x="33705" y="8947"/>
                  <a:pt x="39574" y="8589"/>
                  <a:pt x="45728" y="8589"/>
                </a:cubicBezTo>
                <a:cubicBezTo>
                  <a:pt x="55173" y="8589"/>
                  <a:pt x="63724" y="9627"/>
                  <a:pt x="71381" y="11701"/>
                </a:cubicBezTo>
                <a:cubicBezTo>
                  <a:pt x="79040" y="13776"/>
                  <a:pt x="85553" y="16746"/>
                  <a:pt x="90918" y="20612"/>
                </a:cubicBezTo>
                <a:cubicBezTo>
                  <a:pt x="96286" y="24475"/>
                  <a:pt x="100437" y="29270"/>
                  <a:pt x="103370" y="34996"/>
                </a:cubicBezTo>
                <a:cubicBezTo>
                  <a:pt x="106305" y="40720"/>
                  <a:pt x="107773" y="47231"/>
                  <a:pt x="107773" y="54530"/>
                </a:cubicBezTo>
                <a:cubicBezTo>
                  <a:pt x="107773" y="62689"/>
                  <a:pt x="106126" y="69667"/>
                  <a:pt x="102833" y="75463"/>
                </a:cubicBezTo>
                <a:cubicBezTo>
                  <a:pt x="99542" y="81259"/>
                  <a:pt x="95964" y="86018"/>
                  <a:pt x="92101" y="89739"/>
                </a:cubicBezTo>
                <a:cubicBezTo>
                  <a:pt x="87377" y="94033"/>
                  <a:pt x="82081" y="97611"/>
                  <a:pt x="76213" y="100474"/>
                </a:cubicBezTo>
                <a:cubicBezTo>
                  <a:pt x="78504" y="101477"/>
                  <a:pt x="81009" y="103911"/>
                  <a:pt x="83728" y="107776"/>
                </a:cubicBezTo>
                <a:cubicBezTo>
                  <a:pt x="86447" y="111639"/>
                  <a:pt x="89345" y="115718"/>
                  <a:pt x="92422" y="120011"/>
                </a:cubicBezTo>
                <a:cubicBezTo>
                  <a:pt x="95499" y="124305"/>
                  <a:pt x="98826" y="128133"/>
                  <a:pt x="102404" y="131497"/>
                </a:cubicBezTo>
                <a:cubicBezTo>
                  <a:pt x="105983" y="134860"/>
                  <a:pt x="109777" y="136541"/>
                  <a:pt x="113784" y="136541"/>
                </a:cubicBezTo>
                <a:lnTo>
                  <a:pt x="115071" y="136541"/>
                </a:lnTo>
                <a:lnTo>
                  <a:pt x="117650" y="136325"/>
                </a:lnTo>
                <a:cubicBezTo>
                  <a:pt x="118794" y="136325"/>
                  <a:pt x="119795" y="136433"/>
                  <a:pt x="120653" y="136650"/>
                </a:cubicBezTo>
                <a:cubicBezTo>
                  <a:pt x="121512" y="136864"/>
                  <a:pt x="121941" y="137686"/>
                  <a:pt x="121941" y="139116"/>
                </a:cubicBezTo>
                <a:cubicBezTo>
                  <a:pt x="121941" y="140549"/>
                  <a:pt x="121154" y="142268"/>
                  <a:pt x="119579" y="144272"/>
                </a:cubicBezTo>
                <a:cubicBezTo>
                  <a:pt x="118004" y="146275"/>
                  <a:pt x="115894" y="148171"/>
                  <a:pt x="113247" y="149959"/>
                </a:cubicBezTo>
                <a:cubicBezTo>
                  <a:pt x="110600" y="151748"/>
                  <a:pt x="107559" y="153287"/>
                  <a:pt x="104123" y="154575"/>
                </a:cubicBezTo>
                <a:cubicBezTo>
                  <a:pt x="100688" y="155864"/>
                  <a:pt x="97110" y="156508"/>
                  <a:pt x="93388" y="156508"/>
                </a:cubicBezTo>
                <a:cubicBezTo>
                  <a:pt x="87520" y="156508"/>
                  <a:pt x="82546" y="155363"/>
                  <a:pt x="78467" y="153075"/>
                </a:cubicBezTo>
                <a:cubicBezTo>
                  <a:pt x="74387" y="150784"/>
                  <a:pt x="70916" y="147921"/>
                  <a:pt x="68053" y="144485"/>
                </a:cubicBezTo>
                <a:cubicBezTo>
                  <a:pt x="65192" y="141050"/>
                  <a:pt x="62759" y="137293"/>
                  <a:pt x="60754" y="133213"/>
                </a:cubicBezTo>
                <a:cubicBezTo>
                  <a:pt x="58752" y="129134"/>
                  <a:pt x="56820" y="125377"/>
                  <a:pt x="54959" y="121944"/>
                </a:cubicBezTo>
                <a:cubicBezTo>
                  <a:pt x="53099" y="118509"/>
                  <a:pt x="51095" y="115647"/>
                  <a:pt x="48948" y="113358"/>
                </a:cubicBezTo>
                <a:cubicBezTo>
                  <a:pt x="46801" y="111067"/>
                  <a:pt x="44225" y="109922"/>
                  <a:pt x="41220" y="109922"/>
                </a:cubicBezTo>
                <a:lnTo>
                  <a:pt x="34351" y="109922"/>
                </a:lnTo>
                <a:cubicBezTo>
                  <a:pt x="32632" y="109922"/>
                  <a:pt x="31773" y="110780"/>
                  <a:pt x="31773" y="112497"/>
                </a:cubicBezTo>
                <a:lnTo>
                  <a:pt x="31773" y="149638"/>
                </a:lnTo>
                <a:cubicBezTo>
                  <a:pt x="31773" y="150925"/>
                  <a:pt x="30699" y="152069"/>
                  <a:pt x="28552" y="153071"/>
                </a:cubicBezTo>
                <a:cubicBezTo>
                  <a:pt x="26406" y="154074"/>
                  <a:pt x="22183" y="154575"/>
                  <a:pt x="15885" y="154575"/>
                </a:cubicBezTo>
                <a:moveTo>
                  <a:pt x="31773" y="78362"/>
                </a:moveTo>
                <a:cubicBezTo>
                  <a:pt x="31773" y="80509"/>
                  <a:pt x="32631" y="82119"/>
                  <a:pt x="34347" y="83194"/>
                </a:cubicBezTo>
                <a:cubicBezTo>
                  <a:pt x="36066" y="84266"/>
                  <a:pt x="38857" y="84802"/>
                  <a:pt x="42721" y="84802"/>
                </a:cubicBezTo>
                <a:cubicBezTo>
                  <a:pt x="46728" y="84802"/>
                  <a:pt x="50593" y="84373"/>
                  <a:pt x="54314" y="83515"/>
                </a:cubicBezTo>
                <a:cubicBezTo>
                  <a:pt x="58035" y="82655"/>
                  <a:pt x="61328" y="81151"/>
                  <a:pt x="64191" y="79004"/>
                </a:cubicBezTo>
                <a:cubicBezTo>
                  <a:pt x="67054" y="76857"/>
                  <a:pt x="69344" y="73959"/>
                  <a:pt x="71060" y="70310"/>
                </a:cubicBezTo>
                <a:cubicBezTo>
                  <a:pt x="72779" y="66661"/>
                  <a:pt x="73638" y="62045"/>
                  <a:pt x="73638" y="56463"/>
                </a:cubicBezTo>
                <a:cubicBezTo>
                  <a:pt x="73638" y="52025"/>
                  <a:pt x="72994" y="48304"/>
                  <a:pt x="71705" y="45299"/>
                </a:cubicBezTo>
                <a:cubicBezTo>
                  <a:pt x="70417" y="42294"/>
                  <a:pt x="68627" y="39897"/>
                  <a:pt x="66336" y="38108"/>
                </a:cubicBezTo>
                <a:cubicBezTo>
                  <a:pt x="64048" y="36320"/>
                  <a:pt x="61329" y="35067"/>
                  <a:pt x="58179" y="34351"/>
                </a:cubicBezTo>
                <a:cubicBezTo>
                  <a:pt x="55030" y="33634"/>
                  <a:pt x="51667" y="33276"/>
                  <a:pt x="48090" y="33276"/>
                </a:cubicBezTo>
                <a:cubicBezTo>
                  <a:pt x="37212" y="33276"/>
                  <a:pt x="31773" y="35566"/>
                  <a:pt x="31773" y="40146"/>
                </a:cubicBezTo>
                <a:lnTo>
                  <a:pt x="31773" y="78362"/>
                </a:lnTo>
                <a:close/>
                <a:moveTo>
                  <a:pt x="194290" y="156721"/>
                </a:moveTo>
                <a:cubicBezTo>
                  <a:pt x="185847" y="156721"/>
                  <a:pt x="178011" y="155612"/>
                  <a:pt x="170783" y="153396"/>
                </a:cubicBezTo>
                <a:cubicBezTo>
                  <a:pt x="163556" y="151177"/>
                  <a:pt x="157330" y="147814"/>
                  <a:pt x="152104" y="143306"/>
                </a:cubicBezTo>
                <a:cubicBezTo>
                  <a:pt x="146880" y="138796"/>
                  <a:pt x="142765" y="133178"/>
                  <a:pt x="139760" y="126452"/>
                </a:cubicBezTo>
                <a:cubicBezTo>
                  <a:pt x="136755" y="119725"/>
                  <a:pt x="135252" y="111781"/>
                  <a:pt x="135252" y="102620"/>
                </a:cubicBezTo>
                <a:cubicBezTo>
                  <a:pt x="135252" y="92030"/>
                  <a:pt x="136827" y="82978"/>
                  <a:pt x="139976" y="75463"/>
                </a:cubicBezTo>
                <a:cubicBezTo>
                  <a:pt x="143125" y="67948"/>
                  <a:pt x="147312" y="61758"/>
                  <a:pt x="152536" y="56892"/>
                </a:cubicBezTo>
                <a:cubicBezTo>
                  <a:pt x="157760" y="52026"/>
                  <a:pt x="163663" y="48484"/>
                  <a:pt x="170245" y="46265"/>
                </a:cubicBezTo>
                <a:cubicBezTo>
                  <a:pt x="176830" y="44046"/>
                  <a:pt x="183557" y="42937"/>
                  <a:pt x="190428" y="42937"/>
                </a:cubicBezTo>
                <a:cubicBezTo>
                  <a:pt x="197727" y="42937"/>
                  <a:pt x="204095" y="43760"/>
                  <a:pt x="209533" y="45407"/>
                </a:cubicBezTo>
                <a:cubicBezTo>
                  <a:pt x="214973" y="47053"/>
                  <a:pt x="219518" y="49272"/>
                  <a:pt x="223167" y="52063"/>
                </a:cubicBezTo>
                <a:cubicBezTo>
                  <a:pt x="226816" y="54854"/>
                  <a:pt x="229535" y="58182"/>
                  <a:pt x="231324" y="62045"/>
                </a:cubicBezTo>
                <a:cubicBezTo>
                  <a:pt x="233115" y="65908"/>
                  <a:pt x="234010" y="70059"/>
                  <a:pt x="234010" y="74497"/>
                </a:cubicBezTo>
                <a:cubicBezTo>
                  <a:pt x="234010" y="81653"/>
                  <a:pt x="231934" y="87772"/>
                  <a:pt x="227783" y="92854"/>
                </a:cubicBezTo>
                <a:cubicBezTo>
                  <a:pt x="223631" y="97934"/>
                  <a:pt x="218406" y="102121"/>
                  <a:pt x="212108" y="105414"/>
                </a:cubicBezTo>
                <a:cubicBezTo>
                  <a:pt x="205811" y="108705"/>
                  <a:pt x="199014" y="111138"/>
                  <a:pt x="191715" y="112713"/>
                </a:cubicBezTo>
                <a:cubicBezTo>
                  <a:pt x="184417" y="114285"/>
                  <a:pt x="177546" y="115214"/>
                  <a:pt x="171104" y="115501"/>
                </a:cubicBezTo>
                <a:cubicBezTo>
                  <a:pt x="173539" y="122085"/>
                  <a:pt x="177439" y="126594"/>
                  <a:pt x="182805" y="129027"/>
                </a:cubicBezTo>
                <a:cubicBezTo>
                  <a:pt x="188173" y="131459"/>
                  <a:pt x="193934" y="132676"/>
                  <a:pt x="200088" y="132676"/>
                </a:cubicBezTo>
                <a:cubicBezTo>
                  <a:pt x="204238" y="132676"/>
                  <a:pt x="207923" y="132176"/>
                  <a:pt x="211144" y="131176"/>
                </a:cubicBezTo>
                <a:cubicBezTo>
                  <a:pt x="214366" y="130173"/>
                  <a:pt x="217193" y="129064"/>
                  <a:pt x="219626" y="127847"/>
                </a:cubicBezTo>
                <a:cubicBezTo>
                  <a:pt x="222059" y="126631"/>
                  <a:pt x="224062" y="125521"/>
                  <a:pt x="225637" y="124519"/>
                </a:cubicBezTo>
                <a:cubicBezTo>
                  <a:pt x="227212" y="123517"/>
                  <a:pt x="228428" y="123015"/>
                  <a:pt x="229286" y="123015"/>
                </a:cubicBezTo>
                <a:cubicBezTo>
                  <a:pt x="230000" y="123015"/>
                  <a:pt x="230680" y="123230"/>
                  <a:pt x="231324" y="123661"/>
                </a:cubicBezTo>
                <a:cubicBezTo>
                  <a:pt x="231968" y="124089"/>
                  <a:pt x="232290" y="124876"/>
                  <a:pt x="232290" y="126023"/>
                </a:cubicBezTo>
                <a:cubicBezTo>
                  <a:pt x="232290" y="127739"/>
                  <a:pt x="231932" y="130279"/>
                  <a:pt x="231216" y="133642"/>
                </a:cubicBezTo>
                <a:cubicBezTo>
                  <a:pt x="230502" y="137006"/>
                  <a:pt x="229500" y="140334"/>
                  <a:pt x="228212" y="143627"/>
                </a:cubicBezTo>
                <a:cubicBezTo>
                  <a:pt x="227782" y="144772"/>
                  <a:pt x="226636" y="146095"/>
                  <a:pt x="224775" y="147597"/>
                </a:cubicBezTo>
                <a:cubicBezTo>
                  <a:pt x="222917" y="149100"/>
                  <a:pt x="220520" y="150532"/>
                  <a:pt x="217585" y="151892"/>
                </a:cubicBezTo>
                <a:cubicBezTo>
                  <a:pt x="214652" y="153251"/>
                  <a:pt x="211217" y="154395"/>
                  <a:pt x="207279" y="155325"/>
                </a:cubicBezTo>
                <a:cubicBezTo>
                  <a:pt x="203344" y="156256"/>
                  <a:pt x="199014" y="156721"/>
                  <a:pt x="194290" y="156721"/>
                </a:cubicBezTo>
                <a:moveTo>
                  <a:pt x="169174" y="99187"/>
                </a:moveTo>
                <a:cubicBezTo>
                  <a:pt x="173468" y="98756"/>
                  <a:pt x="177582" y="97862"/>
                  <a:pt x="181518" y="96504"/>
                </a:cubicBezTo>
                <a:cubicBezTo>
                  <a:pt x="185453" y="95143"/>
                  <a:pt x="188959" y="93353"/>
                  <a:pt x="192036" y="91135"/>
                </a:cubicBezTo>
                <a:cubicBezTo>
                  <a:pt x="195113" y="88916"/>
                  <a:pt x="197546" y="86233"/>
                  <a:pt x="199335" y="83086"/>
                </a:cubicBezTo>
                <a:cubicBezTo>
                  <a:pt x="201126" y="79937"/>
                  <a:pt x="202021" y="76429"/>
                  <a:pt x="202021" y="72564"/>
                </a:cubicBezTo>
                <a:cubicBezTo>
                  <a:pt x="202021" y="69559"/>
                  <a:pt x="200983" y="67091"/>
                  <a:pt x="198906" y="65160"/>
                </a:cubicBezTo>
                <a:cubicBezTo>
                  <a:pt x="196831" y="63228"/>
                  <a:pt x="194362" y="62261"/>
                  <a:pt x="191499" y="62261"/>
                </a:cubicBezTo>
                <a:cubicBezTo>
                  <a:pt x="188780" y="62261"/>
                  <a:pt x="186132" y="62905"/>
                  <a:pt x="183555" y="64194"/>
                </a:cubicBezTo>
                <a:cubicBezTo>
                  <a:pt x="180980" y="65480"/>
                  <a:pt x="178654" y="67591"/>
                  <a:pt x="176578" y="70526"/>
                </a:cubicBezTo>
                <a:cubicBezTo>
                  <a:pt x="174503" y="73459"/>
                  <a:pt x="172821" y="77252"/>
                  <a:pt x="171533" y="81903"/>
                </a:cubicBezTo>
                <a:cubicBezTo>
                  <a:pt x="170246" y="86555"/>
                  <a:pt x="169460" y="92316"/>
                  <a:pt x="169174" y="99187"/>
                </a:cubicBezTo>
                <a:close/>
                <a:moveTo>
                  <a:pt x="337058" y="156721"/>
                </a:moveTo>
                <a:cubicBezTo>
                  <a:pt x="333909" y="156721"/>
                  <a:pt x="331081" y="156149"/>
                  <a:pt x="328577" y="155004"/>
                </a:cubicBezTo>
                <a:cubicBezTo>
                  <a:pt x="326074" y="153860"/>
                  <a:pt x="323892" y="152571"/>
                  <a:pt x="322031" y="151139"/>
                </a:cubicBezTo>
                <a:cubicBezTo>
                  <a:pt x="319885" y="149566"/>
                  <a:pt x="318024" y="147778"/>
                  <a:pt x="316449" y="145773"/>
                </a:cubicBezTo>
                <a:cubicBezTo>
                  <a:pt x="312442" y="148636"/>
                  <a:pt x="307790" y="151177"/>
                  <a:pt x="302494" y="153396"/>
                </a:cubicBezTo>
                <a:cubicBezTo>
                  <a:pt x="297198" y="155612"/>
                  <a:pt x="290901" y="156721"/>
                  <a:pt x="283602" y="156721"/>
                </a:cubicBezTo>
                <a:cubicBezTo>
                  <a:pt x="278448" y="156721"/>
                  <a:pt x="273688" y="156006"/>
                  <a:pt x="269323" y="154575"/>
                </a:cubicBezTo>
                <a:cubicBezTo>
                  <a:pt x="264959" y="153145"/>
                  <a:pt x="261167" y="151106"/>
                  <a:pt x="257946" y="148459"/>
                </a:cubicBezTo>
                <a:cubicBezTo>
                  <a:pt x="254726" y="145810"/>
                  <a:pt x="252221" y="142518"/>
                  <a:pt x="250431" y="138582"/>
                </a:cubicBezTo>
                <a:cubicBezTo>
                  <a:pt x="248642" y="134645"/>
                  <a:pt x="247748" y="130172"/>
                  <a:pt x="247748" y="125164"/>
                </a:cubicBezTo>
                <a:cubicBezTo>
                  <a:pt x="247748" y="118866"/>
                  <a:pt x="248785" y="113534"/>
                  <a:pt x="250860" y="109168"/>
                </a:cubicBezTo>
                <a:cubicBezTo>
                  <a:pt x="252937" y="104803"/>
                  <a:pt x="256014" y="101081"/>
                  <a:pt x="260091" y="98004"/>
                </a:cubicBezTo>
                <a:cubicBezTo>
                  <a:pt x="264171" y="94927"/>
                  <a:pt x="269216" y="92315"/>
                  <a:pt x="275226" y="90168"/>
                </a:cubicBezTo>
                <a:cubicBezTo>
                  <a:pt x="281238" y="88021"/>
                  <a:pt x="288109" y="86018"/>
                  <a:pt x="295837" y="84157"/>
                </a:cubicBezTo>
                <a:cubicBezTo>
                  <a:pt x="300992" y="83013"/>
                  <a:pt x="304856" y="81868"/>
                  <a:pt x="307431" y="80724"/>
                </a:cubicBezTo>
                <a:cubicBezTo>
                  <a:pt x="310008" y="79577"/>
                  <a:pt x="311296" y="78217"/>
                  <a:pt x="311296" y="76642"/>
                </a:cubicBezTo>
                <a:cubicBezTo>
                  <a:pt x="311296" y="73495"/>
                  <a:pt x="309865" y="70955"/>
                  <a:pt x="307002" y="69023"/>
                </a:cubicBezTo>
                <a:cubicBezTo>
                  <a:pt x="304139" y="67090"/>
                  <a:pt x="299702" y="66123"/>
                  <a:pt x="293692" y="66123"/>
                </a:cubicBezTo>
                <a:cubicBezTo>
                  <a:pt x="289540" y="66123"/>
                  <a:pt x="285604" y="66625"/>
                  <a:pt x="281882" y="67627"/>
                </a:cubicBezTo>
                <a:cubicBezTo>
                  <a:pt x="278163" y="68629"/>
                  <a:pt x="274836" y="69775"/>
                  <a:pt x="271901" y="71063"/>
                </a:cubicBezTo>
                <a:cubicBezTo>
                  <a:pt x="268968" y="72350"/>
                  <a:pt x="266499" y="73494"/>
                  <a:pt x="264494" y="74497"/>
                </a:cubicBezTo>
                <a:cubicBezTo>
                  <a:pt x="262491" y="75499"/>
                  <a:pt x="261060" y="76000"/>
                  <a:pt x="260199" y="76000"/>
                </a:cubicBezTo>
                <a:cubicBezTo>
                  <a:pt x="258339" y="76000"/>
                  <a:pt x="257408" y="74927"/>
                  <a:pt x="257408" y="72780"/>
                </a:cubicBezTo>
                <a:cubicBezTo>
                  <a:pt x="257408" y="71061"/>
                  <a:pt x="257766" y="68556"/>
                  <a:pt x="258483" y="65265"/>
                </a:cubicBezTo>
                <a:cubicBezTo>
                  <a:pt x="259199" y="61974"/>
                  <a:pt x="260345" y="58539"/>
                  <a:pt x="261919" y="54959"/>
                </a:cubicBezTo>
                <a:cubicBezTo>
                  <a:pt x="262491" y="53815"/>
                  <a:pt x="263815" y="52527"/>
                  <a:pt x="265889" y="51097"/>
                </a:cubicBezTo>
                <a:cubicBezTo>
                  <a:pt x="267964" y="49664"/>
                  <a:pt x="270611" y="48340"/>
                  <a:pt x="273830" y="47123"/>
                </a:cubicBezTo>
                <a:cubicBezTo>
                  <a:pt x="277051" y="45907"/>
                  <a:pt x="280737" y="44906"/>
                  <a:pt x="284886" y="44119"/>
                </a:cubicBezTo>
                <a:cubicBezTo>
                  <a:pt x="289038" y="43331"/>
                  <a:pt x="293476" y="42937"/>
                  <a:pt x="298199" y="42937"/>
                </a:cubicBezTo>
                <a:cubicBezTo>
                  <a:pt x="314660" y="42937"/>
                  <a:pt x="326324" y="46515"/>
                  <a:pt x="333192" y="53672"/>
                </a:cubicBezTo>
                <a:cubicBezTo>
                  <a:pt x="340063" y="60828"/>
                  <a:pt x="343498" y="71634"/>
                  <a:pt x="343498" y="86090"/>
                </a:cubicBezTo>
                <a:lnTo>
                  <a:pt x="343498" y="125164"/>
                </a:lnTo>
                <a:cubicBezTo>
                  <a:pt x="343498" y="128455"/>
                  <a:pt x="344249" y="130817"/>
                  <a:pt x="345752" y="132250"/>
                </a:cubicBezTo>
                <a:cubicBezTo>
                  <a:pt x="347257" y="133681"/>
                  <a:pt x="349296" y="134396"/>
                  <a:pt x="351871" y="134396"/>
                </a:cubicBezTo>
                <a:lnTo>
                  <a:pt x="356166" y="134396"/>
                </a:lnTo>
                <a:cubicBezTo>
                  <a:pt x="358169" y="134396"/>
                  <a:pt x="359170" y="135326"/>
                  <a:pt x="359170" y="137187"/>
                </a:cubicBezTo>
                <a:cubicBezTo>
                  <a:pt x="359170" y="138473"/>
                  <a:pt x="358490" y="140226"/>
                  <a:pt x="357129" y="142445"/>
                </a:cubicBezTo>
                <a:cubicBezTo>
                  <a:pt x="355771" y="144663"/>
                  <a:pt x="354054" y="146811"/>
                  <a:pt x="351979" y="148888"/>
                </a:cubicBezTo>
                <a:cubicBezTo>
                  <a:pt x="349905" y="150963"/>
                  <a:pt x="347543" y="152788"/>
                  <a:pt x="344894" y="154362"/>
                </a:cubicBezTo>
                <a:cubicBezTo>
                  <a:pt x="342247" y="155935"/>
                  <a:pt x="339635" y="156721"/>
                  <a:pt x="337058" y="156721"/>
                </a:cubicBezTo>
                <a:moveTo>
                  <a:pt x="278662" y="121083"/>
                </a:moveTo>
                <a:cubicBezTo>
                  <a:pt x="278662" y="125664"/>
                  <a:pt x="280237" y="129136"/>
                  <a:pt x="283386" y="131497"/>
                </a:cubicBezTo>
                <a:cubicBezTo>
                  <a:pt x="286535" y="133857"/>
                  <a:pt x="290615" y="135038"/>
                  <a:pt x="295625" y="135038"/>
                </a:cubicBezTo>
                <a:cubicBezTo>
                  <a:pt x="300346" y="135038"/>
                  <a:pt x="304210" y="133893"/>
                  <a:pt x="307215" y="131605"/>
                </a:cubicBezTo>
                <a:cubicBezTo>
                  <a:pt x="310222" y="129314"/>
                  <a:pt x="311725" y="127167"/>
                  <a:pt x="311725" y="125164"/>
                </a:cubicBezTo>
                <a:lnTo>
                  <a:pt x="311725" y="102191"/>
                </a:lnTo>
                <a:cubicBezTo>
                  <a:pt x="311725" y="100616"/>
                  <a:pt x="310938" y="99829"/>
                  <a:pt x="309364" y="99829"/>
                </a:cubicBezTo>
                <a:cubicBezTo>
                  <a:pt x="306214" y="99829"/>
                  <a:pt x="302279" y="100902"/>
                  <a:pt x="297557" y="103049"/>
                </a:cubicBezTo>
                <a:cubicBezTo>
                  <a:pt x="295266" y="103909"/>
                  <a:pt x="293011" y="104841"/>
                  <a:pt x="290793" y="105843"/>
                </a:cubicBezTo>
                <a:cubicBezTo>
                  <a:pt x="288574" y="106844"/>
                  <a:pt x="286570" y="108060"/>
                  <a:pt x="284781" y="109493"/>
                </a:cubicBezTo>
                <a:cubicBezTo>
                  <a:pt x="282993" y="110923"/>
                  <a:pt x="281525" y="112605"/>
                  <a:pt x="280379" y="114537"/>
                </a:cubicBezTo>
                <a:cubicBezTo>
                  <a:pt x="279234" y="116468"/>
                  <a:pt x="278662" y="118650"/>
                  <a:pt x="278662" y="121083"/>
                </a:cubicBezTo>
                <a:close/>
                <a:moveTo>
                  <a:pt x="401249" y="156721"/>
                </a:moveTo>
                <a:cubicBezTo>
                  <a:pt x="393234" y="156721"/>
                  <a:pt x="387043" y="154467"/>
                  <a:pt x="382678" y="149959"/>
                </a:cubicBezTo>
                <a:cubicBezTo>
                  <a:pt x="378314" y="145452"/>
                  <a:pt x="376132" y="139191"/>
                  <a:pt x="376132" y="131176"/>
                </a:cubicBezTo>
                <a:lnTo>
                  <a:pt x="376132" y="5153"/>
                </a:lnTo>
                <a:cubicBezTo>
                  <a:pt x="376132" y="3722"/>
                  <a:pt x="377134" y="2506"/>
                  <a:pt x="379136" y="1504"/>
                </a:cubicBezTo>
                <a:cubicBezTo>
                  <a:pt x="381141" y="501"/>
                  <a:pt x="385435" y="0"/>
                  <a:pt x="392017" y="0"/>
                </a:cubicBezTo>
                <a:cubicBezTo>
                  <a:pt x="398458" y="0"/>
                  <a:pt x="402715" y="501"/>
                  <a:pt x="404790" y="1504"/>
                </a:cubicBezTo>
                <a:cubicBezTo>
                  <a:pt x="406867" y="2506"/>
                  <a:pt x="407905" y="3722"/>
                  <a:pt x="407905" y="5153"/>
                </a:cubicBezTo>
                <a:lnTo>
                  <a:pt x="407905" y="125164"/>
                </a:lnTo>
                <a:cubicBezTo>
                  <a:pt x="407905" y="128455"/>
                  <a:pt x="408620" y="130817"/>
                  <a:pt x="410051" y="132250"/>
                </a:cubicBezTo>
                <a:cubicBezTo>
                  <a:pt x="411483" y="133681"/>
                  <a:pt x="413487" y="134396"/>
                  <a:pt x="416062" y="134396"/>
                </a:cubicBezTo>
                <a:lnTo>
                  <a:pt x="420573" y="134396"/>
                </a:lnTo>
                <a:cubicBezTo>
                  <a:pt x="422576" y="134396"/>
                  <a:pt x="423577" y="135326"/>
                  <a:pt x="423577" y="137187"/>
                </a:cubicBezTo>
                <a:cubicBezTo>
                  <a:pt x="423577" y="138473"/>
                  <a:pt x="422897" y="140190"/>
                  <a:pt x="421536" y="142336"/>
                </a:cubicBezTo>
                <a:cubicBezTo>
                  <a:pt x="420178" y="144483"/>
                  <a:pt x="418425" y="146631"/>
                  <a:pt x="416278" y="148780"/>
                </a:cubicBezTo>
                <a:cubicBezTo>
                  <a:pt x="414131" y="150927"/>
                  <a:pt x="411734" y="152788"/>
                  <a:pt x="409084" y="154362"/>
                </a:cubicBezTo>
                <a:cubicBezTo>
                  <a:pt x="406438" y="155935"/>
                  <a:pt x="403826" y="156721"/>
                  <a:pt x="401249" y="156721"/>
                </a:cubicBezTo>
                <a:close/>
                <a:moveTo>
                  <a:pt x="514187" y="71493"/>
                </a:moveTo>
                <a:cubicBezTo>
                  <a:pt x="515332" y="71493"/>
                  <a:pt x="516369" y="72423"/>
                  <a:pt x="517300" y="74284"/>
                </a:cubicBezTo>
                <a:cubicBezTo>
                  <a:pt x="518230" y="76144"/>
                  <a:pt x="518695" y="79794"/>
                  <a:pt x="518695" y="85232"/>
                </a:cubicBezTo>
                <a:cubicBezTo>
                  <a:pt x="518695" y="90814"/>
                  <a:pt x="518230" y="94464"/>
                  <a:pt x="517300" y="96183"/>
                </a:cubicBezTo>
                <a:cubicBezTo>
                  <a:pt x="516369" y="97899"/>
                  <a:pt x="515332" y="98758"/>
                  <a:pt x="514187" y="98758"/>
                </a:cubicBezTo>
                <a:lnTo>
                  <a:pt x="441624" y="98758"/>
                </a:lnTo>
                <a:cubicBezTo>
                  <a:pt x="440479" y="98758"/>
                  <a:pt x="439442" y="97863"/>
                  <a:pt x="438512" y="96075"/>
                </a:cubicBezTo>
                <a:cubicBezTo>
                  <a:pt x="437581" y="94284"/>
                  <a:pt x="437116" y="90669"/>
                  <a:pt x="437116" y="85232"/>
                </a:cubicBezTo>
                <a:cubicBezTo>
                  <a:pt x="437116" y="79794"/>
                  <a:pt x="437581" y="76144"/>
                  <a:pt x="438512" y="74284"/>
                </a:cubicBezTo>
                <a:cubicBezTo>
                  <a:pt x="439442" y="72423"/>
                  <a:pt x="440479" y="71493"/>
                  <a:pt x="441624" y="71493"/>
                </a:cubicBezTo>
                <a:lnTo>
                  <a:pt x="514187" y="71493"/>
                </a:lnTo>
                <a:close/>
                <a:moveTo>
                  <a:pt x="578817" y="156721"/>
                </a:moveTo>
                <a:cubicBezTo>
                  <a:pt x="566653" y="156721"/>
                  <a:pt x="556956" y="153287"/>
                  <a:pt x="549727" y="146418"/>
                </a:cubicBezTo>
                <a:cubicBezTo>
                  <a:pt x="542501" y="139548"/>
                  <a:pt x="538887" y="129386"/>
                  <a:pt x="538887" y="115933"/>
                </a:cubicBezTo>
                <a:lnTo>
                  <a:pt x="538887" y="50239"/>
                </a:lnTo>
                <a:cubicBezTo>
                  <a:pt x="538887" y="48806"/>
                  <a:pt x="539925" y="47590"/>
                  <a:pt x="541999" y="46589"/>
                </a:cubicBezTo>
                <a:cubicBezTo>
                  <a:pt x="544074" y="45587"/>
                  <a:pt x="548332" y="45086"/>
                  <a:pt x="554772" y="45086"/>
                </a:cubicBezTo>
                <a:cubicBezTo>
                  <a:pt x="561357" y="45086"/>
                  <a:pt x="565650" y="45587"/>
                  <a:pt x="567653" y="46589"/>
                </a:cubicBezTo>
                <a:cubicBezTo>
                  <a:pt x="569658" y="47590"/>
                  <a:pt x="570660" y="48806"/>
                  <a:pt x="570660" y="50239"/>
                </a:cubicBezTo>
                <a:lnTo>
                  <a:pt x="570660" y="109922"/>
                </a:lnTo>
                <a:cubicBezTo>
                  <a:pt x="570660" y="117793"/>
                  <a:pt x="572163" y="123375"/>
                  <a:pt x="575168" y="126668"/>
                </a:cubicBezTo>
                <a:cubicBezTo>
                  <a:pt x="578175" y="129959"/>
                  <a:pt x="582254" y="131605"/>
                  <a:pt x="587406" y="131605"/>
                </a:cubicBezTo>
                <a:cubicBezTo>
                  <a:pt x="592272" y="131605"/>
                  <a:pt x="596350" y="130066"/>
                  <a:pt x="599642" y="126989"/>
                </a:cubicBezTo>
                <a:cubicBezTo>
                  <a:pt x="602935" y="123912"/>
                  <a:pt x="604582" y="119939"/>
                  <a:pt x="604582" y="115071"/>
                </a:cubicBezTo>
                <a:lnTo>
                  <a:pt x="604582" y="50239"/>
                </a:lnTo>
                <a:cubicBezTo>
                  <a:pt x="604582" y="48806"/>
                  <a:pt x="605619" y="47590"/>
                  <a:pt x="607694" y="46589"/>
                </a:cubicBezTo>
                <a:cubicBezTo>
                  <a:pt x="609768" y="45587"/>
                  <a:pt x="614026" y="45086"/>
                  <a:pt x="620466" y="45086"/>
                </a:cubicBezTo>
                <a:cubicBezTo>
                  <a:pt x="627051" y="45086"/>
                  <a:pt x="631344" y="45587"/>
                  <a:pt x="633347" y="46589"/>
                </a:cubicBezTo>
                <a:cubicBezTo>
                  <a:pt x="635352" y="47590"/>
                  <a:pt x="636354" y="48806"/>
                  <a:pt x="636354" y="50239"/>
                </a:cubicBezTo>
                <a:lnTo>
                  <a:pt x="636354" y="115288"/>
                </a:lnTo>
                <a:cubicBezTo>
                  <a:pt x="636354" y="120297"/>
                  <a:pt x="637714" y="124270"/>
                  <a:pt x="640433" y="127205"/>
                </a:cubicBezTo>
                <a:cubicBezTo>
                  <a:pt x="643154" y="130138"/>
                  <a:pt x="646804" y="131605"/>
                  <a:pt x="651384" y="131605"/>
                </a:cubicBezTo>
                <a:cubicBezTo>
                  <a:pt x="658396" y="131605"/>
                  <a:pt x="663620" y="128169"/>
                  <a:pt x="667056" y="121299"/>
                </a:cubicBezTo>
                <a:cubicBezTo>
                  <a:pt x="670491" y="114428"/>
                  <a:pt x="672209" y="104768"/>
                  <a:pt x="672209" y="92317"/>
                </a:cubicBezTo>
                <a:cubicBezTo>
                  <a:pt x="672209" y="85875"/>
                  <a:pt x="671743" y="80293"/>
                  <a:pt x="670813" y="75571"/>
                </a:cubicBezTo>
                <a:cubicBezTo>
                  <a:pt x="669883" y="70847"/>
                  <a:pt x="668880" y="66804"/>
                  <a:pt x="667806" y="63440"/>
                </a:cubicBezTo>
                <a:cubicBezTo>
                  <a:pt x="666734" y="60077"/>
                  <a:pt x="665732" y="57322"/>
                  <a:pt x="664802" y="55175"/>
                </a:cubicBezTo>
                <a:cubicBezTo>
                  <a:pt x="663872" y="53029"/>
                  <a:pt x="663406" y="51454"/>
                  <a:pt x="663406" y="50452"/>
                </a:cubicBezTo>
                <a:cubicBezTo>
                  <a:pt x="663406" y="48877"/>
                  <a:pt x="664551" y="47590"/>
                  <a:pt x="666839" y="46589"/>
                </a:cubicBezTo>
                <a:cubicBezTo>
                  <a:pt x="669130" y="45587"/>
                  <a:pt x="672208" y="45086"/>
                  <a:pt x="676071" y="45086"/>
                </a:cubicBezTo>
                <a:cubicBezTo>
                  <a:pt x="682369" y="45086"/>
                  <a:pt x="687307" y="46052"/>
                  <a:pt x="690884" y="47985"/>
                </a:cubicBezTo>
                <a:cubicBezTo>
                  <a:pt x="694464" y="49915"/>
                  <a:pt x="696898" y="52383"/>
                  <a:pt x="698186" y="55388"/>
                </a:cubicBezTo>
                <a:cubicBezTo>
                  <a:pt x="702336" y="65550"/>
                  <a:pt x="704410" y="77000"/>
                  <a:pt x="704410" y="89739"/>
                </a:cubicBezTo>
                <a:cubicBezTo>
                  <a:pt x="704410" y="98898"/>
                  <a:pt x="703158" y="107558"/>
                  <a:pt x="700653" y="115717"/>
                </a:cubicBezTo>
                <a:cubicBezTo>
                  <a:pt x="698148" y="123876"/>
                  <a:pt x="694534" y="130996"/>
                  <a:pt x="689810" y="137079"/>
                </a:cubicBezTo>
                <a:cubicBezTo>
                  <a:pt x="685088" y="143161"/>
                  <a:pt x="679256" y="147956"/>
                  <a:pt x="672313" y="151463"/>
                </a:cubicBezTo>
                <a:cubicBezTo>
                  <a:pt x="665373" y="154968"/>
                  <a:pt x="657394" y="156721"/>
                  <a:pt x="648377" y="156721"/>
                </a:cubicBezTo>
                <a:cubicBezTo>
                  <a:pt x="642653" y="156721"/>
                  <a:pt x="637608" y="156006"/>
                  <a:pt x="633242" y="154575"/>
                </a:cubicBezTo>
                <a:cubicBezTo>
                  <a:pt x="628877" y="153145"/>
                  <a:pt x="625262" y="151499"/>
                  <a:pt x="622399" y="149638"/>
                </a:cubicBezTo>
                <a:cubicBezTo>
                  <a:pt x="618964" y="147634"/>
                  <a:pt x="615959" y="145344"/>
                  <a:pt x="613384" y="142769"/>
                </a:cubicBezTo>
                <a:cubicBezTo>
                  <a:pt x="612812" y="143341"/>
                  <a:pt x="611630" y="144378"/>
                  <a:pt x="609839" y="145881"/>
                </a:cubicBezTo>
                <a:cubicBezTo>
                  <a:pt x="608051" y="147383"/>
                  <a:pt x="605689" y="148922"/>
                  <a:pt x="602754" y="150497"/>
                </a:cubicBezTo>
                <a:cubicBezTo>
                  <a:pt x="599821" y="152071"/>
                  <a:pt x="596350" y="153502"/>
                  <a:pt x="592343" y="154788"/>
                </a:cubicBezTo>
                <a:cubicBezTo>
                  <a:pt x="588335" y="156077"/>
                  <a:pt x="583827" y="156721"/>
                  <a:pt x="578817" y="156721"/>
                </a:cubicBezTo>
                <a:close/>
                <a:moveTo>
                  <a:pt x="775685" y="156508"/>
                </a:moveTo>
                <a:cubicBezTo>
                  <a:pt x="768100" y="156508"/>
                  <a:pt x="760873" y="155327"/>
                  <a:pt x="754002" y="152967"/>
                </a:cubicBezTo>
                <a:cubicBezTo>
                  <a:pt x="747134" y="150604"/>
                  <a:pt x="741123" y="147061"/>
                  <a:pt x="735969" y="142340"/>
                </a:cubicBezTo>
                <a:cubicBezTo>
                  <a:pt x="730817" y="137616"/>
                  <a:pt x="726702" y="131676"/>
                  <a:pt x="723625" y="124519"/>
                </a:cubicBezTo>
                <a:cubicBezTo>
                  <a:pt x="720548" y="117362"/>
                  <a:pt x="719009" y="108989"/>
                  <a:pt x="719009" y="99400"/>
                </a:cubicBezTo>
                <a:cubicBezTo>
                  <a:pt x="719009" y="89810"/>
                  <a:pt x="720548" y="81473"/>
                  <a:pt x="723625" y="74388"/>
                </a:cubicBezTo>
                <a:cubicBezTo>
                  <a:pt x="726702" y="67304"/>
                  <a:pt x="730817" y="61436"/>
                  <a:pt x="735969" y="56784"/>
                </a:cubicBezTo>
                <a:cubicBezTo>
                  <a:pt x="741123" y="52132"/>
                  <a:pt x="747134" y="48662"/>
                  <a:pt x="754002" y="46373"/>
                </a:cubicBezTo>
                <a:cubicBezTo>
                  <a:pt x="760873" y="44082"/>
                  <a:pt x="768100" y="42937"/>
                  <a:pt x="775685" y="42937"/>
                </a:cubicBezTo>
                <a:cubicBezTo>
                  <a:pt x="783272" y="42937"/>
                  <a:pt x="790465" y="44082"/>
                  <a:pt x="797263" y="46373"/>
                </a:cubicBezTo>
                <a:cubicBezTo>
                  <a:pt x="804062" y="48662"/>
                  <a:pt x="810073" y="52132"/>
                  <a:pt x="815297" y="56784"/>
                </a:cubicBezTo>
                <a:cubicBezTo>
                  <a:pt x="820521" y="61436"/>
                  <a:pt x="824671" y="67304"/>
                  <a:pt x="827748" y="74388"/>
                </a:cubicBezTo>
                <a:cubicBezTo>
                  <a:pt x="830826" y="81473"/>
                  <a:pt x="832364" y="89810"/>
                  <a:pt x="832364" y="99400"/>
                </a:cubicBezTo>
                <a:cubicBezTo>
                  <a:pt x="832364" y="108989"/>
                  <a:pt x="830826" y="117362"/>
                  <a:pt x="827748" y="124519"/>
                </a:cubicBezTo>
                <a:cubicBezTo>
                  <a:pt x="824671" y="131676"/>
                  <a:pt x="820521" y="137616"/>
                  <a:pt x="815297" y="142340"/>
                </a:cubicBezTo>
                <a:cubicBezTo>
                  <a:pt x="810073" y="147061"/>
                  <a:pt x="804062" y="150604"/>
                  <a:pt x="797263" y="152967"/>
                </a:cubicBezTo>
                <a:cubicBezTo>
                  <a:pt x="790465" y="155327"/>
                  <a:pt x="783272" y="156508"/>
                  <a:pt x="775685" y="156508"/>
                </a:cubicBezTo>
                <a:moveTo>
                  <a:pt x="775685" y="134825"/>
                </a:moveTo>
                <a:cubicBezTo>
                  <a:pt x="778692" y="134825"/>
                  <a:pt x="781592" y="134217"/>
                  <a:pt x="784383" y="133000"/>
                </a:cubicBezTo>
                <a:cubicBezTo>
                  <a:pt x="787174" y="131784"/>
                  <a:pt x="789570" y="129780"/>
                  <a:pt x="791573" y="126989"/>
                </a:cubicBezTo>
                <a:cubicBezTo>
                  <a:pt x="793578" y="124198"/>
                  <a:pt x="795189" y="120513"/>
                  <a:pt x="796405" y="115933"/>
                </a:cubicBezTo>
                <a:cubicBezTo>
                  <a:pt x="797621" y="111351"/>
                  <a:pt x="798230" y="105769"/>
                  <a:pt x="798230" y="99187"/>
                </a:cubicBezTo>
                <a:cubicBezTo>
                  <a:pt x="798230" y="92602"/>
                  <a:pt x="797621" y="87020"/>
                  <a:pt x="796405" y="82440"/>
                </a:cubicBezTo>
                <a:cubicBezTo>
                  <a:pt x="795189" y="77861"/>
                  <a:pt x="793578" y="74175"/>
                  <a:pt x="791573" y="71384"/>
                </a:cubicBezTo>
                <a:cubicBezTo>
                  <a:pt x="789570" y="68593"/>
                  <a:pt x="787174" y="66590"/>
                  <a:pt x="784383" y="65373"/>
                </a:cubicBezTo>
                <a:cubicBezTo>
                  <a:pt x="781592" y="64157"/>
                  <a:pt x="778692" y="63549"/>
                  <a:pt x="775685" y="63549"/>
                </a:cubicBezTo>
                <a:cubicBezTo>
                  <a:pt x="772680" y="63549"/>
                  <a:pt x="769782" y="64157"/>
                  <a:pt x="766991" y="65373"/>
                </a:cubicBezTo>
                <a:cubicBezTo>
                  <a:pt x="764200" y="66590"/>
                  <a:pt x="761767" y="68593"/>
                  <a:pt x="759692" y="71384"/>
                </a:cubicBezTo>
                <a:cubicBezTo>
                  <a:pt x="757618" y="74175"/>
                  <a:pt x="755972" y="77861"/>
                  <a:pt x="754756" y="82440"/>
                </a:cubicBezTo>
                <a:cubicBezTo>
                  <a:pt x="753539" y="87020"/>
                  <a:pt x="752931" y="92602"/>
                  <a:pt x="752931" y="99187"/>
                </a:cubicBezTo>
                <a:cubicBezTo>
                  <a:pt x="752931" y="105769"/>
                  <a:pt x="753539" y="111351"/>
                  <a:pt x="754756" y="115933"/>
                </a:cubicBezTo>
                <a:cubicBezTo>
                  <a:pt x="755972" y="120513"/>
                  <a:pt x="757618" y="124198"/>
                  <a:pt x="759692" y="126989"/>
                </a:cubicBezTo>
                <a:cubicBezTo>
                  <a:pt x="761767" y="129780"/>
                  <a:pt x="764200" y="131784"/>
                  <a:pt x="766991" y="133000"/>
                </a:cubicBezTo>
                <a:cubicBezTo>
                  <a:pt x="769782" y="134217"/>
                  <a:pt x="772680" y="134825"/>
                  <a:pt x="775685" y="134825"/>
                </a:cubicBezTo>
                <a:close/>
                <a:moveTo>
                  <a:pt x="871651" y="154575"/>
                </a:moveTo>
                <a:cubicBezTo>
                  <a:pt x="865211" y="154575"/>
                  <a:pt x="860953" y="154039"/>
                  <a:pt x="858879" y="152967"/>
                </a:cubicBezTo>
                <a:cubicBezTo>
                  <a:pt x="856804" y="151892"/>
                  <a:pt x="855766" y="150711"/>
                  <a:pt x="855766" y="149422"/>
                </a:cubicBezTo>
                <a:lnTo>
                  <a:pt x="855766" y="74284"/>
                </a:lnTo>
                <a:cubicBezTo>
                  <a:pt x="855766" y="71993"/>
                  <a:pt x="855444" y="70025"/>
                  <a:pt x="854800" y="68380"/>
                </a:cubicBezTo>
                <a:cubicBezTo>
                  <a:pt x="854156" y="66734"/>
                  <a:pt x="853476" y="65338"/>
                  <a:pt x="852759" y="64194"/>
                </a:cubicBezTo>
                <a:cubicBezTo>
                  <a:pt x="852043" y="63047"/>
                  <a:pt x="851363" y="62009"/>
                  <a:pt x="850718" y="61079"/>
                </a:cubicBezTo>
                <a:cubicBezTo>
                  <a:pt x="850076" y="60148"/>
                  <a:pt x="849755" y="59254"/>
                  <a:pt x="849755" y="58396"/>
                </a:cubicBezTo>
                <a:cubicBezTo>
                  <a:pt x="849755" y="57107"/>
                  <a:pt x="850721" y="55605"/>
                  <a:pt x="852651" y="53888"/>
                </a:cubicBezTo>
                <a:cubicBezTo>
                  <a:pt x="854584" y="52169"/>
                  <a:pt x="856874" y="50488"/>
                  <a:pt x="859521" y="48843"/>
                </a:cubicBezTo>
                <a:cubicBezTo>
                  <a:pt x="862170" y="47197"/>
                  <a:pt x="864854" y="45801"/>
                  <a:pt x="867573" y="44657"/>
                </a:cubicBezTo>
                <a:cubicBezTo>
                  <a:pt x="870292" y="43510"/>
                  <a:pt x="872510" y="42937"/>
                  <a:pt x="874229" y="42937"/>
                </a:cubicBezTo>
                <a:cubicBezTo>
                  <a:pt x="877520" y="42937"/>
                  <a:pt x="879917" y="44046"/>
                  <a:pt x="881420" y="46265"/>
                </a:cubicBezTo>
                <a:cubicBezTo>
                  <a:pt x="882922" y="48484"/>
                  <a:pt x="884676" y="51668"/>
                  <a:pt x="886681" y="55818"/>
                </a:cubicBezTo>
                <a:cubicBezTo>
                  <a:pt x="888828" y="53385"/>
                  <a:pt x="891188" y="51238"/>
                  <a:pt x="893763" y="49377"/>
                </a:cubicBezTo>
                <a:cubicBezTo>
                  <a:pt x="895912" y="47803"/>
                  <a:pt x="898489" y="46336"/>
                  <a:pt x="901494" y="44978"/>
                </a:cubicBezTo>
                <a:cubicBezTo>
                  <a:pt x="904499" y="43617"/>
                  <a:pt x="907720" y="42937"/>
                  <a:pt x="911155" y="42937"/>
                </a:cubicBezTo>
                <a:cubicBezTo>
                  <a:pt x="913444" y="42937"/>
                  <a:pt x="915733" y="43152"/>
                  <a:pt x="918024" y="43582"/>
                </a:cubicBezTo>
                <a:cubicBezTo>
                  <a:pt x="920315" y="44010"/>
                  <a:pt x="922355" y="44618"/>
                  <a:pt x="924144" y="45407"/>
                </a:cubicBezTo>
                <a:cubicBezTo>
                  <a:pt x="925932" y="46193"/>
                  <a:pt x="927399" y="47051"/>
                  <a:pt x="928543" y="47982"/>
                </a:cubicBezTo>
                <a:cubicBezTo>
                  <a:pt x="929690" y="48912"/>
                  <a:pt x="930263" y="49950"/>
                  <a:pt x="930263" y="51097"/>
                </a:cubicBezTo>
                <a:cubicBezTo>
                  <a:pt x="930263" y="52097"/>
                  <a:pt x="929583" y="53850"/>
                  <a:pt x="928222" y="56355"/>
                </a:cubicBezTo>
                <a:cubicBezTo>
                  <a:pt x="926862" y="58860"/>
                  <a:pt x="925287" y="61437"/>
                  <a:pt x="923498" y="64086"/>
                </a:cubicBezTo>
                <a:cubicBezTo>
                  <a:pt x="921710" y="66733"/>
                  <a:pt x="919849" y="69095"/>
                  <a:pt x="917916" y="71171"/>
                </a:cubicBezTo>
                <a:cubicBezTo>
                  <a:pt x="915986" y="73246"/>
                  <a:pt x="914376" y="74284"/>
                  <a:pt x="913088" y="74284"/>
                </a:cubicBezTo>
                <a:cubicBezTo>
                  <a:pt x="912227" y="74284"/>
                  <a:pt x="911404" y="73997"/>
                  <a:pt x="910618" y="73425"/>
                </a:cubicBezTo>
                <a:cubicBezTo>
                  <a:pt x="909831" y="72851"/>
                  <a:pt x="908937" y="72242"/>
                  <a:pt x="907935" y="71597"/>
                </a:cubicBezTo>
                <a:cubicBezTo>
                  <a:pt x="906932" y="70953"/>
                  <a:pt x="905787" y="70345"/>
                  <a:pt x="904498" y="69773"/>
                </a:cubicBezTo>
                <a:cubicBezTo>
                  <a:pt x="903210" y="69201"/>
                  <a:pt x="901779" y="68914"/>
                  <a:pt x="900207" y="68914"/>
                </a:cubicBezTo>
                <a:cubicBezTo>
                  <a:pt x="898632" y="68914"/>
                  <a:pt x="897093" y="69273"/>
                  <a:pt x="895588" y="69989"/>
                </a:cubicBezTo>
                <a:cubicBezTo>
                  <a:pt x="894085" y="70703"/>
                  <a:pt x="892726" y="71669"/>
                  <a:pt x="891509" y="72888"/>
                </a:cubicBezTo>
                <a:cubicBezTo>
                  <a:pt x="890293" y="74104"/>
                  <a:pt x="889327" y="75500"/>
                  <a:pt x="888610" y="77075"/>
                </a:cubicBezTo>
                <a:cubicBezTo>
                  <a:pt x="887896" y="78647"/>
                  <a:pt x="887539" y="80293"/>
                  <a:pt x="887539" y="82011"/>
                </a:cubicBezTo>
                <a:lnTo>
                  <a:pt x="887539" y="149422"/>
                </a:lnTo>
                <a:cubicBezTo>
                  <a:pt x="887539" y="150711"/>
                  <a:pt x="886537" y="151892"/>
                  <a:pt x="884532" y="152967"/>
                </a:cubicBezTo>
                <a:cubicBezTo>
                  <a:pt x="882529" y="154039"/>
                  <a:pt x="878236" y="154575"/>
                  <a:pt x="871651" y="154575"/>
                </a:cubicBezTo>
                <a:close/>
                <a:moveTo>
                  <a:pt x="971480" y="156721"/>
                </a:moveTo>
                <a:cubicBezTo>
                  <a:pt x="963465" y="156721"/>
                  <a:pt x="957275" y="154467"/>
                  <a:pt x="952909" y="149959"/>
                </a:cubicBezTo>
                <a:cubicBezTo>
                  <a:pt x="948546" y="145452"/>
                  <a:pt x="946364" y="139191"/>
                  <a:pt x="946364" y="131176"/>
                </a:cubicBezTo>
                <a:lnTo>
                  <a:pt x="946364" y="5153"/>
                </a:lnTo>
                <a:cubicBezTo>
                  <a:pt x="946364" y="3722"/>
                  <a:pt x="947365" y="2506"/>
                  <a:pt x="949368" y="1504"/>
                </a:cubicBezTo>
                <a:cubicBezTo>
                  <a:pt x="951373" y="501"/>
                  <a:pt x="955667" y="0"/>
                  <a:pt x="962249" y="0"/>
                </a:cubicBezTo>
                <a:cubicBezTo>
                  <a:pt x="968689" y="0"/>
                  <a:pt x="972947" y="501"/>
                  <a:pt x="975021" y="1504"/>
                </a:cubicBezTo>
                <a:cubicBezTo>
                  <a:pt x="977098" y="2506"/>
                  <a:pt x="978137" y="3722"/>
                  <a:pt x="978137" y="5153"/>
                </a:cubicBezTo>
                <a:lnTo>
                  <a:pt x="978137" y="125164"/>
                </a:lnTo>
                <a:cubicBezTo>
                  <a:pt x="978137" y="128455"/>
                  <a:pt x="978852" y="130817"/>
                  <a:pt x="980282" y="132250"/>
                </a:cubicBezTo>
                <a:cubicBezTo>
                  <a:pt x="981715" y="133681"/>
                  <a:pt x="983719" y="134396"/>
                  <a:pt x="986294" y="134396"/>
                </a:cubicBezTo>
                <a:lnTo>
                  <a:pt x="990805" y="134396"/>
                </a:lnTo>
                <a:cubicBezTo>
                  <a:pt x="992807" y="134396"/>
                  <a:pt x="993809" y="135326"/>
                  <a:pt x="993809" y="137187"/>
                </a:cubicBezTo>
                <a:cubicBezTo>
                  <a:pt x="993809" y="138473"/>
                  <a:pt x="993128" y="140190"/>
                  <a:pt x="991768" y="142336"/>
                </a:cubicBezTo>
                <a:cubicBezTo>
                  <a:pt x="990409" y="144483"/>
                  <a:pt x="988657" y="146631"/>
                  <a:pt x="986510" y="148780"/>
                </a:cubicBezTo>
                <a:cubicBezTo>
                  <a:pt x="984363" y="150927"/>
                  <a:pt x="981965" y="152788"/>
                  <a:pt x="979316" y="154362"/>
                </a:cubicBezTo>
                <a:cubicBezTo>
                  <a:pt x="976669" y="155935"/>
                  <a:pt x="974057" y="156721"/>
                  <a:pt x="971480" y="156721"/>
                </a:cubicBezTo>
                <a:close/>
                <a:moveTo>
                  <a:pt x="1053491" y="156721"/>
                </a:moveTo>
                <a:cubicBezTo>
                  <a:pt x="1047767" y="156721"/>
                  <a:pt x="1042114" y="155755"/>
                  <a:pt x="1036532" y="153825"/>
                </a:cubicBezTo>
                <a:cubicBezTo>
                  <a:pt x="1030950" y="151892"/>
                  <a:pt x="1025976" y="148851"/>
                  <a:pt x="1021611" y="144702"/>
                </a:cubicBezTo>
                <a:cubicBezTo>
                  <a:pt x="1017245" y="140550"/>
                  <a:pt x="1013703" y="135290"/>
                  <a:pt x="1010984" y="128922"/>
                </a:cubicBezTo>
                <a:cubicBezTo>
                  <a:pt x="1008265" y="122551"/>
                  <a:pt x="1006905" y="115000"/>
                  <a:pt x="1006905" y="106269"/>
                </a:cubicBezTo>
                <a:cubicBezTo>
                  <a:pt x="1006905" y="93961"/>
                  <a:pt x="1008801" y="83728"/>
                  <a:pt x="1012592" y="75571"/>
                </a:cubicBezTo>
                <a:cubicBezTo>
                  <a:pt x="1016386" y="67412"/>
                  <a:pt x="1021073" y="60899"/>
                  <a:pt x="1026655" y="56034"/>
                </a:cubicBezTo>
                <a:cubicBezTo>
                  <a:pt x="1032237" y="51168"/>
                  <a:pt x="1038177" y="47769"/>
                  <a:pt x="1044473" y="45836"/>
                </a:cubicBezTo>
                <a:cubicBezTo>
                  <a:pt x="1050771" y="43903"/>
                  <a:pt x="1056425" y="42937"/>
                  <a:pt x="1061435" y="42937"/>
                </a:cubicBezTo>
                <a:cubicBezTo>
                  <a:pt x="1064012" y="42937"/>
                  <a:pt x="1066374" y="43116"/>
                  <a:pt x="1068521" y="43474"/>
                </a:cubicBezTo>
                <a:cubicBezTo>
                  <a:pt x="1070668" y="43832"/>
                  <a:pt x="1072528" y="44297"/>
                  <a:pt x="1074103" y="44870"/>
                </a:cubicBezTo>
                <a:cubicBezTo>
                  <a:pt x="1075964" y="45442"/>
                  <a:pt x="1077681" y="46086"/>
                  <a:pt x="1079256" y="46802"/>
                </a:cubicBezTo>
                <a:lnTo>
                  <a:pt x="1079256" y="5153"/>
                </a:lnTo>
                <a:cubicBezTo>
                  <a:pt x="1079256" y="3722"/>
                  <a:pt x="1080257" y="2506"/>
                  <a:pt x="1082260" y="1504"/>
                </a:cubicBezTo>
                <a:cubicBezTo>
                  <a:pt x="1084265" y="501"/>
                  <a:pt x="1088558" y="0"/>
                  <a:pt x="1095141" y="0"/>
                </a:cubicBezTo>
                <a:cubicBezTo>
                  <a:pt x="1101581" y="0"/>
                  <a:pt x="1105839" y="501"/>
                  <a:pt x="1107913" y="1504"/>
                </a:cubicBezTo>
                <a:cubicBezTo>
                  <a:pt x="1109990" y="2506"/>
                  <a:pt x="1111029" y="3722"/>
                  <a:pt x="1111029" y="5153"/>
                </a:cubicBezTo>
                <a:lnTo>
                  <a:pt x="1111029" y="125164"/>
                </a:lnTo>
                <a:cubicBezTo>
                  <a:pt x="1111029" y="128455"/>
                  <a:pt x="1111780" y="130817"/>
                  <a:pt x="1113282" y="132250"/>
                </a:cubicBezTo>
                <a:cubicBezTo>
                  <a:pt x="1114785" y="133681"/>
                  <a:pt x="1116753" y="134396"/>
                  <a:pt x="1119186" y="134396"/>
                </a:cubicBezTo>
                <a:lnTo>
                  <a:pt x="1123480" y="134396"/>
                </a:lnTo>
                <a:cubicBezTo>
                  <a:pt x="1125627" y="134396"/>
                  <a:pt x="1126700" y="135326"/>
                  <a:pt x="1126700" y="137187"/>
                </a:cubicBezTo>
                <a:cubicBezTo>
                  <a:pt x="1126700" y="138473"/>
                  <a:pt x="1126020" y="140226"/>
                  <a:pt x="1124660" y="142445"/>
                </a:cubicBezTo>
                <a:cubicBezTo>
                  <a:pt x="1123301" y="144663"/>
                  <a:pt x="1121549" y="146811"/>
                  <a:pt x="1119402" y="148888"/>
                </a:cubicBezTo>
                <a:cubicBezTo>
                  <a:pt x="1117255" y="150963"/>
                  <a:pt x="1114857" y="152788"/>
                  <a:pt x="1112208" y="154362"/>
                </a:cubicBezTo>
                <a:cubicBezTo>
                  <a:pt x="1109561" y="155935"/>
                  <a:pt x="1106949" y="156721"/>
                  <a:pt x="1104372" y="156721"/>
                </a:cubicBezTo>
                <a:cubicBezTo>
                  <a:pt x="1101081" y="156721"/>
                  <a:pt x="1098183" y="156149"/>
                  <a:pt x="1095678" y="155004"/>
                </a:cubicBezTo>
                <a:cubicBezTo>
                  <a:pt x="1093173" y="153860"/>
                  <a:pt x="1090990" y="152571"/>
                  <a:pt x="1089129" y="151139"/>
                </a:cubicBezTo>
                <a:cubicBezTo>
                  <a:pt x="1086983" y="149566"/>
                  <a:pt x="1085122" y="147778"/>
                  <a:pt x="1083547" y="145773"/>
                </a:cubicBezTo>
                <a:cubicBezTo>
                  <a:pt x="1081259" y="147778"/>
                  <a:pt x="1078611" y="149566"/>
                  <a:pt x="1075603" y="151139"/>
                </a:cubicBezTo>
                <a:cubicBezTo>
                  <a:pt x="1073029" y="152571"/>
                  <a:pt x="1069880" y="153860"/>
                  <a:pt x="1066159" y="155004"/>
                </a:cubicBezTo>
                <a:cubicBezTo>
                  <a:pt x="1062438" y="156149"/>
                  <a:pt x="1058215" y="156721"/>
                  <a:pt x="1053491" y="156721"/>
                </a:cubicBezTo>
                <a:moveTo>
                  <a:pt x="1079040" y="72993"/>
                </a:moveTo>
                <a:cubicBezTo>
                  <a:pt x="1079040" y="70990"/>
                  <a:pt x="1077966" y="69131"/>
                  <a:pt x="1075820" y="67414"/>
                </a:cubicBezTo>
                <a:cubicBezTo>
                  <a:pt x="1073673" y="65695"/>
                  <a:pt x="1070882" y="64836"/>
                  <a:pt x="1067447" y="64836"/>
                </a:cubicBezTo>
                <a:cubicBezTo>
                  <a:pt x="1064441" y="64836"/>
                  <a:pt x="1061364" y="65444"/>
                  <a:pt x="1058215" y="66661"/>
                </a:cubicBezTo>
                <a:cubicBezTo>
                  <a:pt x="1055066" y="67877"/>
                  <a:pt x="1052203" y="69989"/>
                  <a:pt x="1049626" y="72996"/>
                </a:cubicBezTo>
                <a:cubicBezTo>
                  <a:pt x="1047051" y="76001"/>
                  <a:pt x="1044976" y="80009"/>
                  <a:pt x="1043402" y="85019"/>
                </a:cubicBezTo>
                <a:cubicBezTo>
                  <a:pt x="1041827" y="90026"/>
                  <a:pt x="1041040" y="96324"/>
                  <a:pt x="1041040" y="103911"/>
                </a:cubicBezTo>
                <a:cubicBezTo>
                  <a:pt x="1041040" y="109635"/>
                  <a:pt x="1041684" y="114500"/>
                  <a:pt x="1042973" y="118508"/>
                </a:cubicBezTo>
                <a:cubicBezTo>
                  <a:pt x="1044261" y="122515"/>
                  <a:pt x="1045979" y="125735"/>
                  <a:pt x="1048125" y="128168"/>
                </a:cubicBezTo>
                <a:cubicBezTo>
                  <a:pt x="1050272" y="130601"/>
                  <a:pt x="1052669" y="132355"/>
                  <a:pt x="1055316" y="133429"/>
                </a:cubicBezTo>
                <a:cubicBezTo>
                  <a:pt x="1057965" y="134502"/>
                  <a:pt x="1060577" y="135038"/>
                  <a:pt x="1063152" y="135038"/>
                </a:cubicBezTo>
                <a:cubicBezTo>
                  <a:pt x="1067734" y="135038"/>
                  <a:pt x="1071527" y="133714"/>
                  <a:pt x="1074532" y="131067"/>
                </a:cubicBezTo>
                <a:cubicBezTo>
                  <a:pt x="1077537" y="128418"/>
                  <a:pt x="1079040" y="125734"/>
                  <a:pt x="1079040" y="123015"/>
                </a:cubicBezTo>
                <a:lnTo>
                  <a:pt x="1079040" y="72993"/>
                </a:lnTo>
                <a:close/>
                <a:moveTo>
                  <a:pt x="1243059" y="156508"/>
                </a:moveTo>
                <a:cubicBezTo>
                  <a:pt x="1235475" y="156508"/>
                  <a:pt x="1228247" y="155327"/>
                  <a:pt x="1221376" y="152967"/>
                </a:cubicBezTo>
                <a:cubicBezTo>
                  <a:pt x="1214508" y="150604"/>
                  <a:pt x="1208497" y="147061"/>
                  <a:pt x="1203343" y="142340"/>
                </a:cubicBezTo>
                <a:cubicBezTo>
                  <a:pt x="1198191" y="137616"/>
                  <a:pt x="1194076" y="131676"/>
                  <a:pt x="1190999" y="124519"/>
                </a:cubicBezTo>
                <a:cubicBezTo>
                  <a:pt x="1187922" y="117362"/>
                  <a:pt x="1186384" y="108989"/>
                  <a:pt x="1186384" y="99400"/>
                </a:cubicBezTo>
                <a:cubicBezTo>
                  <a:pt x="1186384" y="89810"/>
                  <a:pt x="1187922" y="81473"/>
                  <a:pt x="1190999" y="74388"/>
                </a:cubicBezTo>
                <a:cubicBezTo>
                  <a:pt x="1194076" y="67304"/>
                  <a:pt x="1198191" y="61436"/>
                  <a:pt x="1203343" y="56784"/>
                </a:cubicBezTo>
                <a:cubicBezTo>
                  <a:pt x="1208497" y="52132"/>
                  <a:pt x="1214508" y="48662"/>
                  <a:pt x="1221376" y="46373"/>
                </a:cubicBezTo>
                <a:cubicBezTo>
                  <a:pt x="1228247" y="44082"/>
                  <a:pt x="1235475" y="42937"/>
                  <a:pt x="1243059" y="42937"/>
                </a:cubicBezTo>
                <a:cubicBezTo>
                  <a:pt x="1250646" y="42937"/>
                  <a:pt x="1257839" y="44082"/>
                  <a:pt x="1264638" y="46373"/>
                </a:cubicBezTo>
                <a:cubicBezTo>
                  <a:pt x="1271436" y="48662"/>
                  <a:pt x="1277447" y="52132"/>
                  <a:pt x="1282671" y="56784"/>
                </a:cubicBezTo>
                <a:cubicBezTo>
                  <a:pt x="1287895" y="61436"/>
                  <a:pt x="1292046" y="67304"/>
                  <a:pt x="1295123" y="74388"/>
                </a:cubicBezTo>
                <a:cubicBezTo>
                  <a:pt x="1298200" y="81473"/>
                  <a:pt x="1299738" y="89810"/>
                  <a:pt x="1299738" y="99400"/>
                </a:cubicBezTo>
                <a:cubicBezTo>
                  <a:pt x="1299738" y="108989"/>
                  <a:pt x="1298200" y="117362"/>
                  <a:pt x="1295123" y="124519"/>
                </a:cubicBezTo>
                <a:cubicBezTo>
                  <a:pt x="1292046" y="131676"/>
                  <a:pt x="1287895" y="137616"/>
                  <a:pt x="1282671" y="142340"/>
                </a:cubicBezTo>
                <a:cubicBezTo>
                  <a:pt x="1277447" y="147061"/>
                  <a:pt x="1271436" y="150604"/>
                  <a:pt x="1264638" y="152967"/>
                </a:cubicBezTo>
                <a:cubicBezTo>
                  <a:pt x="1257839" y="155327"/>
                  <a:pt x="1250646" y="156508"/>
                  <a:pt x="1243059" y="156508"/>
                </a:cubicBezTo>
                <a:moveTo>
                  <a:pt x="1243059" y="134825"/>
                </a:moveTo>
                <a:cubicBezTo>
                  <a:pt x="1246067" y="134825"/>
                  <a:pt x="1248966" y="134217"/>
                  <a:pt x="1251757" y="133000"/>
                </a:cubicBezTo>
                <a:cubicBezTo>
                  <a:pt x="1254548" y="131784"/>
                  <a:pt x="1256945" y="129780"/>
                  <a:pt x="1258947" y="126989"/>
                </a:cubicBezTo>
                <a:cubicBezTo>
                  <a:pt x="1260952" y="124198"/>
                  <a:pt x="1262563" y="120513"/>
                  <a:pt x="1263779" y="115933"/>
                </a:cubicBezTo>
                <a:cubicBezTo>
                  <a:pt x="1264996" y="111351"/>
                  <a:pt x="1265604" y="105769"/>
                  <a:pt x="1265604" y="99187"/>
                </a:cubicBezTo>
                <a:cubicBezTo>
                  <a:pt x="1265604" y="92602"/>
                  <a:pt x="1264996" y="87020"/>
                  <a:pt x="1263779" y="82440"/>
                </a:cubicBezTo>
                <a:cubicBezTo>
                  <a:pt x="1262563" y="77861"/>
                  <a:pt x="1260952" y="74175"/>
                  <a:pt x="1258947" y="71384"/>
                </a:cubicBezTo>
                <a:cubicBezTo>
                  <a:pt x="1256945" y="68593"/>
                  <a:pt x="1254548" y="66590"/>
                  <a:pt x="1251757" y="65373"/>
                </a:cubicBezTo>
                <a:cubicBezTo>
                  <a:pt x="1248966" y="64157"/>
                  <a:pt x="1246067" y="63549"/>
                  <a:pt x="1243059" y="63549"/>
                </a:cubicBezTo>
                <a:cubicBezTo>
                  <a:pt x="1240054" y="63549"/>
                  <a:pt x="1237156" y="64157"/>
                  <a:pt x="1234365" y="65373"/>
                </a:cubicBezTo>
                <a:cubicBezTo>
                  <a:pt x="1231574" y="66590"/>
                  <a:pt x="1229141" y="68593"/>
                  <a:pt x="1227067" y="71384"/>
                </a:cubicBezTo>
                <a:cubicBezTo>
                  <a:pt x="1224992" y="74175"/>
                  <a:pt x="1223346" y="77861"/>
                  <a:pt x="1222130" y="82440"/>
                </a:cubicBezTo>
                <a:cubicBezTo>
                  <a:pt x="1220913" y="87020"/>
                  <a:pt x="1220305" y="92602"/>
                  <a:pt x="1220305" y="99187"/>
                </a:cubicBezTo>
                <a:cubicBezTo>
                  <a:pt x="1220305" y="105769"/>
                  <a:pt x="1220913" y="111351"/>
                  <a:pt x="1222130" y="115933"/>
                </a:cubicBezTo>
                <a:cubicBezTo>
                  <a:pt x="1223346" y="120513"/>
                  <a:pt x="1224992" y="124198"/>
                  <a:pt x="1227067" y="126989"/>
                </a:cubicBezTo>
                <a:cubicBezTo>
                  <a:pt x="1229141" y="129780"/>
                  <a:pt x="1231574" y="131784"/>
                  <a:pt x="1234365" y="133000"/>
                </a:cubicBezTo>
                <a:cubicBezTo>
                  <a:pt x="1237156" y="134217"/>
                  <a:pt x="1240054" y="134825"/>
                  <a:pt x="1243059" y="134825"/>
                </a:cubicBezTo>
                <a:close/>
                <a:moveTo>
                  <a:pt x="1339669" y="154575"/>
                </a:moveTo>
                <a:cubicBezTo>
                  <a:pt x="1333229" y="154575"/>
                  <a:pt x="1328971" y="154039"/>
                  <a:pt x="1326897" y="152967"/>
                </a:cubicBezTo>
                <a:cubicBezTo>
                  <a:pt x="1324822" y="151892"/>
                  <a:pt x="1323785" y="150711"/>
                  <a:pt x="1323785" y="149422"/>
                </a:cubicBezTo>
                <a:lnTo>
                  <a:pt x="1323785" y="74284"/>
                </a:lnTo>
                <a:cubicBezTo>
                  <a:pt x="1323785" y="71993"/>
                  <a:pt x="1323463" y="70025"/>
                  <a:pt x="1322818" y="68380"/>
                </a:cubicBezTo>
                <a:cubicBezTo>
                  <a:pt x="1322174" y="66734"/>
                  <a:pt x="1321494" y="65338"/>
                  <a:pt x="1320777" y="64194"/>
                </a:cubicBezTo>
                <a:cubicBezTo>
                  <a:pt x="1320061" y="63047"/>
                  <a:pt x="1319381" y="62009"/>
                  <a:pt x="1318737" y="61079"/>
                </a:cubicBezTo>
                <a:cubicBezTo>
                  <a:pt x="1318094" y="60148"/>
                  <a:pt x="1317773" y="59254"/>
                  <a:pt x="1317773" y="58396"/>
                </a:cubicBezTo>
                <a:cubicBezTo>
                  <a:pt x="1317773" y="57107"/>
                  <a:pt x="1318739" y="55605"/>
                  <a:pt x="1320669" y="53888"/>
                </a:cubicBezTo>
                <a:cubicBezTo>
                  <a:pt x="1322602" y="52169"/>
                  <a:pt x="1324892" y="50488"/>
                  <a:pt x="1327539" y="48843"/>
                </a:cubicBezTo>
                <a:cubicBezTo>
                  <a:pt x="1330188" y="47197"/>
                  <a:pt x="1332872" y="45801"/>
                  <a:pt x="1335591" y="44657"/>
                </a:cubicBezTo>
                <a:cubicBezTo>
                  <a:pt x="1338310" y="43510"/>
                  <a:pt x="1340529" y="42937"/>
                  <a:pt x="1342247" y="42937"/>
                </a:cubicBezTo>
                <a:cubicBezTo>
                  <a:pt x="1345539" y="42937"/>
                  <a:pt x="1347935" y="44046"/>
                  <a:pt x="1349438" y="46265"/>
                </a:cubicBezTo>
                <a:cubicBezTo>
                  <a:pt x="1350941" y="48484"/>
                  <a:pt x="1352694" y="51668"/>
                  <a:pt x="1354699" y="55818"/>
                </a:cubicBezTo>
                <a:cubicBezTo>
                  <a:pt x="1356846" y="53385"/>
                  <a:pt x="1359207" y="51238"/>
                  <a:pt x="1361781" y="49377"/>
                </a:cubicBezTo>
                <a:cubicBezTo>
                  <a:pt x="1363930" y="47803"/>
                  <a:pt x="1366507" y="46336"/>
                  <a:pt x="1369512" y="44978"/>
                </a:cubicBezTo>
                <a:cubicBezTo>
                  <a:pt x="1372518" y="43617"/>
                  <a:pt x="1375738" y="42937"/>
                  <a:pt x="1379173" y="42937"/>
                </a:cubicBezTo>
                <a:cubicBezTo>
                  <a:pt x="1381462" y="42937"/>
                  <a:pt x="1383752" y="43152"/>
                  <a:pt x="1386043" y="43582"/>
                </a:cubicBezTo>
                <a:cubicBezTo>
                  <a:pt x="1388333" y="44010"/>
                  <a:pt x="1390373" y="44618"/>
                  <a:pt x="1392162" y="45407"/>
                </a:cubicBezTo>
                <a:cubicBezTo>
                  <a:pt x="1393950" y="46193"/>
                  <a:pt x="1395417" y="47051"/>
                  <a:pt x="1396561" y="47982"/>
                </a:cubicBezTo>
                <a:cubicBezTo>
                  <a:pt x="1397708" y="48912"/>
                  <a:pt x="1398281" y="49950"/>
                  <a:pt x="1398281" y="51097"/>
                </a:cubicBezTo>
                <a:cubicBezTo>
                  <a:pt x="1398281" y="52097"/>
                  <a:pt x="1397601" y="53850"/>
                  <a:pt x="1396240" y="56355"/>
                </a:cubicBezTo>
                <a:cubicBezTo>
                  <a:pt x="1394880" y="58860"/>
                  <a:pt x="1393305" y="61437"/>
                  <a:pt x="1391516" y="64086"/>
                </a:cubicBezTo>
                <a:cubicBezTo>
                  <a:pt x="1389728" y="66733"/>
                  <a:pt x="1387867" y="69095"/>
                  <a:pt x="1385934" y="71171"/>
                </a:cubicBezTo>
                <a:cubicBezTo>
                  <a:pt x="1384004" y="73246"/>
                  <a:pt x="1382394" y="74284"/>
                  <a:pt x="1381106" y="74284"/>
                </a:cubicBezTo>
                <a:cubicBezTo>
                  <a:pt x="1380245" y="74284"/>
                  <a:pt x="1379422" y="73997"/>
                  <a:pt x="1378636" y="73425"/>
                </a:cubicBezTo>
                <a:cubicBezTo>
                  <a:pt x="1377850" y="72851"/>
                  <a:pt x="1376955" y="72242"/>
                  <a:pt x="1375953" y="71597"/>
                </a:cubicBezTo>
                <a:cubicBezTo>
                  <a:pt x="1374950" y="70953"/>
                  <a:pt x="1373805" y="70345"/>
                  <a:pt x="1372516" y="69773"/>
                </a:cubicBezTo>
                <a:cubicBezTo>
                  <a:pt x="1371228" y="69201"/>
                  <a:pt x="1369797" y="68914"/>
                  <a:pt x="1368225" y="68914"/>
                </a:cubicBezTo>
                <a:cubicBezTo>
                  <a:pt x="1366650" y="68914"/>
                  <a:pt x="1365111" y="69273"/>
                  <a:pt x="1363606" y="69989"/>
                </a:cubicBezTo>
                <a:cubicBezTo>
                  <a:pt x="1362104" y="70703"/>
                  <a:pt x="1360744" y="71669"/>
                  <a:pt x="1359528" y="72888"/>
                </a:cubicBezTo>
                <a:cubicBezTo>
                  <a:pt x="1358311" y="74104"/>
                  <a:pt x="1357345" y="75500"/>
                  <a:pt x="1356629" y="77075"/>
                </a:cubicBezTo>
                <a:cubicBezTo>
                  <a:pt x="1355914" y="78647"/>
                  <a:pt x="1355557" y="80293"/>
                  <a:pt x="1355557" y="82011"/>
                </a:cubicBezTo>
                <a:lnTo>
                  <a:pt x="1355557" y="149422"/>
                </a:lnTo>
                <a:cubicBezTo>
                  <a:pt x="1355557" y="150711"/>
                  <a:pt x="1354555" y="151892"/>
                  <a:pt x="1352550" y="152967"/>
                </a:cubicBezTo>
                <a:cubicBezTo>
                  <a:pt x="1350547" y="154039"/>
                  <a:pt x="1346254" y="154575"/>
                  <a:pt x="1339669" y="1545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SimulatedUser">
            <a:extLst xmlns:a="http://schemas.openxmlformats.org/drawingml/2006/main">
              <a:ext uri="{FF2B5EF4-FFF2-40B4-BE49-F238E27FC236}">
                <a16:creationId xmlns:a16="http://schemas.microsoft.com/office/drawing/2014/main" id="{D14EAA50-499E-44CB-AF2A-81C3D9BC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68" y="3175519"/>
            <a:ext cx="1514973" cy="156580"/>
          </a:xfrm>
          <a:custGeom xmlns:a="http://schemas.openxmlformats.org/drawingml/2006/main">
            <a:pathLst>
              <a:path w="1514973" h="156580">
                <a:moveTo>
                  <a:pt x="49549" y="156580"/>
                </a:moveTo>
                <a:cubicBezTo>
                  <a:pt x="43828" y="156580"/>
                  <a:pt x="38322" y="155936"/>
                  <a:pt x="33030" y="154649"/>
                </a:cubicBezTo>
                <a:cubicBezTo>
                  <a:pt x="27741" y="153364"/>
                  <a:pt x="22987" y="151791"/>
                  <a:pt x="18767" y="149932"/>
                </a:cubicBezTo>
                <a:cubicBezTo>
                  <a:pt x="14549" y="148073"/>
                  <a:pt x="11082" y="146143"/>
                  <a:pt x="8366" y="144143"/>
                </a:cubicBezTo>
                <a:cubicBezTo>
                  <a:pt x="5649" y="142140"/>
                  <a:pt x="4005" y="140422"/>
                  <a:pt x="3433" y="138991"/>
                </a:cubicBezTo>
                <a:cubicBezTo>
                  <a:pt x="2574" y="137132"/>
                  <a:pt x="1929" y="135130"/>
                  <a:pt x="1499" y="132985"/>
                </a:cubicBezTo>
                <a:cubicBezTo>
                  <a:pt x="1071" y="130840"/>
                  <a:pt x="751" y="128768"/>
                  <a:pt x="537" y="126767"/>
                </a:cubicBezTo>
                <a:cubicBezTo>
                  <a:pt x="323" y="124764"/>
                  <a:pt x="180" y="122905"/>
                  <a:pt x="108" y="121190"/>
                </a:cubicBezTo>
                <a:cubicBezTo>
                  <a:pt x="36" y="119472"/>
                  <a:pt x="0" y="118114"/>
                  <a:pt x="0" y="117115"/>
                </a:cubicBezTo>
                <a:cubicBezTo>
                  <a:pt x="0" y="114684"/>
                  <a:pt x="1002" y="113469"/>
                  <a:pt x="3005" y="113469"/>
                </a:cubicBezTo>
                <a:cubicBezTo>
                  <a:pt x="4148" y="113469"/>
                  <a:pt x="5935" y="114326"/>
                  <a:pt x="8366" y="116041"/>
                </a:cubicBezTo>
                <a:cubicBezTo>
                  <a:pt x="10796" y="117756"/>
                  <a:pt x="13942" y="119615"/>
                  <a:pt x="17801" y="121618"/>
                </a:cubicBezTo>
                <a:cubicBezTo>
                  <a:pt x="21663" y="123619"/>
                  <a:pt x="26204" y="125478"/>
                  <a:pt x="31423" y="127195"/>
                </a:cubicBezTo>
                <a:cubicBezTo>
                  <a:pt x="36643" y="128910"/>
                  <a:pt x="42469" y="129768"/>
                  <a:pt x="48904" y="129768"/>
                </a:cubicBezTo>
                <a:cubicBezTo>
                  <a:pt x="55768" y="129768"/>
                  <a:pt x="61024" y="128160"/>
                  <a:pt x="64670" y="124944"/>
                </a:cubicBezTo>
                <a:cubicBezTo>
                  <a:pt x="68316" y="121725"/>
                  <a:pt x="70139" y="117828"/>
                  <a:pt x="70139" y="113253"/>
                </a:cubicBezTo>
                <a:cubicBezTo>
                  <a:pt x="70139" y="110392"/>
                  <a:pt x="69388" y="107962"/>
                  <a:pt x="67887" y="105961"/>
                </a:cubicBezTo>
                <a:cubicBezTo>
                  <a:pt x="66386" y="103958"/>
                  <a:pt x="64384" y="102171"/>
                  <a:pt x="61881" y="100600"/>
                </a:cubicBezTo>
                <a:cubicBezTo>
                  <a:pt x="59378" y="99027"/>
                  <a:pt x="56483" y="97632"/>
                  <a:pt x="53195" y="96417"/>
                </a:cubicBezTo>
                <a:cubicBezTo>
                  <a:pt x="49907" y="95199"/>
                  <a:pt x="46403" y="93948"/>
                  <a:pt x="42685" y="92663"/>
                </a:cubicBezTo>
                <a:cubicBezTo>
                  <a:pt x="37824" y="90946"/>
                  <a:pt x="32927" y="89087"/>
                  <a:pt x="27993" y="87086"/>
                </a:cubicBezTo>
                <a:cubicBezTo>
                  <a:pt x="23060" y="85083"/>
                  <a:pt x="18591" y="82544"/>
                  <a:pt x="14587" y="79470"/>
                </a:cubicBezTo>
                <a:cubicBezTo>
                  <a:pt x="10584" y="76395"/>
                  <a:pt x="7294" y="72606"/>
                  <a:pt x="4720" y="68103"/>
                </a:cubicBezTo>
                <a:cubicBezTo>
                  <a:pt x="2145" y="63597"/>
                  <a:pt x="858" y="58056"/>
                  <a:pt x="858" y="51480"/>
                </a:cubicBezTo>
                <a:cubicBezTo>
                  <a:pt x="858" y="45045"/>
                  <a:pt x="2216" y="39218"/>
                  <a:pt x="4932" y="33999"/>
                </a:cubicBezTo>
                <a:cubicBezTo>
                  <a:pt x="7651" y="28778"/>
                  <a:pt x="11405" y="24273"/>
                  <a:pt x="16194" y="20485"/>
                </a:cubicBezTo>
                <a:cubicBezTo>
                  <a:pt x="20986" y="16695"/>
                  <a:pt x="26670" y="13764"/>
                  <a:pt x="33246" y="11691"/>
                </a:cubicBezTo>
                <a:cubicBezTo>
                  <a:pt x="39825" y="9618"/>
                  <a:pt x="46903" y="8582"/>
                  <a:pt x="54481" y="8582"/>
                </a:cubicBezTo>
                <a:cubicBezTo>
                  <a:pt x="61631" y="8582"/>
                  <a:pt x="67816" y="9332"/>
                  <a:pt x="73035" y="10833"/>
                </a:cubicBezTo>
                <a:cubicBezTo>
                  <a:pt x="78254" y="12335"/>
                  <a:pt x="82580" y="14087"/>
                  <a:pt x="86012" y="16090"/>
                </a:cubicBezTo>
                <a:cubicBezTo>
                  <a:pt x="89445" y="18091"/>
                  <a:pt x="91982" y="20092"/>
                  <a:pt x="93625" y="22095"/>
                </a:cubicBezTo>
                <a:cubicBezTo>
                  <a:pt x="95270" y="24096"/>
                  <a:pt x="96093" y="25525"/>
                  <a:pt x="96093" y="26383"/>
                </a:cubicBezTo>
                <a:cubicBezTo>
                  <a:pt x="96093" y="27385"/>
                  <a:pt x="95664" y="28815"/>
                  <a:pt x="94807" y="30674"/>
                </a:cubicBezTo>
                <a:cubicBezTo>
                  <a:pt x="93949" y="32533"/>
                  <a:pt x="92948" y="34321"/>
                  <a:pt x="91802" y="36038"/>
                </a:cubicBezTo>
                <a:cubicBezTo>
                  <a:pt x="90659" y="37753"/>
                  <a:pt x="89407" y="39254"/>
                  <a:pt x="88048" y="40542"/>
                </a:cubicBezTo>
                <a:cubicBezTo>
                  <a:pt x="86691" y="41827"/>
                  <a:pt x="85584" y="42469"/>
                  <a:pt x="84726" y="42469"/>
                </a:cubicBezTo>
                <a:cubicBezTo>
                  <a:pt x="83583" y="42469"/>
                  <a:pt x="82224" y="42041"/>
                  <a:pt x="80651" y="41183"/>
                </a:cubicBezTo>
                <a:cubicBezTo>
                  <a:pt x="79078" y="40326"/>
                  <a:pt x="77147" y="39361"/>
                  <a:pt x="74858" y="38290"/>
                </a:cubicBezTo>
                <a:cubicBezTo>
                  <a:pt x="72572" y="37216"/>
                  <a:pt x="69819" y="36251"/>
                  <a:pt x="66601" y="35393"/>
                </a:cubicBezTo>
                <a:cubicBezTo>
                  <a:pt x="63382" y="34534"/>
                  <a:pt x="59628" y="34104"/>
                  <a:pt x="55339" y="34104"/>
                </a:cubicBezTo>
                <a:cubicBezTo>
                  <a:pt x="47617" y="34104"/>
                  <a:pt x="41825" y="35463"/>
                  <a:pt x="37963" y="38182"/>
                </a:cubicBezTo>
                <a:cubicBezTo>
                  <a:pt x="34103" y="40898"/>
                  <a:pt x="32173" y="44687"/>
                  <a:pt x="32173" y="49549"/>
                </a:cubicBezTo>
                <a:cubicBezTo>
                  <a:pt x="32173" y="52123"/>
                  <a:pt x="32816" y="54376"/>
                  <a:pt x="34104" y="56307"/>
                </a:cubicBezTo>
                <a:cubicBezTo>
                  <a:pt x="35391" y="58236"/>
                  <a:pt x="37143" y="59880"/>
                  <a:pt x="39360" y="61240"/>
                </a:cubicBezTo>
                <a:cubicBezTo>
                  <a:pt x="41577" y="62597"/>
                  <a:pt x="44187" y="63812"/>
                  <a:pt x="47189" y="64886"/>
                </a:cubicBezTo>
                <a:cubicBezTo>
                  <a:pt x="50191" y="65957"/>
                  <a:pt x="53338" y="67065"/>
                  <a:pt x="56628" y="68211"/>
                </a:cubicBezTo>
                <a:cubicBezTo>
                  <a:pt x="61631" y="69782"/>
                  <a:pt x="66814" y="71533"/>
                  <a:pt x="72178" y="73464"/>
                </a:cubicBezTo>
                <a:cubicBezTo>
                  <a:pt x="77541" y="75395"/>
                  <a:pt x="82438" y="77934"/>
                  <a:pt x="86870" y="81080"/>
                </a:cubicBezTo>
                <a:cubicBezTo>
                  <a:pt x="91304" y="84224"/>
                  <a:pt x="94915" y="88192"/>
                  <a:pt x="97703" y="92984"/>
                </a:cubicBezTo>
                <a:cubicBezTo>
                  <a:pt x="100492" y="97773"/>
                  <a:pt x="101886" y="103815"/>
                  <a:pt x="101886" y="111109"/>
                </a:cubicBezTo>
                <a:cubicBezTo>
                  <a:pt x="101886" y="117544"/>
                  <a:pt x="100706" y="123549"/>
                  <a:pt x="98345" y="129126"/>
                </a:cubicBezTo>
                <a:cubicBezTo>
                  <a:pt x="95986" y="134704"/>
                  <a:pt x="92554" y="139530"/>
                  <a:pt x="88048" y="143606"/>
                </a:cubicBezTo>
                <a:cubicBezTo>
                  <a:pt x="83545" y="147680"/>
                  <a:pt x="78039" y="150861"/>
                  <a:pt x="71533" y="153150"/>
                </a:cubicBezTo>
                <a:cubicBezTo>
                  <a:pt x="65026" y="155436"/>
                  <a:pt x="57698" y="156580"/>
                  <a:pt x="49549" y="156580"/>
                </a:cubicBezTo>
                <a:close/>
                <a:moveTo>
                  <a:pt x="137278" y="0"/>
                </a:moveTo>
                <a:cubicBezTo>
                  <a:pt x="143282" y="0"/>
                  <a:pt x="147643" y="1287"/>
                  <a:pt x="150359" y="3862"/>
                </a:cubicBezTo>
                <a:cubicBezTo>
                  <a:pt x="153078" y="6435"/>
                  <a:pt x="154437" y="10652"/>
                  <a:pt x="154437" y="16515"/>
                </a:cubicBezTo>
                <a:cubicBezTo>
                  <a:pt x="154437" y="22522"/>
                  <a:pt x="153078" y="26741"/>
                  <a:pt x="150359" y="29172"/>
                </a:cubicBezTo>
                <a:cubicBezTo>
                  <a:pt x="147643" y="31602"/>
                  <a:pt x="143282" y="32818"/>
                  <a:pt x="137278" y="32818"/>
                </a:cubicBezTo>
                <a:cubicBezTo>
                  <a:pt x="131271" y="32818"/>
                  <a:pt x="126909" y="31602"/>
                  <a:pt x="124192" y="29172"/>
                </a:cubicBezTo>
                <a:cubicBezTo>
                  <a:pt x="121476" y="26741"/>
                  <a:pt x="120118" y="22522"/>
                  <a:pt x="120118" y="16515"/>
                </a:cubicBezTo>
                <a:cubicBezTo>
                  <a:pt x="120118" y="10652"/>
                  <a:pt x="121476" y="6435"/>
                  <a:pt x="124192" y="3862"/>
                </a:cubicBezTo>
                <a:cubicBezTo>
                  <a:pt x="126909" y="1287"/>
                  <a:pt x="131271" y="0"/>
                  <a:pt x="137278" y="0"/>
                </a:cubicBezTo>
                <a:moveTo>
                  <a:pt x="153148" y="125052"/>
                </a:moveTo>
                <a:cubicBezTo>
                  <a:pt x="153148" y="128340"/>
                  <a:pt x="153899" y="130700"/>
                  <a:pt x="155400" y="132131"/>
                </a:cubicBezTo>
                <a:cubicBezTo>
                  <a:pt x="156903" y="133560"/>
                  <a:pt x="158870" y="134275"/>
                  <a:pt x="161301" y="134275"/>
                </a:cubicBezTo>
                <a:lnTo>
                  <a:pt x="165804" y="134275"/>
                </a:lnTo>
                <a:cubicBezTo>
                  <a:pt x="167805" y="134275"/>
                  <a:pt x="168806" y="135204"/>
                  <a:pt x="168806" y="137063"/>
                </a:cubicBezTo>
                <a:cubicBezTo>
                  <a:pt x="168806" y="138348"/>
                  <a:pt x="168126" y="140063"/>
                  <a:pt x="166767" y="142208"/>
                </a:cubicBezTo>
                <a:cubicBezTo>
                  <a:pt x="165409" y="144353"/>
                  <a:pt x="163694" y="146499"/>
                  <a:pt x="161622" y="148646"/>
                </a:cubicBezTo>
                <a:cubicBezTo>
                  <a:pt x="159549" y="150791"/>
                  <a:pt x="157189" y="152650"/>
                  <a:pt x="154542" y="154223"/>
                </a:cubicBezTo>
                <a:cubicBezTo>
                  <a:pt x="151898" y="155794"/>
                  <a:pt x="149288" y="156580"/>
                  <a:pt x="146713" y="156580"/>
                </a:cubicBezTo>
                <a:cubicBezTo>
                  <a:pt x="138706" y="156580"/>
                  <a:pt x="132485" y="154328"/>
                  <a:pt x="128051" y="149824"/>
                </a:cubicBezTo>
                <a:cubicBezTo>
                  <a:pt x="123620" y="145321"/>
                  <a:pt x="121404" y="139065"/>
                  <a:pt x="121404" y="131057"/>
                </a:cubicBezTo>
                <a:lnTo>
                  <a:pt x="121404" y="50193"/>
                </a:lnTo>
                <a:cubicBezTo>
                  <a:pt x="121404" y="48762"/>
                  <a:pt x="122440" y="47547"/>
                  <a:pt x="124513" y="46547"/>
                </a:cubicBezTo>
                <a:cubicBezTo>
                  <a:pt x="126588" y="45546"/>
                  <a:pt x="130843" y="45045"/>
                  <a:pt x="137278" y="45045"/>
                </a:cubicBezTo>
                <a:cubicBezTo>
                  <a:pt x="143854" y="45045"/>
                  <a:pt x="148143" y="45546"/>
                  <a:pt x="150143" y="46547"/>
                </a:cubicBezTo>
                <a:cubicBezTo>
                  <a:pt x="152146" y="47547"/>
                  <a:pt x="153148" y="48762"/>
                  <a:pt x="153148" y="50193"/>
                </a:cubicBezTo>
                <a:lnTo>
                  <a:pt x="153148" y="125052"/>
                </a:lnTo>
                <a:close/>
                <a:moveTo>
                  <a:pt x="343620" y="156580"/>
                </a:moveTo>
                <a:cubicBezTo>
                  <a:pt x="335612" y="156580"/>
                  <a:pt x="329428" y="154328"/>
                  <a:pt x="325066" y="149824"/>
                </a:cubicBezTo>
                <a:cubicBezTo>
                  <a:pt x="320704" y="145321"/>
                  <a:pt x="318523" y="139065"/>
                  <a:pt x="318523" y="131057"/>
                </a:cubicBezTo>
                <a:lnTo>
                  <a:pt x="318523" y="80223"/>
                </a:lnTo>
                <a:cubicBezTo>
                  <a:pt x="318523" y="75931"/>
                  <a:pt x="317344" y="72677"/>
                  <a:pt x="314985" y="70463"/>
                </a:cubicBezTo>
                <a:cubicBezTo>
                  <a:pt x="312627" y="68246"/>
                  <a:pt x="309373" y="67137"/>
                  <a:pt x="305225" y="67137"/>
                </a:cubicBezTo>
                <a:cubicBezTo>
                  <a:pt x="302937" y="67137"/>
                  <a:pt x="300648" y="67602"/>
                  <a:pt x="298359" y="68532"/>
                </a:cubicBezTo>
                <a:cubicBezTo>
                  <a:pt x="296072" y="69461"/>
                  <a:pt x="293999" y="70642"/>
                  <a:pt x="292140" y="72073"/>
                </a:cubicBezTo>
                <a:cubicBezTo>
                  <a:pt x="290281" y="73502"/>
                  <a:pt x="288780" y="74967"/>
                  <a:pt x="287637" y="76468"/>
                </a:cubicBezTo>
                <a:cubicBezTo>
                  <a:pt x="286493" y="77970"/>
                  <a:pt x="285922" y="79364"/>
                  <a:pt x="285922" y="80651"/>
                </a:cubicBezTo>
                <a:lnTo>
                  <a:pt x="285922" y="149288"/>
                </a:lnTo>
                <a:cubicBezTo>
                  <a:pt x="285922" y="150575"/>
                  <a:pt x="284920" y="151755"/>
                  <a:pt x="282917" y="152829"/>
                </a:cubicBezTo>
                <a:cubicBezTo>
                  <a:pt x="280916" y="153900"/>
                  <a:pt x="276627" y="154436"/>
                  <a:pt x="270048" y="154436"/>
                </a:cubicBezTo>
                <a:cubicBezTo>
                  <a:pt x="263614" y="154436"/>
                  <a:pt x="259359" y="153900"/>
                  <a:pt x="257284" y="152829"/>
                </a:cubicBezTo>
                <a:cubicBezTo>
                  <a:pt x="255211" y="151755"/>
                  <a:pt x="254174" y="150575"/>
                  <a:pt x="254174" y="149288"/>
                </a:cubicBezTo>
                <a:lnTo>
                  <a:pt x="254174" y="80651"/>
                </a:lnTo>
                <a:cubicBezTo>
                  <a:pt x="254174" y="76074"/>
                  <a:pt x="252780" y="72677"/>
                  <a:pt x="249992" y="70463"/>
                </a:cubicBezTo>
                <a:cubicBezTo>
                  <a:pt x="247203" y="68246"/>
                  <a:pt x="243951" y="67137"/>
                  <a:pt x="240235" y="67137"/>
                </a:cubicBezTo>
                <a:cubicBezTo>
                  <a:pt x="237946" y="67137"/>
                  <a:pt x="235693" y="67566"/>
                  <a:pt x="233477" y="68424"/>
                </a:cubicBezTo>
                <a:cubicBezTo>
                  <a:pt x="231260" y="69281"/>
                  <a:pt x="229258" y="70354"/>
                  <a:pt x="227471" y="71641"/>
                </a:cubicBezTo>
                <a:cubicBezTo>
                  <a:pt x="225684" y="72928"/>
                  <a:pt x="224253" y="74395"/>
                  <a:pt x="223180" y="76040"/>
                </a:cubicBezTo>
                <a:cubicBezTo>
                  <a:pt x="222109" y="77683"/>
                  <a:pt x="221573" y="79291"/>
                  <a:pt x="221573" y="80864"/>
                </a:cubicBezTo>
                <a:lnTo>
                  <a:pt x="221573" y="149288"/>
                </a:lnTo>
                <a:cubicBezTo>
                  <a:pt x="221573" y="150575"/>
                  <a:pt x="220571" y="151755"/>
                  <a:pt x="218568" y="152829"/>
                </a:cubicBezTo>
                <a:cubicBezTo>
                  <a:pt x="216568" y="153900"/>
                  <a:pt x="212278" y="154436"/>
                  <a:pt x="205699" y="154436"/>
                </a:cubicBezTo>
                <a:cubicBezTo>
                  <a:pt x="199265" y="154436"/>
                  <a:pt x="195011" y="153900"/>
                  <a:pt x="192938" y="152829"/>
                </a:cubicBezTo>
                <a:cubicBezTo>
                  <a:pt x="190865" y="151755"/>
                  <a:pt x="189829" y="150575"/>
                  <a:pt x="189829" y="149288"/>
                </a:cubicBezTo>
                <a:lnTo>
                  <a:pt x="189829" y="74217"/>
                </a:lnTo>
                <a:cubicBezTo>
                  <a:pt x="189829" y="71928"/>
                  <a:pt x="189507" y="69962"/>
                  <a:pt x="188863" y="68319"/>
                </a:cubicBezTo>
                <a:cubicBezTo>
                  <a:pt x="188220" y="66674"/>
                  <a:pt x="187540" y="65279"/>
                  <a:pt x="186824" y="64136"/>
                </a:cubicBezTo>
                <a:cubicBezTo>
                  <a:pt x="186109" y="62991"/>
                  <a:pt x="185429" y="61953"/>
                  <a:pt x="184785" y="61024"/>
                </a:cubicBezTo>
                <a:cubicBezTo>
                  <a:pt x="184144" y="60094"/>
                  <a:pt x="183823" y="59201"/>
                  <a:pt x="183823" y="58343"/>
                </a:cubicBezTo>
                <a:cubicBezTo>
                  <a:pt x="183823" y="57056"/>
                  <a:pt x="184788" y="55555"/>
                  <a:pt x="186716" y="53840"/>
                </a:cubicBezTo>
                <a:cubicBezTo>
                  <a:pt x="188647" y="52122"/>
                  <a:pt x="190935" y="50442"/>
                  <a:pt x="193580" y="48799"/>
                </a:cubicBezTo>
                <a:cubicBezTo>
                  <a:pt x="196226" y="47154"/>
                  <a:pt x="198908" y="45760"/>
                  <a:pt x="201624" y="44616"/>
                </a:cubicBezTo>
                <a:cubicBezTo>
                  <a:pt x="204341" y="43471"/>
                  <a:pt x="206558" y="42898"/>
                  <a:pt x="208275" y="42898"/>
                </a:cubicBezTo>
                <a:cubicBezTo>
                  <a:pt x="211563" y="42898"/>
                  <a:pt x="213958" y="44007"/>
                  <a:pt x="215459" y="46223"/>
                </a:cubicBezTo>
                <a:cubicBezTo>
                  <a:pt x="216960" y="48440"/>
                  <a:pt x="218712" y="51622"/>
                  <a:pt x="220715" y="55767"/>
                </a:cubicBezTo>
                <a:cubicBezTo>
                  <a:pt x="221859" y="54910"/>
                  <a:pt x="223396" y="53766"/>
                  <a:pt x="225327" y="52337"/>
                </a:cubicBezTo>
                <a:cubicBezTo>
                  <a:pt x="227258" y="50908"/>
                  <a:pt x="229617" y="49514"/>
                  <a:pt x="232403" y="48154"/>
                </a:cubicBezTo>
                <a:cubicBezTo>
                  <a:pt x="235192" y="46795"/>
                  <a:pt x="238338" y="45580"/>
                  <a:pt x="241842" y="44508"/>
                </a:cubicBezTo>
                <a:cubicBezTo>
                  <a:pt x="245346" y="43435"/>
                  <a:pt x="249243" y="42898"/>
                  <a:pt x="253533" y="42898"/>
                </a:cubicBezTo>
                <a:cubicBezTo>
                  <a:pt x="259824" y="42898"/>
                  <a:pt x="265007" y="44185"/>
                  <a:pt x="269083" y="46760"/>
                </a:cubicBezTo>
                <a:cubicBezTo>
                  <a:pt x="273159" y="49335"/>
                  <a:pt x="276698" y="52910"/>
                  <a:pt x="279700" y="57486"/>
                </a:cubicBezTo>
                <a:cubicBezTo>
                  <a:pt x="281989" y="55341"/>
                  <a:pt x="284670" y="53375"/>
                  <a:pt x="287745" y="51588"/>
                </a:cubicBezTo>
                <a:cubicBezTo>
                  <a:pt x="290819" y="49799"/>
                  <a:pt x="294072" y="48261"/>
                  <a:pt x="297505" y="46976"/>
                </a:cubicBezTo>
                <a:cubicBezTo>
                  <a:pt x="300937" y="45689"/>
                  <a:pt x="304404" y="44687"/>
                  <a:pt x="307906" y="43972"/>
                </a:cubicBezTo>
                <a:cubicBezTo>
                  <a:pt x="311410" y="43256"/>
                  <a:pt x="314735" y="42898"/>
                  <a:pt x="317882" y="42898"/>
                </a:cubicBezTo>
                <a:cubicBezTo>
                  <a:pt x="322028" y="42898"/>
                  <a:pt x="326066" y="43506"/>
                  <a:pt x="329998" y="44721"/>
                </a:cubicBezTo>
                <a:cubicBezTo>
                  <a:pt x="333932" y="45936"/>
                  <a:pt x="337400" y="47689"/>
                  <a:pt x="340403" y="49977"/>
                </a:cubicBezTo>
                <a:cubicBezTo>
                  <a:pt x="343405" y="52266"/>
                  <a:pt x="345800" y="55091"/>
                  <a:pt x="347587" y="58451"/>
                </a:cubicBezTo>
                <a:cubicBezTo>
                  <a:pt x="349376" y="61811"/>
                  <a:pt x="350271" y="65636"/>
                  <a:pt x="350271" y="69926"/>
                </a:cubicBezTo>
                <a:lnTo>
                  <a:pt x="350271" y="125052"/>
                </a:lnTo>
                <a:cubicBezTo>
                  <a:pt x="350271" y="128340"/>
                  <a:pt x="351021" y="130700"/>
                  <a:pt x="352522" y="132131"/>
                </a:cubicBezTo>
                <a:cubicBezTo>
                  <a:pt x="354024" y="133560"/>
                  <a:pt x="355990" y="134275"/>
                  <a:pt x="358420" y="134275"/>
                </a:cubicBezTo>
                <a:lnTo>
                  <a:pt x="362924" y="134275"/>
                </a:lnTo>
                <a:cubicBezTo>
                  <a:pt x="364927" y="134275"/>
                  <a:pt x="365928" y="135204"/>
                  <a:pt x="365928" y="137063"/>
                </a:cubicBezTo>
                <a:cubicBezTo>
                  <a:pt x="365928" y="138348"/>
                  <a:pt x="365249" y="140063"/>
                  <a:pt x="363889" y="142208"/>
                </a:cubicBezTo>
                <a:cubicBezTo>
                  <a:pt x="362530" y="144353"/>
                  <a:pt x="360778" y="146499"/>
                  <a:pt x="358633" y="148646"/>
                </a:cubicBezTo>
                <a:cubicBezTo>
                  <a:pt x="356488" y="150791"/>
                  <a:pt x="354093" y="152650"/>
                  <a:pt x="351449" y="154223"/>
                </a:cubicBezTo>
                <a:cubicBezTo>
                  <a:pt x="348804" y="155794"/>
                  <a:pt x="346195" y="156580"/>
                  <a:pt x="343620" y="156580"/>
                </a:cubicBezTo>
                <a:close/>
                <a:moveTo>
                  <a:pt x="418265" y="156580"/>
                </a:moveTo>
                <a:cubicBezTo>
                  <a:pt x="413260" y="156580"/>
                  <a:pt x="408504" y="155758"/>
                  <a:pt x="403999" y="154115"/>
                </a:cubicBezTo>
                <a:cubicBezTo>
                  <a:pt x="399495" y="152470"/>
                  <a:pt x="395563" y="150146"/>
                  <a:pt x="392203" y="147144"/>
                </a:cubicBezTo>
                <a:cubicBezTo>
                  <a:pt x="388843" y="144142"/>
                  <a:pt x="386161" y="140496"/>
                  <a:pt x="384158" y="136206"/>
                </a:cubicBezTo>
                <a:cubicBezTo>
                  <a:pt x="382157" y="131914"/>
                  <a:pt x="381157" y="127051"/>
                  <a:pt x="381157" y="121618"/>
                </a:cubicBezTo>
                <a:lnTo>
                  <a:pt x="381157" y="50193"/>
                </a:lnTo>
                <a:cubicBezTo>
                  <a:pt x="381157" y="48762"/>
                  <a:pt x="382193" y="47547"/>
                  <a:pt x="384266" y="46547"/>
                </a:cubicBezTo>
                <a:cubicBezTo>
                  <a:pt x="386339" y="45546"/>
                  <a:pt x="390593" y="45045"/>
                  <a:pt x="397027" y="45045"/>
                </a:cubicBezTo>
                <a:cubicBezTo>
                  <a:pt x="403606" y="45045"/>
                  <a:pt x="407896" y="45546"/>
                  <a:pt x="409896" y="46547"/>
                </a:cubicBezTo>
                <a:cubicBezTo>
                  <a:pt x="411899" y="47547"/>
                  <a:pt x="412901" y="48762"/>
                  <a:pt x="412901" y="50193"/>
                </a:cubicBezTo>
                <a:lnTo>
                  <a:pt x="412901" y="115397"/>
                </a:lnTo>
                <a:cubicBezTo>
                  <a:pt x="412901" y="120688"/>
                  <a:pt x="414438" y="124693"/>
                  <a:pt x="417512" y="127411"/>
                </a:cubicBezTo>
                <a:cubicBezTo>
                  <a:pt x="420587" y="130128"/>
                  <a:pt x="424627" y="131486"/>
                  <a:pt x="429632" y="131486"/>
                </a:cubicBezTo>
                <a:cubicBezTo>
                  <a:pt x="432207" y="131486"/>
                  <a:pt x="434673" y="131057"/>
                  <a:pt x="437032" y="130200"/>
                </a:cubicBezTo>
                <a:cubicBezTo>
                  <a:pt x="439391" y="129340"/>
                  <a:pt x="441428" y="128232"/>
                  <a:pt x="443143" y="126875"/>
                </a:cubicBezTo>
                <a:cubicBezTo>
                  <a:pt x="444860" y="125515"/>
                  <a:pt x="446254" y="124014"/>
                  <a:pt x="447325" y="122371"/>
                </a:cubicBezTo>
                <a:cubicBezTo>
                  <a:pt x="448399" y="120726"/>
                  <a:pt x="448936" y="119117"/>
                  <a:pt x="448936" y="117544"/>
                </a:cubicBezTo>
                <a:lnTo>
                  <a:pt x="448936" y="50193"/>
                </a:lnTo>
                <a:cubicBezTo>
                  <a:pt x="448936" y="48762"/>
                  <a:pt x="449972" y="47547"/>
                  <a:pt x="452045" y="46547"/>
                </a:cubicBezTo>
                <a:cubicBezTo>
                  <a:pt x="454120" y="45546"/>
                  <a:pt x="458375" y="45045"/>
                  <a:pt x="464809" y="45045"/>
                </a:cubicBezTo>
                <a:cubicBezTo>
                  <a:pt x="471386" y="45045"/>
                  <a:pt x="475675" y="45546"/>
                  <a:pt x="477678" y="46547"/>
                </a:cubicBezTo>
                <a:cubicBezTo>
                  <a:pt x="479682" y="47547"/>
                  <a:pt x="480683" y="48762"/>
                  <a:pt x="480683" y="50193"/>
                </a:cubicBezTo>
                <a:lnTo>
                  <a:pt x="480683" y="125052"/>
                </a:lnTo>
                <a:cubicBezTo>
                  <a:pt x="480683" y="128340"/>
                  <a:pt x="481434" y="130700"/>
                  <a:pt x="482935" y="132131"/>
                </a:cubicBezTo>
                <a:cubicBezTo>
                  <a:pt x="484436" y="133560"/>
                  <a:pt x="486402" y="134275"/>
                  <a:pt x="488833" y="134275"/>
                </a:cubicBezTo>
                <a:lnTo>
                  <a:pt x="493336" y="134275"/>
                </a:lnTo>
                <a:cubicBezTo>
                  <a:pt x="495339" y="134275"/>
                  <a:pt x="496341" y="135204"/>
                  <a:pt x="496341" y="137063"/>
                </a:cubicBezTo>
                <a:cubicBezTo>
                  <a:pt x="496341" y="138348"/>
                  <a:pt x="495661" y="140099"/>
                  <a:pt x="494302" y="142316"/>
                </a:cubicBezTo>
                <a:cubicBezTo>
                  <a:pt x="492942" y="144533"/>
                  <a:pt x="491226" y="146679"/>
                  <a:pt x="489153" y="148754"/>
                </a:cubicBezTo>
                <a:cubicBezTo>
                  <a:pt x="487081" y="150827"/>
                  <a:pt x="484721" y="152650"/>
                  <a:pt x="482074" y="154223"/>
                </a:cubicBezTo>
                <a:cubicBezTo>
                  <a:pt x="479430" y="155794"/>
                  <a:pt x="476820" y="156580"/>
                  <a:pt x="474245" y="156580"/>
                </a:cubicBezTo>
                <a:cubicBezTo>
                  <a:pt x="470100" y="156580"/>
                  <a:pt x="466275" y="155185"/>
                  <a:pt x="462770" y="152397"/>
                </a:cubicBezTo>
                <a:cubicBezTo>
                  <a:pt x="459268" y="149608"/>
                  <a:pt x="456302" y="146570"/>
                  <a:pt x="453871" y="143282"/>
                </a:cubicBezTo>
                <a:cubicBezTo>
                  <a:pt x="452440" y="144425"/>
                  <a:pt x="450616" y="145783"/>
                  <a:pt x="448399" y="147357"/>
                </a:cubicBezTo>
                <a:cubicBezTo>
                  <a:pt x="446184" y="148930"/>
                  <a:pt x="443575" y="150396"/>
                  <a:pt x="440570" y="151755"/>
                </a:cubicBezTo>
                <a:cubicBezTo>
                  <a:pt x="437568" y="153113"/>
                  <a:pt x="434208" y="154256"/>
                  <a:pt x="430490" y="155185"/>
                </a:cubicBezTo>
                <a:cubicBezTo>
                  <a:pt x="426772" y="156115"/>
                  <a:pt x="422697" y="156580"/>
                  <a:pt x="418265" y="156580"/>
                </a:cubicBezTo>
                <a:close/>
                <a:moveTo>
                  <a:pt x="538164" y="156580"/>
                </a:moveTo>
                <a:cubicBezTo>
                  <a:pt x="530157" y="156580"/>
                  <a:pt x="523972" y="154328"/>
                  <a:pt x="519610" y="149824"/>
                </a:cubicBezTo>
                <a:cubicBezTo>
                  <a:pt x="515251" y="145321"/>
                  <a:pt x="513071" y="139065"/>
                  <a:pt x="513071" y="131057"/>
                </a:cubicBezTo>
                <a:lnTo>
                  <a:pt x="513071" y="5148"/>
                </a:lnTo>
                <a:cubicBezTo>
                  <a:pt x="513071" y="3719"/>
                  <a:pt x="514071" y="2504"/>
                  <a:pt x="516072" y="1502"/>
                </a:cubicBezTo>
                <a:cubicBezTo>
                  <a:pt x="518075" y="501"/>
                  <a:pt x="522365" y="0"/>
                  <a:pt x="528941" y="0"/>
                </a:cubicBezTo>
                <a:cubicBezTo>
                  <a:pt x="535376" y="0"/>
                  <a:pt x="539630" y="501"/>
                  <a:pt x="541702" y="1502"/>
                </a:cubicBezTo>
                <a:cubicBezTo>
                  <a:pt x="543778" y="2504"/>
                  <a:pt x="544815" y="3719"/>
                  <a:pt x="544815" y="5148"/>
                </a:cubicBezTo>
                <a:lnTo>
                  <a:pt x="544815" y="125052"/>
                </a:lnTo>
                <a:cubicBezTo>
                  <a:pt x="544815" y="128340"/>
                  <a:pt x="545530" y="130700"/>
                  <a:pt x="546959" y="132131"/>
                </a:cubicBezTo>
                <a:cubicBezTo>
                  <a:pt x="548390" y="133560"/>
                  <a:pt x="550392" y="134275"/>
                  <a:pt x="552965" y="134275"/>
                </a:cubicBezTo>
                <a:lnTo>
                  <a:pt x="557471" y="134275"/>
                </a:lnTo>
                <a:cubicBezTo>
                  <a:pt x="559472" y="134275"/>
                  <a:pt x="560473" y="135204"/>
                  <a:pt x="560473" y="137063"/>
                </a:cubicBezTo>
                <a:cubicBezTo>
                  <a:pt x="560473" y="138348"/>
                  <a:pt x="559793" y="140063"/>
                  <a:pt x="558434" y="142208"/>
                </a:cubicBezTo>
                <a:cubicBezTo>
                  <a:pt x="557076" y="144353"/>
                  <a:pt x="555325" y="146499"/>
                  <a:pt x="553181" y="148646"/>
                </a:cubicBezTo>
                <a:cubicBezTo>
                  <a:pt x="551036" y="150791"/>
                  <a:pt x="548640" y="152650"/>
                  <a:pt x="545993" y="154223"/>
                </a:cubicBezTo>
                <a:cubicBezTo>
                  <a:pt x="543349" y="155794"/>
                  <a:pt x="540739" y="156580"/>
                  <a:pt x="538164" y="156580"/>
                </a:cubicBezTo>
                <a:close/>
                <a:moveTo>
                  <a:pt x="661285" y="156580"/>
                </a:moveTo>
                <a:cubicBezTo>
                  <a:pt x="658138" y="156580"/>
                  <a:pt x="655314" y="156008"/>
                  <a:pt x="652811" y="154865"/>
                </a:cubicBezTo>
                <a:cubicBezTo>
                  <a:pt x="650311" y="153721"/>
                  <a:pt x="648131" y="152434"/>
                  <a:pt x="646272" y="151003"/>
                </a:cubicBezTo>
                <a:cubicBezTo>
                  <a:pt x="644127" y="149432"/>
                  <a:pt x="642268" y="147645"/>
                  <a:pt x="640695" y="145642"/>
                </a:cubicBezTo>
                <a:cubicBezTo>
                  <a:pt x="636691" y="148502"/>
                  <a:pt x="632043" y="151041"/>
                  <a:pt x="626752" y="153258"/>
                </a:cubicBezTo>
                <a:cubicBezTo>
                  <a:pt x="621461" y="155472"/>
                  <a:pt x="615169" y="156580"/>
                  <a:pt x="607877" y="156580"/>
                </a:cubicBezTo>
                <a:cubicBezTo>
                  <a:pt x="602728" y="156580"/>
                  <a:pt x="597972" y="155865"/>
                  <a:pt x="593611" y="154436"/>
                </a:cubicBezTo>
                <a:cubicBezTo>
                  <a:pt x="589251" y="153007"/>
                  <a:pt x="585462" y="150970"/>
                  <a:pt x="582244" y="148325"/>
                </a:cubicBezTo>
                <a:cubicBezTo>
                  <a:pt x="579028" y="145679"/>
                  <a:pt x="576525" y="142389"/>
                  <a:pt x="574736" y="138458"/>
                </a:cubicBezTo>
                <a:cubicBezTo>
                  <a:pt x="572949" y="134524"/>
                  <a:pt x="572055" y="130055"/>
                  <a:pt x="572055" y="125052"/>
                </a:cubicBezTo>
                <a:cubicBezTo>
                  <a:pt x="572055" y="118759"/>
                  <a:pt x="573092" y="113432"/>
                  <a:pt x="575164" y="109070"/>
                </a:cubicBezTo>
                <a:cubicBezTo>
                  <a:pt x="577239" y="104708"/>
                  <a:pt x="580314" y="100990"/>
                  <a:pt x="584388" y="97916"/>
                </a:cubicBezTo>
                <a:cubicBezTo>
                  <a:pt x="588463" y="94842"/>
                  <a:pt x="593504" y="92232"/>
                  <a:pt x="599508" y="90087"/>
                </a:cubicBezTo>
                <a:cubicBezTo>
                  <a:pt x="605515" y="87942"/>
                  <a:pt x="612380" y="85940"/>
                  <a:pt x="620102" y="84081"/>
                </a:cubicBezTo>
                <a:cubicBezTo>
                  <a:pt x="625251" y="82938"/>
                  <a:pt x="629112" y="81795"/>
                  <a:pt x="631684" y="80651"/>
                </a:cubicBezTo>
                <a:cubicBezTo>
                  <a:pt x="634259" y="79506"/>
                  <a:pt x="635547" y="78146"/>
                  <a:pt x="635547" y="76573"/>
                </a:cubicBezTo>
                <a:cubicBezTo>
                  <a:pt x="635547" y="73429"/>
                  <a:pt x="634116" y="70891"/>
                  <a:pt x="631256" y="68960"/>
                </a:cubicBezTo>
                <a:cubicBezTo>
                  <a:pt x="628395" y="67029"/>
                  <a:pt x="623963" y="66064"/>
                  <a:pt x="617958" y="66064"/>
                </a:cubicBezTo>
                <a:cubicBezTo>
                  <a:pt x="613810" y="66064"/>
                  <a:pt x="609877" y="66565"/>
                  <a:pt x="606159" y="67566"/>
                </a:cubicBezTo>
                <a:cubicBezTo>
                  <a:pt x="602443" y="68568"/>
                  <a:pt x="599119" y="69712"/>
                  <a:pt x="596186" y="70999"/>
                </a:cubicBezTo>
                <a:cubicBezTo>
                  <a:pt x="593256" y="72285"/>
                  <a:pt x="590789" y="73428"/>
                  <a:pt x="588786" y="74429"/>
                </a:cubicBezTo>
                <a:cubicBezTo>
                  <a:pt x="586785" y="75431"/>
                  <a:pt x="585355" y="75932"/>
                  <a:pt x="584496" y="75932"/>
                </a:cubicBezTo>
                <a:cubicBezTo>
                  <a:pt x="582637" y="75932"/>
                  <a:pt x="581707" y="74859"/>
                  <a:pt x="581707" y="72714"/>
                </a:cubicBezTo>
                <a:cubicBezTo>
                  <a:pt x="581707" y="70997"/>
                  <a:pt x="582065" y="68495"/>
                  <a:pt x="582781" y="65206"/>
                </a:cubicBezTo>
                <a:cubicBezTo>
                  <a:pt x="583496" y="61918"/>
                  <a:pt x="584641" y="58486"/>
                  <a:pt x="586214" y="54910"/>
                </a:cubicBezTo>
                <a:cubicBezTo>
                  <a:pt x="586785" y="53766"/>
                  <a:pt x="588108" y="52480"/>
                  <a:pt x="590181" y="51051"/>
                </a:cubicBezTo>
                <a:cubicBezTo>
                  <a:pt x="592253" y="49620"/>
                  <a:pt x="594898" y="48296"/>
                  <a:pt x="598114" y="47081"/>
                </a:cubicBezTo>
                <a:cubicBezTo>
                  <a:pt x="601333" y="45866"/>
                  <a:pt x="605015" y="44865"/>
                  <a:pt x="609160" y="44080"/>
                </a:cubicBezTo>
                <a:cubicBezTo>
                  <a:pt x="613308" y="43292"/>
                  <a:pt x="617742" y="42898"/>
                  <a:pt x="622461" y="42898"/>
                </a:cubicBezTo>
                <a:cubicBezTo>
                  <a:pt x="638907" y="42898"/>
                  <a:pt x="650560" y="46473"/>
                  <a:pt x="657423" y="53623"/>
                </a:cubicBezTo>
                <a:cubicBezTo>
                  <a:pt x="664287" y="60774"/>
                  <a:pt x="667719" y="71570"/>
                  <a:pt x="667719" y="86012"/>
                </a:cubicBezTo>
                <a:lnTo>
                  <a:pt x="667719" y="125052"/>
                </a:lnTo>
                <a:cubicBezTo>
                  <a:pt x="667719" y="128340"/>
                  <a:pt x="668470" y="130700"/>
                  <a:pt x="669971" y="132131"/>
                </a:cubicBezTo>
                <a:cubicBezTo>
                  <a:pt x="671474" y="133560"/>
                  <a:pt x="673512" y="134275"/>
                  <a:pt x="676085" y="134275"/>
                </a:cubicBezTo>
                <a:lnTo>
                  <a:pt x="680376" y="134275"/>
                </a:lnTo>
                <a:cubicBezTo>
                  <a:pt x="682377" y="134275"/>
                  <a:pt x="683377" y="135204"/>
                  <a:pt x="683377" y="137063"/>
                </a:cubicBezTo>
                <a:cubicBezTo>
                  <a:pt x="683377" y="138348"/>
                  <a:pt x="682697" y="140099"/>
                  <a:pt x="681338" y="142316"/>
                </a:cubicBezTo>
                <a:cubicBezTo>
                  <a:pt x="679981" y="144533"/>
                  <a:pt x="678266" y="146679"/>
                  <a:pt x="676193" y="148754"/>
                </a:cubicBezTo>
                <a:cubicBezTo>
                  <a:pt x="674120" y="150827"/>
                  <a:pt x="671760" y="152650"/>
                  <a:pt x="669114" y="154223"/>
                </a:cubicBezTo>
                <a:cubicBezTo>
                  <a:pt x="666469" y="155794"/>
                  <a:pt x="663859" y="156580"/>
                  <a:pt x="661285" y="156580"/>
                </a:cubicBezTo>
                <a:moveTo>
                  <a:pt x="602942" y="120974"/>
                </a:moveTo>
                <a:cubicBezTo>
                  <a:pt x="602942" y="125551"/>
                  <a:pt x="604515" y="129020"/>
                  <a:pt x="607661" y="131378"/>
                </a:cubicBezTo>
                <a:cubicBezTo>
                  <a:pt x="610808" y="133737"/>
                  <a:pt x="614883" y="134916"/>
                  <a:pt x="619889" y="134916"/>
                </a:cubicBezTo>
                <a:cubicBezTo>
                  <a:pt x="624606" y="134916"/>
                  <a:pt x="628466" y="133773"/>
                  <a:pt x="631468" y="131486"/>
                </a:cubicBezTo>
                <a:cubicBezTo>
                  <a:pt x="634473" y="129197"/>
                  <a:pt x="635975" y="127053"/>
                  <a:pt x="635975" y="125052"/>
                </a:cubicBezTo>
                <a:lnTo>
                  <a:pt x="635975" y="102099"/>
                </a:lnTo>
                <a:cubicBezTo>
                  <a:pt x="635975" y="100526"/>
                  <a:pt x="635189" y="99739"/>
                  <a:pt x="633615" y="99739"/>
                </a:cubicBezTo>
                <a:cubicBezTo>
                  <a:pt x="630469" y="99739"/>
                  <a:pt x="626537" y="100811"/>
                  <a:pt x="621820" y="102956"/>
                </a:cubicBezTo>
                <a:cubicBezTo>
                  <a:pt x="619531" y="103816"/>
                  <a:pt x="617278" y="104746"/>
                  <a:pt x="615061" y="105748"/>
                </a:cubicBezTo>
                <a:cubicBezTo>
                  <a:pt x="612844" y="106747"/>
                  <a:pt x="610843" y="107963"/>
                  <a:pt x="609056" y="109394"/>
                </a:cubicBezTo>
                <a:cubicBezTo>
                  <a:pt x="607268" y="110823"/>
                  <a:pt x="605802" y="112503"/>
                  <a:pt x="604657" y="114434"/>
                </a:cubicBezTo>
                <a:cubicBezTo>
                  <a:pt x="603513" y="116363"/>
                  <a:pt x="602942" y="118543"/>
                  <a:pt x="602942" y="120974"/>
                </a:cubicBezTo>
                <a:close/>
                <a:moveTo>
                  <a:pt x="737215" y="156580"/>
                </a:moveTo>
                <a:cubicBezTo>
                  <a:pt x="726635" y="156580"/>
                  <a:pt x="718448" y="153577"/>
                  <a:pt x="712655" y="147573"/>
                </a:cubicBezTo>
                <a:cubicBezTo>
                  <a:pt x="706864" y="141566"/>
                  <a:pt x="703969" y="133844"/>
                  <a:pt x="703969" y="124407"/>
                </a:cubicBezTo>
                <a:lnTo>
                  <a:pt x="703969" y="67137"/>
                </a:lnTo>
                <a:lnTo>
                  <a:pt x="698179" y="67137"/>
                </a:lnTo>
                <a:cubicBezTo>
                  <a:pt x="697035" y="67137"/>
                  <a:pt x="695999" y="66316"/>
                  <a:pt x="695069" y="64673"/>
                </a:cubicBezTo>
                <a:cubicBezTo>
                  <a:pt x="694140" y="63028"/>
                  <a:pt x="693675" y="60203"/>
                  <a:pt x="693675" y="56199"/>
                </a:cubicBezTo>
                <a:cubicBezTo>
                  <a:pt x="693675" y="52051"/>
                  <a:pt x="694140" y="49156"/>
                  <a:pt x="695069" y="47513"/>
                </a:cubicBezTo>
                <a:cubicBezTo>
                  <a:pt x="695999" y="45868"/>
                  <a:pt x="697035" y="45045"/>
                  <a:pt x="698179" y="45045"/>
                </a:cubicBezTo>
                <a:lnTo>
                  <a:pt x="703969" y="45045"/>
                </a:lnTo>
                <a:lnTo>
                  <a:pt x="703969" y="24452"/>
                </a:lnTo>
                <a:cubicBezTo>
                  <a:pt x="703969" y="23309"/>
                  <a:pt x="705112" y="21986"/>
                  <a:pt x="707399" y="20485"/>
                </a:cubicBezTo>
                <a:cubicBezTo>
                  <a:pt x="709687" y="18984"/>
                  <a:pt x="712405" y="17590"/>
                  <a:pt x="715551" y="16302"/>
                </a:cubicBezTo>
                <a:cubicBezTo>
                  <a:pt x="718698" y="15015"/>
                  <a:pt x="721808" y="13907"/>
                  <a:pt x="724883" y="12977"/>
                </a:cubicBezTo>
                <a:cubicBezTo>
                  <a:pt x="727957" y="12048"/>
                  <a:pt x="730353" y="11583"/>
                  <a:pt x="732070" y="11583"/>
                </a:cubicBezTo>
                <a:cubicBezTo>
                  <a:pt x="734501" y="11583"/>
                  <a:pt x="735716" y="12941"/>
                  <a:pt x="735716" y="15658"/>
                </a:cubicBezTo>
                <a:lnTo>
                  <a:pt x="735716" y="45045"/>
                </a:lnTo>
                <a:lnTo>
                  <a:pt x="755020" y="45045"/>
                </a:lnTo>
                <a:cubicBezTo>
                  <a:pt x="757306" y="45045"/>
                  <a:pt x="758450" y="46189"/>
                  <a:pt x="758450" y="48475"/>
                </a:cubicBezTo>
                <a:cubicBezTo>
                  <a:pt x="758450" y="49763"/>
                  <a:pt x="758057" y="51479"/>
                  <a:pt x="757271" y="53623"/>
                </a:cubicBezTo>
                <a:cubicBezTo>
                  <a:pt x="756486" y="55768"/>
                  <a:pt x="755449" y="57842"/>
                  <a:pt x="754162" y="59845"/>
                </a:cubicBezTo>
                <a:cubicBezTo>
                  <a:pt x="752875" y="61846"/>
                  <a:pt x="751480" y="63562"/>
                  <a:pt x="749979" y="64994"/>
                </a:cubicBezTo>
                <a:cubicBezTo>
                  <a:pt x="748478" y="66423"/>
                  <a:pt x="747012" y="67137"/>
                  <a:pt x="745580" y="67137"/>
                </a:cubicBezTo>
                <a:lnTo>
                  <a:pt x="735716" y="67137"/>
                </a:lnTo>
                <a:lnTo>
                  <a:pt x="735716" y="114968"/>
                </a:lnTo>
                <a:cubicBezTo>
                  <a:pt x="735716" y="121832"/>
                  <a:pt x="737253" y="126767"/>
                  <a:pt x="740327" y="129771"/>
                </a:cubicBezTo>
                <a:cubicBezTo>
                  <a:pt x="743402" y="132774"/>
                  <a:pt x="747370" y="134275"/>
                  <a:pt x="752231" y="134275"/>
                </a:cubicBezTo>
                <a:lnTo>
                  <a:pt x="757163" y="134275"/>
                </a:lnTo>
                <a:cubicBezTo>
                  <a:pt x="758021" y="134275"/>
                  <a:pt x="758664" y="134597"/>
                  <a:pt x="759094" y="135240"/>
                </a:cubicBezTo>
                <a:cubicBezTo>
                  <a:pt x="759524" y="135882"/>
                  <a:pt x="759739" y="136560"/>
                  <a:pt x="759739" y="137276"/>
                </a:cubicBezTo>
                <a:cubicBezTo>
                  <a:pt x="759739" y="138419"/>
                  <a:pt x="759023" y="140063"/>
                  <a:pt x="757592" y="142208"/>
                </a:cubicBezTo>
                <a:cubicBezTo>
                  <a:pt x="756163" y="144353"/>
                  <a:pt x="754376" y="146499"/>
                  <a:pt x="752231" y="148646"/>
                </a:cubicBezTo>
                <a:cubicBezTo>
                  <a:pt x="750086" y="150791"/>
                  <a:pt x="747690" y="152650"/>
                  <a:pt x="745044" y="154223"/>
                </a:cubicBezTo>
                <a:cubicBezTo>
                  <a:pt x="742399" y="155794"/>
                  <a:pt x="739790" y="156580"/>
                  <a:pt x="737215" y="156580"/>
                </a:cubicBezTo>
                <a:close/>
                <a:moveTo>
                  <a:pt x="832021" y="156580"/>
                </a:moveTo>
                <a:cubicBezTo>
                  <a:pt x="823586" y="156580"/>
                  <a:pt x="815757" y="155472"/>
                  <a:pt x="808535" y="153258"/>
                </a:cubicBezTo>
                <a:cubicBezTo>
                  <a:pt x="801315" y="151041"/>
                  <a:pt x="795094" y="147681"/>
                  <a:pt x="789873" y="143177"/>
                </a:cubicBezTo>
                <a:cubicBezTo>
                  <a:pt x="784653" y="138671"/>
                  <a:pt x="780543" y="133058"/>
                  <a:pt x="777540" y="126338"/>
                </a:cubicBezTo>
                <a:cubicBezTo>
                  <a:pt x="774538" y="119618"/>
                  <a:pt x="773037" y="111681"/>
                  <a:pt x="773037" y="102527"/>
                </a:cubicBezTo>
                <a:cubicBezTo>
                  <a:pt x="773037" y="91947"/>
                  <a:pt x="774610" y="82903"/>
                  <a:pt x="777756" y="75395"/>
                </a:cubicBezTo>
                <a:cubicBezTo>
                  <a:pt x="780903" y="67887"/>
                  <a:pt x="785085" y="61702"/>
                  <a:pt x="790305" y="56841"/>
                </a:cubicBezTo>
                <a:cubicBezTo>
                  <a:pt x="795524" y="51979"/>
                  <a:pt x="801422" y="48440"/>
                  <a:pt x="807998" y="46223"/>
                </a:cubicBezTo>
                <a:cubicBezTo>
                  <a:pt x="814577" y="44007"/>
                  <a:pt x="821298" y="42898"/>
                  <a:pt x="828163" y="42898"/>
                </a:cubicBezTo>
                <a:cubicBezTo>
                  <a:pt x="835455" y="42898"/>
                  <a:pt x="841817" y="43721"/>
                  <a:pt x="847250" y="45366"/>
                </a:cubicBezTo>
                <a:cubicBezTo>
                  <a:pt x="852685" y="47011"/>
                  <a:pt x="857226" y="49228"/>
                  <a:pt x="860872" y="52016"/>
                </a:cubicBezTo>
                <a:cubicBezTo>
                  <a:pt x="864518" y="54805"/>
                  <a:pt x="867235" y="58129"/>
                  <a:pt x="869022" y="61989"/>
                </a:cubicBezTo>
                <a:cubicBezTo>
                  <a:pt x="870811" y="65849"/>
                  <a:pt x="871705" y="69996"/>
                  <a:pt x="871705" y="74429"/>
                </a:cubicBezTo>
                <a:cubicBezTo>
                  <a:pt x="871705" y="81580"/>
                  <a:pt x="869631" y="87693"/>
                  <a:pt x="865484" y="92771"/>
                </a:cubicBezTo>
                <a:cubicBezTo>
                  <a:pt x="861336" y="97846"/>
                  <a:pt x="856115" y="102029"/>
                  <a:pt x="849823" y="105319"/>
                </a:cubicBezTo>
                <a:cubicBezTo>
                  <a:pt x="843532" y="108607"/>
                  <a:pt x="836741" y="111038"/>
                  <a:pt x="829449" y="112611"/>
                </a:cubicBezTo>
                <a:cubicBezTo>
                  <a:pt x="822157" y="114182"/>
                  <a:pt x="815292" y="115111"/>
                  <a:pt x="808856" y="115397"/>
                </a:cubicBezTo>
                <a:cubicBezTo>
                  <a:pt x="811288" y="121975"/>
                  <a:pt x="815185" y="126480"/>
                  <a:pt x="820546" y="128910"/>
                </a:cubicBezTo>
                <a:cubicBezTo>
                  <a:pt x="825910" y="131341"/>
                  <a:pt x="831666" y="132556"/>
                  <a:pt x="837814" y="132556"/>
                </a:cubicBezTo>
                <a:cubicBezTo>
                  <a:pt x="841960" y="132556"/>
                  <a:pt x="845642" y="132057"/>
                  <a:pt x="848860" y="131057"/>
                </a:cubicBezTo>
                <a:cubicBezTo>
                  <a:pt x="852079" y="130056"/>
                  <a:pt x="854903" y="128948"/>
                  <a:pt x="857334" y="127732"/>
                </a:cubicBezTo>
                <a:cubicBezTo>
                  <a:pt x="859765" y="126517"/>
                  <a:pt x="861767" y="125408"/>
                  <a:pt x="863340" y="124407"/>
                </a:cubicBezTo>
                <a:cubicBezTo>
                  <a:pt x="864913" y="123405"/>
                  <a:pt x="866128" y="122905"/>
                  <a:pt x="866986" y="122905"/>
                </a:cubicBezTo>
                <a:cubicBezTo>
                  <a:pt x="867699" y="122905"/>
                  <a:pt x="868378" y="123120"/>
                  <a:pt x="869022" y="123549"/>
                </a:cubicBezTo>
                <a:cubicBezTo>
                  <a:pt x="869665" y="123977"/>
                  <a:pt x="869987" y="124764"/>
                  <a:pt x="869987" y="125909"/>
                </a:cubicBezTo>
                <a:cubicBezTo>
                  <a:pt x="869987" y="127624"/>
                  <a:pt x="869629" y="130162"/>
                  <a:pt x="868914" y="133522"/>
                </a:cubicBezTo>
                <a:cubicBezTo>
                  <a:pt x="868200" y="136882"/>
                  <a:pt x="867200" y="140207"/>
                  <a:pt x="865912" y="143498"/>
                </a:cubicBezTo>
                <a:cubicBezTo>
                  <a:pt x="865483" y="144641"/>
                  <a:pt x="864338" y="145963"/>
                  <a:pt x="862479" y="147465"/>
                </a:cubicBezTo>
                <a:cubicBezTo>
                  <a:pt x="860622" y="148966"/>
                  <a:pt x="858228" y="150396"/>
                  <a:pt x="855295" y="151755"/>
                </a:cubicBezTo>
                <a:cubicBezTo>
                  <a:pt x="852365" y="153113"/>
                  <a:pt x="848932" y="154256"/>
                  <a:pt x="844998" y="155185"/>
                </a:cubicBezTo>
                <a:cubicBezTo>
                  <a:pt x="841067" y="156115"/>
                  <a:pt x="836741" y="156580"/>
                  <a:pt x="832021" y="156580"/>
                </a:cubicBezTo>
                <a:moveTo>
                  <a:pt x="806928" y="99097"/>
                </a:moveTo>
                <a:cubicBezTo>
                  <a:pt x="811218" y="98668"/>
                  <a:pt x="815328" y="97774"/>
                  <a:pt x="819260" y="96417"/>
                </a:cubicBezTo>
                <a:cubicBezTo>
                  <a:pt x="823192" y="95058"/>
                  <a:pt x="826695" y="93269"/>
                  <a:pt x="829770" y="91053"/>
                </a:cubicBezTo>
                <a:cubicBezTo>
                  <a:pt x="832844" y="88836"/>
                  <a:pt x="835275" y="86155"/>
                  <a:pt x="837062" y="83011"/>
                </a:cubicBezTo>
                <a:cubicBezTo>
                  <a:pt x="838851" y="79865"/>
                  <a:pt x="839745" y="76360"/>
                  <a:pt x="839745" y="72498"/>
                </a:cubicBezTo>
                <a:cubicBezTo>
                  <a:pt x="839745" y="69496"/>
                  <a:pt x="838708" y="67030"/>
                  <a:pt x="836633" y="65102"/>
                </a:cubicBezTo>
                <a:cubicBezTo>
                  <a:pt x="834560" y="63171"/>
                  <a:pt x="832093" y="62205"/>
                  <a:pt x="829233" y="62205"/>
                </a:cubicBezTo>
                <a:cubicBezTo>
                  <a:pt x="826516" y="62205"/>
                  <a:pt x="823871" y="62849"/>
                  <a:pt x="821296" y="64136"/>
                </a:cubicBezTo>
                <a:cubicBezTo>
                  <a:pt x="818723" y="65421"/>
                  <a:pt x="816400" y="67530"/>
                  <a:pt x="814325" y="70463"/>
                </a:cubicBezTo>
                <a:cubicBezTo>
                  <a:pt x="812252" y="73393"/>
                  <a:pt x="810572" y="77182"/>
                  <a:pt x="809284" y="81830"/>
                </a:cubicBezTo>
                <a:cubicBezTo>
                  <a:pt x="807999" y="86477"/>
                  <a:pt x="807214" y="92233"/>
                  <a:pt x="806928" y="99097"/>
                </a:cubicBezTo>
                <a:close/>
                <a:moveTo>
                  <a:pt x="933477" y="156580"/>
                </a:moveTo>
                <a:cubicBezTo>
                  <a:pt x="927758" y="156580"/>
                  <a:pt x="922110" y="155615"/>
                  <a:pt x="916533" y="153686"/>
                </a:cubicBezTo>
                <a:cubicBezTo>
                  <a:pt x="910956" y="151755"/>
                  <a:pt x="905987" y="148717"/>
                  <a:pt x="901625" y="144571"/>
                </a:cubicBezTo>
                <a:cubicBezTo>
                  <a:pt x="897264" y="140423"/>
                  <a:pt x="893724" y="135168"/>
                  <a:pt x="891008" y="128806"/>
                </a:cubicBezTo>
                <a:cubicBezTo>
                  <a:pt x="888291" y="122441"/>
                  <a:pt x="886933" y="114897"/>
                  <a:pt x="886933" y="106173"/>
                </a:cubicBezTo>
                <a:cubicBezTo>
                  <a:pt x="886933" y="93876"/>
                  <a:pt x="888827" y="83653"/>
                  <a:pt x="892615" y="75503"/>
                </a:cubicBezTo>
                <a:cubicBezTo>
                  <a:pt x="896405" y="67351"/>
                  <a:pt x="901088" y="60845"/>
                  <a:pt x="906666" y="55983"/>
                </a:cubicBezTo>
                <a:cubicBezTo>
                  <a:pt x="912243" y="51122"/>
                  <a:pt x="918176" y="47726"/>
                  <a:pt x="924467" y="45795"/>
                </a:cubicBezTo>
                <a:cubicBezTo>
                  <a:pt x="930760" y="43864"/>
                  <a:pt x="936409" y="42898"/>
                  <a:pt x="941414" y="42898"/>
                </a:cubicBezTo>
                <a:cubicBezTo>
                  <a:pt x="943989" y="42898"/>
                  <a:pt x="946349" y="43077"/>
                  <a:pt x="948493" y="43435"/>
                </a:cubicBezTo>
                <a:cubicBezTo>
                  <a:pt x="950638" y="43793"/>
                  <a:pt x="952497" y="44257"/>
                  <a:pt x="954070" y="44829"/>
                </a:cubicBezTo>
                <a:cubicBezTo>
                  <a:pt x="955930" y="45401"/>
                  <a:pt x="957646" y="46045"/>
                  <a:pt x="959219" y="46760"/>
                </a:cubicBezTo>
                <a:lnTo>
                  <a:pt x="959219" y="5148"/>
                </a:lnTo>
                <a:cubicBezTo>
                  <a:pt x="959219" y="3719"/>
                  <a:pt x="960219" y="2504"/>
                  <a:pt x="962220" y="1502"/>
                </a:cubicBezTo>
                <a:cubicBezTo>
                  <a:pt x="964223" y="501"/>
                  <a:pt x="968513" y="0"/>
                  <a:pt x="975089" y="0"/>
                </a:cubicBezTo>
                <a:cubicBezTo>
                  <a:pt x="981524" y="0"/>
                  <a:pt x="985777" y="501"/>
                  <a:pt x="987850" y="1502"/>
                </a:cubicBezTo>
                <a:cubicBezTo>
                  <a:pt x="989925" y="2504"/>
                  <a:pt x="990963" y="3719"/>
                  <a:pt x="990963" y="5148"/>
                </a:cubicBezTo>
                <a:lnTo>
                  <a:pt x="990963" y="125052"/>
                </a:lnTo>
                <a:cubicBezTo>
                  <a:pt x="990963" y="128340"/>
                  <a:pt x="991713" y="130700"/>
                  <a:pt x="993215" y="132131"/>
                </a:cubicBezTo>
                <a:cubicBezTo>
                  <a:pt x="994716" y="133560"/>
                  <a:pt x="996682" y="134275"/>
                  <a:pt x="999112" y="134275"/>
                </a:cubicBezTo>
                <a:lnTo>
                  <a:pt x="1003403" y="134275"/>
                </a:lnTo>
                <a:cubicBezTo>
                  <a:pt x="1005548" y="134275"/>
                  <a:pt x="1006620" y="135204"/>
                  <a:pt x="1006620" y="137063"/>
                </a:cubicBezTo>
                <a:cubicBezTo>
                  <a:pt x="1006620" y="138348"/>
                  <a:pt x="1005941" y="140099"/>
                  <a:pt x="1004581" y="142316"/>
                </a:cubicBezTo>
                <a:cubicBezTo>
                  <a:pt x="1003224" y="144533"/>
                  <a:pt x="1001473" y="146679"/>
                  <a:pt x="999328" y="148754"/>
                </a:cubicBezTo>
                <a:cubicBezTo>
                  <a:pt x="997184" y="150827"/>
                  <a:pt x="994788" y="152650"/>
                  <a:pt x="992141" y="154223"/>
                </a:cubicBezTo>
                <a:cubicBezTo>
                  <a:pt x="989497" y="155794"/>
                  <a:pt x="986887" y="156580"/>
                  <a:pt x="984312" y="156580"/>
                </a:cubicBezTo>
                <a:cubicBezTo>
                  <a:pt x="981024" y="156580"/>
                  <a:pt x="978129" y="156008"/>
                  <a:pt x="975626" y="154865"/>
                </a:cubicBezTo>
                <a:cubicBezTo>
                  <a:pt x="973123" y="153721"/>
                  <a:pt x="970942" y="152434"/>
                  <a:pt x="969083" y="151003"/>
                </a:cubicBezTo>
                <a:cubicBezTo>
                  <a:pt x="966939" y="149432"/>
                  <a:pt x="965080" y="147645"/>
                  <a:pt x="963506" y="145642"/>
                </a:cubicBezTo>
                <a:cubicBezTo>
                  <a:pt x="961220" y="147645"/>
                  <a:pt x="958574" y="149432"/>
                  <a:pt x="955569" y="151003"/>
                </a:cubicBezTo>
                <a:cubicBezTo>
                  <a:pt x="952997" y="152434"/>
                  <a:pt x="949852" y="153721"/>
                  <a:pt x="946134" y="154865"/>
                </a:cubicBezTo>
                <a:cubicBezTo>
                  <a:pt x="942416" y="156008"/>
                  <a:pt x="938197" y="156580"/>
                  <a:pt x="933477" y="156580"/>
                </a:cubicBezTo>
                <a:moveTo>
                  <a:pt x="959003" y="72927"/>
                </a:moveTo>
                <a:cubicBezTo>
                  <a:pt x="959003" y="70926"/>
                  <a:pt x="957930" y="69068"/>
                  <a:pt x="955786" y="67353"/>
                </a:cubicBezTo>
                <a:cubicBezTo>
                  <a:pt x="953641" y="65636"/>
                  <a:pt x="950852" y="64778"/>
                  <a:pt x="947420" y="64778"/>
                </a:cubicBezTo>
                <a:cubicBezTo>
                  <a:pt x="944418" y="64778"/>
                  <a:pt x="941343" y="65385"/>
                  <a:pt x="938197" y="66601"/>
                </a:cubicBezTo>
                <a:cubicBezTo>
                  <a:pt x="935050" y="67816"/>
                  <a:pt x="932190" y="69926"/>
                  <a:pt x="929615" y="72930"/>
                </a:cubicBezTo>
                <a:cubicBezTo>
                  <a:pt x="927043" y="75933"/>
                  <a:pt x="924970" y="79937"/>
                  <a:pt x="923397" y="84942"/>
                </a:cubicBezTo>
                <a:cubicBezTo>
                  <a:pt x="921824" y="89945"/>
                  <a:pt x="921037" y="96237"/>
                  <a:pt x="921037" y="103817"/>
                </a:cubicBezTo>
                <a:cubicBezTo>
                  <a:pt x="921037" y="109536"/>
                  <a:pt x="921681" y="114397"/>
                  <a:pt x="922968" y="118401"/>
                </a:cubicBezTo>
                <a:cubicBezTo>
                  <a:pt x="924255" y="122405"/>
                  <a:pt x="925971" y="125622"/>
                  <a:pt x="928116" y="128053"/>
                </a:cubicBezTo>
                <a:cubicBezTo>
                  <a:pt x="930261" y="130484"/>
                  <a:pt x="932656" y="132236"/>
                  <a:pt x="935300" y="133309"/>
                </a:cubicBezTo>
                <a:cubicBezTo>
                  <a:pt x="937947" y="134381"/>
                  <a:pt x="940557" y="134916"/>
                  <a:pt x="943129" y="134916"/>
                </a:cubicBezTo>
                <a:cubicBezTo>
                  <a:pt x="947707" y="134916"/>
                  <a:pt x="951497" y="133594"/>
                  <a:pt x="954499" y="130949"/>
                </a:cubicBezTo>
                <a:cubicBezTo>
                  <a:pt x="957502" y="128303"/>
                  <a:pt x="959003" y="125621"/>
                  <a:pt x="959003" y="122905"/>
                </a:cubicBezTo>
                <a:lnTo>
                  <a:pt x="959003" y="72927"/>
                </a:lnTo>
                <a:close/>
                <a:moveTo>
                  <a:pt x="1133388" y="156580"/>
                </a:moveTo>
                <a:cubicBezTo>
                  <a:pt x="1122806" y="156580"/>
                  <a:pt x="1113725" y="155115"/>
                  <a:pt x="1106144" y="152184"/>
                </a:cubicBezTo>
                <a:cubicBezTo>
                  <a:pt x="1098567" y="149252"/>
                  <a:pt x="1092347" y="145284"/>
                  <a:pt x="1087486" y="140281"/>
                </a:cubicBezTo>
                <a:cubicBezTo>
                  <a:pt x="1082624" y="135275"/>
                  <a:pt x="1079049" y="129305"/>
                  <a:pt x="1076760" y="122371"/>
                </a:cubicBezTo>
                <a:cubicBezTo>
                  <a:pt x="1074471" y="115435"/>
                  <a:pt x="1073327" y="108034"/>
                  <a:pt x="1073327" y="100168"/>
                </a:cubicBezTo>
                <a:lnTo>
                  <a:pt x="1073327" y="15016"/>
                </a:lnTo>
                <a:cubicBezTo>
                  <a:pt x="1073327" y="13729"/>
                  <a:pt x="1074327" y="12584"/>
                  <a:pt x="1076328" y="11583"/>
                </a:cubicBezTo>
                <a:cubicBezTo>
                  <a:pt x="1078331" y="10581"/>
                  <a:pt x="1082622" y="10081"/>
                  <a:pt x="1089201" y="10081"/>
                </a:cubicBezTo>
                <a:cubicBezTo>
                  <a:pt x="1095779" y="10081"/>
                  <a:pt x="1100069" y="10581"/>
                  <a:pt x="1102070" y="11583"/>
                </a:cubicBezTo>
                <a:cubicBezTo>
                  <a:pt x="1104073" y="12584"/>
                  <a:pt x="1105074" y="13729"/>
                  <a:pt x="1105074" y="15016"/>
                </a:cubicBezTo>
                <a:lnTo>
                  <a:pt x="1105074" y="94162"/>
                </a:lnTo>
                <a:cubicBezTo>
                  <a:pt x="1105074" y="105746"/>
                  <a:pt x="1107326" y="114505"/>
                  <a:pt x="1111830" y="120440"/>
                </a:cubicBezTo>
                <a:cubicBezTo>
                  <a:pt x="1116335" y="126373"/>
                  <a:pt x="1123521" y="129339"/>
                  <a:pt x="1133388" y="129339"/>
                </a:cubicBezTo>
                <a:cubicBezTo>
                  <a:pt x="1143255" y="129339"/>
                  <a:pt x="1150440" y="126373"/>
                  <a:pt x="1154944" y="120440"/>
                </a:cubicBezTo>
                <a:cubicBezTo>
                  <a:pt x="1159447" y="114505"/>
                  <a:pt x="1161699" y="105746"/>
                  <a:pt x="1161699" y="94162"/>
                </a:cubicBezTo>
                <a:lnTo>
                  <a:pt x="1161699" y="15016"/>
                </a:lnTo>
                <a:cubicBezTo>
                  <a:pt x="1161699" y="13729"/>
                  <a:pt x="1162699" y="12584"/>
                  <a:pt x="1164700" y="11583"/>
                </a:cubicBezTo>
                <a:cubicBezTo>
                  <a:pt x="1166703" y="10581"/>
                  <a:pt x="1170994" y="10081"/>
                  <a:pt x="1177573" y="10081"/>
                </a:cubicBezTo>
                <a:cubicBezTo>
                  <a:pt x="1180861" y="10081"/>
                  <a:pt x="1183541" y="10224"/>
                  <a:pt x="1185614" y="10509"/>
                </a:cubicBezTo>
                <a:cubicBezTo>
                  <a:pt x="1187689" y="10795"/>
                  <a:pt x="1189298" y="11153"/>
                  <a:pt x="1190442" y="11583"/>
                </a:cubicBezTo>
                <a:cubicBezTo>
                  <a:pt x="1191585" y="12013"/>
                  <a:pt x="1192372" y="12513"/>
                  <a:pt x="1192802" y="13085"/>
                </a:cubicBezTo>
                <a:cubicBezTo>
                  <a:pt x="1193231" y="13657"/>
                  <a:pt x="1193446" y="14300"/>
                  <a:pt x="1193446" y="15016"/>
                </a:cubicBezTo>
                <a:lnTo>
                  <a:pt x="1193446" y="100168"/>
                </a:lnTo>
                <a:cubicBezTo>
                  <a:pt x="1193446" y="108034"/>
                  <a:pt x="1192302" y="115435"/>
                  <a:pt x="1190013" y="122371"/>
                </a:cubicBezTo>
                <a:cubicBezTo>
                  <a:pt x="1187724" y="129305"/>
                  <a:pt x="1184149" y="135275"/>
                  <a:pt x="1179288" y="140281"/>
                </a:cubicBezTo>
                <a:cubicBezTo>
                  <a:pt x="1174426" y="145284"/>
                  <a:pt x="1168206" y="149252"/>
                  <a:pt x="1160625" y="152184"/>
                </a:cubicBezTo>
                <a:cubicBezTo>
                  <a:pt x="1153048" y="155115"/>
                  <a:pt x="1143968" y="156580"/>
                  <a:pt x="1133388" y="156580"/>
                </a:cubicBezTo>
                <a:close/>
                <a:moveTo>
                  <a:pt x="1260153" y="156580"/>
                </a:moveTo>
                <a:cubicBezTo>
                  <a:pt x="1253861" y="156580"/>
                  <a:pt x="1247962" y="155794"/>
                  <a:pt x="1242457" y="154223"/>
                </a:cubicBezTo>
                <a:cubicBezTo>
                  <a:pt x="1236952" y="152650"/>
                  <a:pt x="1232161" y="150827"/>
                  <a:pt x="1228085" y="148754"/>
                </a:cubicBezTo>
                <a:cubicBezTo>
                  <a:pt x="1224009" y="146679"/>
                  <a:pt x="1220827" y="144605"/>
                  <a:pt x="1218538" y="142532"/>
                </a:cubicBezTo>
                <a:cubicBezTo>
                  <a:pt x="1216251" y="140457"/>
                  <a:pt x="1215108" y="138848"/>
                  <a:pt x="1215108" y="137705"/>
                </a:cubicBezTo>
                <a:cubicBezTo>
                  <a:pt x="1215108" y="136561"/>
                  <a:pt x="1215680" y="135024"/>
                  <a:pt x="1216823" y="133093"/>
                </a:cubicBezTo>
                <a:cubicBezTo>
                  <a:pt x="1217969" y="131162"/>
                  <a:pt x="1219363" y="129267"/>
                  <a:pt x="1221006" y="127408"/>
                </a:cubicBezTo>
                <a:cubicBezTo>
                  <a:pt x="1222651" y="125549"/>
                  <a:pt x="1224295" y="123941"/>
                  <a:pt x="1225938" y="122584"/>
                </a:cubicBezTo>
                <a:cubicBezTo>
                  <a:pt x="1227583" y="121225"/>
                  <a:pt x="1228836" y="120545"/>
                  <a:pt x="1229695" y="120545"/>
                </a:cubicBezTo>
                <a:cubicBezTo>
                  <a:pt x="1230695" y="120545"/>
                  <a:pt x="1232160" y="121261"/>
                  <a:pt x="1234091" y="122692"/>
                </a:cubicBezTo>
                <a:cubicBezTo>
                  <a:pt x="1236022" y="124121"/>
                  <a:pt x="1238346" y="125729"/>
                  <a:pt x="1241062" y="127516"/>
                </a:cubicBezTo>
                <a:cubicBezTo>
                  <a:pt x="1243779" y="129303"/>
                  <a:pt x="1246817" y="130912"/>
                  <a:pt x="1250177" y="132344"/>
                </a:cubicBezTo>
                <a:cubicBezTo>
                  <a:pt x="1253538" y="133773"/>
                  <a:pt x="1257149" y="134488"/>
                  <a:pt x="1261011" y="134488"/>
                </a:cubicBezTo>
                <a:cubicBezTo>
                  <a:pt x="1264871" y="134488"/>
                  <a:pt x="1267766" y="133558"/>
                  <a:pt x="1269697" y="131699"/>
                </a:cubicBezTo>
                <a:cubicBezTo>
                  <a:pt x="1271628" y="129840"/>
                  <a:pt x="1272594" y="127337"/>
                  <a:pt x="1272594" y="124191"/>
                </a:cubicBezTo>
                <a:cubicBezTo>
                  <a:pt x="1272594" y="122190"/>
                  <a:pt x="1271950" y="120439"/>
                  <a:pt x="1270663" y="118938"/>
                </a:cubicBezTo>
                <a:cubicBezTo>
                  <a:pt x="1269375" y="117437"/>
                  <a:pt x="1267695" y="116114"/>
                  <a:pt x="1265622" y="114971"/>
                </a:cubicBezTo>
                <a:cubicBezTo>
                  <a:pt x="1263549" y="113826"/>
                  <a:pt x="1261119" y="112753"/>
                  <a:pt x="1258330" y="111754"/>
                </a:cubicBezTo>
                <a:cubicBezTo>
                  <a:pt x="1255542" y="110752"/>
                  <a:pt x="1252646" y="109751"/>
                  <a:pt x="1249644" y="108749"/>
                </a:cubicBezTo>
                <a:cubicBezTo>
                  <a:pt x="1246068" y="107462"/>
                  <a:pt x="1242421" y="105997"/>
                  <a:pt x="1238703" y="104354"/>
                </a:cubicBezTo>
                <a:cubicBezTo>
                  <a:pt x="1234985" y="102709"/>
                  <a:pt x="1231695" y="100707"/>
                  <a:pt x="1228835" y="98348"/>
                </a:cubicBezTo>
                <a:cubicBezTo>
                  <a:pt x="1225976" y="95987"/>
                  <a:pt x="1223618" y="93163"/>
                  <a:pt x="1221759" y="89874"/>
                </a:cubicBezTo>
                <a:cubicBezTo>
                  <a:pt x="1219900" y="86584"/>
                  <a:pt x="1218970" y="82723"/>
                  <a:pt x="1218970" y="78291"/>
                </a:cubicBezTo>
                <a:cubicBezTo>
                  <a:pt x="1218970" y="72856"/>
                  <a:pt x="1220077" y="67994"/>
                  <a:pt x="1222292" y="63704"/>
                </a:cubicBezTo>
                <a:cubicBezTo>
                  <a:pt x="1224509" y="59414"/>
                  <a:pt x="1227619" y="55697"/>
                  <a:pt x="1231623" y="52553"/>
                </a:cubicBezTo>
                <a:cubicBezTo>
                  <a:pt x="1235629" y="49407"/>
                  <a:pt x="1240456" y="47011"/>
                  <a:pt x="1246103" y="45366"/>
                </a:cubicBezTo>
                <a:cubicBezTo>
                  <a:pt x="1251752" y="43721"/>
                  <a:pt x="1257936" y="42898"/>
                  <a:pt x="1264657" y="42898"/>
                </a:cubicBezTo>
                <a:cubicBezTo>
                  <a:pt x="1270664" y="42898"/>
                  <a:pt x="1275883" y="43435"/>
                  <a:pt x="1280314" y="44508"/>
                </a:cubicBezTo>
                <a:cubicBezTo>
                  <a:pt x="1284748" y="45580"/>
                  <a:pt x="1288466" y="46902"/>
                  <a:pt x="1291469" y="48475"/>
                </a:cubicBezTo>
                <a:cubicBezTo>
                  <a:pt x="1294471" y="50048"/>
                  <a:pt x="1296687" y="51658"/>
                  <a:pt x="1298116" y="53303"/>
                </a:cubicBezTo>
                <a:cubicBezTo>
                  <a:pt x="1299547" y="54946"/>
                  <a:pt x="1300263" y="56411"/>
                  <a:pt x="1300263" y="57698"/>
                </a:cubicBezTo>
                <a:cubicBezTo>
                  <a:pt x="1300263" y="58844"/>
                  <a:pt x="1299690" y="60382"/>
                  <a:pt x="1298545" y="62313"/>
                </a:cubicBezTo>
                <a:cubicBezTo>
                  <a:pt x="1297401" y="64242"/>
                  <a:pt x="1296079" y="66136"/>
                  <a:pt x="1294578" y="67995"/>
                </a:cubicBezTo>
                <a:cubicBezTo>
                  <a:pt x="1293077" y="69854"/>
                  <a:pt x="1291503" y="71463"/>
                  <a:pt x="1289858" y="72822"/>
                </a:cubicBezTo>
                <a:cubicBezTo>
                  <a:pt x="1288215" y="74180"/>
                  <a:pt x="1286822" y="74858"/>
                  <a:pt x="1285679" y="74858"/>
                </a:cubicBezTo>
                <a:cubicBezTo>
                  <a:pt x="1284963" y="74858"/>
                  <a:pt x="1283926" y="74287"/>
                  <a:pt x="1282566" y="73143"/>
                </a:cubicBezTo>
                <a:cubicBezTo>
                  <a:pt x="1281209" y="72000"/>
                  <a:pt x="1279529" y="70714"/>
                  <a:pt x="1277526" y="69284"/>
                </a:cubicBezTo>
                <a:cubicBezTo>
                  <a:pt x="1275525" y="67853"/>
                  <a:pt x="1273237" y="66566"/>
                  <a:pt x="1270663" y="65422"/>
                </a:cubicBezTo>
                <a:cubicBezTo>
                  <a:pt x="1268088" y="64277"/>
                  <a:pt x="1265156" y="63704"/>
                  <a:pt x="1261868" y="63704"/>
                </a:cubicBezTo>
                <a:cubicBezTo>
                  <a:pt x="1258294" y="63704"/>
                  <a:pt x="1255435" y="64670"/>
                  <a:pt x="1253290" y="66601"/>
                </a:cubicBezTo>
                <a:cubicBezTo>
                  <a:pt x="1251145" y="68532"/>
                  <a:pt x="1250073" y="70926"/>
                  <a:pt x="1250073" y="73785"/>
                </a:cubicBezTo>
                <a:cubicBezTo>
                  <a:pt x="1250073" y="75644"/>
                  <a:pt x="1250572" y="77253"/>
                  <a:pt x="1251572" y="78612"/>
                </a:cubicBezTo>
                <a:cubicBezTo>
                  <a:pt x="1252573" y="79972"/>
                  <a:pt x="1253895" y="81152"/>
                  <a:pt x="1255538" y="82154"/>
                </a:cubicBezTo>
                <a:cubicBezTo>
                  <a:pt x="1257184" y="83153"/>
                  <a:pt x="1259115" y="84082"/>
                  <a:pt x="1261332" y="84942"/>
                </a:cubicBezTo>
                <a:cubicBezTo>
                  <a:pt x="1263548" y="85800"/>
                  <a:pt x="1265944" y="86657"/>
                  <a:pt x="1268519" y="87515"/>
                </a:cubicBezTo>
                <a:cubicBezTo>
                  <a:pt x="1272379" y="88802"/>
                  <a:pt x="1276418" y="90232"/>
                  <a:pt x="1280635" y="91805"/>
                </a:cubicBezTo>
                <a:cubicBezTo>
                  <a:pt x="1284855" y="93376"/>
                  <a:pt x="1288716" y="95378"/>
                  <a:pt x="1292218" y="97811"/>
                </a:cubicBezTo>
                <a:cubicBezTo>
                  <a:pt x="1295722" y="100242"/>
                  <a:pt x="1298583" y="103244"/>
                  <a:pt x="1300800" y="106818"/>
                </a:cubicBezTo>
                <a:cubicBezTo>
                  <a:pt x="1303017" y="110392"/>
                  <a:pt x="1304125" y="114897"/>
                  <a:pt x="1304125" y="120332"/>
                </a:cubicBezTo>
                <a:cubicBezTo>
                  <a:pt x="1304125" y="125765"/>
                  <a:pt x="1303017" y="130699"/>
                  <a:pt x="1300800" y="135132"/>
                </a:cubicBezTo>
                <a:cubicBezTo>
                  <a:pt x="1298583" y="139564"/>
                  <a:pt x="1295543" y="143389"/>
                  <a:pt x="1291681" y="146607"/>
                </a:cubicBezTo>
                <a:cubicBezTo>
                  <a:pt x="1287821" y="149823"/>
                  <a:pt x="1283210" y="152290"/>
                  <a:pt x="1277847" y="154007"/>
                </a:cubicBezTo>
                <a:cubicBezTo>
                  <a:pt x="1272486" y="155722"/>
                  <a:pt x="1266588" y="156580"/>
                  <a:pt x="1260153" y="156580"/>
                </a:cubicBezTo>
                <a:close/>
                <a:moveTo>
                  <a:pt x="1378981" y="156580"/>
                </a:moveTo>
                <a:cubicBezTo>
                  <a:pt x="1370546" y="156580"/>
                  <a:pt x="1362717" y="155472"/>
                  <a:pt x="1355495" y="153258"/>
                </a:cubicBezTo>
                <a:cubicBezTo>
                  <a:pt x="1348275" y="151041"/>
                  <a:pt x="1342054" y="147681"/>
                  <a:pt x="1336832" y="143177"/>
                </a:cubicBezTo>
                <a:cubicBezTo>
                  <a:pt x="1331613" y="138671"/>
                  <a:pt x="1327502" y="133058"/>
                  <a:pt x="1324500" y="126338"/>
                </a:cubicBezTo>
                <a:cubicBezTo>
                  <a:pt x="1321498" y="119618"/>
                  <a:pt x="1319997" y="111681"/>
                  <a:pt x="1319997" y="102527"/>
                </a:cubicBezTo>
                <a:cubicBezTo>
                  <a:pt x="1319997" y="91947"/>
                  <a:pt x="1321570" y="82903"/>
                  <a:pt x="1324716" y="75395"/>
                </a:cubicBezTo>
                <a:cubicBezTo>
                  <a:pt x="1327862" y="67887"/>
                  <a:pt x="1332045" y="61702"/>
                  <a:pt x="1337264" y="56841"/>
                </a:cubicBezTo>
                <a:cubicBezTo>
                  <a:pt x="1342484" y="51979"/>
                  <a:pt x="1348381" y="48440"/>
                  <a:pt x="1354958" y="46223"/>
                </a:cubicBezTo>
                <a:cubicBezTo>
                  <a:pt x="1361536" y="44007"/>
                  <a:pt x="1368258" y="42898"/>
                  <a:pt x="1375122" y="42898"/>
                </a:cubicBezTo>
                <a:cubicBezTo>
                  <a:pt x="1382414" y="42898"/>
                  <a:pt x="1388777" y="43721"/>
                  <a:pt x="1394210" y="45366"/>
                </a:cubicBezTo>
                <a:cubicBezTo>
                  <a:pt x="1399645" y="47011"/>
                  <a:pt x="1404186" y="49228"/>
                  <a:pt x="1407832" y="52016"/>
                </a:cubicBezTo>
                <a:cubicBezTo>
                  <a:pt x="1411478" y="54805"/>
                  <a:pt x="1414194" y="58129"/>
                  <a:pt x="1415981" y="61989"/>
                </a:cubicBezTo>
                <a:cubicBezTo>
                  <a:pt x="1417771" y="65849"/>
                  <a:pt x="1418665" y="69996"/>
                  <a:pt x="1418665" y="74429"/>
                </a:cubicBezTo>
                <a:cubicBezTo>
                  <a:pt x="1418665" y="81580"/>
                  <a:pt x="1416591" y="87693"/>
                  <a:pt x="1412443" y="92771"/>
                </a:cubicBezTo>
                <a:cubicBezTo>
                  <a:pt x="1408296" y="97846"/>
                  <a:pt x="1403075" y="102029"/>
                  <a:pt x="1396783" y="105319"/>
                </a:cubicBezTo>
                <a:cubicBezTo>
                  <a:pt x="1390492" y="108607"/>
                  <a:pt x="1383701" y="111038"/>
                  <a:pt x="1376409" y="112611"/>
                </a:cubicBezTo>
                <a:cubicBezTo>
                  <a:pt x="1369117" y="114182"/>
                  <a:pt x="1362252" y="115111"/>
                  <a:pt x="1355815" y="115397"/>
                </a:cubicBezTo>
                <a:cubicBezTo>
                  <a:pt x="1358248" y="121975"/>
                  <a:pt x="1362145" y="126480"/>
                  <a:pt x="1367506" y="128910"/>
                </a:cubicBezTo>
                <a:cubicBezTo>
                  <a:pt x="1372869" y="131341"/>
                  <a:pt x="1378625" y="132556"/>
                  <a:pt x="1384774" y="132556"/>
                </a:cubicBezTo>
                <a:cubicBezTo>
                  <a:pt x="1388920" y="132556"/>
                  <a:pt x="1392602" y="132057"/>
                  <a:pt x="1395820" y="131057"/>
                </a:cubicBezTo>
                <a:cubicBezTo>
                  <a:pt x="1399039" y="130056"/>
                  <a:pt x="1401863" y="128948"/>
                  <a:pt x="1404294" y="127732"/>
                </a:cubicBezTo>
                <a:cubicBezTo>
                  <a:pt x="1406725" y="126517"/>
                  <a:pt x="1408726" y="125408"/>
                  <a:pt x="1410300" y="124407"/>
                </a:cubicBezTo>
                <a:cubicBezTo>
                  <a:pt x="1411873" y="123405"/>
                  <a:pt x="1413088" y="122905"/>
                  <a:pt x="1413946" y="122905"/>
                </a:cubicBezTo>
                <a:cubicBezTo>
                  <a:pt x="1414659" y="122905"/>
                  <a:pt x="1415338" y="123120"/>
                  <a:pt x="1415981" y="123549"/>
                </a:cubicBezTo>
                <a:cubicBezTo>
                  <a:pt x="1416625" y="123977"/>
                  <a:pt x="1416947" y="124764"/>
                  <a:pt x="1416947" y="125909"/>
                </a:cubicBezTo>
                <a:cubicBezTo>
                  <a:pt x="1416947" y="127624"/>
                  <a:pt x="1416589" y="130162"/>
                  <a:pt x="1415873" y="133522"/>
                </a:cubicBezTo>
                <a:cubicBezTo>
                  <a:pt x="1415160" y="136882"/>
                  <a:pt x="1414160" y="140207"/>
                  <a:pt x="1412872" y="143498"/>
                </a:cubicBezTo>
                <a:cubicBezTo>
                  <a:pt x="1412442" y="144641"/>
                  <a:pt x="1411298" y="145963"/>
                  <a:pt x="1409439" y="147465"/>
                </a:cubicBezTo>
                <a:cubicBezTo>
                  <a:pt x="1407582" y="148966"/>
                  <a:pt x="1405187" y="150396"/>
                  <a:pt x="1402255" y="151755"/>
                </a:cubicBezTo>
                <a:cubicBezTo>
                  <a:pt x="1399324" y="153113"/>
                  <a:pt x="1395892" y="154256"/>
                  <a:pt x="1391958" y="155185"/>
                </a:cubicBezTo>
                <a:cubicBezTo>
                  <a:pt x="1388026" y="156115"/>
                  <a:pt x="1383701" y="156580"/>
                  <a:pt x="1378981" y="156580"/>
                </a:cubicBezTo>
                <a:moveTo>
                  <a:pt x="1353888" y="99097"/>
                </a:moveTo>
                <a:cubicBezTo>
                  <a:pt x="1358177" y="98668"/>
                  <a:pt x="1362288" y="97774"/>
                  <a:pt x="1366220" y="96417"/>
                </a:cubicBezTo>
                <a:cubicBezTo>
                  <a:pt x="1370152" y="95058"/>
                  <a:pt x="1373655" y="93269"/>
                  <a:pt x="1376729" y="91053"/>
                </a:cubicBezTo>
                <a:cubicBezTo>
                  <a:pt x="1379804" y="88836"/>
                  <a:pt x="1382234" y="86155"/>
                  <a:pt x="1384021" y="83011"/>
                </a:cubicBezTo>
                <a:cubicBezTo>
                  <a:pt x="1385811" y="79865"/>
                  <a:pt x="1386705" y="76360"/>
                  <a:pt x="1386705" y="72498"/>
                </a:cubicBezTo>
                <a:cubicBezTo>
                  <a:pt x="1386705" y="69496"/>
                  <a:pt x="1385668" y="67030"/>
                  <a:pt x="1383593" y="65102"/>
                </a:cubicBezTo>
                <a:cubicBezTo>
                  <a:pt x="1381520" y="63171"/>
                  <a:pt x="1379053" y="62205"/>
                  <a:pt x="1376193" y="62205"/>
                </a:cubicBezTo>
                <a:cubicBezTo>
                  <a:pt x="1373476" y="62205"/>
                  <a:pt x="1370830" y="62849"/>
                  <a:pt x="1368256" y="64136"/>
                </a:cubicBezTo>
                <a:cubicBezTo>
                  <a:pt x="1365683" y="65421"/>
                  <a:pt x="1363359" y="67530"/>
                  <a:pt x="1361284" y="70463"/>
                </a:cubicBezTo>
                <a:cubicBezTo>
                  <a:pt x="1359212" y="73393"/>
                  <a:pt x="1357531" y="77182"/>
                  <a:pt x="1356244" y="81830"/>
                </a:cubicBezTo>
                <a:cubicBezTo>
                  <a:pt x="1354959" y="86477"/>
                  <a:pt x="1354173" y="92233"/>
                  <a:pt x="1353888" y="99097"/>
                </a:cubicBezTo>
                <a:close/>
                <a:moveTo>
                  <a:pt x="1456414" y="154436"/>
                </a:moveTo>
                <a:cubicBezTo>
                  <a:pt x="1449979" y="154436"/>
                  <a:pt x="1445726" y="153900"/>
                  <a:pt x="1443653" y="152829"/>
                </a:cubicBezTo>
                <a:cubicBezTo>
                  <a:pt x="1441580" y="151755"/>
                  <a:pt x="1440543" y="150575"/>
                  <a:pt x="1440543" y="149288"/>
                </a:cubicBezTo>
                <a:lnTo>
                  <a:pt x="1440543" y="74217"/>
                </a:lnTo>
                <a:cubicBezTo>
                  <a:pt x="1440543" y="71928"/>
                  <a:pt x="1440222" y="69962"/>
                  <a:pt x="1439578" y="68319"/>
                </a:cubicBezTo>
                <a:cubicBezTo>
                  <a:pt x="1438934" y="66674"/>
                  <a:pt x="1438255" y="65279"/>
                  <a:pt x="1437539" y="64136"/>
                </a:cubicBezTo>
                <a:cubicBezTo>
                  <a:pt x="1436823" y="62991"/>
                  <a:pt x="1436143" y="61953"/>
                  <a:pt x="1435500" y="61024"/>
                </a:cubicBezTo>
                <a:cubicBezTo>
                  <a:pt x="1434858" y="60094"/>
                  <a:pt x="1434538" y="59201"/>
                  <a:pt x="1434538" y="58343"/>
                </a:cubicBezTo>
                <a:cubicBezTo>
                  <a:pt x="1434538" y="57056"/>
                  <a:pt x="1435502" y="55555"/>
                  <a:pt x="1437431" y="53840"/>
                </a:cubicBezTo>
                <a:cubicBezTo>
                  <a:pt x="1439362" y="52122"/>
                  <a:pt x="1441650" y="50442"/>
                  <a:pt x="1444294" y="48799"/>
                </a:cubicBezTo>
                <a:cubicBezTo>
                  <a:pt x="1446941" y="47154"/>
                  <a:pt x="1449622" y="45760"/>
                  <a:pt x="1452339" y="44616"/>
                </a:cubicBezTo>
                <a:cubicBezTo>
                  <a:pt x="1455056" y="43471"/>
                  <a:pt x="1457272" y="42898"/>
                  <a:pt x="1458990" y="42898"/>
                </a:cubicBezTo>
                <a:cubicBezTo>
                  <a:pt x="1462278" y="42898"/>
                  <a:pt x="1464672" y="44007"/>
                  <a:pt x="1466174" y="46223"/>
                </a:cubicBezTo>
                <a:cubicBezTo>
                  <a:pt x="1467675" y="48440"/>
                  <a:pt x="1469427" y="51622"/>
                  <a:pt x="1471430" y="55767"/>
                </a:cubicBezTo>
                <a:cubicBezTo>
                  <a:pt x="1473575" y="53337"/>
                  <a:pt x="1475933" y="51192"/>
                  <a:pt x="1478506" y="49333"/>
                </a:cubicBezTo>
                <a:cubicBezTo>
                  <a:pt x="1480653" y="47760"/>
                  <a:pt x="1483228" y="46294"/>
                  <a:pt x="1486230" y="44937"/>
                </a:cubicBezTo>
                <a:cubicBezTo>
                  <a:pt x="1489232" y="43578"/>
                  <a:pt x="1492450" y="42898"/>
                  <a:pt x="1495882" y="42898"/>
                </a:cubicBezTo>
                <a:cubicBezTo>
                  <a:pt x="1498169" y="42898"/>
                  <a:pt x="1500456" y="43113"/>
                  <a:pt x="1502745" y="43543"/>
                </a:cubicBezTo>
                <a:cubicBezTo>
                  <a:pt x="1505034" y="43971"/>
                  <a:pt x="1507072" y="44578"/>
                  <a:pt x="1508859" y="45366"/>
                </a:cubicBezTo>
                <a:cubicBezTo>
                  <a:pt x="1510646" y="46151"/>
                  <a:pt x="1512111" y="47009"/>
                  <a:pt x="1513255" y="47938"/>
                </a:cubicBezTo>
                <a:cubicBezTo>
                  <a:pt x="1514400" y="48868"/>
                  <a:pt x="1514973" y="49905"/>
                  <a:pt x="1514973" y="51051"/>
                </a:cubicBezTo>
                <a:cubicBezTo>
                  <a:pt x="1514973" y="52050"/>
                  <a:pt x="1514293" y="53801"/>
                  <a:pt x="1512934" y="56304"/>
                </a:cubicBezTo>
                <a:cubicBezTo>
                  <a:pt x="1511574" y="58807"/>
                  <a:pt x="1510001" y="61381"/>
                  <a:pt x="1508214" y="64028"/>
                </a:cubicBezTo>
                <a:cubicBezTo>
                  <a:pt x="1506427" y="66673"/>
                  <a:pt x="1504568" y="69032"/>
                  <a:pt x="1502637" y="71107"/>
                </a:cubicBezTo>
                <a:cubicBezTo>
                  <a:pt x="1500708" y="73180"/>
                  <a:pt x="1499100" y="74217"/>
                  <a:pt x="1497813" y="74217"/>
                </a:cubicBezTo>
                <a:cubicBezTo>
                  <a:pt x="1496953" y="74217"/>
                  <a:pt x="1496131" y="73931"/>
                  <a:pt x="1495345" y="73359"/>
                </a:cubicBezTo>
                <a:cubicBezTo>
                  <a:pt x="1494560" y="72785"/>
                  <a:pt x="1493666" y="72177"/>
                  <a:pt x="1492665" y="71533"/>
                </a:cubicBezTo>
                <a:cubicBezTo>
                  <a:pt x="1491663" y="70889"/>
                  <a:pt x="1490519" y="70282"/>
                  <a:pt x="1489231" y="69710"/>
                </a:cubicBezTo>
                <a:cubicBezTo>
                  <a:pt x="1487944" y="69138"/>
                  <a:pt x="1486515" y="68852"/>
                  <a:pt x="1484944" y="68852"/>
                </a:cubicBezTo>
                <a:cubicBezTo>
                  <a:pt x="1483371" y="68852"/>
                  <a:pt x="1481832" y="69210"/>
                  <a:pt x="1480329" y="69926"/>
                </a:cubicBezTo>
                <a:cubicBezTo>
                  <a:pt x="1478828" y="70639"/>
                  <a:pt x="1477470" y="71605"/>
                  <a:pt x="1476254" y="72822"/>
                </a:cubicBezTo>
                <a:cubicBezTo>
                  <a:pt x="1475039" y="74038"/>
                  <a:pt x="1474073" y="75432"/>
                  <a:pt x="1473358" y="77005"/>
                </a:cubicBezTo>
                <a:cubicBezTo>
                  <a:pt x="1472644" y="78576"/>
                  <a:pt x="1472287" y="80220"/>
                  <a:pt x="1472287" y="81938"/>
                </a:cubicBezTo>
                <a:lnTo>
                  <a:pt x="1472287" y="149288"/>
                </a:lnTo>
                <a:cubicBezTo>
                  <a:pt x="1472287" y="150575"/>
                  <a:pt x="1471286" y="151755"/>
                  <a:pt x="1469283" y="152829"/>
                </a:cubicBezTo>
                <a:cubicBezTo>
                  <a:pt x="1467282" y="153900"/>
                  <a:pt x="1462992" y="154436"/>
                  <a:pt x="1456414" y="1544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B7D99-C2D7-4AE7-87DA-D9836C58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179" y="1661104"/>
            <a:ext cx="1643730" cy="1824230"/>
          </a:xfrm>
          <a:custGeom xmlns:a="http://schemas.openxmlformats.org/drawingml/2006/main">
            <a:pathLst>
              <a:path w="1643730" h="1824230">
                <a:moveTo>
                  <a:pt x="0" y="273673"/>
                </a:moveTo>
                <a:cubicBezTo>
                  <a:pt x="0" y="122545"/>
                  <a:pt x="122464" y="0"/>
                  <a:pt x="273593" y="0"/>
                </a:cubicBezTo>
                <a:lnTo>
                  <a:pt x="1370056" y="0"/>
                </a:lnTo>
                <a:cubicBezTo>
                  <a:pt x="1521185" y="0"/>
                  <a:pt x="1643730" y="122545"/>
                  <a:pt x="1643730" y="273673"/>
                </a:cubicBezTo>
                <a:lnTo>
                  <a:pt x="1643730" y="1550573"/>
                </a:lnTo>
                <a:cubicBezTo>
                  <a:pt x="1643730" y="1701701"/>
                  <a:pt x="1521185" y="1824230"/>
                  <a:pt x="1370056" y="1824230"/>
                </a:cubicBezTo>
                <a:lnTo>
                  <a:pt x="273593" y="1824230"/>
                </a:lnTo>
                <a:cubicBezTo>
                  <a:pt x="122464" y="1824230"/>
                  <a:pt x="0" y="1701701"/>
                  <a:pt x="0" y="1550573"/>
                </a:cubicBezTo>
                <a:lnTo>
                  <a:pt x="0" y="273673"/>
                </a:lnTo>
                <a:close/>
              </a:path>
            </a:pathLst>
          </a:custGeom>
          <a:solidFill xmlns:a="http://schemas.openxmlformats.org/drawingml/2006/main">
            <a:srgbClr val="E2F0D9">
              <a:alpha val="1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AD87E-7FE5-4408-8B01-25587652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179" y="1661104"/>
            <a:ext cx="1643730" cy="1824230"/>
          </a:xfrm>
          <a:custGeom xmlns:a="http://schemas.openxmlformats.org/drawingml/2006/main">
            <a:pathLst>
              <a:path w="1643730" h="1824230" fill="none">
                <a:moveTo>
                  <a:pt x="0" y="273673"/>
                </a:moveTo>
                <a:cubicBezTo>
                  <a:pt x="0" y="122545"/>
                  <a:pt x="122464" y="0"/>
                  <a:pt x="273593" y="0"/>
                </a:cubicBezTo>
                <a:lnTo>
                  <a:pt x="1370056" y="0"/>
                </a:lnTo>
                <a:cubicBezTo>
                  <a:pt x="1521185" y="0"/>
                  <a:pt x="1643730" y="122545"/>
                  <a:pt x="1643730" y="273673"/>
                </a:cubicBezTo>
                <a:lnTo>
                  <a:pt x="1643730" y="1550573"/>
                </a:lnTo>
                <a:cubicBezTo>
                  <a:pt x="1643730" y="1701701"/>
                  <a:pt x="1521185" y="1824230"/>
                  <a:pt x="1370056" y="1824230"/>
                </a:cubicBezTo>
                <a:lnTo>
                  <a:pt x="273593" y="1824230"/>
                </a:lnTo>
                <a:cubicBezTo>
                  <a:pt x="122464" y="1824230"/>
                  <a:pt x="0" y="1701701"/>
                  <a:pt x="0" y="1550573"/>
                </a:cubicBezTo>
                <a:lnTo>
                  <a:pt x="0" y="2736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09" cap="flat">
            <a:solidFill>
              <a:srgbClr val="1EADB8"/>
            </a:solidFill>
            <a:miter/>
          </a:ln>
        </p:spPr>
      </p:sp>
      <p:sp>
        <p:nvSpPr>
          <p:cNvPr id="25" name="Text Policy">
            <a:extLst xmlns:a="http://schemas.openxmlformats.org/drawingml/2006/main">
              <a:ext uri="{FF2B5EF4-FFF2-40B4-BE49-F238E27FC236}">
                <a16:creationId xmlns:a16="http://schemas.microsoft.com/office/drawing/2014/main" id="{8BFDA0B0-364A-4062-94F2-622942BF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286" y="2937675"/>
            <a:ext cx="599726" cy="206344"/>
          </a:xfrm>
          <a:custGeom xmlns:a="http://schemas.openxmlformats.org/drawingml/2006/main">
            <a:pathLst>
              <a:path w="599726" h="206344">
                <a:moveTo>
                  <a:pt x="15870" y="154436"/>
                </a:moveTo>
                <a:cubicBezTo>
                  <a:pt x="9580" y="154436"/>
                  <a:pt x="5362" y="153935"/>
                  <a:pt x="3217" y="152934"/>
                </a:cubicBezTo>
                <a:cubicBezTo>
                  <a:pt x="1072" y="151932"/>
                  <a:pt x="0" y="150789"/>
                  <a:pt x="0" y="149504"/>
                </a:cubicBezTo>
                <a:lnTo>
                  <a:pt x="0" y="21235"/>
                </a:lnTo>
                <a:cubicBezTo>
                  <a:pt x="0" y="19662"/>
                  <a:pt x="1179" y="18088"/>
                  <a:pt x="3538" y="16515"/>
                </a:cubicBezTo>
                <a:cubicBezTo>
                  <a:pt x="5897" y="14942"/>
                  <a:pt x="9114" y="13584"/>
                  <a:pt x="13190" y="12440"/>
                </a:cubicBezTo>
                <a:cubicBezTo>
                  <a:pt x="17266" y="11297"/>
                  <a:pt x="22092" y="10369"/>
                  <a:pt x="27669" y="9655"/>
                </a:cubicBezTo>
                <a:cubicBezTo>
                  <a:pt x="33246" y="8939"/>
                  <a:pt x="39252" y="8582"/>
                  <a:pt x="45687" y="8582"/>
                </a:cubicBezTo>
                <a:cubicBezTo>
                  <a:pt x="55124" y="8582"/>
                  <a:pt x="63667" y="9761"/>
                  <a:pt x="71317" y="12120"/>
                </a:cubicBezTo>
                <a:cubicBezTo>
                  <a:pt x="78969" y="14478"/>
                  <a:pt x="85476" y="17874"/>
                  <a:pt x="90837" y="22308"/>
                </a:cubicBezTo>
                <a:cubicBezTo>
                  <a:pt x="96200" y="26740"/>
                  <a:pt x="100347" y="32138"/>
                  <a:pt x="103277" y="38503"/>
                </a:cubicBezTo>
                <a:cubicBezTo>
                  <a:pt x="106209" y="44865"/>
                  <a:pt x="107676" y="52122"/>
                  <a:pt x="107676" y="60274"/>
                </a:cubicBezTo>
                <a:cubicBezTo>
                  <a:pt x="107676" y="70141"/>
                  <a:pt x="106103" y="78685"/>
                  <a:pt x="102956" y="85908"/>
                </a:cubicBezTo>
                <a:cubicBezTo>
                  <a:pt x="99810" y="93128"/>
                  <a:pt x="95555" y="99133"/>
                  <a:pt x="90192" y="103925"/>
                </a:cubicBezTo>
                <a:cubicBezTo>
                  <a:pt x="84831" y="108714"/>
                  <a:pt x="78575" y="112288"/>
                  <a:pt x="71425" y="114647"/>
                </a:cubicBezTo>
                <a:cubicBezTo>
                  <a:pt x="64275" y="117006"/>
                  <a:pt x="56768" y="118185"/>
                  <a:pt x="48904" y="118185"/>
                </a:cubicBezTo>
                <a:cubicBezTo>
                  <a:pt x="46759" y="118185"/>
                  <a:pt x="44649" y="118078"/>
                  <a:pt x="42574" y="117864"/>
                </a:cubicBezTo>
                <a:cubicBezTo>
                  <a:pt x="40501" y="117651"/>
                  <a:pt x="38679" y="117401"/>
                  <a:pt x="37108" y="117115"/>
                </a:cubicBezTo>
                <a:cubicBezTo>
                  <a:pt x="35249" y="116829"/>
                  <a:pt x="33461" y="116471"/>
                  <a:pt x="31744" y="116041"/>
                </a:cubicBezTo>
                <a:lnTo>
                  <a:pt x="31744" y="149504"/>
                </a:lnTo>
                <a:cubicBezTo>
                  <a:pt x="31744" y="150789"/>
                  <a:pt x="30672" y="151932"/>
                  <a:pt x="28527" y="152934"/>
                </a:cubicBezTo>
                <a:cubicBezTo>
                  <a:pt x="26382" y="153935"/>
                  <a:pt x="22163" y="154436"/>
                  <a:pt x="15870" y="154436"/>
                </a:cubicBezTo>
                <a:moveTo>
                  <a:pt x="31744" y="84726"/>
                </a:moveTo>
                <a:cubicBezTo>
                  <a:pt x="31744" y="86871"/>
                  <a:pt x="32887" y="88694"/>
                  <a:pt x="35174" y="90195"/>
                </a:cubicBezTo>
                <a:cubicBezTo>
                  <a:pt x="37463" y="91696"/>
                  <a:pt x="41468" y="92447"/>
                  <a:pt x="47189" y="92447"/>
                </a:cubicBezTo>
                <a:cubicBezTo>
                  <a:pt x="55197" y="92447"/>
                  <a:pt x="61595" y="90016"/>
                  <a:pt x="66385" y="85155"/>
                </a:cubicBezTo>
                <a:cubicBezTo>
                  <a:pt x="71176" y="80293"/>
                  <a:pt x="73572" y="72357"/>
                  <a:pt x="73572" y="61344"/>
                </a:cubicBezTo>
                <a:cubicBezTo>
                  <a:pt x="73572" y="51192"/>
                  <a:pt x="71212" y="44007"/>
                  <a:pt x="66493" y="39789"/>
                </a:cubicBezTo>
                <a:cubicBezTo>
                  <a:pt x="61773" y="35571"/>
                  <a:pt x="54910" y="33462"/>
                  <a:pt x="45903" y="33462"/>
                </a:cubicBezTo>
                <a:cubicBezTo>
                  <a:pt x="41183" y="33462"/>
                  <a:pt x="37643" y="34321"/>
                  <a:pt x="35282" y="36038"/>
                </a:cubicBezTo>
                <a:cubicBezTo>
                  <a:pt x="32923" y="37753"/>
                  <a:pt x="31744" y="39683"/>
                  <a:pt x="31744" y="41828"/>
                </a:cubicBezTo>
                <a:lnTo>
                  <a:pt x="31744" y="84726"/>
                </a:lnTo>
                <a:close/>
                <a:moveTo>
                  <a:pt x="181889" y="156367"/>
                </a:moveTo>
                <a:cubicBezTo>
                  <a:pt x="174312" y="156367"/>
                  <a:pt x="167090" y="155188"/>
                  <a:pt x="160226" y="152829"/>
                </a:cubicBezTo>
                <a:cubicBezTo>
                  <a:pt x="153364" y="150468"/>
                  <a:pt x="147358" y="146929"/>
                  <a:pt x="142209" y="142212"/>
                </a:cubicBezTo>
                <a:cubicBezTo>
                  <a:pt x="137061" y="137492"/>
                  <a:pt x="132951" y="131557"/>
                  <a:pt x="129876" y="124407"/>
                </a:cubicBezTo>
                <a:cubicBezTo>
                  <a:pt x="126802" y="117257"/>
                  <a:pt x="125265" y="108891"/>
                  <a:pt x="125265" y="99310"/>
                </a:cubicBezTo>
                <a:cubicBezTo>
                  <a:pt x="125265" y="89729"/>
                  <a:pt x="126802" y="81400"/>
                  <a:pt x="129876" y="74321"/>
                </a:cubicBezTo>
                <a:cubicBezTo>
                  <a:pt x="132951" y="67243"/>
                  <a:pt x="137061" y="61380"/>
                  <a:pt x="142209" y="56733"/>
                </a:cubicBezTo>
                <a:cubicBezTo>
                  <a:pt x="147358" y="52085"/>
                  <a:pt x="153364" y="48618"/>
                  <a:pt x="160226" y="46331"/>
                </a:cubicBezTo>
                <a:cubicBezTo>
                  <a:pt x="167090" y="44043"/>
                  <a:pt x="174312" y="42898"/>
                  <a:pt x="181889" y="42898"/>
                </a:cubicBezTo>
                <a:cubicBezTo>
                  <a:pt x="189470" y="42898"/>
                  <a:pt x="196656" y="44043"/>
                  <a:pt x="203448" y="46331"/>
                </a:cubicBezTo>
                <a:cubicBezTo>
                  <a:pt x="210241" y="48618"/>
                  <a:pt x="216246" y="52085"/>
                  <a:pt x="221466" y="56733"/>
                </a:cubicBezTo>
                <a:cubicBezTo>
                  <a:pt x="226685" y="61380"/>
                  <a:pt x="230832" y="67243"/>
                  <a:pt x="233906" y="74321"/>
                </a:cubicBezTo>
                <a:cubicBezTo>
                  <a:pt x="236980" y="81400"/>
                  <a:pt x="238518" y="89729"/>
                  <a:pt x="238518" y="99310"/>
                </a:cubicBezTo>
                <a:cubicBezTo>
                  <a:pt x="238518" y="108891"/>
                  <a:pt x="236980" y="117257"/>
                  <a:pt x="233906" y="124407"/>
                </a:cubicBezTo>
                <a:cubicBezTo>
                  <a:pt x="230832" y="131557"/>
                  <a:pt x="226685" y="137492"/>
                  <a:pt x="221466" y="142212"/>
                </a:cubicBezTo>
                <a:cubicBezTo>
                  <a:pt x="216246" y="146929"/>
                  <a:pt x="210241" y="150468"/>
                  <a:pt x="203448" y="152829"/>
                </a:cubicBezTo>
                <a:cubicBezTo>
                  <a:pt x="196656" y="155188"/>
                  <a:pt x="189470" y="156367"/>
                  <a:pt x="181889" y="156367"/>
                </a:cubicBezTo>
                <a:moveTo>
                  <a:pt x="181889" y="134704"/>
                </a:moveTo>
                <a:cubicBezTo>
                  <a:pt x="184894" y="134704"/>
                  <a:pt x="187791" y="134096"/>
                  <a:pt x="190579" y="132881"/>
                </a:cubicBezTo>
                <a:cubicBezTo>
                  <a:pt x="193368" y="131665"/>
                  <a:pt x="195762" y="129663"/>
                  <a:pt x="197763" y="126875"/>
                </a:cubicBezTo>
                <a:cubicBezTo>
                  <a:pt x="199766" y="124086"/>
                  <a:pt x="201375" y="120404"/>
                  <a:pt x="202591" y="115829"/>
                </a:cubicBezTo>
                <a:cubicBezTo>
                  <a:pt x="203806" y="111251"/>
                  <a:pt x="204414" y="105674"/>
                  <a:pt x="204414" y="99097"/>
                </a:cubicBezTo>
                <a:cubicBezTo>
                  <a:pt x="204414" y="92519"/>
                  <a:pt x="203806" y="86942"/>
                  <a:pt x="202591" y="82366"/>
                </a:cubicBezTo>
                <a:cubicBezTo>
                  <a:pt x="201375" y="77791"/>
                  <a:pt x="199766" y="74109"/>
                  <a:pt x="197763" y="71320"/>
                </a:cubicBezTo>
                <a:cubicBezTo>
                  <a:pt x="195762" y="68532"/>
                  <a:pt x="193368" y="66530"/>
                  <a:pt x="190579" y="65314"/>
                </a:cubicBezTo>
                <a:cubicBezTo>
                  <a:pt x="187791" y="64099"/>
                  <a:pt x="184894" y="63491"/>
                  <a:pt x="181889" y="63491"/>
                </a:cubicBezTo>
                <a:cubicBezTo>
                  <a:pt x="178887" y="63491"/>
                  <a:pt x="175992" y="64099"/>
                  <a:pt x="173203" y="65314"/>
                </a:cubicBezTo>
                <a:cubicBezTo>
                  <a:pt x="170415" y="66530"/>
                  <a:pt x="167984" y="68532"/>
                  <a:pt x="165911" y="71320"/>
                </a:cubicBezTo>
                <a:cubicBezTo>
                  <a:pt x="163838" y="74109"/>
                  <a:pt x="162194" y="77791"/>
                  <a:pt x="160979" y="82366"/>
                </a:cubicBezTo>
                <a:cubicBezTo>
                  <a:pt x="159763" y="86942"/>
                  <a:pt x="159156" y="92519"/>
                  <a:pt x="159156" y="99097"/>
                </a:cubicBezTo>
                <a:cubicBezTo>
                  <a:pt x="159156" y="105674"/>
                  <a:pt x="159763" y="111251"/>
                  <a:pt x="160979" y="115829"/>
                </a:cubicBezTo>
                <a:cubicBezTo>
                  <a:pt x="162194" y="120404"/>
                  <a:pt x="163838" y="124086"/>
                  <a:pt x="165911" y="126875"/>
                </a:cubicBezTo>
                <a:cubicBezTo>
                  <a:pt x="167984" y="129663"/>
                  <a:pt x="170415" y="131665"/>
                  <a:pt x="173203" y="132881"/>
                </a:cubicBezTo>
                <a:cubicBezTo>
                  <a:pt x="175992" y="134096"/>
                  <a:pt x="178887" y="134704"/>
                  <a:pt x="181889" y="134704"/>
                </a:cubicBezTo>
                <a:close/>
                <a:moveTo>
                  <a:pt x="285275" y="156580"/>
                </a:moveTo>
                <a:cubicBezTo>
                  <a:pt x="277268" y="156580"/>
                  <a:pt x="271083" y="154328"/>
                  <a:pt x="266721" y="149824"/>
                </a:cubicBezTo>
                <a:cubicBezTo>
                  <a:pt x="262362" y="145321"/>
                  <a:pt x="260182" y="139065"/>
                  <a:pt x="260182" y="131057"/>
                </a:cubicBezTo>
                <a:lnTo>
                  <a:pt x="260182" y="5148"/>
                </a:lnTo>
                <a:cubicBezTo>
                  <a:pt x="260182" y="3719"/>
                  <a:pt x="261182" y="2504"/>
                  <a:pt x="263183" y="1502"/>
                </a:cubicBezTo>
                <a:cubicBezTo>
                  <a:pt x="265186" y="501"/>
                  <a:pt x="269476" y="0"/>
                  <a:pt x="276052" y="0"/>
                </a:cubicBezTo>
                <a:cubicBezTo>
                  <a:pt x="282487" y="0"/>
                  <a:pt x="286740" y="501"/>
                  <a:pt x="288813" y="1502"/>
                </a:cubicBezTo>
                <a:cubicBezTo>
                  <a:pt x="290888" y="2504"/>
                  <a:pt x="291926" y="3719"/>
                  <a:pt x="291926" y="5148"/>
                </a:cubicBezTo>
                <a:lnTo>
                  <a:pt x="291926" y="125052"/>
                </a:lnTo>
                <a:cubicBezTo>
                  <a:pt x="291926" y="128340"/>
                  <a:pt x="292640" y="130700"/>
                  <a:pt x="294070" y="132131"/>
                </a:cubicBezTo>
                <a:cubicBezTo>
                  <a:pt x="295501" y="133560"/>
                  <a:pt x="297503" y="134275"/>
                  <a:pt x="300075" y="134275"/>
                </a:cubicBezTo>
                <a:lnTo>
                  <a:pt x="304582" y="134275"/>
                </a:lnTo>
                <a:cubicBezTo>
                  <a:pt x="306583" y="134275"/>
                  <a:pt x="307583" y="135204"/>
                  <a:pt x="307583" y="137063"/>
                </a:cubicBezTo>
                <a:cubicBezTo>
                  <a:pt x="307583" y="138348"/>
                  <a:pt x="306904" y="140063"/>
                  <a:pt x="305544" y="142208"/>
                </a:cubicBezTo>
                <a:cubicBezTo>
                  <a:pt x="304187" y="144353"/>
                  <a:pt x="302436" y="146499"/>
                  <a:pt x="300291" y="148646"/>
                </a:cubicBezTo>
                <a:cubicBezTo>
                  <a:pt x="298147" y="150791"/>
                  <a:pt x="295751" y="152650"/>
                  <a:pt x="293104" y="154223"/>
                </a:cubicBezTo>
                <a:cubicBezTo>
                  <a:pt x="290460" y="155794"/>
                  <a:pt x="287850" y="156580"/>
                  <a:pt x="285275" y="156580"/>
                </a:cubicBezTo>
                <a:close/>
                <a:moveTo>
                  <a:pt x="339759" y="0"/>
                </a:moveTo>
                <a:cubicBezTo>
                  <a:pt x="345764" y="0"/>
                  <a:pt x="350125" y="1287"/>
                  <a:pt x="352841" y="3862"/>
                </a:cubicBezTo>
                <a:cubicBezTo>
                  <a:pt x="355560" y="6435"/>
                  <a:pt x="356919" y="10652"/>
                  <a:pt x="356919" y="16515"/>
                </a:cubicBezTo>
                <a:cubicBezTo>
                  <a:pt x="356919" y="22522"/>
                  <a:pt x="355560" y="26741"/>
                  <a:pt x="352841" y="29172"/>
                </a:cubicBezTo>
                <a:cubicBezTo>
                  <a:pt x="350125" y="31602"/>
                  <a:pt x="345764" y="32818"/>
                  <a:pt x="339759" y="32818"/>
                </a:cubicBezTo>
                <a:cubicBezTo>
                  <a:pt x="333753" y="32818"/>
                  <a:pt x="329391" y="31602"/>
                  <a:pt x="326674" y="29172"/>
                </a:cubicBezTo>
                <a:cubicBezTo>
                  <a:pt x="323958" y="26741"/>
                  <a:pt x="322600" y="22522"/>
                  <a:pt x="322600" y="16515"/>
                </a:cubicBezTo>
                <a:cubicBezTo>
                  <a:pt x="322600" y="10652"/>
                  <a:pt x="323958" y="6435"/>
                  <a:pt x="326674" y="3862"/>
                </a:cubicBezTo>
                <a:cubicBezTo>
                  <a:pt x="329391" y="1287"/>
                  <a:pt x="333753" y="0"/>
                  <a:pt x="339759" y="0"/>
                </a:cubicBezTo>
                <a:moveTo>
                  <a:pt x="355630" y="125052"/>
                </a:moveTo>
                <a:cubicBezTo>
                  <a:pt x="355630" y="128340"/>
                  <a:pt x="356380" y="130700"/>
                  <a:pt x="357882" y="132131"/>
                </a:cubicBezTo>
                <a:cubicBezTo>
                  <a:pt x="359385" y="133560"/>
                  <a:pt x="361352" y="134275"/>
                  <a:pt x="363783" y="134275"/>
                </a:cubicBezTo>
                <a:lnTo>
                  <a:pt x="368286" y="134275"/>
                </a:lnTo>
                <a:cubicBezTo>
                  <a:pt x="370287" y="134275"/>
                  <a:pt x="371287" y="135204"/>
                  <a:pt x="371287" y="137063"/>
                </a:cubicBezTo>
                <a:cubicBezTo>
                  <a:pt x="371287" y="138348"/>
                  <a:pt x="370608" y="140063"/>
                  <a:pt x="369248" y="142208"/>
                </a:cubicBezTo>
                <a:cubicBezTo>
                  <a:pt x="367891" y="144353"/>
                  <a:pt x="366176" y="146499"/>
                  <a:pt x="364103" y="148646"/>
                </a:cubicBezTo>
                <a:cubicBezTo>
                  <a:pt x="362031" y="150791"/>
                  <a:pt x="359671" y="152650"/>
                  <a:pt x="357024" y="154223"/>
                </a:cubicBezTo>
                <a:cubicBezTo>
                  <a:pt x="354380" y="155794"/>
                  <a:pt x="351770" y="156580"/>
                  <a:pt x="349195" y="156580"/>
                </a:cubicBezTo>
                <a:cubicBezTo>
                  <a:pt x="341188" y="156580"/>
                  <a:pt x="334967" y="154328"/>
                  <a:pt x="330533" y="149824"/>
                </a:cubicBezTo>
                <a:cubicBezTo>
                  <a:pt x="326102" y="145321"/>
                  <a:pt x="323886" y="139065"/>
                  <a:pt x="323886" y="131057"/>
                </a:cubicBezTo>
                <a:lnTo>
                  <a:pt x="323886" y="50193"/>
                </a:lnTo>
                <a:cubicBezTo>
                  <a:pt x="323886" y="48762"/>
                  <a:pt x="324922" y="47547"/>
                  <a:pt x="326995" y="46547"/>
                </a:cubicBezTo>
                <a:cubicBezTo>
                  <a:pt x="329070" y="45546"/>
                  <a:pt x="333325" y="45045"/>
                  <a:pt x="339759" y="45045"/>
                </a:cubicBezTo>
                <a:cubicBezTo>
                  <a:pt x="346336" y="45045"/>
                  <a:pt x="350624" y="45546"/>
                  <a:pt x="352625" y="46547"/>
                </a:cubicBezTo>
                <a:cubicBezTo>
                  <a:pt x="354628" y="47547"/>
                  <a:pt x="355630" y="48762"/>
                  <a:pt x="355630" y="50193"/>
                </a:cubicBezTo>
                <a:lnTo>
                  <a:pt x="355630" y="125052"/>
                </a:lnTo>
                <a:close/>
                <a:moveTo>
                  <a:pt x="444003" y="156580"/>
                </a:moveTo>
                <a:cubicBezTo>
                  <a:pt x="436281" y="156580"/>
                  <a:pt x="428916" y="155543"/>
                  <a:pt x="421908" y="153470"/>
                </a:cubicBezTo>
                <a:cubicBezTo>
                  <a:pt x="414901" y="151398"/>
                  <a:pt x="408717" y="148145"/>
                  <a:pt x="403353" y="143714"/>
                </a:cubicBezTo>
                <a:cubicBezTo>
                  <a:pt x="397992" y="139280"/>
                  <a:pt x="393703" y="133667"/>
                  <a:pt x="390484" y="126875"/>
                </a:cubicBezTo>
                <a:cubicBezTo>
                  <a:pt x="387268" y="120082"/>
                  <a:pt x="385660" y="111896"/>
                  <a:pt x="385660" y="102315"/>
                </a:cubicBezTo>
                <a:cubicBezTo>
                  <a:pt x="385660" y="92304"/>
                  <a:pt x="387268" y="83581"/>
                  <a:pt x="390484" y="76144"/>
                </a:cubicBezTo>
                <a:cubicBezTo>
                  <a:pt x="393703" y="68708"/>
                  <a:pt x="398028" y="62525"/>
                  <a:pt x="403461" y="57594"/>
                </a:cubicBezTo>
                <a:cubicBezTo>
                  <a:pt x="408897" y="52660"/>
                  <a:pt x="415188" y="48978"/>
                  <a:pt x="422336" y="46547"/>
                </a:cubicBezTo>
                <a:cubicBezTo>
                  <a:pt x="429487" y="44115"/>
                  <a:pt x="437066" y="42898"/>
                  <a:pt x="445073" y="42898"/>
                </a:cubicBezTo>
                <a:cubicBezTo>
                  <a:pt x="450509" y="42898"/>
                  <a:pt x="455228" y="43328"/>
                  <a:pt x="459232" y="44188"/>
                </a:cubicBezTo>
                <a:cubicBezTo>
                  <a:pt x="463236" y="45045"/>
                  <a:pt x="466596" y="46082"/>
                  <a:pt x="469313" y="47297"/>
                </a:cubicBezTo>
                <a:cubicBezTo>
                  <a:pt x="472029" y="48512"/>
                  <a:pt x="474066" y="49800"/>
                  <a:pt x="475423" y="51159"/>
                </a:cubicBezTo>
                <a:cubicBezTo>
                  <a:pt x="476783" y="52516"/>
                  <a:pt x="477462" y="53766"/>
                  <a:pt x="477462" y="54910"/>
                </a:cubicBezTo>
                <a:cubicBezTo>
                  <a:pt x="477462" y="56197"/>
                  <a:pt x="476961" y="57878"/>
                  <a:pt x="475960" y="59953"/>
                </a:cubicBezTo>
                <a:cubicBezTo>
                  <a:pt x="474961" y="62026"/>
                  <a:pt x="473745" y="64064"/>
                  <a:pt x="472314" y="66067"/>
                </a:cubicBezTo>
                <a:cubicBezTo>
                  <a:pt x="470885" y="68068"/>
                  <a:pt x="469420" y="69783"/>
                  <a:pt x="467918" y="71212"/>
                </a:cubicBezTo>
                <a:cubicBezTo>
                  <a:pt x="466417" y="72641"/>
                  <a:pt x="465095" y="73356"/>
                  <a:pt x="463952" y="73356"/>
                </a:cubicBezTo>
                <a:cubicBezTo>
                  <a:pt x="463236" y="73356"/>
                  <a:pt x="462305" y="72999"/>
                  <a:pt x="461160" y="72286"/>
                </a:cubicBezTo>
                <a:cubicBezTo>
                  <a:pt x="460016" y="71570"/>
                  <a:pt x="458622" y="70783"/>
                  <a:pt x="456977" y="69926"/>
                </a:cubicBezTo>
                <a:cubicBezTo>
                  <a:pt x="455334" y="69068"/>
                  <a:pt x="453368" y="68282"/>
                  <a:pt x="451079" y="67566"/>
                </a:cubicBezTo>
                <a:cubicBezTo>
                  <a:pt x="448793" y="66850"/>
                  <a:pt x="446148" y="66493"/>
                  <a:pt x="443146" y="66493"/>
                </a:cubicBezTo>
                <a:cubicBezTo>
                  <a:pt x="440571" y="66493"/>
                  <a:pt x="437925" y="67029"/>
                  <a:pt x="435209" y="68103"/>
                </a:cubicBezTo>
                <a:cubicBezTo>
                  <a:pt x="432492" y="69174"/>
                  <a:pt x="429990" y="70997"/>
                  <a:pt x="427701" y="73572"/>
                </a:cubicBezTo>
                <a:cubicBezTo>
                  <a:pt x="425412" y="76147"/>
                  <a:pt x="423553" y="79543"/>
                  <a:pt x="422124" y="83761"/>
                </a:cubicBezTo>
                <a:cubicBezTo>
                  <a:pt x="420694" y="87978"/>
                  <a:pt x="419980" y="93304"/>
                  <a:pt x="419980" y="99739"/>
                </a:cubicBezTo>
                <a:cubicBezTo>
                  <a:pt x="419980" y="105460"/>
                  <a:pt x="420730" y="110394"/>
                  <a:pt x="422232" y="114542"/>
                </a:cubicBezTo>
                <a:cubicBezTo>
                  <a:pt x="423733" y="118688"/>
                  <a:pt x="425842" y="122084"/>
                  <a:pt x="428558" y="124731"/>
                </a:cubicBezTo>
                <a:cubicBezTo>
                  <a:pt x="431275" y="127375"/>
                  <a:pt x="434420" y="129341"/>
                  <a:pt x="437994" y="130629"/>
                </a:cubicBezTo>
                <a:cubicBezTo>
                  <a:pt x="441570" y="131914"/>
                  <a:pt x="445503" y="132556"/>
                  <a:pt x="449793" y="132556"/>
                </a:cubicBezTo>
                <a:cubicBezTo>
                  <a:pt x="454083" y="132556"/>
                  <a:pt x="457872" y="132092"/>
                  <a:pt x="461160" y="131162"/>
                </a:cubicBezTo>
                <a:cubicBezTo>
                  <a:pt x="464450" y="130233"/>
                  <a:pt x="467275" y="129196"/>
                  <a:pt x="469633" y="128053"/>
                </a:cubicBezTo>
                <a:cubicBezTo>
                  <a:pt x="471994" y="126910"/>
                  <a:pt x="473960" y="125873"/>
                  <a:pt x="475531" y="124944"/>
                </a:cubicBezTo>
                <a:cubicBezTo>
                  <a:pt x="477104" y="124014"/>
                  <a:pt x="478321" y="123549"/>
                  <a:pt x="479180" y="123549"/>
                </a:cubicBezTo>
                <a:cubicBezTo>
                  <a:pt x="479894" y="123549"/>
                  <a:pt x="480537" y="123764"/>
                  <a:pt x="481108" y="124194"/>
                </a:cubicBezTo>
                <a:cubicBezTo>
                  <a:pt x="481682" y="124622"/>
                  <a:pt x="481969" y="125407"/>
                  <a:pt x="481969" y="126551"/>
                </a:cubicBezTo>
                <a:cubicBezTo>
                  <a:pt x="481969" y="128554"/>
                  <a:pt x="481611" y="131199"/>
                  <a:pt x="480895" y="134488"/>
                </a:cubicBezTo>
                <a:cubicBezTo>
                  <a:pt x="480180" y="137776"/>
                  <a:pt x="479035" y="140993"/>
                  <a:pt x="477462" y="144139"/>
                </a:cubicBezTo>
                <a:cubicBezTo>
                  <a:pt x="476891" y="145285"/>
                  <a:pt x="475639" y="146572"/>
                  <a:pt x="473708" y="148001"/>
                </a:cubicBezTo>
                <a:cubicBezTo>
                  <a:pt x="471779" y="149431"/>
                  <a:pt x="469313" y="150789"/>
                  <a:pt x="466308" y="152076"/>
                </a:cubicBezTo>
                <a:cubicBezTo>
                  <a:pt x="463306" y="153364"/>
                  <a:pt x="459910" y="154436"/>
                  <a:pt x="456119" y="155293"/>
                </a:cubicBezTo>
                <a:cubicBezTo>
                  <a:pt x="452332" y="156151"/>
                  <a:pt x="448293" y="156580"/>
                  <a:pt x="444003" y="156580"/>
                </a:cubicBezTo>
                <a:close/>
                <a:moveTo>
                  <a:pt x="550606" y="206344"/>
                </a:moveTo>
                <a:cubicBezTo>
                  <a:pt x="546172" y="206344"/>
                  <a:pt x="541917" y="205987"/>
                  <a:pt x="537842" y="205271"/>
                </a:cubicBezTo>
                <a:cubicBezTo>
                  <a:pt x="533768" y="204555"/>
                  <a:pt x="530086" y="203626"/>
                  <a:pt x="526795" y="202482"/>
                </a:cubicBezTo>
                <a:cubicBezTo>
                  <a:pt x="523507" y="201339"/>
                  <a:pt x="520755" y="200088"/>
                  <a:pt x="518538" y="198728"/>
                </a:cubicBezTo>
                <a:cubicBezTo>
                  <a:pt x="516321" y="197371"/>
                  <a:pt x="514999" y="196120"/>
                  <a:pt x="514571" y="194974"/>
                </a:cubicBezTo>
                <a:cubicBezTo>
                  <a:pt x="513140" y="191686"/>
                  <a:pt x="512102" y="188433"/>
                  <a:pt x="511459" y="185214"/>
                </a:cubicBezTo>
                <a:cubicBezTo>
                  <a:pt x="510817" y="181998"/>
                  <a:pt x="510496" y="179389"/>
                  <a:pt x="510496" y="177386"/>
                </a:cubicBezTo>
                <a:cubicBezTo>
                  <a:pt x="510496" y="175241"/>
                  <a:pt x="511569" y="174168"/>
                  <a:pt x="513714" y="174168"/>
                </a:cubicBezTo>
                <a:cubicBezTo>
                  <a:pt x="514571" y="174168"/>
                  <a:pt x="515893" y="174561"/>
                  <a:pt x="517680" y="175347"/>
                </a:cubicBezTo>
                <a:cubicBezTo>
                  <a:pt x="519467" y="176134"/>
                  <a:pt x="521648" y="177029"/>
                  <a:pt x="524223" y="178030"/>
                </a:cubicBezTo>
                <a:cubicBezTo>
                  <a:pt x="526798" y="179032"/>
                  <a:pt x="529800" y="179925"/>
                  <a:pt x="533230" y="180711"/>
                </a:cubicBezTo>
                <a:cubicBezTo>
                  <a:pt x="536662" y="181499"/>
                  <a:pt x="540380" y="181892"/>
                  <a:pt x="544384" y="181892"/>
                </a:cubicBezTo>
                <a:cubicBezTo>
                  <a:pt x="551678" y="181892"/>
                  <a:pt x="557434" y="180068"/>
                  <a:pt x="561652" y="176420"/>
                </a:cubicBezTo>
                <a:cubicBezTo>
                  <a:pt x="565870" y="172774"/>
                  <a:pt x="567979" y="167090"/>
                  <a:pt x="567979" y="159368"/>
                </a:cubicBezTo>
                <a:lnTo>
                  <a:pt x="567979" y="145858"/>
                </a:lnTo>
                <a:cubicBezTo>
                  <a:pt x="566979" y="146571"/>
                  <a:pt x="565550" y="147536"/>
                  <a:pt x="563691" y="148751"/>
                </a:cubicBezTo>
                <a:cubicBezTo>
                  <a:pt x="561832" y="149966"/>
                  <a:pt x="559615" y="151147"/>
                  <a:pt x="557041" y="152292"/>
                </a:cubicBezTo>
                <a:cubicBezTo>
                  <a:pt x="554466" y="153436"/>
                  <a:pt x="551534" y="154436"/>
                  <a:pt x="548246" y="155293"/>
                </a:cubicBezTo>
                <a:cubicBezTo>
                  <a:pt x="544958" y="156151"/>
                  <a:pt x="541240" y="156580"/>
                  <a:pt x="537092" y="156580"/>
                </a:cubicBezTo>
                <a:cubicBezTo>
                  <a:pt x="532231" y="156580"/>
                  <a:pt x="527619" y="155794"/>
                  <a:pt x="523257" y="154223"/>
                </a:cubicBezTo>
                <a:cubicBezTo>
                  <a:pt x="518896" y="152650"/>
                  <a:pt x="515142" y="150398"/>
                  <a:pt x="511995" y="147468"/>
                </a:cubicBezTo>
                <a:cubicBezTo>
                  <a:pt x="508851" y="144535"/>
                  <a:pt x="506350" y="140960"/>
                  <a:pt x="504491" y="136743"/>
                </a:cubicBezTo>
                <a:cubicBezTo>
                  <a:pt x="502631" y="132523"/>
                  <a:pt x="501702" y="127696"/>
                  <a:pt x="501702" y="122263"/>
                </a:cubicBezTo>
                <a:lnTo>
                  <a:pt x="501702" y="50193"/>
                </a:lnTo>
                <a:cubicBezTo>
                  <a:pt x="501702" y="48762"/>
                  <a:pt x="502702" y="47547"/>
                  <a:pt x="504703" y="46547"/>
                </a:cubicBezTo>
                <a:cubicBezTo>
                  <a:pt x="506706" y="45546"/>
                  <a:pt x="510996" y="45045"/>
                  <a:pt x="517572" y="45045"/>
                </a:cubicBezTo>
                <a:cubicBezTo>
                  <a:pt x="524007" y="45045"/>
                  <a:pt x="528261" y="45546"/>
                  <a:pt x="530333" y="46547"/>
                </a:cubicBezTo>
                <a:cubicBezTo>
                  <a:pt x="532409" y="47547"/>
                  <a:pt x="533446" y="48762"/>
                  <a:pt x="533446" y="50193"/>
                </a:cubicBezTo>
                <a:lnTo>
                  <a:pt x="533446" y="115397"/>
                </a:lnTo>
                <a:cubicBezTo>
                  <a:pt x="533446" y="120546"/>
                  <a:pt x="534732" y="124515"/>
                  <a:pt x="537305" y="127303"/>
                </a:cubicBezTo>
                <a:cubicBezTo>
                  <a:pt x="539879" y="130092"/>
                  <a:pt x="543670" y="131486"/>
                  <a:pt x="548675" y="131486"/>
                </a:cubicBezTo>
                <a:cubicBezTo>
                  <a:pt x="551250" y="131486"/>
                  <a:pt x="553680" y="131057"/>
                  <a:pt x="555967" y="130200"/>
                </a:cubicBezTo>
                <a:cubicBezTo>
                  <a:pt x="558256" y="129340"/>
                  <a:pt x="560294" y="128232"/>
                  <a:pt x="562081" y="126875"/>
                </a:cubicBezTo>
                <a:cubicBezTo>
                  <a:pt x="563868" y="125515"/>
                  <a:pt x="565297" y="124014"/>
                  <a:pt x="566368" y="122371"/>
                </a:cubicBezTo>
                <a:cubicBezTo>
                  <a:pt x="567442" y="120726"/>
                  <a:pt x="567979" y="119117"/>
                  <a:pt x="567979" y="117544"/>
                </a:cubicBezTo>
                <a:lnTo>
                  <a:pt x="567979" y="50193"/>
                </a:lnTo>
                <a:cubicBezTo>
                  <a:pt x="567979" y="48762"/>
                  <a:pt x="568979" y="47547"/>
                  <a:pt x="570980" y="46547"/>
                </a:cubicBezTo>
                <a:cubicBezTo>
                  <a:pt x="572983" y="45546"/>
                  <a:pt x="577274" y="45045"/>
                  <a:pt x="583852" y="45045"/>
                </a:cubicBezTo>
                <a:cubicBezTo>
                  <a:pt x="590287" y="45045"/>
                  <a:pt x="594541" y="45546"/>
                  <a:pt x="596613" y="46547"/>
                </a:cubicBezTo>
                <a:cubicBezTo>
                  <a:pt x="598688" y="47547"/>
                  <a:pt x="599726" y="48762"/>
                  <a:pt x="599726" y="50193"/>
                </a:cubicBezTo>
                <a:lnTo>
                  <a:pt x="599726" y="160658"/>
                </a:lnTo>
                <a:cubicBezTo>
                  <a:pt x="599726" y="166662"/>
                  <a:pt x="598653" y="172417"/>
                  <a:pt x="596509" y="177922"/>
                </a:cubicBezTo>
                <a:cubicBezTo>
                  <a:pt x="594364" y="183427"/>
                  <a:pt x="591181" y="188289"/>
                  <a:pt x="586962" y="192507"/>
                </a:cubicBezTo>
                <a:cubicBezTo>
                  <a:pt x="582744" y="196726"/>
                  <a:pt x="577596" y="200088"/>
                  <a:pt x="571517" y="202590"/>
                </a:cubicBezTo>
                <a:cubicBezTo>
                  <a:pt x="565440" y="205093"/>
                  <a:pt x="558470" y="206344"/>
                  <a:pt x="550606" y="2063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𝝅">
            <a:extLst xmlns:a="http://schemas.openxmlformats.org/drawingml/2006/main">
              <a:ext uri="{FF2B5EF4-FFF2-40B4-BE49-F238E27FC236}">
                <a16:creationId xmlns:a16="http://schemas.microsoft.com/office/drawing/2014/main" id="{2E0FF4E0-EFA7-4F17-8F80-34A6FD86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645" y="3255624"/>
            <a:ext cx="152668" cy="113656"/>
          </a:xfrm>
          <a:custGeom xmlns:a="http://schemas.openxmlformats.org/drawingml/2006/main">
            <a:pathLst>
              <a:path w="152668" h="113656">
                <a:moveTo>
                  <a:pt x="37885" y="20972"/>
                </a:moveTo>
                <a:lnTo>
                  <a:pt x="35630" y="20972"/>
                </a:lnTo>
                <a:cubicBezTo>
                  <a:pt x="31721" y="20972"/>
                  <a:pt x="28508" y="21310"/>
                  <a:pt x="25990" y="21987"/>
                </a:cubicBezTo>
                <a:cubicBezTo>
                  <a:pt x="23472" y="22663"/>
                  <a:pt x="20972" y="23847"/>
                  <a:pt x="18492" y="25539"/>
                </a:cubicBezTo>
                <a:cubicBezTo>
                  <a:pt x="16011" y="27230"/>
                  <a:pt x="13004" y="29955"/>
                  <a:pt x="9471" y="33713"/>
                </a:cubicBezTo>
                <a:lnTo>
                  <a:pt x="0" y="25257"/>
                </a:lnTo>
                <a:cubicBezTo>
                  <a:pt x="6239" y="17740"/>
                  <a:pt x="11369" y="12290"/>
                  <a:pt x="15391" y="8908"/>
                </a:cubicBezTo>
                <a:cubicBezTo>
                  <a:pt x="19412" y="5525"/>
                  <a:pt x="23528" y="3195"/>
                  <a:pt x="27737" y="1917"/>
                </a:cubicBezTo>
                <a:cubicBezTo>
                  <a:pt x="31947" y="639"/>
                  <a:pt x="37585" y="0"/>
                  <a:pt x="44650" y="0"/>
                </a:cubicBezTo>
                <a:lnTo>
                  <a:pt x="152668" y="0"/>
                </a:lnTo>
                <a:lnTo>
                  <a:pt x="147820" y="20972"/>
                </a:lnTo>
                <a:lnTo>
                  <a:pt x="120195" y="20972"/>
                </a:lnTo>
                <a:lnTo>
                  <a:pt x="107567" y="74868"/>
                </a:lnTo>
                <a:cubicBezTo>
                  <a:pt x="106139" y="80957"/>
                  <a:pt x="105425" y="85843"/>
                  <a:pt x="105425" y="89526"/>
                </a:cubicBezTo>
                <a:cubicBezTo>
                  <a:pt x="105425" y="92458"/>
                  <a:pt x="105913" y="94487"/>
                  <a:pt x="106890" y="95615"/>
                </a:cubicBezTo>
                <a:cubicBezTo>
                  <a:pt x="107868" y="96743"/>
                  <a:pt x="109258" y="97306"/>
                  <a:pt x="111062" y="97306"/>
                </a:cubicBezTo>
                <a:cubicBezTo>
                  <a:pt x="113317" y="97306"/>
                  <a:pt x="115685" y="96367"/>
                  <a:pt x="118166" y="94487"/>
                </a:cubicBezTo>
                <a:cubicBezTo>
                  <a:pt x="120646" y="92608"/>
                  <a:pt x="123578" y="89752"/>
                  <a:pt x="126960" y="85918"/>
                </a:cubicBezTo>
                <a:lnTo>
                  <a:pt x="135079" y="94036"/>
                </a:lnTo>
                <a:cubicBezTo>
                  <a:pt x="128464" y="100952"/>
                  <a:pt x="122131" y="105951"/>
                  <a:pt x="116080" y="109033"/>
                </a:cubicBezTo>
                <a:cubicBezTo>
                  <a:pt x="110029" y="112115"/>
                  <a:pt x="103846" y="113656"/>
                  <a:pt x="97532" y="113656"/>
                </a:cubicBezTo>
                <a:cubicBezTo>
                  <a:pt x="90090" y="113656"/>
                  <a:pt x="84622" y="111776"/>
                  <a:pt x="81126" y="108018"/>
                </a:cubicBezTo>
                <a:cubicBezTo>
                  <a:pt x="77631" y="104259"/>
                  <a:pt x="75883" y="98283"/>
                  <a:pt x="75883" y="90090"/>
                </a:cubicBezTo>
                <a:cubicBezTo>
                  <a:pt x="75883" y="85655"/>
                  <a:pt x="76710" y="79754"/>
                  <a:pt x="78364" y="72388"/>
                </a:cubicBezTo>
                <a:lnTo>
                  <a:pt x="79378" y="67878"/>
                </a:lnTo>
                <a:cubicBezTo>
                  <a:pt x="82536" y="53746"/>
                  <a:pt x="87008" y="38411"/>
                  <a:pt x="92796" y="21874"/>
                </a:cubicBezTo>
                <a:lnTo>
                  <a:pt x="92232" y="20972"/>
                </a:lnTo>
                <a:lnTo>
                  <a:pt x="62465" y="20972"/>
                </a:lnTo>
                <a:lnTo>
                  <a:pt x="52769" y="66637"/>
                </a:lnTo>
                <a:cubicBezTo>
                  <a:pt x="48935" y="84828"/>
                  <a:pt x="45327" y="99900"/>
                  <a:pt x="41944" y="111852"/>
                </a:cubicBezTo>
                <a:lnTo>
                  <a:pt x="7216" y="111852"/>
                </a:lnTo>
                <a:lnTo>
                  <a:pt x="8795" y="104748"/>
                </a:lnTo>
                <a:cubicBezTo>
                  <a:pt x="12929" y="100088"/>
                  <a:pt x="17139" y="92477"/>
                  <a:pt x="21423" y="81915"/>
                </a:cubicBezTo>
                <a:cubicBezTo>
                  <a:pt x="25708" y="71354"/>
                  <a:pt x="29090" y="60511"/>
                  <a:pt x="31571" y="49386"/>
                </a:cubicBezTo>
                <a:lnTo>
                  <a:pt x="37885" y="209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𝜽">
            <a:extLst xmlns:a="http://schemas.openxmlformats.org/drawingml/2006/main">
              <a:ext uri="{FF2B5EF4-FFF2-40B4-BE49-F238E27FC236}">
                <a16:creationId xmlns:a16="http://schemas.microsoft.com/office/drawing/2014/main" id="{68608325-E033-4999-9BEB-A77A5976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1594" y="3299731"/>
            <a:ext cx="86029" cy="116401"/>
          </a:xfrm>
          <a:custGeom xmlns:a="http://schemas.openxmlformats.org/drawingml/2006/main">
            <a:pathLst>
              <a:path w="86029" h="116401">
                <a:moveTo>
                  <a:pt x="86029" y="34641"/>
                </a:moveTo>
                <a:cubicBezTo>
                  <a:pt x="86029" y="42741"/>
                  <a:pt x="84701" y="52277"/>
                  <a:pt x="82047" y="63249"/>
                </a:cubicBezTo>
                <a:cubicBezTo>
                  <a:pt x="79393" y="74222"/>
                  <a:pt x="75644" y="83744"/>
                  <a:pt x="70801" y="91816"/>
                </a:cubicBezTo>
                <a:cubicBezTo>
                  <a:pt x="65958" y="99888"/>
                  <a:pt x="60116" y="106003"/>
                  <a:pt x="53275" y="110163"/>
                </a:cubicBezTo>
                <a:cubicBezTo>
                  <a:pt x="46435" y="114322"/>
                  <a:pt x="38718" y="116401"/>
                  <a:pt x="30126" y="116401"/>
                </a:cubicBezTo>
                <a:cubicBezTo>
                  <a:pt x="20112" y="116401"/>
                  <a:pt x="12587" y="113528"/>
                  <a:pt x="7552" y="107782"/>
                </a:cubicBezTo>
                <a:cubicBezTo>
                  <a:pt x="2517" y="102036"/>
                  <a:pt x="0" y="93635"/>
                  <a:pt x="0" y="82581"/>
                </a:cubicBezTo>
                <a:cubicBezTo>
                  <a:pt x="0" y="74481"/>
                  <a:pt x="1300" y="64905"/>
                  <a:pt x="3899" y="53850"/>
                </a:cubicBezTo>
                <a:cubicBezTo>
                  <a:pt x="6499" y="42795"/>
                  <a:pt x="10206" y="33191"/>
                  <a:pt x="15022" y="25037"/>
                </a:cubicBezTo>
                <a:cubicBezTo>
                  <a:pt x="19838" y="16883"/>
                  <a:pt x="25666" y="10671"/>
                  <a:pt x="32507" y="6403"/>
                </a:cubicBezTo>
                <a:cubicBezTo>
                  <a:pt x="39348" y="2134"/>
                  <a:pt x="47173" y="0"/>
                  <a:pt x="55984" y="0"/>
                </a:cubicBezTo>
                <a:cubicBezTo>
                  <a:pt x="66054" y="0"/>
                  <a:pt x="73579" y="2887"/>
                  <a:pt x="78559" y="8660"/>
                </a:cubicBezTo>
                <a:cubicBezTo>
                  <a:pt x="83539" y="14434"/>
                  <a:pt x="86029" y="23094"/>
                  <a:pt x="86029" y="34641"/>
                </a:cubicBezTo>
                <a:moveTo>
                  <a:pt x="27746" y="52619"/>
                </a:moveTo>
                <a:lnTo>
                  <a:pt x="60663" y="52619"/>
                </a:lnTo>
                <a:cubicBezTo>
                  <a:pt x="61867" y="47091"/>
                  <a:pt x="62811" y="42002"/>
                  <a:pt x="63495" y="37350"/>
                </a:cubicBezTo>
                <a:cubicBezTo>
                  <a:pt x="64179" y="32699"/>
                  <a:pt x="64521" y="28375"/>
                  <a:pt x="64521" y="24380"/>
                </a:cubicBezTo>
                <a:cubicBezTo>
                  <a:pt x="64521" y="18689"/>
                  <a:pt x="63851" y="14625"/>
                  <a:pt x="62510" y="12190"/>
                </a:cubicBezTo>
                <a:cubicBezTo>
                  <a:pt x="61170" y="9755"/>
                  <a:pt x="58939" y="8537"/>
                  <a:pt x="55820" y="8537"/>
                </a:cubicBezTo>
                <a:cubicBezTo>
                  <a:pt x="50238" y="8537"/>
                  <a:pt x="45025" y="12259"/>
                  <a:pt x="40182" y="19701"/>
                </a:cubicBezTo>
                <a:cubicBezTo>
                  <a:pt x="35339" y="27144"/>
                  <a:pt x="31194" y="38116"/>
                  <a:pt x="27746" y="52619"/>
                </a:cubicBezTo>
                <a:moveTo>
                  <a:pt x="58447" y="62962"/>
                </a:moveTo>
                <a:lnTo>
                  <a:pt x="25529" y="62962"/>
                </a:lnTo>
                <a:cubicBezTo>
                  <a:pt x="24107" y="68817"/>
                  <a:pt x="23081" y="74372"/>
                  <a:pt x="22451" y="79626"/>
                </a:cubicBezTo>
                <a:cubicBezTo>
                  <a:pt x="21822" y="84879"/>
                  <a:pt x="21507" y="89531"/>
                  <a:pt x="21507" y="93581"/>
                </a:cubicBezTo>
                <a:cubicBezTo>
                  <a:pt x="21507" y="98397"/>
                  <a:pt x="22232" y="101981"/>
                  <a:pt x="23682" y="104334"/>
                </a:cubicBezTo>
                <a:cubicBezTo>
                  <a:pt x="25133" y="106687"/>
                  <a:pt x="27418" y="107864"/>
                  <a:pt x="30537" y="107864"/>
                </a:cubicBezTo>
                <a:cubicBezTo>
                  <a:pt x="36009" y="107864"/>
                  <a:pt x="41167" y="104006"/>
                  <a:pt x="46011" y="96290"/>
                </a:cubicBezTo>
                <a:cubicBezTo>
                  <a:pt x="50854" y="88573"/>
                  <a:pt x="54999" y="77464"/>
                  <a:pt x="58447" y="629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08F8A-A16A-4D81-8DEC-A5D36D3E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16" y="3194125"/>
            <a:ext cx="494850" cy="213930"/>
          </a:xfrm>
          <a:custGeom xmlns:a="http://schemas.openxmlformats.org/drawingml/2006/main">
            <a:pathLst>
              <a:path w="494850" h="213930">
                <a:moveTo>
                  <a:pt x="241386" y="2577"/>
                </a:moveTo>
                <a:lnTo>
                  <a:pt x="258778" y="2577"/>
                </a:lnTo>
                <a:lnTo>
                  <a:pt x="258778" y="212401"/>
                </a:lnTo>
                <a:lnTo>
                  <a:pt x="241386" y="212401"/>
                </a:lnTo>
                <a:lnTo>
                  <a:pt x="241386" y="2577"/>
                </a:lnTo>
                <a:close/>
                <a:moveTo>
                  <a:pt x="68197" y="0"/>
                </a:moveTo>
                <a:lnTo>
                  <a:pt x="71256" y="8696"/>
                </a:lnTo>
                <a:cubicBezTo>
                  <a:pt x="53704" y="14493"/>
                  <a:pt x="40660" y="25765"/>
                  <a:pt x="32206" y="42593"/>
                </a:cubicBezTo>
                <a:cubicBezTo>
                  <a:pt x="23752" y="59340"/>
                  <a:pt x="19485" y="80435"/>
                  <a:pt x="19485" y="105878"/>
                </a:cubicBezTo>
                <a:cubicBezTo>
                  <a:pt x="19485" y="132207"/>
                  <a:pt x="23752" y="153866"/>
                  <a:pt x="32206" y="170935"/>
                </a:cubicBezTo>
                <a:cubicBezTo>
                  <a:pt x="40660" y="188004"/>
                  <a:pt x="53543" y="199438"/>
                  <a:pt x="70934" y="205235"/>
                </a:cubicBezTo>
                <a:lnTo>
                  <a:pt x="68197" y="213930"/>
                </a:lnTo>
                <a:cubicBezTo>
                  <a:pt x="46216" y="208133"/>
                  <a:pt x="29308" y="195653"/>
                  <a:pt x="17633" y="176491"/>
                </a:cubicBezTo>
                <a:cubicBezTo>
                  <a:pt x="5878" y="157408"/>
                  <a:pt x="0" y="134220"/>
                  <a:pt x="0" y="107005"/>
                </a:cubicBezTo>
                <a:cubicBezTo>
                  <a:pt x="0" y="79872"/>
                  <a:pt x="5878" y="56683"/>
                  <a:pt x="17633" y="37520"/>
                </a:cubicBezTo>
                <a:cubicBezTo>
                  <a:pt x="29388" y="18277"/>
                  <a:pt x="46297" y="5797"/>
                  <a:pt x="68197" y="0"/>
                </a:cubicBezTo>
                <a:close/>
                <a:moveTo>
                  <a:pt x="426653" y="0"/>
                </a:moveTo>
                <a:cubicBezTo>
                  <a:pt x="448634" y="5797"/>
                  <a:pt x="465462" y="18277"/>
                  <a:pt x="477217" y="37520"/>
                </a:cubicBezTo>
                <a:cubicBezTo>
                  <a:pt x="488972" y="56683"/>
                  <a:pt x="494850" y="79872"/>
                  <a:pt x="494850" y="107005"/>
                </a:cubicBezTo>
                <a:cubicBezTo>
                  <a:pt x="494850" y="134220"/>
                  <a:pt x="488972" y="157408"/>
                  <a:pt x="477298" y="176491"/>
                </a:cubicBezTo>
                <a:cubicBezTo>
                  <a:pt x="465542" y="195653"/>
                  <a:pt x="448714" y="208133"/>
                  <a:pt x="426653" y="213930"/>
                </a:cubicBezTo>
                <a:lnTo>
                  <a:pt x="423916" y="205235"/>
                </a:lnTo>
                <a:cubicBezTo>
                  <a:pt x="441307" y="199438"/>
                  <a:pt x="454190" y="188004"/>
                  <a:pt x="462644" y="170935"/>
                </a:cubicBezTo>
                <a:cubicBezTo>
                  <a:pt x="471178" y="153866"/>
                  <a:pt x="475365" y="132207"/>
                  <a:pt x="475365" y="105878"/>
                </a:cubicBezTo>
                <a:cubicBezTo>
                  <a:pt x="475365" y="80435"/>
                  <a:pt x="471178" y="59340"/>
                  <a:pt x="462724" y="42593"/>
                </a:cubicBezTo>
                <a:cubicBezTo>
                  <a:pt x="454351" y="25765"/>
                  <a:pt x="441307" y="14493"/>
                  <a:pt x="423594" y="8696"/>
                </a:cubicBezTo>
                <a:lnTo>
                  <a:pt x="42665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𝒚𝒙">
            <a:extLst xmlns:a="http://schemas.openxmlformats.org/drawingml/2006/main">
              <a:ext uri="{FF2B5EF4-FFF2-40B4-BE49-F238E27FC236}">
                <a16:creationId xmlns:a16="http://schemas.microsoft.com/office/drawing/2014/main" id="{727A9FD7-02C4-4124-BDA1-DB92D7B9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572" y="3253820"/>
            <a:ext cx="339620" cy="162929"/>
          </a:xfrm>
          <a:custGeom xmlns:a="http://schemas.openxmlformats.org/drawingml/2006/main">
            <a:pathLst>
              <a:path w="339620" h="162929">
                <a:moveTo>
                  <a:pt x="56039" y="114896"/>
                </a:moveTo>
                <a:cubicBezTo>
                  <a:pt x="54535" y="105725"/>
                  <a:pt x="52600" y="94920"/>
                  <a:pt x="50232" y="82479"/>
                </a:cubicBezTo>
                <a:cubicBezTo>
                  <a:pt x="47864" y="70039"/>
                  <a:pt x="45552" y="58726"/>
                  <a:pt x="43297" y="48540"/>
                </a:cubicBezTo>
                <a:cubicBezTo>
                  <a:pt x="41042" y="38355"/>
                  <a:pt x="39389" y="31458"/>
                  <a:pt x="38336" y="27850"/>
                </a:cubicBezTo>
                <a:cubicBezTo>
                  <a:pt x="37284" y="24242"/>
                  <a:pt x="36269" y="21667"/>
                  <a:pt x="35292" y="20127"/>
                </a:cubicBezTo>
                <a:cubicBezTo>
                  <a:pt x="34315" y="18586"/>
                  <a:pt x="33413" y="17571"/>
                  <a:pt x="32586" y="17082"/>
                </a:cubicBezTo>
                <a:cubicBezTo>
                  <a:pt x="31759" y="16594"/>
                  <a:pt x="30894" y="16349"/>
                  <a:pt x="29992" y="16349"/>
                </a:cubicBezTo>
                <a:cubicBezTo>
                  <a:pt x="28113" y="16349"/>
                  <a:pt x="26384" y="17120"/>
                  <a:pt x="24806" y="18661"/>
                </a:cubicBezTo>
                <a:cubicBezTo>
                  <a:pt x="23227" y="20202"/>
                  <a:pt x="21160" y="23453"/>
                  <a:pt x="18604" y="28414"/>
                </a:cubicBezTo>
                <a:lnTo>
                  <a:pt x="8344" y="23678"/>
                </a:lnTo>
                <a:cubicBezTo>
                  <a:pt x="12704" y="15785"/>
                  <a:pt x="17665" y="9866"/>
                  <a:pt x="23227" y="5920"/>
                </a:cubicBezTo>
                <a:cubicBezTo>
                  <a:pt x="28790" y="1973"/>
                  <a:pt x="35179" y="0"/>
                  <a:pt x="42395" y="0"/>
                </a:cubicBezTo>
                <a:cubicBezTo>
                  <a:pt x="48183" y="0"/>
                  <a:pt x="52863" y="846"/>
                  <a:pt x="56433" y="2537"/>
                </a:cubicBezTo>
                <a:cubicBezTo>
                  <a:pt x="60004" y="4228"/>
                  <a:pt x="62841" y="6558"/>
                  <a:pt x="64946" y="9528"/>
                </a:cubicBezTo>
                <a:cubicBezTo>
                  <a:pt x="67051" y="12497"/>
                  <a:pt x="68742" y="16274"/>
                  <a:pt x="70020" y="20859"/>
                </a:cubicBezTo>
                <a:cubicBezTo>
                  <a:pt x="71072" y="24468"/>
                  <a:pt x="72313" y="30819"/>
                  <a:pt x="73741" y="39915"/>
                </a:cubicBezTo>
                <a:cubicBezTo>
                  <a:pt x="76071" y="54723"/>
                  <a:pt x="78063" y="69268"/>
                  <a:pt x="79717" y="83550"/>
                </a:cubicBezTo>
                <a:cubicBezTo>
                  <a:pt x="88061" y="71598"/>
                  <a:pt x="94469" y="59947"/>
                  <a:pt x="98941" y="48597"/>
                </a:cubicBezTo>
                <a:cubicBezTo>
                  <a:pt x="103414" y="37246"/>
                  <a:pt x="105650" y="27098"/>
                  <a:pt x="105650" y="18153"/>
                </a:cubicBezTo>
                <a:cubicBezTo>
                  <a:pt x="105650" y="15297"/>
                  <a:pt x="104974" y="13136"/>
                  <a:pt x="103620" y="11670"/>
                </a:cubicBezTo>
                <a:cubicBezTo>
                  <a:pt x="102267" y="10204"/>
                  <a:pt x="99900" y="9396"/>
                  <a:pt x="96517" y="9246"/>
                </a:cubicBezTo>
                <a:lnTo>
                  <a:pt x="98096" y="1804"/>
                </a:lnTo>
                <a:lnTo>
                  <a:pt x="129892" y="1804"/>
                </a:lnTo>
                <a:lnTo>
                  <a:pt x="133838" y="9246"/>
                </a:lnTo>
                <a:cubicBezTo>
                  <a:pt x="132335" y="14432"/>
                  <a:pt x="130005" y="20709"/>
                  <a:pt x="126848" y="28076"/>
                </a:cubicBezTo>
                <a:cubicBezTo>
                  <a:pt x="122187" y="38900"/>
                  <a:pt x="115911" y="51040"/>
                  <a:pt x="108018" y="64495"/>
                </a:cubicBezTo>
                <a:cubicBezTo>
                  <a:pt x="100877" y="76597"/>
                  <a:pt x="93097" y="88699"/>
                  <a:pt x="84678" y="100802"/>
                </a:cubicBezTo>
                <a:cubicBezTo>
                  <a:pt x="74831" y="114933"/>
                  <a:pt x="66261" y="126340"/>
                  <a:pt x="58970" y="135022"/>
                </a:cubicBezTo>
                <a:cubicBezTo>
                  <a:pt x="51679" y="143704"/>
                  <a:pt x="45365" y="150113"/>
                  <a:pt x="40028" y="154247"/>
                </a:cubicBezTo>
                <a:cubicBezTo>
                  <a:pt x="35818" y="157404"/>
                  <a:pt x="31796" y="159640"/>
                  <a:pt x="27963" y="160956"/>
                </a:cubicBezTo>
                <a:cubicBezTo>
                  <a:pt x="24129" y="162271"/>
                  <a:pt x="20070" y="162929"/>
                  <a:pt x="15785" y="162929"/>
                </a:cubicBezTo>
                <a:cubicBezTo>
                  <a:pt x="10223" y="162929"/>
                  <a:pt x="4961" y="162102"/>
                  <a:pt x="0" y="160448"/>
                </a:cubicBezTo>
                <a:lnTo>
                  <a:pt x="5638" y="134966"/>
                </a:lnTo>
                <a:lnTo>
                  <a:pt x="17477" y="134966"/>
                </a:lnTo>
                <a:cubicBezTo>
                  <a:pt x="17552" y="138123"/>
                  <a:pt x="18022" y="140453"/>
                  <a:pt x="18886" y="141957"/>
                </a:cubicBezTo>
                <a:cubicBezTo>
                  <a:pt x="19751" y="143460"/>
                  <a:pt x="21310" y="144212"/>
                  <a:pt x="23565" y="144212"/>
                </a:cubicBezTo>
                <a:cubicBezTo>
                  <a:pt x="25370" y="144212"/>
                  <a:pt x="27061" y="143892"/>
                  <a:pt x="28639" y="143253"/>
                </a:cubicBezTo>
                <a:cubicBezTo>
                  <a:pt x="30218" y="142614"/>
                  <a:pt x="32210" y="141355"/>
                  <a:pt x="34615" y="139476"/>
                </a:cubicBezTo>
                <a:cubicBezTo>
                  <a:pt x="37021" y="137597"/>
                  <a:pt x="40046" y="134534"/>
                  <a:pt x="43692" y="130287"/>
                </a:cubicBezTo>
                <a:cubicBezTo>
                  <a:pt x="47338" y="126040"/>
                  <a:pt x="51453" y="120909"/>
                  <a:pt x="56039" y="114896"/>
                </a:cubicBezTo>
                <a:close/>
                <a:moveTo>
                  <a:pt x="292038" y="49950"/>
                </a:moveTo>
                <a:cubicBezTo>
                  <a:pt x="294668" y="65810"/>
                  <a:pt x="296830" y="77180"/>
                  <a:pt x="298521" y="84058"/>
                </a:cubicBezTo>
                <a:cubicBezTo>
                  <a:pt x="300212" y="90936"/>
                  <a:pt x="301960" y="95389"/>
                  <a:pt x="303764" y="97419"/>
                </a:cubicBezTo>
                <a:cubicBezTo>
                  <a:pt x="304816" y="98547"/>
                  <a:pt x="306094" y="99110"/>
                  <a:pt x="307598" y="99110"/>
                </a:cubicBezTo>
                <a:cubicBezTo>
                  <a:pt x="309477" y="99110"/>
                  <a:pt x="311224" y="98377"/>
                  <a:pt x="312841" y="96912"/>
                </a:cubicBezTo>
                <a:cubicBezTo>
                  <a:pt x="314457" y="95446"/>
                  <a:pt x="316543" y="92157"/>
                  <a:pt x="319098" y="87046"/>
                </a:cubicBezTo>
                <a:lnTo>
                  <a:pt x="329359" y="91781"/>
                </a:lnTo>
                <a:cubicBezTo>
                  <a:pt x="324999" y="99749"/>
                  <a:pt x="320057" y="105688"/>
                  <a:pt x="314532" y="109596"/>
                </a:cubicBezTo>
                <a:cubicBezTo>
                  <a:pt x="309007" y="113505"/>
                  <a:pt x="302524" y="115460"/>
                  <a:pt x="295082" y="115460"/>
                </a:cubicBezTo>
                <a:cubicBezTo>
                  <a:pt x="290497" y="115460"/>
                  <a:pt x="286832" y="114877"/>
                  <a:pt x="284088" y="113712"/>
                </a:cubicBezTo>
                <a:cubicBezTo>
                  <a:pt x="281345" y="112547"/>
                  <a:pt x="279014" y="110611"/>
                  <a:pt x="277098" y="107905"/>
                </a:cubicBezTo>
                <a:cubicBezTo>
                  <a:pt x="275181" y="105199"/>
                  <a:pt x="273490" y="101384"/>
                  <a:pt x="272024" y="96461"/>
                </a:cubicBezTo>
                <a:cubicBezTo>
                  <a:pt x="270558" y="91537"/>
                  <a:pt x="269186" y="85091"/>
                  <a:pt x="267908" y="77123"/>
                </a:cubicBezTo>
                <a:lnTo>
                  <a:pt x="266781" y="77123"/>
                </a:lnTo>
                <a:cubicBezTo>
                  <a:pt x="260391" y="86294"/>
                  <a:pt x="255280" y="93285"/>
                  <a:pt x="251446" y="98096"/>
                </a:cubicBezTo>
                <a:cubicBezTo>
                  <a:pt x="247613" y="102906"/>
                  <a:pt x="244324" y="106515"/>
                  <a:pt x="241580" y="108920"/>
                </a:cubicBezTo>
                <a:cubicBezTo>
                  <a:pt x="238837" y="111325"/>
                  <a:pt x="236206" y="113017"/>
                  <a:pt x="233688" y="113994"/>
                </a:cubicBezTo>
                <a:cubicBezTo>
                  <a:pt x="231169" y="114971"/>
                  <a:pt x="228144" y="115460"/>
                  <a:pt x="224611" y="115460"/>
                </a:cubicBezTo>
                <a:cubicBezTo>
                  <a:pt x="222957" y="115460"/>
                  <a:pt x="220946" y="115253"/>
                  <a:pt x="218579" y="114839"/>
                </a:cubicBezTo>
                <a:cubicBezTo>
                  <a:pt x="216211" y="114426"/>
                  <a:pt x="214426" y="113994"/>
                  <a:pt x="213223" y="113543"/>
                </a:cubicBezTo>
                <a:lnTo>
                  <a:pt x="218522" y="89075"/>
                </a:lnTo>
                <a:lnTo>
                  <a:pt x="228670" y="89075"/>
                </a:lnTo>
                <a:cubicBezTo>
                  <a:pt x="228745" y="90654"/>
                  <a:pt x="229140" y="91838"/>
                  <a:pt x="229854" y="92627"/>
                </a:cubicBezTo>
                <a:cubicBezTo>
                  <a:pt x="230568" y="93416"/>
                  <a:pt x="231489" y="93811"/>
                  <a:pt x="232616" y="93811"/>
                </a:cubicBezTo>
                <a:cubicBezTo>
                  <a:pt x="233969" y="93811"/>
                  <a:pt x="235229" y="93529"/>
                  <a:pt x="236394" y="92965"/>
                </a:cubicBezTo>
                <a:cubicBezTo>
                  <a:pt x="237559" y="92402"/>
                  <a:pt x="239175" y="91142"/>
                  <a:pt x="241242" y="89188"/>
                </a:cubicBezTo>
                <a:cubicBezTo>
                  <a:pt x="243309" y="87234"/>
                  <a:pt x="245921" y="84358"/>
                  <a:pt x="249078" y="80562"/>
                </a:cubicBezTo>
                <a:cubicBezTo>
                  <a:pt x="252236" y="76766"/>
                  <a:pt x="257573" y="70095"/>
                  <a:pt x="265089" y="60549"/>
                </a:cubicBezTo>
                <a:cubicBezTo>
                  <a:pt x="263511" y="51679"/>
                  <a:pt x="262026" y="44030"/>
                  <a:pt x="260636" y="37603"/>
                </a:cubicBezTo>
                <a:cubicBezTo>
                  <a:pt x="259245" y="31176"/>
                  <a:pt x="257986" y="26516"/>
                  <a:pt x="256858" y="23622"/>
                </a:cubicBezTo>
                <a:cubicBezTo>
                  <a:pt x="255731" y="20728"/>
                  <a:pt x="254660" y="18792"/>
                  <a:pt x="253645" y="17815"/>
                </a:cubicBezTo>
                <a:cubicBezTo>
                  <a:pt x="252630" y="16838"/>
                  <a:pt x="251484" y="16349"/>
                  <a:pt x="250206" y="16349"/>
                </a:cubicBezTo>
                <a:cubicBezTo>
                  <a:pt x="248703" y="16349"/>
                  <a:pt x="247387" y="16744"/>
                  <a:pt x="246260" y="17533"/>
                </a:cubicBezTo>
                <a:cubicBezTo>
                  <a:pt x="245132" y="18322"/>
                  <a:pt x="243948" y="19600"/>
                  <a:pt x="242708" y="21367"/>
                </a:cubicBezTo>
                <a:cubicBezTo>
                  <a:pt x="241468" y="23133"/>
                  <a:pt x="240133" y="25482"/>
                  <a:pt x="238705" y="28414"/>
                </a:cubicBezTo>
                <a:lnTo>
                  <a:pt x="228445" y="23678"/>
                </a:lnTo>
                <a:cubicBezTo>
                  <a:pt x="232804" y="15710"/>
                  <a:pt x="237709" y="9772"/>
                  <a:pt x="243159" y="5863"/>
                </a:cubicBezTo>
                <a:cubicBezTo>
                  <a:pt x="248609" y="1954"/>
                  <a:pt x="254829" y="0"/>
                  <a:pt x="261820" y="0"/>
                </a:cubicBezTo>
                <a:cubicBezTo>
                  <a:pt x="267833" y="0"/>
                  <a:pt x="272418" y="902"/>
                  <a:pt x="275576" y="2706"/>
                </a:cubicBezTo>
                <a:cubicBezTo>
                  <a:pt x="278733" y="4510"/>
                  <a:pt x="281326" y="7648"/>
                  <a:pt x="283355" y="12121"/>
                </a:cubicBezTo>
                <a:cubicBezTo>
                  <a:pt x="285385" y="16594"/>
                  <a:pt x="287302" y="23753"/>
                  <a:pt x="289106" y="33601"/>
                </a:cubicBezTo>
                <a:lnTo>
                  <a:pt x="290233" y="33601"/>
                </a:lnTo>
                <a:cubicBezTo>
                  <a:pt x="295796" y="25783"/>
                  <a:pt x="300118" y="19901"/>
                  <a:pt x="303200" y="15955"/>
                </a:cubicBezTo>
                <a:cubicBezTo>
                  <a:pt x="306282" y="12008"/>
                  <a:pt x="309138" y="8851"/>
                  <a:pt x="311769" y="6483"/>
                </a:cubicBezTo>
                <a:cubicBezTo>
                  <a:pt x="314400" y="4116"/>
                  <a:pt x="316956" y="2443"/>
                  <a:pt x="319437" y="1466"/>
                </a:cubicBezTo>
                <a:cubicBezTo>
                  <a:pt x="321917" y="489"/>
                  <a:pt x="324849" y="0"/>
                  <a:pt x="328231" y="0"/>
                </a:cubicBezTo>
                <a:cubicBezTo>
                  <a:pt x="331990" y="0"/>
                  <a:pt x="335786" y="677"/>
                  <a:pt x="339620" y="2030"/>
                </a:cubicBezTo>
                <a:lnTo>
                  <a:pt x="334320" y="26384"/>
                </a:lnTo>
                <a:lnTo>
                  <a:pt x="324172" y="26384"/>
                </a:lnTo>
                <a:cubicBezTo>
                  <a:pt x="323796" y="23227"/>
                  <a:pt x="322406" y="21649"/>
                  <a:pt x="320000" y="21649"/>
                </a:cubicBezTo>
                <a:cubicBezTo>
                  <a:pt x="318948" y="21649"/>
                  <a:pt x="317839" y="21912"/>
                  <a:pt x="316674" y="22438"/>
                </a:cubicBezTo>
                <a:cubicBezTo>
                  <a:pt x="315509" y="22964"/>
                  <a:pt x="313968" y="24148"/>
                  <a:pt x="312051" y="25990"/>
                </a:cubicBezTo>
                <a:cubicBezTo>
                  <a:pt x="310134" y="27831"/>
                  <a:pt x="307748" y="30500"/>
                  <a:pt x="304891" y="33995"/>
                </a:cubicBezTo>
                <a:cubicBezTo>
                  <a:pt x="302035" y="37491"/>
                  <a:pt x="297750" y="42809"/>
                  <a:pt x="292038" y="49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6c73389534ef0"/>
          <a:stretch xmlns:a="http://schemas.openxmlformats.org/drawingml/2006/main"/>
        </p:blipFill>
        <p:spPr>
          <a:xfrm xmlns:a="http://schemas.openxmlformats.org/drawingml/2006/main">
            <a:off x="10830833" y="1822619"/>
            <a:ext cx="1051213" cy="1051213"/>
          </a:xfrm>
          <a:prstGeom xmlns:a="http://schemas.openxmlformats.org/drawingml/2006/main" prst="rect">
            <a:avLst/>
          </a:prstGeom>
        </p:spPr>
      </p:pic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BC4D32-F3D7-4DCA-9CA7-EAF6CC7A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205" y="2476649"/>
            <a:ext cx="646783" cy="193238"/>
          </a:xfrm>
          <a:custGeom xmlns:a="http://schemas.openxmlformats.org/drawingml/2006/main">
            <a:pathLst>
              <a:path w="646783" h="193238">
                <a:moveTo>
                  <a:pt x="0" y="64413"/>
                </a:moveTo>
                <a:lnTo>
                  <a:pt x="64413" y="64413"/>
                </a:lnTo>
                <a:lnTo>
                  <a:pt x="64413" y="128825"/>
                </a:lnTo>
                <a:lnTo>
                  <a:pt x="0" y="128825"/>
                </a:lnTo>
                <a:lnTo>
                  <a:pt x="0" y="64413"/>
                </a:lnTo>
                <a:close/>
                <a:moveTo>
                  <a:pt x="128825" y="64413"/>
                </a:moveTo>
                <a:lnTo>
                  <a:pt x="193238" y="64413"/>
                </a:lnTo>
                <a:lnTo>
                  <a:pt x="193238" y="128825"/>
                </a:lnTo>
                <a:lnTo>
                  <a:pt x="128825" y="128825"/>
                </a:lnTo>
                <a:lnTo>
                  <a:pt x="128825" y="64413"/>
                </a:lnTo>
                <a:close/>
                <a:moveTo>
                  <a:pt x="257650" y="64413"/>
                </a:moveTo>
                <a:lnTo>
                  <a:pt x="322063" y="64413"/>
                </a:lnTo>
                <a:lnTo>
                  <a:pt x="322063" y="128825"/>
                </a:lnTo>
                <a:lnTo>
                  <a:pt x="257650" y="128825"/>
                </a:lnTo>
                <a:lnTo>
                  <a:pt x="257650" y="64413"/>
                </a:lnTo>
                <a:close/>
                <a:moveTo>
                  <a:pt x="386476" y="64413"/>
                </a:moveTo>
                <a:lnTo>
                  <a:pt x="450888" y="64413"/>
                </a:lnTo>
                <a:lnTo>
                  <a:pt x="450888" y="128825"/>
                </a:lnTo>
                <a:lnTo>
                  <a:pt x="386476" y="128825"/>
                </a:lnTo>
                <a:lnTo>
                  <a:pt x="386476" y="64413"/>
                </a:lnTo>
                <a:close/>
                <a:moveTo>
                  <a:pt x="453545" y="0"/>
                </a:moveTo>
                <a:lnTo>
                  <a:pt x="646783" y="96619"/>
                </a:lnTo>
                <a:lnTo>
                  <a:pt x="453545" y="193238"/>
                </a:lnTo>
                <a:lnTo>
                  <a:pt x="453545" y="0"/>
                </a:lnTo>
                <a:close/>
              </a:path>
            </a:pathLst>
          </a:custGeom>
          <a:solidFill xmlns:a="http://schemas.openxmlformats.org/drawingml/2006/main">
            <a:srgbClr val="B36D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0A257-FA78-4EF3-AA9C-C3FDA3D2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644" y="3403868"/>
            <a:ext cx="7406566" cy="361516"/>
          </a:xfrm>
          <a:custGeom xmlns:a="http://schemas.openxmlformats.org/drawingml/2006/main">
            <a:pathLst>
              <a:path w="7406566" h="361516">
                <a:moveTo>
                  <a:pt x="96619" y="0"/>
                </a:moveTo>
                <a:lnTo>
                  <a:pt x="0" y="193270"/>
                </a:lnTo>
                <a:lnTo>
                  <a:pt x="64413" y="193270"/>
                </a:lnTo>
                <a:lnTo>
                  <a:pt x="64413" y="361516"/>
                </a:lnTo>
                <a:lnTo>
                  <a:pt x="7406566" y="361516"/>
                </a:lnTo>
                <a:lnTo>
                  <a:pt x="7406566" y="81466"/>
                </a:lnTo>
                <a:lnTo>
                  <a:pt x="7342153" y="81466"/>
                </a:lnTo>
                <a:lnTo>
                  <a:pt x="7342153" y="297103"/>
                </a:lnTo>
                <a:lnTo>
                  <a:pt x="128825" y="297103"/>
                </a:lnTo>
                <a:lnTo>
                  <a:pt x="128825" y="193270"/>
                </a:lnTo>
                <a:lnTo>
                  <a:pt x="193238" y="193270"/>
                </a:lnTo>
                <a:lnTo>
                  <a:pt x="96619" y="0"/>
                </a:lnTo>
                <a:close/>
              </a:path>
            </a:pathLst>
          </a:custGeom>
          <a:solidFill xmlns:a="http://schemas.openxmlformats.org/drawingml/2006/main">
            <a:srgbClr val="B36D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③CollaborativeSimulation">
            <a:extLst xmlns:a="http://schemas.openxmlformats.org/drawingml/2006/main">
              <a:ext uri="{FF2B5EF4-FFF2-40B4-BE49-F238E27FC236}">
                <a16:creationId xmlns:a16="http://schemas.microsoft.com/office/drawing/2014/main" id="{BBF3C4A9-DF00-441C-9C4E-DFA2A9AD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767" y="1027730"/>
            <a:ext cx="2783996" cy="208419"/>
          </a:xfrm>
          <a:custGeom xmlns:a="http://schemas.openxmlformats.org/drawingml/2006/main">
            <a:pathLst>
              <a:path w="2783996" h="208419">
                <a:moveTo>
                  <a:pt x="104838" y="0"/>
                </a:moveTo>
                <a:cubicBezTo>
                  <a:pt x="168656" y="5937"/>
                  <a:pt x="203532" y="40691"/>
                  <a:pt x="209467" y="104262"/>
                </a:cubicBezTo>
                <a:cubicBezTo>
                  <a:pt x="203462" y="167693"/>
                  <a:pt x="168586" y="202413"/>
                  <a:pt x="104838" y="208419"/>
                </a:cubicBezTo>
                <a:cubicBezTo>
                  <a:pt x="40881" y="202552"/>
                  <a:pt x="5935" y="167833"/>
                  <a:pt x="0" y="104262"/>
                </a:cubicBezTo>
                <a:cubicBezTo>
                  <a:pt x="5935" y="40621"/>
                  <a:pt x="40881" y="5867"/>
                  <a:pt x="104838" y="0"/>
                </a:cubicBezTo>
                <a:moveTo>
                  <a:pt x="104838" y="10683"/>
                </a:moveTo>
                <a:cubicBezTo>
                  <a:pt x="48212" y="16061"/>
                  <a:pt x="17246" y="47254"/>
                  <a:pt x="11940" y="104262"/>
                </a:cubicBezTo>
                <a:cubicBezTo>
                  <a:pt x="17246" y="161270"/>
                  <a:pt x="48212" y="192463"/>
                  <a:pt x="104838" y="197841"/>
                </a:cubicBezTo>
                <a:cubicBezTo>
                  <a:pt x="161464" y="192463"/>
                  <a:pt x="192430" y="161270"/>
                  <a:pt x="197737" y="104262"/>
                </a:cubicBezTo>
                <a:cubicBezTo>
                  <a:pt x="192430" y="47254"/>
                  <a:pt x="161464" y="16061"/>
                  <a:pt x="104838" y="10683"/>
                </a:cubicBezTo>
                <a:moveTo>
                  <a:pt x="90280" y="108978"/>
                </a:moveTo>
                <a:lnTo>
                  <a:pt x="90280" y="91370"/>
                </a:lnTo>
                <a:cubicBezTo>
                  <a:pt x="118209" y="92068"/>
                  <a:pt x="131999" y="83926"/>
                  <a:pt x="131650" y="66944"/>
                </a:cubicBezTo>
                <a:cubicBezTo>
                  <a:pt x="131231" y="52687"/>
                  <a:pt x="122294" y="45315"/>
                  <a:pt x="104838" y="44826"/>
                </a:cubicBezTo>
                <a:cubicBezTo>
                  <a:pt x="87871" y="46013"/>
                  <a:pt x="78864" y="56312"/>
                  <a:pt x="77817" y="75722"/>
                </a:cubicBezTo>
                <a:lnTo>
                  <a:pt x="56766" y="75722"/>
                </a:lnTo>
                <a:cubicBezTo>
                  <a:pt x="56696" y="59384"/>
                  <a:pt x="61793" y="46641"/>
                  <a:pt x="72057" y="37495"/>
                </a:cubicBezTo>
                <a:cubicBezTo>
                  <a:pt x="79528" y="30582"/>
                  <a:pt x="91328" y="27161"/>
                  <a:pt x="107456" y="27231"/>
                </a:cubicBezTo>
                <a:cubicBezTo>
                  <a:pt x="136642" y="28348"/>
                  <a:pt x="151724" y="41309"/>
                  <a:pt x="152701" y="66113"/>
                </a:cubicBezTo>
                <a:cubicBezTo>
                  <a:pt x="152562" y="79597"/>
                  <a:pt x="147046" y="90253"/>
                  <a:pt x="136153" y="98080"/>
                </a:cubicBezTo>
                <a:cubicBezTo>
                  <a:pt x="150607" y="104717"/>
                  <a:pt x="157833" y="116734"/>
                  <a:pt x="157833" y="134131"/>
                </a:cubicBezTo>
                <a:cubicBezTo>
                  <a:pt x="155459" y="163965"/>
                  <a:pt x="138423" y="179720"/>
                  <a:pt x="106723" y="181398"/>
                </a:cubicBezTo>
                <a:cubicBezTo>
                  <a:pt x="73697" y="182655"/>
                  <a:pt x="55264" y="165549"/>
                  <a:pt x="51424" y="130079"/>
                </a:cubicBezTo>
                <a:lnTo>
                  <a:pt x="72894" y="130079"/>
                </a:lnTo>
                <a:cubicBezTo>
                  <a:pt x="73662" y="151654"/>
                  <a:pt x="84520" y="162895"/>
                  <a:pt x="105467" y="163803"/>
                </a:cubicBezTo>
                <a:cubicBezTo>
                  <a:pt x="125017" y="162756"/>
                  <a:pt x="135455" y="153007"/>
                  <a:pt x="136782" y="134556"/>
                </a:cubicBezTo>
                <a:cubicBezTo>
                  <a:pt x="136642" y="117435"/>
                  <a:pt x="124842" y="108699"/>
                  <a:pt x="101382" y="108350"/>
                </a:cubicBezTo>
                <a:cubicBezTo>
                  <a:pt x="99427" y="108280"/>
                  <a:pt x="95726" y="108490"/>
                  <a:pt x="90280" y="108978"/>
                </a:cubicBezTo>
                <a:close/>
                <a:moveTo>
                  <a:pt x="344583" y="171183"/>
                </a:moveTo>
                <a:cubicBezTo>
                  <a:pt x="334858" y="171183"/>
                  <a:pt x="325420" y="169789"/>
                  <a:pt x="316269" y="167001"/>
                </a:cubicBezTo>
                <a:cubicBezTo>
                  <a:pt x="307118" y="164212"/>
                  <a:pt x="298967" y="159888"/>
                  <a:pt x="291817" y="154027"/>
                </a:cubicBezTo>
                <a:cubicBezTo>
                  <a:pt x="284667" y="148164"/>
                  <a:pt x="278947" y="140692"/>
                  <a:pt x="274657" y="131611"/>
                </a:cubicBezTo>
                <a:cubicBezTo>
                  <a:pt x="270367" y="122529"/>
                  <a:pt x="268222" y="111697"/>
                  <a:pt x="268222" y="99114"/>
                </a:cubicBezTo>
                <a:cubicBezTo>
                  <a:pt x="268222" y="86675"/>
                  <a:pt x="270331" y="75736"/>
                  <a:pt x="274549" y="66300"/>
                </a:cubicBezTo>
                <a:cubicBezTo>
                  <a:pt x="278769" y="56860"/>
                  <a:pt x="284418" y="48924"/>
                  <a:pt x="291496" y="42489"/>
                </a:cubicBezTo>
                <a:cubicBezTo>
                  <a:pt x="298574" y="36054"/>
                  <a:pt x="306653" y="31229"/>
                  <a:pt x="315732" y="28013"/>
                </a:cubicBezTo>
                <a:cubicBezTo>
                  <a:pt x="324813" y="24795"/>
                  <a:pt x="334287" y="23185"/>
                  <a:pt x="344154" y="23185"/>
                </a:cubicBezTo>
                <a:cubicBezTo>
                  <a:pt x="351876" y="23185"/>
                  <a:pt x="358524" y="23936"/>
                  <a:pt x="364099" y="25437"/>
                </a:cubicBezTo>
                <a:cubicBezTo>
                  <a:pt x="369676" y="26938"/>
                  <a:pt x="374252" y="28725"/>
                  <a:pt x="377826" y="30798"/>
                </a:cubicBezTo>
                <a:cubicBezTo>
                  <a:pt x="381402" y="32871"/>
                  <a:pt x="384048" y="34909"/>
                  <a:pt x="385763" y="36912"/>
                </a:cubicBezTo>
                <a:cubicBezTo>
                  <a:pt x="387480" y="38913"/>
                  <a:pt x="388339" y="40486"/>
                  <a:pt x="388339" y="41632"/>
                </a:cubicBezTo>
                <a:cubicBezTo>
                  <a:pt x="388339" y="42631"/>
                  <a:pt x="387910" y="44096"/>
                  <a:pt x="387052" y="46027"/>
                </a:cubicBezTo>
                <a:cubicBezTo>
                  <a:pt x="386195" y="47958"/>
                  <a:pt x="385122" y="49817"/>
                  <a:pt x="383835" y="51604"/>
                </a:cubicBezTo>
                <a:cubicBezTo>
                  <a:pt x="382548" y="53391"/>
                  <a:pt x="381224" y="54964"/>
                  <a:pt x="379865" y="56324"/>
                </a:cubicBezTo>
                <a:cubicBezTo>
                  <a:pt x="378508" y="57681"/>
                  <a:pt x="377401" y="58359"/>
                  <a:pt x="376543" y="58359"/>
                </a:cubicBezTo>
                <a:cubicBezTo>
                  <a:pt x="375397" y="58359"/>
                  <a:pt x="374110" y="58003"/>
                  <a:pt x="372681" y="57289"/>
                </a:cubicBezTo>
                <a:cubicBezTo>
                  <a:pt x="371252" y="56573"/>
                  <a:pt x="369393" y="55751"/>
                  <a:pt x="367104" y="54821"/>
                </a:cubicBezTo>
                <a:cubicBezTo>
                  <a:pt x="364815" y="53892"/>
                  <a:pt x="361919" y="53070"/>
                  <a:pt x="358414" y="52357"/>
                </a:cubicBezTo>
                <a:cubicBezTo>
                  <a:pt x="354912" y="51641"/>
                  <a:pt x="350445" y="51283"/>
                  <a:pt x="345012" y="51283"/>
                </a:cubicBezTo>
                <a:cubicBezTo>
                  <a:pt x="339291" y="51283"/>
                  <a:pt x="333857" y="52177"/>
                  <a:pt x="328709" y="53964"/>
                </a:cubicBezTo>
                <a:cubicBezTo>
                  <a:pt x="323562" y="55751"/>
                  <a:pt x="319057" y="58575"/>
                  <a:pt x="315195" y="62437"/>
                </a:cubicBezTo>
                <a:cubicBezTo>
                  <a:pt x="311336" y="66297"/>
                  <a:pt x="308261" y="71231"/>
                  <a:pt x="305972" y="77238"/>
                </a:cubicBezTo>
                <a:cubicBezTo>
                  <a:pt x="303686" y="83242"/>
                  <a:pt x="302542" y="90463"/>
                  <a:pt x="302542" y="98901"/>
                </a:cubicBezTo>
                <a:cubicBezTo>
                  <a:pt x="302542" y="107195"/>
                  <a:pt x="303793" y="114202"/>
                  <a:pt x="306293" y="119923"/>
                </a:cubicBezTo>
                <a:cubicBezTo>
                  <a:pt x="308796" y="125642"/>
                  <a:pt x="312192" y="130253"/>
                  <a:pt x="316482" y="133758"/>
                </a:cubicBezTo>
                <a:cubicBezTo>
                  <a:pt x="320774" y="137260"/>
                  <a:pt x="325743" y="139761"/>
                  <a:pt x="331390" y="141262"/>
                </a:cubicBezTo>
                <a:cubicBezTo>
                  <a:pt x="337039" y="142764"/>
                  <a:pt x="343010" y="143514"/>
                  <a:pt x="349303" y="143514"/>
                </a:cubicBezTo>
                <a:cubicBezTo>
                  <a:pt x="355737" y="143514"/>
                  <a:pt x="361385" y="142836"/>
                  <a:pt x="366246" y="141478"/>
                </a:cubicBezTo>
                <a:cubicBezTo>
                  <a:pt x="371108" y="140119"/>
                  <a:pt x="375255" y="138618"/>
                  <a:pt x="378687" y="136975"/>
                </a:cubicBezTo>
                <a:cubicBezTo>
                  <a:pt x="382119" y="135330"/>
                  <a:pt x="384908" y="133829"/>
                  <a:pt x="387052" y="132471"/>
                </a:cubicBezTo>
                <a:cubicBezTo>
                  <a:pt x="389197" y="131112"/>
                  <a:pt x="390770" y="130432"/>
                  <a:pt x="391772" y="130432"/>
                </a:cubicBezTo>
                <a:cubicBezTo>
                  <a:pt x="393917" y="130432"/>
                  <a:pt x="394989" y="131576"/>
                  <a:pt x="394989" y="133862"/>
                </a:cubicBezTo>
                <a:cubicBezTo>
                  <a:pt x="394989" y="135865"/>
                  <a:pt x="394631" y="138726"/>
                  <a:pt x="393916" y="142444"/>
                </a:cubicBezTo>
                <a:cubicBezTo>
                  <a:pt x="393200" y="146160"/>
                  <a:pt x="392056" y="149877"/>
                  <a:pt x="390482" y="153595"/>
                </a:cubicBezTo>
                <a:cubicBezTo>
                  <a:pt x="389911" y="155026"/>
                  <a:pt x="388338" y="156743"/>
                  <a:pt x="385763" y="158746"/>
                </a:cubicBezTo>
                <a:cubicBezTo>
                  <a:pt x="383190" y="160747"/>
                  <a:pt x="379866" y="162677"/>
                  <a:pt x="375790" y="164536"/>
                </a:cubicBezTo>
                <a:cubicBezTo>
                  <a:pt x="371717" y="166395"/>
                  <a:pt x="366998" y="167967"/>
                  <a:pt x="361635" y="169252"/>
                </a:cubicBezTo>
                <a:cubicBezTo>
                  <a:pt x="356272" y="170540"/>
                  <a:pt x="350588" y="171183"/>
                  <a:pt x="344583" y="171183"/>
                </a:cubicBezTo>
                <a:close/>
                <a:moveTo>
                  <a:pt x="469631" y="170971"/>
                </a:moveTo>
                <a:cubicBezTo>
                  <a:pt x="462053" y="170971"/>
                  <a:pt x="454832" y="169791"/>
                  <a:pt x="447968" y="167433"/>
                </a:cubicBezTo>
                <a:cubicBezTo>
                  <a:pt x="441105" y="165072"/>
                  <a:pt x="435100" y="161533"/>
                  <a:pt x="429950" y="156815"/>
                </a:cubicBezTo>
                <a:cubicBezTo>
                  <a:pt x="424803" y="152096"/>
                  <a:pt x="420692" y="146161"/>
                  <a:pt x="417618" y="139011"/>
                </a:cubicBezTo>
                <a:cubicBezTo>
                  <a:pt x="414543" y="131860"/>
                  <a:pt x="413006" y="123495"/>
                  <a:pt x="413006" y="113914"/>
                </a:cubicBezTo>
                <a:cubicBezTo>
                  <a:pt x="413006" y="104333"/>
                  <a:pt x="414543" y="96003"/>
                  <a:pt x="417618" y="88925"/>
                </a:cubicBezTo>
                <a:cubicBezTo>
                  <a:pt x="420692" y="81847"/>
                  <a:pt x="424803" y="75984"/>
                  <a:pt x="429950" y="71337"/>
                </a:cubicBezTo>
                <a:cubicBezTo>
                  <a:pt x="435100" y="66689"/>
                  <a:pt x="441105" y="63222"/>
                  <a:pt x="447968" y="60935"/>
                </a:cubicBezTo>
                <a:cubicBezTo>
                  <a:pt x="454832" y="58646"/>
                  <a:pt x="462053" y="57502"/>
                  <a:pt x="469631" y="57502"/>
                </a:cubicBezTo>
                <a:cubicBezTo>
                  <a:pt x="477211" y="57502"/>
                  <a:pt x="484397" y="58646"/>
                  <a:pt x="491190" y="60935"/>
                </a:cubicBezTo>
                <a:cubicBezTo>
                  <a:pt x="497982" y="63222"/>
                  <a:pt x="503988" y="66689"/>
                  <a:pt x="509207" y="71337"/>
                </a:cubicBezTo>
                <a:cubicBezTo>
                  <a:pt x="514426" y="75984"/>
                  <a:pt x="518573" y="81847"/>
                  <a:pt x="521648" y="88925"/>
                </a:cubicBezTo>
                <a:cubicBezTo>
                  <a:pt x="524722" y="96003"/>
                  <a:pt x="526259" y="104333"/>
                  <a:pt x="526259" y="113914"/>
                </a:cubicBezTo>
                <a:cubicBezTo>
                  <a:pt x="526259" y="123495"/>
                  <a:pt x="524722" y="131860"/>
                  <a:pt x="521648" y="139011"/>
                </a:cubicBezTo>
                <a:cubicBezTo>
                  <a:pt x="518573" y="146161"/>
                  <a:pt x="514426" y="152096"/>
                  <a:pt x="509207" y="156815"/>
                </a:cubicBezTo>
                <a:cubicBezTo>
                  <a:pt x="503988" y="161533"/>
                  <a:pt x="497982" y="165072"/>
                  <a:pt x="491190" y="167433"/>
                </a:cubicBezTo>
                <a:cubicBezTo>
                  <a:pt x="484397" y="169791"/>
                  <a:pt x="477211" y="170971"/>
                  <a:pt x="469631" y="170971"/>
                </a:cubicBezTo>
                <a:moveTo>
                  <a:pt x="469631" y="149307"/>
                </a:moveTo>
                <a:cubicBezTo>
                  <a:pt x="472636" y="149307"/>
                  <a:pt x="475532" y="148700"/>
                  <a:pt x="478321" y="147484"/>
                </a:cubicBezTo>
                <a:cubicBezTo>
                  <a:pt x="481109" y="146269"/>
                  <a:pt x="483504" y="144267"/>
                  <a:pt x="485505" y="141478"/>
                </a:cubicBezTo>
                <a:cubicBezTo>
                  <a:pt x="487508" y="138690"/>
                  <a:pt x="489117" y="135008"/>
                  <a:pt x="490332" y="130432"/>
                </a:cubicBezTo>
                <a:cubicBezTo>
                  <a:pt x="491548" y="125855"/>
                  <a:pt x="492155" y="120278"/>
                  <a:pt x="492155" y="113701"/>
                </a:cubicBezTo>
                <a:cubicBezTo>
                  <a:pt x="492155" y="107123"/>
                  <a:pt x="491548" y="101546"/>
                  <a:pt x="490332" y="96970"/>
                </a:cubicBezTo>
                <a:cubicBezTo>
                  <a:pt x="489117" y="92395"/>
                  <a:pt x="487508" y="88712"/>
                  <a:pt x="485505" y="85924"/>
                </a:cubicBezTo>
                <a:cubicBezTo>
                  <a:pt x="483504" y="83135"/>
                  <a:pt x="481109" y="81133"/>
                  <a:pt x="478321" y="79918"/>
                </a:cubicBezTo>
                <a:cubicBezTo>
                  <a:pt x="475532" y="78703"/>
                  <a:pt x="472636" y="78095"/>
                  <a:pt x="469631" y="78095"/>
                </a:cubicBezTo>
                <a:cubicBezTo>
                  <a:pt x="466629" y="78095"/>
                  <a:pt x="463733" y="78703"/>
                  <a:pt x="460945" y="79918"/>
                </a:cubicBezTo>
                <a:cubicBezTo>
                  <a:pt x="458156" y="81133"/>
                  <a:pt x="455726" y="83135"/>
                  <a:pt x="453653" y="85924"/>
                </a:cubicBezTo>
                <a:cubicBezTo>
                  <a:pt x="451580" y="88712"/>
                  <a:pt x="449936" y="92395"/>
                  <a:pt x="448720" y="96970"/>
                </a:cubicBezTo>
                <a:cubicBezTo>
                  <a:pt x="447505" y="101546"/>
                  <a:pt x="446897" y="107123"/>
                  <a:pt x="446897" y="113701"/>
                </a:cubicBezTo>
                <a:cubicBezTo>
                  <a:pt x="446897" y="120278"/>
                  <a:pt x="447505" y="125855"/>
                  <a:pt x="448720" y="130432"/>
                </a:cubicBezTo>
                <a:cubicBezTo>
                  <a:pt x="449936" y="135008"/>
                  <a:pt x="451580" y="138690"/>
                  <a:pt x="453653" y="141478"/>
                </a:cubicBezTo>
                <a:cubicBezTo>
                  <a:pt x="455726" y="144267"/>
                  <a:pt x="458156" y="146269"/>
                  <a:pt x="460945" y="147484"/>
                </a:cubicBezTo>
                <a:cubicBezTo>
                  <a:pt x="463733" y="148700"/>
                  <a:pt x="466629" y="149307"/>
                  <a:pt x="469631" y="149307"/>
                </a:cubicBezTo>
                <a:close/>
                <a:moveTo>
                  <a:pt x="573017" y="171183"/>
                </a:moveTo>
                <a:cubicBezTo>
                  <a:pt x="565009" y="171183"/>
                  <a:pt x="558824" y="168932"/>
                  <a:pt x="554463" y="164428"/>
                </a:cubicBezTo>
                <a:cubicBezTo>
                  <a:pt x="550103" y="159925"/>
                  <a:pt x="547923" y="153669"/>
                  <a:pt x="547923" y="145661"/>
                </a:cubicBezTo>
                <a:lnTo>
                  <a:pt x="547923" y="19752"/>
                </a:lnTo>
                <a:cubicBezTo>
                  <a:pt x="547923" y="18323"/>
                  <a:pt x="548924" y="17108"/>
                  <a:pt x="550925" y="16106"/>
                </a:cubicBezTo>
                <a:cubicBezTo>
                  <a:pt x="552928" y="15105"/>
                  <a:pt x="557217" y="14604"/>
                  <a:pt x="563794" y="14604"/>
                </a:cubicBezTo>
                <a:cubicBezTo>
                  <a:pt x="570228" y="14604"/>
                  <a:pt x="574482" y="15105"/>
                  <a:pt x="576555" y="16106"/>
                </a:cubicBezTo>
                <a:cubicBezTo>
                  <a:pt x="578630" y="17108"/>
                  <a:pt x="579667" y="18323"/>
                  <a:pt x="579667" y="19752"/>
                </a:cubicBezTo>
                <a:lnTo>
                  <a:pt x="579667" y="139655"/>
                </a:lnTo>
                <a:cubicBezTo>
                  <a:pt x="579667" y="142944"/>
                  <a:pt x="580382" y="145303"/>
                  <a:pt x="581811" y="146735"/>
                </a:cubicBezTo>
                <a:cubicBezTo>
                  <a:pt x="583243" y="148164"/>
                  <a:pt x="585245" y="148879"/>
                  <a:pt x="587817" y="148879"/>
                </a:cubicBezTo>
                <a:lnTo>
                  <a:pt x="592324" y="148879"/>
                </a:lnTo>
                <a:cubicBezTo>
                  <a:pt x="594325" y="148879"/>
                  <a:pt x="595325" y="149808"/>
                  <a:pt x="595325" y="151667"/>
                </a:cubicBezTo>
                <a:cubicBezTo>
                  <a:pt x="595325" y="152952"/>
                  <a:pt x="594645" y="154667"/>
                  <a:pt x="593286" y="156812"/>
                </a:cubicBezTo>
                <a:cubicBezTo>
                  <a:pt x="591929" y="158957"/>
                  <a:pt x="590178" y="161103"/>
                  <a:pt x="588033" y="163250"/>
                </a:cubicBezTo>
                <a:cubicBezTo>
                  <a:pt x="585888" y="165395"/>
                  <a:pt x="583492" y="167254"/>
                  <a:pt x="580846" y="168827"/>
                </a:cubicBezTo>
                <a:cubicBezTo>
                  <a:pt x="578201" y="170398"/>
                  <a:pt x="575592" y="171183"/>
                  <a:pt x="573017" y="171183"/>
                </a:cubicBezTo>
                <a:close/>
                <a:moveTo>
                  <a:pt x="637794" y="171183"/>
                </a:moveTo>
                <a:cubicBezTo>
                  <a:pt x="629787" y="171183"/>
                  <a:pt x="623602" y="168932"/>
                  <a:pt x="619240" y="164428"/>
                </a:cubicBezTo>
                <a:cubicBezTo>
                  <a:pt x="614881" y="159925"/>
                  <a:pt x="612701" y="153669"/>
                  <a:pt x="612701" y="145661"/>
                </a:cubicBezTo>
                <a:lnTo>
                  <a:pt x="612701" y="19752"/>
                </a:lnTo>
                <a:cubicBezTo>
                  <a:pt x="612701" y="18323"/>
                  <a:pt x="613701" y="17108"/>
                  <a:pt x="615702" y="16106"/>
                </a:cubicBezTo>
                <a:cubicBezTo>
                  <a:pt x="617705" y="15105"/>
                  <a:pt x="621995" y="14604"/>
                  <a:pt x="628571" y="14604"/>
                </a:cubicBezTo>
                <a:cubicBezTo>
                  <a:pt x="635006" y="14604"/>
                  <a:pt x="639260" y="15105"/>
                  <a:pt x="641332" y="16106"/>
                </a:cubicBezTo>
                <a:cubicBezTo>
                  <a:pt x="643407" y="17108"/>
                  <a:pt x="644445" y="18323"/>
                  <a:pt x="644445" y="19752"/>
                </a:cubicBezTo>
                <a:lnTo>
                  <a:pt x="644445" y="139655"/>
                </a:lnTo>
                <a:cubicBezTo>
                  <a:pt x="644445" y="142944"/>
                  <a:pt x="645160" y="145303"/>
                  <a:pt x="646589" y="146735"/>
                </a:cubicBezTo>
                <a:cubicBezTo>
                  <a:pt x="648020" y="148164"/>
                  <a:pt x="650022" y="148879"/>
                  <a:pt x="652595" y="148879"/>
                </a:cubicBezTo>
                <a:lnTo>
                  <a:pt x="657101" y="148879"/>
                </a:lnTo>
                <a:cubicBezTo>
                  <a:pt x="659102" y="148879"/>
                  <a:pt x="660103" y="149808"/>
                  <a:pt x="660103" y="151667"/>
                </a:cubicBezTo>
                <a:cubicBezTo>
                  <a:pt x="660103" y="152952"/>
                  <a:pt x="659423" y="154667"/>
                  <a:pt x="658064" y="156812"/>
                </a:cubicBezTo>
                <a:cubicBezTo>
                  <a:pt x="656706" y="158957"/>
                  <a:pt x="654955" y="161103"/>
                  <a:pt x="652811" y="163250"/>
                </a:cubicBezTo>
                <a:cubicBezTo>
                  <a:pt x="650666" y="165395"/>
                  <a:pt x="648270" y="167254"/>
                  <a:pt x="645623" y="168827"/>
                </a:cubicBezTo>
                <a:cubicBezTo>
                  <a:pt x="642979" y="170398"/>
                  <a:pt x="640369" y="171183"/>
                  <a:pt x="637794" y="171183"/>
                </a:cubicBezTo>
                <a:close/>
                <a:moveTo>
                  <a:pt x="760915" y="171183"/>
                </a:moveTo>
                <a:cubicBezTo>
                  <a:pt x="757768" y="171183"/>
                  <a:pt x="754944" y="170612"/>
                  <a:pt x="752441" y="169468"/>
                </a:cubicBezTo>
                <a:cubicBezTo>
                  <a:pt x="749941" y="168325"/>
                  <a:pt x="747761" y="167038"/>
                  <a:pt x="745902" y="165606"/>
                </a:cubicBezTo>
                <a:cubicBezTo>
                  <a:pt x="743757" y="164035"/>
                  <a:pt x="741898" y="162248"/>
                  <a:pt x="740325" y="160245"/>
                </a:cubicBezTo>
                <a:cubicBezTo>
                  <a:pt x="736321" y="163106"/>
                  <a:pt x="731673" y="165645"/>
                  <a:pt x="726382" y="167861"/>
                </a:cubicBezTo>
                <a:cubicBezTo>
                  <a:pt x="721091" y="170076"/>
                  <a:pt x="714799" y="171183"/>
                  <a:pt x="707507" y="171183"/>
                </a:cubicBezTo>
                <a:cubicBezTo>
                  <a:pt x="702358" y="171183"/>
                  <a:pt x="697602" y="170469"/>
                  <a:pt x="693241" y="169040"/>
                </a:cubicBezTo>
                <a:cubicBezTo>
                  <a:pt x="688881" y="167611"/>
                  <a:pt x="685092" y="165574"/>
                  <a:pt x="681874" y="162929"/>
                </a:cubicBezTo>
                <a:cubicBezTo>
                  <a:pt x="678658" y="160282"/>
                  <a:pt x="676155" y="156993"/>
                  <a:pt x="674366" y="153061"/>
                </a:cubicBezTo>
                <a:cubicBezTo>
                  <a:pt x="672579" y="149127"/>
                  <a:pt x="671685" y="144659"/>
                  <a:pt x="671685" y="139655"/>
                </a:cubicBezTo>
                <a:cubicBezTo>
                  <a:pt x="671685" y="133363"/>
                  <a:pt x="672722" y="128036"/>
                  <a:pt x="674794" y="123674"/>
                </a:cubicBezTo>
                <a:cubicBezTo>
                  <a:pt x="676869" y="119312"/>
                  <a:pt x="679944" y="115594"/>
                  <a:pt x="684017" y="112520"/>
                </a:cubicBezTo>
                <a:cubicBezTo>
                  <a:pt x="688093" y="109445"/>
                  <a:pt x="693134" y="106836"/>
                  <a:pt x="699138" y="104691"/>
                </a:cubicBezTo>
                <a:cubicBezTo>
                  <a:pt x="705145" y="102546"/>
                  <a:pt x="712010" y="100544"/>
                  <a:pt x="719732" y="98685"/>
                </a:cubicBezTo>
                <a:cubicBezTo>
                  <a:pt x="724881" y="97542"/>
                  <a:pt x="728742" y="96398"/>
                  <a:pt x="731314" y="95255"/>
                </a:cubicBezTo>
                <a:cubicBezTo>
                  <a:pt x="733889" y="94110"/>
                  <a:pt x="735176" y="92750"/>
                  <a:pt x="735176" y="91177"/>
                </a:cubicBezTo>
                <a:cubicBezTo>
                  <a:pt x="735176" y="88033"/>
                  <a:pt x="733746" y="85495"/>
                  <a:pt x="730886" y="83564"/>
                </a:cubicBezTo>
                <a:cubicBezTo>
                  <a:pt x="728025" y="81633"/>
                  <a:pt x="723593" y="80668"/>
                  <a:pt x="717588" y="80668"/>
                </a:cubicBezTo>
                <a:cubicBezTo>
                  <a:pt x="713440" y="80668"/>
                  <a:pt x="709507" y="81168"/>
                  <a:pt x="705789" y="82170"/>
                </a:cubicBezTo>
                <a:cubicBezTo>
                  <a:pt x="702073" y="83171"/>
                  <a:pt x="698749" y="84316"/>
                  <a:pt x="695816" y="85603"/>
                </a:cubicBezTo>
                <a:cubicBezTo>
                  <a:pt x="692886" y="86888"/>
                  <a:pt x="690419" y="88032"/>
                  <a:pt x="688416" y="89033"/>
                </a:cubicBezTo>
                <a:cubicBezTo>
                  <a:pt x="686415" y="90035"/>
                  <a:pt x="684985" y="90535"/>
                  <a:pt x="684125" y="90535"/>
                </a:cubicBezTo>
                <a:cubicBezTo>
                  <a:pt x="682266" y="90535"/>
                  <a:pt x="681337" y="89463"/>
                  <a:pt x="681337" y="87318"/>
                </a:cubicBezTo>
                <a:cubicBezTo>
                  <a:pt x="681337" y="85601"/>
                  <a:pt x="681695" y="83098"/>
                  <a:pt x="682410" y="79810"/>
                </a:cubicBezTo>
                <a:cubicBezTo>
                  <a:pt x="683126" y="76522"/>
                  <a:pt x="684271" y="73090"/>
                  <a:pt x="685844" y="69514"/>
                </a:cubicBezTo>
                <a:cubicBezTo>
                  <a:pt x="686415" y="68370"/>
                  <a:pt x="687738" y="67084"/>
                  <a:pt x="689811" y="65655"/>
                </a:cubicBezTo>
                <a:cubicBezTo>
                  <a:pt x="691883" y="64223"/>
                  <a:pt x="694528" y="62900"/>
                  <a:pt x="697744" y="61685"/>
                </a:cubicBezTo>
                <a:cubicBezTo>
                  <a:pt x="700962" y="60469"/>
                  <a:pt x="704644" y="59469"/>
                  <a:pt x="708790" y="58683"/>
                </a:cubicBezTo>
                <a:cubicBezTo>
                  <a:pt x="712938" y="57896"/>
                  <a:pt x="717372" y="57502"/>
                  <a:pt x="722091" y="57502"/>
                </a:cubicBezTo>
                <a:cubicBezTo>
                  <a:pt x="738537" y="57502"/>
                  <a:pt x="750190" y="61077"/>
                  <a:pt x="757053" y="68227"/>
                </a:cubicBezTo>
                <a:cubicBezTo>
                  <a:pt x="763917" y="75378"/>
                  <a:pt x="767349" y="86174"/>
                  <a:pt x="767349" y="100616"/>
                </a:cubicBezTo>
                <a:lnTo>
                  <a:pt x="767349" y="139655"/>
                </a:lnTo>
                <a:cubicBezTo>
                  <a:pt x="767349" y="142944"/>
                  <a:pt x="768100" y="145303"/>
                  <a:pt x="769601" y="146735"/>
                </a:cubicBezTo>
                <a:cubicBezTo>
                  <a:pt x="771104" y="148164"/>
                  <a:pt x="773142" y="148879"/>
                  <a:pt x="775715" y="148879"/>
                </a:cubicBezTo>
                <a:lnTo>
                  <a:pt x="780006" y="148879"/>
                </a:lnTo>
                <a:cubicBezTo>
                  <a:pt x="782006" y="148879"/>
                  <a:pt x="783007" y="149808"/>
                  <a:pt x="783007" y="151667"/>
                </a:cubicBezTo>
                <a:cubicBezTo>
                  <a:pt x="783007" y="152952"/>
                  <a:pt x="782327" y="154703"/>
                  <a:pt x="780968" y="156920"/>
                </a:cubicBezTo>
                <a:cubicBezTo>
                  <a:pt x="779611" y="159137"/>
                  <a:pt x="777896" y="161283"/>
                  <a:pt x="775823" y="163358"/>
                </a:cubicBezTo>
                <a:cubicBezTo>
                  <a:pt x="773750" y="165431"/>
                  <a:pt x="771390" y="167254"/>
                  <a:pt x="768744" y="168827"/>
                </a:cubicBezTo>
                <a:cubicBezTo>
                  <a:pt x="766099" y="170398"/>
                  <a:pt x="763489" y="171183"/>
                  <a:pt x="760915" y="171183"/>
                </a:cubicBezTo>
                <a:moveTo>
                  <a:pt x="702572" y="135577"/>
                </a:moveTo>
                <a:cubicBezTo>
                  <a:pt x="702572" y="140155"/>
                  <a:pt x="704145" y="143623"/>
                  <a:pt x="707291" y="145982"/>
                </a:cubicBezTo>
                <a:cubicBezTo>
                  <a:pt x="710438" y="148341"/>
                  <a:pt x="714513" y="149520"/>
                  <a:pt x="719519" y="149520"/>
                </a:cubicBezTo>
                <a:cubicBezTo>
                  <a:pt x="724236" y="149520"/>
                  <a:pt x="728096" y="148377"/>
                  <a:pt x="731098" y="146090"/>
                </a:cubicBezTo>
                <a:cubicBezTo>
                  <a:pt x="734103" y="143801"/>
                  <a:pt x="735605" y="141656"/>
                  <a:pt x="735605" y="139655"/>
                </a:cubicBezTo>
                <a:lnTo>
                  <a:pt x="735605" y="116702"/>
                </a:lnTo>
                <a:cubicBezTo>
                  <a:pt x="735605" y="115129"/>
                  <a:pt x="734819" y="114343"/>
                  <a:pt x="733245" y="114343"/>
                </a:cubicBezTo>
                <a:cubicBezTo>
                  <a:pt x="730099" y="114343"/>
                  <a:pt x="726167" y="115415"/>
                  <a:pt x="721450" y="117560"/>
                </a:cubicBezTo>
                <a:cubicBezTo>
                  <a:pt x="719161" y="118420"/>
                  <a:pt x="716908" y="119350"/>
                  <a:pt x="714691" y="120352"/>
                </a:cubicBezTo>
                <a:cubicBezTo>
                  <a:pt x="712474" y="121351"/>
                  <a:pt x="710472" y="122566"/>
                  <a:pt x="708685" y="123998"/>
                </a:cubicBezTo>
                <a:cubicBezTo>
                  <a:pt x="706898" y="125427"/>
                  <a:pt x="705432" y="127107"/>
                  <a:pt x="704287" y="129038"/>
                </a:cubicBezTo>
                <a:cubicBezTo>
                  <a:pt x="703143" y="130967"/>
                  <a:pt x="702572" y="133147"/>
                  <a:pt x="702572" y="135577"/>
                </a:cubicBezTo>
                <a:close/>
                <a:moveTo>
                  <a:pt x="800598" y="19752"/>
                </a:moveTo>
                <a:cubicBezTo>
                  <a:pt x="800598" y="18323"/>
                  <a:pt x="801598" y="17108"/>
                  <a:pt x="803599" y="16106"/>
                </a:cubicBezTo>
                <a:cubicBezTo>
                  <a:pt x="805602" y="15105"/>
                  <a:pt x="809892" y="14604"/>
                  <a:pt x="816468" y="14604"/>
                </a:cubicBezTo>
                <a:cubicBezTo>
                  <a:pt x="822903" y="14604"/>
                  <a:pt x="827156" y="15105"/>
                  <a:pt x="829229" y="16106"/>
                </a:cubicBezTo>
                <a:cubicBezTo>
                  <a:pt x="831304" y="17108"/>
                  <a:pt x="832342" y="18323"/>
                  <a:pt x="832342" y="19752"/>
                </a:cubicBezTo>
                <a:lnTo>
                  <a:pt x="832342" y="68015"/>
                </a:lnTo>
                <a:cubicBezTo>
                  <a:pt x="834631" y="66012"/>
                  <a:pt x="837276" y="64223"/>
                  <a:pt x="840279" y="62650"/>
                </a:cubicBezTo>
                <a:cubicBezTo>
                  <a:pt x="842853" y="61363"/>
                  <a:pt x="845928" y="60184"/>
                  <a:pt x="849502" y="59112"/>
                </a:cubicBezTo>
                <a:cubicBezTo>
                  <a:pt x="853076" y="58039"/>
                  <a:pt x="857151" y="57502"/>
                  <a:pt x="861726" y="57502"/>
                </a:cubicBezTo>
                <a:cubicBezTo>
                  <a:pt x="867303" y="57502"/>
                  <a:pt x="872701" y="58646"/>
                  <a:pt x="877921" y="60935"/>
                </a:cubicBezTo>
                <a:cubicBezTo>
                  <a:pt x="883140" y="63222"/>
                  <a:pt x="887751" y="66582"/>
                  <a:pt x="891755" y="71016"/>
                </a:cubicBezTo>
                <a:cubicBezTo>
                  <a:pt x="895761" y="75450"/>
                  <a:pt x="898944" y="80884"/>
                  <a:pt x="901302" y="87318"/>
                </a:cubicBezTo>
                <a:cubicBezTo>
                  <a:pt x="903661" y="93753"/>
                  <a:pt x="904840" y="101117"/>
                  <a:pt x="904840" y="109410"/>
                </a:cubicBezTo>
                <a:cubicBezTo>
                  <a:pt x="904840" y="120421"/>
                  <a:pt x="903160" y="129823"/>
                  <a:pt x="899800" y="137616"/>
                </a:cubicBezTo>
                <a:cubicBezTo>
                  <a:pt x="896440" y="145410"/>
                  <a:pt x="892042" y="151810"/>
                  <a:pt x="886607" y="156815"/>
                </a:cubicBezTo>
                <a:cubicBezTo>
                  <a:pt x="881174" y="161819"/>
                  <a:pt x="874989" y="165465"/>
                  <a:pt x="868053" y="167753"/>
                </a:cubicBezTo>
                <a:cubicBezTo>
                  <a:pt x="861118" y="170040"/>
                  <a:pt x="854076" y="171183"/>
                  <a:pt x="846926" y="171183"/>
                </a:cubicBezTo>
                <a:cubicBezTo>
                  <a:pt x="839920" y="171183"/>
                  <a:pt x="833556" y="170362"/>
                  <a:pt x="827835" y="168719"/>
                </a:cubicBezTo>
                <a:cubicBezTo>
                  <a:pt x="822116" y="167074"/>
                  <a:pt x="817255" y="165000"/>
                  <a:pt x="813251" y="162497"/>
                </a:cubicBezTo>
                <a:cubicBezTo>
                  <a:pt x="809247" y="159994"/>
                  <a:pt x="806137" y="157206"/>
                  <a:pt x="803920" y="154132"/>
                </a:cubicBezTo>
                <a:cubicBezTo>
                  <a:pt x="801705" y="151057"/>
                  <a:pt x="800598" y="148019"/>
                  <a:pt x="800598" y="145017"/>
                </a:cubicBezTo>
                <a:lnTo>
                  <a:pt x="800598" y="19752"/>
                </a:lnTo>
                <a:moveTo>
                  <a:pt x="849286" y="80668"/>
                </a:moveTo>
                <a:cubicBezTo>
                  <a:pt x="846999" y="80668"/>
                  <a:pt x="844854" y="81097"/>
                  <a:pt x="842851" y="81957"/>
                </a:cubicBezTo>
                <a:cubicBezTo>
                  <a:pt x="840850" y="82815"/>
                  <a:pt x="839063" y="83887"/>
                  <a:pt x="837490" y="85174"/>
                </a:cubicBezTo>
                <a:cubicBezTo>
                  <a:pt x="835917" y="86460"/>
                  <a:pt x="834666" y="87889"/>
                  <a:pt x="833736" y="89462"/>
                </a:cubicBezTo>
                <a:cubicBezTo>
                  <a:pt x="832807" y="91035"/>
                  <a:pt x="832342" y="92608"/>
                  <a:pt x="832342" y="94182"/>
                </a:cubicBezTo>
                <a:lnTo>
                  <a:pt x="832342" y="136867"/>
                </a:lnTo>
                <a:cubicBezTo>
                  <a:pt x="832342" y="140727"/>
                  <a:pt x="833843" y="143944"/>
                  <a:pt x="836845" y="146519"/>
                </a:cubicBezTo>
                <a:cubicBezTo>
                  <a:pt x="839850" y="149091"/>
                  <a:pt x="843711" y="150378"/>
                  <a:pt x="848428" y="150378"/>
                </a:cubicBezTo>
                <a:cubicBezTo>
                  <a:pt x="851289" y="150378"/>
                  <a:pt x="854077" y="149770"/>
                  <a:pt x="856794" y="148555"/>
                </a:cubicBezTo>
                <a:cubicBezTo>
                  <a:pt x="859510" y="147339"/>
                  <a:pt x="861905" y="145302"/>
                  <a:pt x="863978" y="142444"/>
                </a:cubicBezTo>
                <a:cubicBezTo>
                  <a:pt x="866053" y="139583"/>
                  <a:pt x="867698" y="135687"/>
                  <a:pt x="868913" y="130753"/>
                </a:cubicBezTo>
                <a:cubicBezTo>
                  <a:pt x="870129" y="125820"/>
                  <a:pt x="870737" y="119635"/>
                  <a:pt x="870737" y="112199"/>
                </a:cubicBezTo>
                <a:cubicBezTo>
                  <a:pt x="870737" y="105764"/>
                  <a:pt x="870129" y="100509"/>
                  <a:pt x="868913" y="96433"/>
                </a:cubicBezTo>
                <a:cubicBezTo>
                  <a:pt x="867698" y="92357"/>
                  <a:pt x="866125" y="89140"/>
                  <a:pt x="864194" y="86781"/>
                </a:cubicBezTo>
                <a:cubicBezTo>
                  <a:pt x="862263" y="84423"/>
                  <a:pt x="860010" y="82815"/>
                  <a:pt x="857435" y="81957"/>
                </a:cubicBezTo>
                <a:cubicBezTo>
                  <a:pt x="854863" y="81097"/>
                  <a:pt x="852146" y="80668"/>
                  <a:pt x="849286" y="80668"/>
                </a:cubicBezTo>
                <a:close/>
                <a:moveTo>
                  <a:pt x="979054" y="170971"/>
                </a:moveTo>
                <a:cubicBezTo>
                  <a:pt x="971476" y="170971"/>
                  <a:pt x="964255" y="169791"/>
                  <a:pt x="957391" y="167433"/>
                </a:cubicBezTo>
                <a:cubicBezTo>
                  <a:pt x="950528" y="165072"/>
                  <a:pt x="944523" y="161533"/>
                  <a:pt x="939373" y="156815"/>
                </a:cubicBezTo>
                <a:cubicBezTo>
                  <a:pt x="934226" y="152096"/>
                  <a:pt x="930115" y="146161"/>
                  <a:pt x="927041" y="139011"/>
                </a:cubicBezTo>
                <a:cubicBezTo>
                  <a:pt x="923967" y="131860"/>
                  <a:pt x="922429" y="123495"/>
                  <a:pt x="922429" y="113914"/>
                </a:cubicBezTo>
                <a:cubicBezTo>
                  <a:pt x="922429" y="104333"/>
                  <a:pt x="923967" y="96003"/>
                  <a:pt x="927041" y="88925"/>
                </a:cubicBezTo>
                <a:cubicBezTo>
                  <a:pt x="930115" y="81847"/>
                  <a:pt x="934226" y="75984"/>
                  <a:pt x="939373" y="71337"/>
                </a:cubicBezTo>
                <a:cubicBezTo>
                  <a:pt x="944523" y="66689"/>
                  <a:pt x="950528" y="63222"/>
                  <a:pt x="957391" y="60935"/>
                </a:cubicBezTo>
                <a:cubicBezTo>
                  <a:pt x="964255" y="58646"/>
                  <a:pt x="971476" y="57502"/>
                  <a:pt x="979054" y="57502"/>
                </a:cubicBezTo>
                <a:cubicBezTo>
                  <a:pt x="986634" y="57502"/>
                  <a:pt x="993820" y="58646"/>
                  <a:pt x="1000613" y="60935"/>
                </a:cubicBezTo>
                <a:cubicBezTo>
                  <a:pt x="1007405" y="63222"/>
                  <a:pt x="1013411" y="66689"/>
                  <a:pt x="1018630" y="71337"/>
                </a:cubicBezTo>
                <a:cubicBezTo>
                  <a:pt x="1023850" y="75984"/>
                  <a:pt x="1027996" y="81847"/>
                  <a:pt x="1031071" y="88925"/>
                </a:cubicBezTo>
                <a:cubicBezTo>
                  <a:pt x="1034145" y="96003"/>
                  <a:pt x="1035682" y="104333"/>
                  <a:pt x="1035682" y="113914"/>
                </a:cubicBezTo>
                <a:cubicBezTo>
                  <a:pt x="1035682" y="123495"/>
                  <a:pt x="1034145" y="131860"/>
                  <a:pt x="1031071" y="139011"/>
                </a:cubicBezTo>
                <a:cubicBezTo>
                  <a:pt x="1027996" y="146161"/>
                  <a:pt x="1023850" y="152096"/>
                  <a:pt x="1018630" y="156815"/>
                </a:cubicBezTo>
                <a:cubicBezTo>
                  <a:pt x="1013411" y="161533"/>
                  <a:pt x="1007405" y="165072"/>
                  <a:pt x="1000613" y="167433"/>
                </a:cubicBezTo>
                <a:cubicBezTo>
                  <a:pt x="993820" y="169791"/>
                  <a:pt x="986634" y="170971"/>
                  <a:pt x="979054" y="170971"/>
                </a:cubicBezTo>
                <a:moveTo>
                  <a:pt x="979054" y="149307"/>
                </a:moveTo>
                <a:cubicBezTo>
                  <a:pt x="982059" y="149307"/>
                  <a:pt x="984955" y="148700"/>
                  <a:pt x="987744" y="147484"/>
                </a:cubicBezTo>
                <a:cubicBezTo>
                  <a:pt x="990532" y="146269"/>
                  <a:pt x="992927" y="144267"/>
                  <a:pt x="994928" y="141478"/>
                </a:cubicBezTo>
                <a:cubicBezTo>
                  <a:pt x="996931" y="138690"/>
                  <a:pt x="998540" y="135008"/>
                  <a:pt x="999755" y="130432"/>
                </a:cubicBezTo>
                <a:cubicBezTo>
                  <a:pt x="1000971" y="125855"/>
                  <a:pt x="1001578" y="120278"/>
                  <a:pt x="1001578" y="113701"/>
                </a:cubicBezTo>
                <a:cubicBezTo>
                  <a:pt x="1001578" y="107123"/>
                  <a:pt x="1000971" y="101546"/>
                  <a:pt x="999755" y="96970"/>
                </a:cubicBezTo>
                <a:cubicBezTo>
                  <a:pt x="998540" y="92395"/>
                  <a:pt x="996931" y="88712"/>
                  <a:pt x="994928" y="85924"/>
                </a:cubicBezTo>
                <a:cubicBezTo>
                  <a:pt x="992927" y="83135"/>
                  <a:pt x="990532" y="81133"/>
                  <a:pt x="987744" y="79918"/>
                </a:cubicBezTo>
                <a:cubicBezTo>
                  <a:pt x="984955" y="78703"/>
                  <a:pt x="982059" y="78095"/>
                  <a:pt x="979054" y="78095"/>
                </a:cubicBezTo>
                <a:cubicBezTo>
                  <a:pt x="976052" y="78095"/>
                  <a:pt x="973156" y="78703"/>
                  <a:pt x="970368" y="79918"/>
                </a:cubicBezTo>
                <a:cubicBezTo>
                  <a:pt x="967579" y="81133"/>
                  <a:pt x="965149" y="83135"/>
                  <a:pt x="963076" y="85924"/>
                </a:cubicBezTo>
                <a:cubicBezTo>
                  <a:pt x="961003" y="88712"/>
                  <a:pt x="959359" y="92395"/>
                  <a:pt x="958143" y="96970"/>
                </a:cubicBezTo>
                <a:cubicBezTo>
                  <a:pt x="956928" y="101546"/>
                  <a:pt x="956320" y="107123"/>
                  <a:pt x="956320" y="113701"/>
                </a:cubicBezTo>
                <a:cubicBezTo>
                  <a:pt x="956320" y="120278"/>
                  <a:pt x="956928" y="125855"/>
                  <a:pt x="958143" y="130432"/>
                </a:cubicBezTo>
                <a:cubicBezTo>
                  <a:pt x="959359" y="135008"/>
                  <a:pt x="961003" y="138690"/>
                  <a:pt x="963076" y="141478"/>
                </a:cubicBezTo>
                <a:cubicBezTo>
                  <a:pt x="965149" y="144267"/>
                  <a:pt x="967579" y="146269"/>
                  <a:pt x="970368" y="147484"/>
                </a:cubicBezTo>
                <a:cubicBezTo>
                  <a:pt x="973156" y="148700"/>
                  <a:pt x="976052" y="149307"/>
                  <a:pt x="979054" y="149307"/>
                </a:cubicBezTo>
                <a:close/>
                <a:moveTo>
                  <a:pt x="1075578" y="169040"/>
                </a:moveTo>
                <a:cubicBezTo>
                  <a:pt x="1069143" y="169040"/>
                  <a:pt x="1064889" y="168504"/>
                  <a:pt x="1062816" y="167433"/>
                </a:cubicBezTo>
                <a:cubicBezTo>
                  <a:pt x="1060744" y="166359"/>
                  <a:pt x="1059707" y="165179"/>
                  <a:pt x="1059707" y="163891"/>
                </a:cubicBezTo>
                <a:lnTo>
                  <a:pt x="1059707" y="88820"/>
                </a:lnTo>
                <a:cubicBezTo>
                  <a:pt x="1059707" y="86532"/>
                  <a:pt x="1059385" y="84566"/>
                  <a:pt x="1058742" y="82923"/>
                </a:cubicBezTo>
                <a:cubicBezTo>
                  <a:pt x="1058098" y="81277"/>
                  <a:pt x="1057418" y="79883"/>
                  <a:pt x="1056703" y="78740"/>
                </a:cubicBezTo>
                <a:cubicBezTo>
                  <a:pt x="1055987" y="77594"/>
                  <a:pt x="1055307" y="76557"/>
                  <a:pt x="1054664" y="75627"/>
                </a:cubicBezTo>
                <a:cubicBezTo>
                  <a:pt x="1054022" y="74698"/>
                  <a:pt x="1053701" y="73804"/>
                  <a:pt x="1053701" y="72947"/>
                </a:cubicBezTo>
                <a:cubicBezTo>
                  <a:pt x="1053701" y="71659"/>
                  <a:pt x="1054666" y="70158"/>
                  <a:pt x="1056595" y="68443"/>
                </a:cubicBezTo>
                <a:cubicBezTo>
                  <a:pt x="1058526" y="66726"/>
                  <a:pt x="1060813" y="65046"/>
                  <a:pt x="1063458" y="63403"/>
                </a:cubicBezTo>
                <a:cubicBezTo>
                  <a:pt x="1066105" y="61758"/>
                  <a:pt x="1068786" y="60364"/>
                  <a:pt x="1071503" y="59220"/>
                </a:cubicBezTo>
                <a:cubicBezTo>
                  <a:pt x="1074219" y="58075"/>
                  <a:pt x="1076436" y="57502"/>
                  <a:pt x="1078153" y="57502"/>
                </a:cubicBezTo>
                <a:cubicBezTo>
                  <a:pt x="1081442" y="57502"/>
                  <a:pt x="1083836" y="58610"/>
                  <a:pt x="1085337" y="60827"/>
                </a:cubicBezTo>
                <a:cubicBezTo>
                  <a:pt x="1086839" y="63044"/>
                  <a:pt x="1088591" y="66225"/>
                  <a:pt x="1090594" y="70371"/>
                </a:cubicBezTo>
                <a:cubicBezTo>
                  <a:pt x="1092739" y="67940"/>
                  <a:pt x="1095097" y="65795"/>
                  <a:pt x="1097670" y="63936"/>
                </a:cubicBezTo>
                <a:cubicBezTo>
                  <a:pt x="1099817" y="62363"/>
                  <a:pt x="1102391" y="60898"/>
                  <a:pt x="1105394" y="59541"/>
                </a:cubicBezTo>
                <a:cubicBezTo>
                  <a:pt x="1108396" y="58182"/>
                  <a:pt x="1111613" y="57502"/>
                  <a:pt x="1115046" y="57502"/>
                </a:cubicBezTo>
                <a:cubicBezTo>
                  <a:pt x="1117332" y="57502"/>
                  <a:pt x="1119620" y="57717"/>
                  <a:pt x="1121909" y="58147"/>
                </a:cubicBezTo>
                <a:cubicBezTo>
                  <a:pt x="1124198" y="58574"/>
                  <a:pt x="1126236" y="59182"/>
                  <a:pt x="1128023" y="59970"/>
                </a:cubicBezTo>
                <a:cubicBezTo>
                  <a:pt x="1129810" y="60755"/>
                  <a:pt x="1131275" y="61613"/>
                  <a:pt x="1132418" y="62542"/>
                </a:cubicBezTo>
                <a:cubicBezTo>
                  <a:pt x="1133564" y="63472"/>
                  <a:pt x="1134137" y="64509"/>
                  <a:pt x="1134137" y="65655"/>
                </a:cubicBezTo>
                <a:cubicBezTo>
                  <a:pt x="1134137" y="66654"/>
                  <a:pt x="1133457" y="68405"/>
                  <a:pt x="1132098" y="70908"/>
                </a:cubicBezTo>
                <a:cubicBezTo>
                  <a:pt x="1130738" y="73410"/>
                  <a:pt x="1129165" y="75985"/>
                  <a:pt x="1127378" y="78632"/>
                </a:cubicBezTo>
                <a:cubicBezTo>
                  <a:pt x="1125591" y="81276"/>
                  <a:pt x="1123732" y="83636"/>
                  <a:pt x="1121801" y="85711"/>
                </a:cubicBezTo>
                <a:cubicBezTo>
                  <a:pt x="1119872" y="87784"/>
                  <a:pt x="1118264" y="88820"/>
                  <a:pt x="1116977" y="88820"/>
                </a:cubicBezTo>
                <a:cubicBezTo>
                  <a:pt x="1116117" y="88820"/>
                  <a:pt x="1115294" y="88535"/>
                  <a:pt x="1114509" y="87963"/>
                </a:cubicBezTo>
                <a:cubicBezTo>
                  <a:pt x="1113723" y="87389"/>
                  <a:pt x="1112830" y="86780"/>
                  <a:pt x="1111828" y="86137"/>
                </a:cubicBezTo>
                <a:cubicBezTo>
                  <a:pt x="1110827" y="85493"/>
                  <a:pt x="1109682" y="84885"/>
                  <a:pt x="1108395" y="84314"/>
                </a:cubicBezTo>
                <a:cubicBezTo>
                  <a:pt x="1107108" y="83742"/>
                  <a:pt x="1105679" y="83456"/>
                  <a:pt x="1104108" y="83456"/>
                </a:cubicBezTo>
                <a:cubicBezTo>
                  <a:pt x="1102534" y="83456"/>
                  <a:pt x="1100996" y="83814"/>
                  <a:pt x="1099493" y="84530"/>
                </a:cubicBezTo>
                <a:cubicBezTo>
                  <a:pt x="1097992" y="85243"/>
                  <a:pt x="1096633" y="86209"/>
                  <a:pt x="1095418" y="87426"/>
                </a:cubicBezTo>
                <a:cubicBezTo>
                  <a:pt x="1094203" y="88642"/>
                  <a:pt x="1093237" y="90036"/>
                  <a:pt x="1092521" y="91609"/>
                </a:cubicBezTo>
                <a:cubicBezTo>
                  <a:pt x="1091808" y="93180"/>
                  <a:pt x="1091451" y="94824"/>
                  <a:pt x="1091451" y="96541"/>
                </a:cubicBezTo>
                <a:lnTo>
                  <a:pt x="1091451" y="163891"/>
                </a:lnTo>
                <a:cubicBezTo>
                  <a:pt x="1091451" y="165179"/>
                  <a:pt x="1090450" y="166359"/>
                  <a:pt x="1088447" y="167433"/>
                </a:cubicBezTo>
                <a:cubicBezTo>
                  <a:pt x="1086446" y="168504"/>
                  <a:pt x="1082156" y="169040"/>
                  <a:pt x="1075578" y="169040"/>
                </a:cubicBezTo>
                <a:close/>
                <a:moveTo>
                  <a:pt x="1233660" y="171183"/>
                </a:moveTo>
                <a:cubicBezTo>
                  <a:pt x="1230513" y="171183"/>
                  <a:pt x="1227689" y="170612"/>
                  <a:pt x="1225186" y="169468"/>
                </a:cubicBezTo>
                <a:cubicBezTo>
                  <a:pt x="1222685" y="168325"/>
                  <a:pt x="1220506" y="167038"/>
                  <a:pt x="1218647" y="165606"/>
                </a:cubicBezTo>
                <a:cubicBezTo>
                  <a:pt x="1216502" y="164035"/>
                  <a:pt x="1214643" y="162248"/>
                  <a:pt x="1213070" y="160245"/>
                </a:cubicBezTo>
                <a:cubicBezTo>
                  <a:pt x="1209066" y="163106"/>
                  <a:pt x="1204418" y="165645"/>
                  <a:pt x="1199127" y="167861"/>
                </a:cubicBezTo>
                <a:cubicBezTo>
                  <a:pt x="1193836" y="170076"/>
                  <a:pt x="1187544" y="171183"/>
                  <a:pt x="1180252" y="171183"/>
                </a:cubicBezTo>
                <a:cubicBezTo>
                  <a:pt x="1175103" y="171183"/>
                  <a:pt x="1170347" y="170469"/>
                  <a:pt x="1165985" y="169040"/>
                </a:cubicBezTo>
                <a:cubicBezTo>
                  <a:pt x="1161626" y="167611"/>
                  <a:pt x="1157837" y="165574"/>
                  <a:pt x="1154619" y="162929"/>
                </a:cubicBezTo>
                <a:cubicBezTo>
                  <a:pt x="1151402" y="160282"/>
                  <a:pt x="1148900" y="156993"/>
                  <a:pt x="1147110" y="153061"/>
                </a:cubicBezTo>
                <a:cubicBezTo>
                  <a:pt x="1145323" y="149127"/>
                  <a:pt x="1144430" y="144659"/>
                  <a:pt x="1144430" y="139655"/>
                </a:cubicBezTo>
                <a:cubicBezTo>
                  <a:pt x="1144430" y="133363"/>
                  <a:pt x="1145466" y="128036"/>
                  <a:pt x="1147539" y="123674"/>
                </a:cubicBezTo>
                <a:cubicBezTo>
                  <a:pt x="1149614" y="119312"/>
                  <a:pt x="1152689" y="115594"/>
                  <a:pt x="1156762" y="112520"/>
                </a:cubicBezTo>
                <a:cubicBezTo>
                  <a:pt x="1160838" y="109445"/>
                  <a:pt x="1165878" y="106836"/>
                  <a:pt x="1171883" y="104691"/>
                </a:cubicBezTo>
                <a:cubicBezTo>
                  <a:pt x="1177890" y="102546"/>
                  <a:pt x="1184754" y="100544"/>
                  <a:pt x="1192476" y="98685"/>
                </a:cubicBezTo>
                <a:cubicBezTo>
                  <a:pt x="1197626" y="97542"/>
                  <a:pt x="1201487" y="96398"/>
                  <a:pt x="1204059" y="95255"/>
                </a:cubicBezTo>
                <a:cubicBezTo>
                  <a:pt x="1206634" y="94110"/>
                  <a:pt x="1207921" y="92750"/>
                  <a:pt x="1207921" y="91177"/>
                </a:cubicBezTo>
                <a:cubicBezTo>
                  <a:pt x="1207921" y="88033"/>
                  <a:pt x="1206491" y="85495"/>
                  <a:pt x="1203630" y="83564"/>
                </a:cubicBezTo>
                <a:cubicBezTo>
                  <a:pt x="1200770" y="81633"/>
                  <a:pt x="1196337" y="80668"/>
                  <a:pt x="1190333" y="80668"/>
                </a:cubicBezTo>
                <a:cubicBezTo>
                  <a:pt x="1186185" y="80668"/>
                  <a:pt x="1182252" y="81168"/>
                  <a:pt x="1178534" y="82170"/>
                </a:cubicBezTo>
                <a:cubicBezTo>
                  <a:pt x="1174818" y="83171"/>
                  <a:pt x="1171494" y="84316"/>
                  <a:pt x="1168561" y="85603"/>
                </a:cubicBezTo>
                <a:cubicBezTo>
                  <a:pt x="1165631" y="86888"/>
                  <a:pt x="1163164" y="88032"/>
                  <a:pt x="1161161" y="89033"/>
                </a:cubicBezTo>
                <a:cubicBezTo>
                  <a:pt x="1159160" y="90035"/>
                  <a:pt x="1157730" y="90535"/>
                  <a:pt x="1156870" y="90535"/>
                </a:cubicBezTo>
                <a:cubicBezTo>
                  <a:pt x="1155011" y="90535"/>
                  <a:pt x="1154082" y="89463"/>
                  <a:pt x="1154082" y="87318"/>
                </a:cubicBezTo>
                <a:cubicBezTo>
                  <a:pt x="1154082" y="85601"/>
                  <a:pt x="1154440" y="83098"/>
                  <a:pt x="1155155" y="79810"/>
                </a:cubicBezTo>
                <a:cubicBezTo>
                  <a:pt x="1155871" y="76522"/>
                  <a:pt x="1157015" y="73090"/>
                  <a:pt x="1158589" y="69514"/>
                </a:cubicBezTo>
                <a:cubicBezTo>
                  <a:pt x="1159160" y="68370"/>
                  <a:pt x="1160482" y="67084"/>
                  <a:pt x="1162555" y="65655"/>
                </a:cubicBezTo>
                <a:cubicBezTo>
                  <a:pt x="1164628" y="64223"/>
                  <a:pt x="1167273" y="62900"/>
                  <a:pt x="1170489" y="61685"/>
                </a:cubicBezTo>
                <a:cubicBezTo>
                  <a:pt x="1173707" y="60469"/>
                  <a:pt x="1177389" y="59469"/>
                  <a:pt x="1181535" y="58683"/>
                </a:cubicBezTo>
                <a:cubicBezTo>
                  <a:pt x="1185683" y="57896"/>
                  <a:pt x="1190117" y="57502"/>
                  <a:pt x="1194836" y="57502"/>
                </a:cubicBezTo>
                <a:cubicBezTo>
                  <a:pt x="1211281" y="57502"/>
                  <a:pt x="1222935" y="61077"/>
                  <a:pt x="1229797" y="68227"/>
                </a:cubicBezTo>
                <a:cubicBezTo>
                  <a:pt x="1236662" y="75378"/>
                  <a:pt x="1240094" y="86174"/>
                  <a:pt x="1240094" y="100616"/>
                </a:cubicBezTo>
                <a:lnTo>
                  <a:pt x="1240094" y="139655"/>
                </a:lnTo>
                <a:cubicBezTo>
                  <a:pt x="1240094" y="142944"/>
                  <a:pt x="1240845" y="145303"/>
                  <a:pt x="1242346" y="146735"/>
                </a:cubicBezTo>
                <a:cubicBezTo>
                  <a:pt x="1243849" y="148164"/>
                  <a:pt x="1245887" y="148879"/>
                  <a:pt x="1248460" y="148879"/>
                </a:cubicBezTo>
                <a:lnTo>
                  <a:pt x="1252750" y="148879"/>
                </a:lnTo>
                <a:cubicBezTo>
                  <a:pt x="1254751" y="148879"/>
                  <a:pt x="1255752" y="149808"/>
                  <a:pt x="1255752" y="151667"/>
                </a:cubicBezTo>
                <a:cubicBezTo>
                  <a:pt x="1255752" y="152952"/>
                  <a:pt x="1255072" y="154703"/>
                  <a:pt x="1253713" y="156920"/>
                </a:cubicBezTo>
                <a:cubicBezTo>
                  <a:pt x="1252355" y="159137"/>
                  <a:pt x="1250640" y="161283"/>
                  <a:pt x="1248568" y="163358"/>
                </a:cubicBezTo>
                <a:cubicBezTo>
                  <a:pt x="1246495" y="165431"/>
                  <a:pt x="1244135" y="167254"/>
                  <a:pt x="1241488" y="168827"/>
                </a:cubicBezTo>
                <a:cubicBezTo>
                  <a:pt x="1238844" y="170398"/>
                  <a:pt x="1236234" y="171183"/>
                  <a:pt x="1233660" y="171183"/>
                </a:cubicBezTo>
                <a:moveTo>
                  <a:pt x="1175316" y="135577"/>
                </a:moveTo>
                <a:cubicBezTo>
                  <a:pt x="1175316" y="140155"/>
                  <a:pt x="1176890" y="143623"/>
                  <a:pt x="1180036" y="145982"/>
                </a:cubicBezTo>
                <a:cubicBezTo>
                  <a:pt x="1183182" y="148341"/>
                  <a:pt x="1187258" y="149520"/>
                  <a:pt x="1192264" y="149520"/>
                </a:cubicBezTo>
                <a:cubicBezTo>
                  <a:pt x="1196981" y="149520"/>
                  <a:pt x="1200841" y="148377"/>
                  <a:pt x="1203843" y="146090"/>
                </a:cubicBezTo>
                <a:cubicBezTo>
                  <a:pt x="1206848" y="143801"/>
                  <a:pt x="1208350" y="141656"/>
                  <a:pt x="1208350" y="139655"/>
                </a:cubicBezTo>
                <a:lnTo>
                  <a:pt x="1208350" y="116702"/>
                </a:lnTo>
                <a:cubicBezTo>
                  <a:pt x="1208350" y="115129"/>
                  <a:pt x="1207563" y="114343"/>
                  <a:pt x="1205990" y="114343"/>
                </a:cubicBezTo>
                <a:cubicBezTo>
                  <a:pt x="1202844" y="114343"/>
                  <a:pt x="1198912" y="115415"/>
                  <a:pt x="1194195" y="117560"/>
                </a:cubicBezTo>
                <a:cubicBezTo>
                  <a:pt x="1191906" y="118420"/>
                  <a:pt x="1189653" y="119350"/>
                  <a:pt x="1187436" y="120352"/>
                </a:cubicBezTo>
                <a:cubicBezTo>
                  <a:pt x="1185219" y="121351"/>
                  <a:pt x="1183217" y="122566"/>
                  <a:pt x="1181430" y="123998"/>
                </a:cubicBezTo>
                <a:cubicBezTo>
                  <a:pt x="1179643" y="125427"/>
                  <a:pt x="1178177" y="127107"/>
                  <a:pt x="1177031" y="129038"/>
                </a:cubicBezTo>
                <a:cubicBezTo>
                  <a:pt x="1175888" y="130967"/>
                  <a:pt x="1175316" y="133147"/>
                  <a:pt x="1175316" y="135577"/>
                </a:cubicBezTo>
                <a:close/>
                <a:moveTo>
                  <a:pt x="1309590" y="171183"/>
                </a:moveTo>
                <a:cubicBezTo>
                  <a:pt x="1299010" y="171183"/>
                  <a:pt x="1290823" y="168181"/>
                  <a:pt x="1285030" y="162176"/>
                </a:cubicBezTo>
                <a:cubicBezTo>
                  <a:pt x="1279239" y="156170"/>
                  <a:pt x="1276344" y="148448"/>
                  <a:pt x="1276344" y="139011"/>
                </a:cubicBezTo>
                <a:lnTo>
                  <a:pt x="1276344" y="81741"/>
                </a:lnTo>
                <a:lnTo>
                  <a:pt x="1270554" y="81741"/>
                </a:lnTo>
                <a:cubicBezTo>
                  <a:pt x="1269410" y="81741"/>
                  <a:pt x="1268374" y="80920"/>
                  <a:pt x="1267445" y="79277"/>
                </a:cubicBezTo>
                <a:cubicBezTo>
                  <a:pt x="1266515" y="77631"/>
                  <a:pt x="1266050" y="74807"/>
                  <a:pt x="1266050" y="70803"/>
                </a:cubicBezTo>
                <a:cubicBezTo>
                  <a:pt x="1266050" y="66655"/>
                  <a:pt x="1266515" y="63760"/>
                  <a:pt x="1267445" y="62117"/>
                </a:cubicBezTo>
                <a:cubicBezTo>
                  <a:pt x="1268374" y="60472"/>
                  <a:pt x="1269410" y="59649"/>
                  <a:pt x="1270554" y="59649"/>
                </a:cubicBezTo>
                <a:lnTo>
                  <a:pt x="1276344" y="59649"/>
                </a:lnTo>
                <a:lnTo>
                  <a:pt x="1276344" y="39056"/>
                </a:lnTo>
                <a:cubicBezTo>
                  <a:pt x="1276344" y="37912"/>
                  <a:pt x="1277487" y="36590"/>
                  <a:pt x="1279774" y="35089"/>
                </a:cubicBezTo>
                <a:cubicBezTo>
                  <a:pt x="1282062" y="33588"/>
                  <a:pt x="1284780" y="32194"/>
                  <a:pt x="1287926" y="30906"/>
                </a:cubicBezTo>
                <a:cubicBezTo>
                  <a:pt x="1291073" y="29619"/>
                  <a:pt x="1294183" y="28510"/>
                  <a:pt x="1297258" y="27581"/>
                </a:cubicBezTo>
                <a:cubicBezTo>
                  <a:pt x="1300332" y="26651"/>
                  <a:pt x="1302728" y="26187"/>
                  <a:pt x="1304445" y="26187"/>
                </a:cubicBezTo>
                <a:cubicBezTo>
                  <a:pt x="1306876" y="26187"/>
                  <a:pt x="1308091" y="27545"/>
                  <a:pt x="1308091" y="30261"/>
                </a:cubicBezTo>
                <a:lnTo>
                  <a:pt x="1308091" y="59649"/>
                </a:lnTo>
                <a:lnTo>
                  <a:pt x="1327395" y="59649"/>
                </a:lnTo>
                <a:cubicBezTo>
                  <a:pt x="1329681" y="59649"/>
                  <a:pt x="1330825" y="60792"/>
                  <a:pt x="1330825" y="63079"/>
                </a:cubicBezTo>
                <a:cubicBezTo>
                  <a:pt x="1330825" y="64366"/>
                  <a:pt x="1330432" y="66082"/>
                  <a:pt x="1329646" y="68227"/>
                </a:cubicBezTo>
                <a:cubicBezTo>
                  <a:pt x="1328861" y="70372"/>
                  <a:pt x="1327824" y="72446"/>
                  <a:pt x="1326537" y="74449"/>
                </a:cubicBezTo>
                <a:cubicBezTo>
                  <a:pt x="1325250" y="76450"/>
                  <a:pt x="1323855" y="78166"/>
                  <a:pt x="1322354" y="79597"/>
                </a:cubicBezTo>
                <a:cubicBezTo>
                  <a:pt x="1320853" y="81027"/>
                  <a:pt x="1319387" y="81741"/>
                  <a:pt x="1317955" y="81741"/>
                </a:cubicBezTo>
                <a:lnTo>
                  <a:pt x="1308091" y="81741"/>
                </a:lnTo>
                <a:lnTo>
                  <a:pt x="1308091" y="129572"/>
                </a:lnTo>
                <a:cubicBezTo>
                  <a:pt x="1308091" y="136436"/>
                  <a:pt x="1309628" y="141370"/>
                  <a:pt x="1312702" y="144375"/>
                </a:cubicBezTo>
                <a:cubicBezTo>
                  <a:pt x="1315777" y="147377"/>
                  <a:pt x="1319745" y="148879"/>
                  <a:pt x="1324606" y="148879"/>
                </a:cubicBezTo>
                <a:lnTo>
                  <a:pt x="1329538" y="148879"/>
                </a:lnTo>
                <a:cubicBezTo>
                  <a:pt x="1330396" y="148879"/>
                  <a:pt x="1331040" y="149200"/>
                  <a:pt x="1331469" y="149844"/>
                </a:cubicBezTo>
                <a:cubicBezTo>
                  <a:pt x="1331899" y="150486"/>
                  <a:pt x="1332114" y="151164"/>
                  <a:pt x="1332114" y="151880"/>
                </a:cubicBezTo>
                <a:cubicBezTo>
                  <a:pt x="1332114" y="153023"/>
                  <a:pt x="1331398" y="154667"/>
                  <a:pt x="1329967" y="156812"/>
                </a:cubicBezTo>
                <a:cubicBezTo>
                  <a:pt x="1328538" y="158957"/>
                  <a:pt x="1326751" y="161103"/>
                  <a:pt x="1324606" y="163250"/>
                </a:cubicBezTo>
                <a:cubicBezTo>
                  <a:pt x="1322461" y="165395"/>
                  <a:pt x="1320065" y="167254"/>
                  <a:pt x="1317419" y="168827"/>
                </a:cubicBezTo>
                <a:cubicBezTo>
                  <a:pt x="1314774" y="170398"/>
                  <a:pt x="1312165" y="171183"/>
                  <a:pt x="1309590" y="171183"/>
                </a:cubicBezTo>
                <a:close/>
                <a:moveTo>
                  <a:pt x="1364502" y="14604"/>
                </a:moveTo>
                <a:cubicBezTo>
                  <a:pt x="1370507" y="14604"/>
                  <a:pt x="1374868" y="15891"/>
                  <a:pt x="1377584" y="18466"/>
                </a:cubicBezTo>
                <a:cubicBezTo>
                  <a:pt x="1380303" y="21038"/>
                  <a:pt x="1381662" y="25256"/>
                  <a:pt x="1381662" y="31119"/>
                </a:cubicBezTo>
                <a:cubicBezTo>
                  <a:pt x="1381662" y="37126"/>
                  <a:pt x="1380303" y="41345"/>
                  <a:pt x="1377584" y="43775"/>
                </a:cubicBezTo>
                <a:cubicBezTo>
                  <a:pt x="1374868" y="46206"/>
                  <a:pt x="1370507" y="47421"/>
                  <a:pt x="1364502" y="47421"/>
                </a:cubicBezTo>
                <a:cubicBezTo>
                  <a:pt x="1358495" y="47421"/>
                  <a:pt x="1354134" y="46206"/>
                  <a:pt x="1351417" y="43775"/>
                </a:cubicBezTo>
                <a:cubicBezTo>
                  <a:pt x="1348701" y="41345"/>
                  <a:pt x="1347342" y="37126"/>
                  <a:pt x="1347342" y="31119"/>
                </a:cubicBezTo>
                <a:cubicBezTo>
                  <a:pt x="1347342" y="25256"/>
                  <a:pt x="1348701" y="21038"/>
                  <a:pt x="1351417" y="18466"/>
                </a:cubicBezTo>
                <a:cubicBezTo>
                  <a:pt x="1354134" y="15891"/>
                  <a:pt x="1358495" y="14604"/>
                  <a:pt x="1364502" y="14604"/>
                </a:cubicBezTo>
                <a:moveTo>
                  <a:pt x="1380373" y="139655"/>
                </a:moveTo>
                <a:cubicBezTo>
                  <a:pt x="1380373" y="142944"/>
                  <a:pt x="1381123" y="145303"/>
                  <a:pt x="1382624" y="146735"/>
                </a:cubicBezTo>
                <a:cubicBezTo>
                  <a:pt x="1384128" y="148164"/>
                  <a:pt x="1386095" y="148879"/>
                  <a:pt x="1388526" y="148879"/>
                </a:cubicBezTo>
                <a:lnTo>
                  <a:pt x="1393029" y="148879"/>
                </a:lnTo>
                <a:cubicBezTo>
                  <a:pt x="1395030" y="148879"/>
                  <a:pt x="1396030" y="149808"/>
                  <a:pt x="1396030" y="151667"/>
                </a:cubicBezTo>
                <a:cubicBezTo>
                  <a:pt x="1396030" y="152952"/>
                  <a:pt x="1395351" y="154667"/>
                  <a:pt x="1393991" y="156812"/>
                </a:cubicBezTo>
                <a:cubicBezTo>
                  <a:pt x="1392634" y="158957"/>
                  <a:pt x="1390919" y="161103"/>
                  <a:pt x="1388846" y="163250"/>
                </a:cubicBezTo>
                <a:cubicBezTo>
                  <a:pt x="1386773" y="165395"/>
                  <a:pt x="1384414" y="167254"/>
                  <a:pt x="1381767" y="168827"/>
                </a:cubicBezTo>
                <a:cubicBezTo>
                  <a:pt x="1379122" y="170398"/>
                  <a:pt x="1376513" y="171183"/>
                  <a:pt x="1373938" y="171183"/>
                </a:cubicBezTo>
                <a:cubicBezTo>
                  <a:pt x="1365930" y="171183"/>
                  <a:pt x="1359710" y="168932"/>
                  <a:pt x="1355276" y="164428"/>
                </a:cubicBezTo>
                <a:cubicBezTo>
                  <a:pt x="1350844" y="159925"/>
                  <a:pt x="1348629" y="153669"/>
                  <a:pt x="1348629" y="145661"/>
                </a:cubicBezTo>
                <a:lnTo>
                  <a:pt x="1348629" y="64797"/>
                </a:lnTo>
                <a:cubicBezTo>
                  <a:pt x="1348629" y="63366"/>
                  <a:pt x="1349665" y="62151"/>
                  <a:pt x="1351738" y="61151"/>
                </a:cubicBezTo>
                <a:cubicBezTo>
                  <a:pt x="1353813" y="60150"/>
                  <a:pt x="1358068" y="59649"/>
                  <a:pt x="1364502" y="59649"/>
                </a:cubicBezTo>
                <a:cubicBezTo>
                  <a:pt x="1371079" y="59649"/>
                  <a:pt x="1375367" y="60150"/>
                  <a:pt x="1377368" y="61151"/>
                </a:cubicBezTo>
                <a:cubicBezTo>
                  <a:pt x="1379371" y="62151"/>
                  <a:pt x="1380373" y="63366"/>
                  <a:pt x="1380373" y="64797"/>
                </a:cubicBezTo>
                <a:lnTo>
                  <a:pt x="1380373" y="139655"/>
                </a:lnTo>
                <a:close/>
                <a:moveTo>
                  <a:pt x="1457804" y="171183"/>
                </a:moveTo>
                <a:cubicBezTo>
                  <a:pt x="1452371" y="171183"/>
                  <a:pt x="1446937" y="170290"/>
                  <a:pt x="1441502" y="168503"/>
                </a:cubicBezTo>
                <a:cubicBezTo>
                  <a:pt x="1436069" y="166716"/>
                  <a:pt x="1431208" y="164214"/>
                  <a:pt x="1426918" y="160998"/>
                </a:cubicBezTo>
                <a:cubicBezTo>
                  <a:pt x="1422628" y="157780"/>
                  <a:pt x="1419125" y="153847"/>
                  <a:pt x="1416408" y="149199"/>
                </a:cubicBezTo>
                <a:cubicBezTo>
                  <a:pt x="1413692" y="144552"/>
                  <a:pt x="1412334" y="139369"/>
                  <a:pt x="1412334" y="133650"/>
                </a:cubicBezTo>
                <a:lnTo>
                  <a:pt x="1412334" y="64797"/>
                </a:lnTo>
                <a:cubicBezTo>
                  <a:pt x="1412334" y="63366"/>
                  <a:pt x="1413370" y="62151"/>
                  <a:pt x="1415443" y="61151"/>
                </a:cubicBezTo>
                <a:cubicBezTo>
                  <a:pt x="1417516" y="60150"/>
                  <a:pt x="1421770" y="59649"/>
                  <a:pt x="1428204" y="59649"/>
                </a:cubicBezTo>
                <a:cubicBezTo>
                  <a:pt x="1434783" y="59649"/>
                  <a:pt x="1439072" y="60150"/>
                  <a:pt x="1441073" y="61151"/>
                </a:cubicBezTo>
                <a:cubicBezTo>
                  <a:pt x="1443076" y="62151"/>
                  <a:pt x="1444078" y="63366"/>
                  <a:pt x="1444078" y="64797"/>
                </a:cubicBezTo>
                <a:lnTo>
                  <a:pt x="1444078" y="128930"/>
                </a:lnTo>
                <a:cubicBezTo>
                  <a:pt x="1444078" y="134935"/>
                  <a:pt x="1445901" y="139439"/>
                  <a:pt x="1449547" y="142444"/>
                </a:cubicBezTo>
                <a:cubicBezTo>
                  <a:pt x="1453193" y="145446"/>
                  <a:pt x="1457305" y="146948"/>
                  <a:pt x="1461882" y="146948"/>
                </a:cubicBezTo>
                <a:cubicBezTo>
                  <a:pt x="1467601" y="146948"/>
                  <a:pt x="1472284" y="143551"/>
                  <a:pt x="1475930" y="136759"/>
                </a:cubicBezTo>
                <a:cubicBezTo>
                  <a:pt x="1479576" y="129967"/>
                  <a:pt x="1481399" y="119993"/>
                  <a:pt x="1481399" y="106838"/>
                </a:cubicBezTo>
                <a:cubicBezTo>
                  <a:pt x="1481399" y="100401"/>
                  <a:pt x="1480970" y="94824"/>
                  <a:pt x="1480113" y="90107"/>
                </a:cubicBezTo>
                <a:cubicBezTo>
                  <a:pt x="1479255" y="85387"/>
                  <a:pt x="1478290" y="81347"/>
                  <a:pt x="1477216" y="77987"/>
                </a:cubicBezTo>
                <a:cubicBezTo>
                  <a:pt x="1476145" y="74627"/>
                  <a:pt x="1475144" y="71874"/>
                  <a:pt x="1474215" y="69730"/>
                </a:cubicBezTo>
                <a:cubicBezTo>
                  <a:pt x="1473285" y="67585"/>
                  <a:pt x="1472821" y="66012"/>
                  <a:pt x="1472821" y="65010"/>
                </a:cubicBezTo>
                <a:cubicBezTo>
                  <a:pt x="1472821" y="63437"/>
                  <a:pt x="1473929" y="62151"/>
                  <a:pt x="1476146" y="61151"/>
                </a:cubicBezTo>
                <a:cubicBezTo>
                  <a:pt x="1478363" y="60150"/>
                  <a:pt x="1481401" y="59649"/>
                  <a:pt x="1485261" y="59649"/>
                </a:cubicBezTo>
                <a:cubicBezTo>
                  <a:pt x="1491695" y="59649"/>
                  <a:pt x="1496700" y="60614"/>
                  <a:pt x="1500274" y="62545"/>
                </a:cubicBezTo>
                <a:cubicBezTo>
                  <a:pt x="1503850" y="64474"/>
                  <a:pt x="1506282" y="66940"/>
                  <a:pt x="1507569" y="69942"/>
                </a:cubicBezTo>
                <a:cubicBezTo>
                  <a:pt x="1511715" y="80095"/>
                  <a:pt x="1513788" y="91535"/>
                  <a:pt x="1513788" y="104262"/>
                </a:cubicBezTo>
                <a:cubicBezTo>
                  <a:pt x="1513788" y="113413"/>
                  <a:pt x="1512429" y="122065"/>
                  <a:pt x="1509713" y="130216"/>
                </a:cubicBezTo>
                <a:cubicBezTo>
                  <a:pt x="1506996" y="138368"/>
                  <a:pt x="1503171" y="145482"/>
                  <a:pt x="1498238" y="151559"/>
                </a:cubicBezTo>
                <a:cubicBezTo>
                  <a:pt x="1493305" y="157636"/>
                  <a:pt x="1487406" y="162426"/>
                  <a:pt x="1480541" y="165930"/>
                </a:cubicBezTo>
                <a:cubicBezTo>
                  <a:pt x="1473679" y="169432"/>
                  <a:pt x="1466100" y="171183"/>
                  <a:pt x="1457804" y="171183"/>
                </a:cubicBezTo>
                <a:close/>
                <a:moveTo>
                  <a:pt x="1587359" y="171183"/>
                </a:moveTo>
                <a:cubicBezTo>
                  <a:pt x="1578924" y="171183"/>
                  <a:pt x="1571095" y="170076"/>
                  <a:pt x="1563873" y="167861"/>
                </a:cubicBezTo>
                <a:cubicBezTo>
                  <a:pt x="1556653" y="165645"/>
                  <a:pt x="1550432" y="162284"/>
                  <a:pt x="1545211" y="157781"/>
                </a:cubicBezTo>
                <a:cubicBezTo>
                  <a:pt x="1539992" y="153275"/>
                  <a:pt x="1535881" y="147662"/>
                  <a:pt x="1532878" y="140942"/>
                </a:cubicBezTo>
                <a:cubicBezTo>
                  <a:pt x="1529876" y="134221"/>
                  <a:pt x="1528375" y="126284"/>
                  <a:pt x="1528375" y="117131"/>
                </a:cubicBezTo>
                <a:cubicBezTo>
                  <a:pt x="1528375" y="106551"/>
                  <a:pt x="1529948" y="97507"/>
                  <a:pt x="1533094" y="89999"/>
                </a:cubicBezTo>
                <a:cubicBezTo>
                  <a:pt x="1536241" y="82491"/>
                  <a:pt x="1540424" y="76306"/>
                  <a:pt x="1545643" y="71445"/>
                </a:cubicBezTo>
                <a:cubicBezTo>
                  <a:pt x="1550862" y="66583"/>
                  <a:pt x="1556760" y="63044"/>
                  <a:pt x="1563336" y="60827"/>
                </a:cubicBezTo>
                <a:cubicBezTo>
                  <a:pt x="1569915" y="58610"/>
                  <a:pt x="1576636" y="57502"/>
                  <a:pt x="1583501" y="57502"/>
                </a:cubicBezTo>
                <a:cubicBezTo>
                  <a:pt x="1590793" y="57502"/>
                  <a:pt x="1597155" y="58325"/>
                  <a:pt x="1602588" y="59970"/>
                </a:cubicBezTo>
                <a:cubicBezTo>
                  <a:pt x="1608024" y="61615"/>
                  <a:pt x="1612564" y="63832"/>
                  <a:pt x="1616210" y="66620"/>
                </a:cubicBezTo>
                <a:cubicBezTo>
                  <a:pt x="1619856" y="69409"/>
                  <a:pt x="1622573" y="72733"/>
                  <a:pt x="1624360" y="76593"/>
                </a:cubicBezTo>
                <a:cubicBezTo>
                  <a:pt x="1626149" y="80453"/>
                  <a:pt x="1627044" y="84600"/>
                  <a:pt x="1627044" y="89033"/>
                </a:cubicBezTo>
                <a:cubicBezTo>
                  <a:pt x="1627044" y="96183"/>
                  <a:pt x="1624970" y="102297"/>
                  <a:pt x="1620822" y="107375"/>
                </a:cubicBezTo>
                <a:cubicBezTo>
                  <a:pt x="1616674" y="112450"/>
                  <a:pt x="1611454" y="116633"/>
                  <a:pt x="1605161" y="119923"/>
                </a:cubicBezTo>
                <a:cubicBezTo>
                  <a:pt x="1598870" y="123211"/>
                  <a:pt x="1592079" y="125642"/>
                  <a:pt x="1584787" y="127215"/>
                </a:cubicBezTo>
                <a:cubicBezTo>
                  <a:pt x="1577495" y="128786"/>
                  <a:pt x="1570630" y="129715"/>
                  <a:pt x="1564194" y="130000"/>
                </a:cubicBezTo>
                <a:cubicBezTo>
                  <a:pt x="1566627" y="136579"/>
                  <a:pt x="1570523" y="141084"/>
                  <a:pt x="1575885" y="143514"/>
                </a:cubicBezTo>
                <a:cubicBezTo>
                  <a:pt x="1581248" y="145945"/>
                  <a:pt x="1587004" y="147160"/>
                  <a:pt x="1593152" y="147160"/>
                </a:cubicBezTo>
                <a:cubicBezTo>
                  <a:pt x="1597298" y="147160"/>
                  <a:pt x="1600980" y="146661"/>
                  <a:pt x="1604199" y="145661"/>
                </a:cubicBezTo>
                <a:cubicBezTo>
                  <a:pt x="1607417" y="144660"/>
                  <a:pt x="1610241" y="143551"/>
                  <a:pt x="1612672" y="142336"/>
                </a:cubicBezTo>
                <a:cubicBezTo>
                  <a:pt x="1615103" y="141121"/>
                  <a:pt x="1617105" y="140012"/>
                  <a:pt x="1618678" y="139011"/>
                </a:cubicBezTo>
                <a:cubicBezTo>
                  <a:pt x="1620251" y="138009"/>
                  <a:pt x="1621466" y="137508"/>
                  <a:pt x="1622324" y="137508"/>
                </a:cubicBezTo>
                <a:cubicBezTo>
                  <a:pt x="1623037" y="137508"/>
                  <a:pt x="1623716" y="137723"/>
                  <a:pt x="1624360" y="138153"/>
                </a:cubicBezTo>
                <a:cubicBezTo>
                  <a:pt x="1625003" y="138581"/>
                  <a:pt x="1625325" y="139367"/>
                  <a:pt x="1625325" y="140513"/>
                </a:cubicBezTo>
                <a:cubicBezTo>
                  <a:pt x="1625325" y="142228"/>
                  <a:pt x="1624967" y="144766"/>
                  <a:pt x="1624252" y="148126"/>
                </a:cubicBezTo>
                <a:cubicBezTo>
                  <a:pt x="1623538" y="151486"/>
                  <a:pt x="1622538" y="154811"/>
                  <a:pt x="1621250" y="158102"/>
                </a:cubicBezTo>
                <a:cubicBezTo>
                  <a:pt x="1620821" y="159245"/>
                  <a:pt x="1619676" y="160567"/>
                  <a:pt x="1617817" y="162068"/>
                </a:cubicBezTo>
                <a:cubicBezTo>
                  <a:pt x="1615960" y="163570"/>
                  <a:pt x="1613566" y="165000"/>
                  <a:pt x="1610633" y="166359"/>
                </a:cubicBezTo>
                <a:cubicBezTo>
                  <a:pt x="1607703" y="167716"/>
                  <a:pt x="1604271" y="168860"/>
                  <a:pt x="1600337" y="169789"/>
                </a:cubicBezTo>
                <a:cubicBezTo>
                  <a:pt x="1596405" y="170719"/>
                  <a:pt x="1592079" y="171183"/>
                  <a:pt x="1587359" y="171183"/>
                </a:cubicBezTo>
                <a:moveTo>
                  <a:pt x="1562266" y="113701"/>
                </a:moveTo>
                <a:cubicBezTo>
                  <a:pt x="1566556" y="113271"/>
                  <a:pt x="1570666" y="112378"/>
                  <a:pt x="1574598" y="111021"/>
                </a:cubicBezTo>
                <a:cubicBezTo>
                  <a:pt x="1578530" y="109661"/>
                  <a:pt x="1582033" y="107873"/>
                  <a:pt x="1585108" y="105656"/>
                </a:cubicBezTo>
                <a:cubicBezTo>
                  <a:pt x="1588182" y="103440"/>
                  <a:pt x="1590613" y="100759"/>
                  <a:pt x="1592400" y="97615"/>
                </a:cubicBezTo>
                <a:cubicBezTo>
                  <a:pt x="1594189" y="94468"/>
                  <a:pt x="1595083" y="90964"/>
                  <a:pt x="1595083" y="87102"/>
                </a:cubicBezTo>
                <a:cubicBezTo>
                  <a:pt x="1595083" y="84100"/>
                  <a:pt x="1594046" y="81634"/>
                  <a:pt x="1591971" y="79705"/>
                </a:cubicBezTo>
                <a:cubicBezTo>
                  <a:pt x="1589898" y="77774"/>
                  <a:pt x="1587431" y="76809"/>
                  <a:pt x="1584571" y="76809"/>
                </a:cubicBezTo>
                <a:cubicBezTo>
                  <a:pt x="1581854" y="76809"/>
                  <a:pt x="1579209" y="77453"/>
                  <a:pt x="1576634" y="78740"/>
                </a:cubicBezTo>
                <a:cubicBezTo>
                  <a:pt x="1574062" y="80025"/>
                  <a:pt x="1571738" y="82134"/>
                  <a:pt x="1569663" y="85066"/>
                </a:cubicBezTo>
                <a:cubicBezTo>
                  <a:pt x="1567590" y="87997"/>
                  <a:pt x="1565910" y="91786"/>
                  <a:pt x="1564622" y="96433"/>
                </a:cubicBezTo>
                <a:cubicBezTo>
                  <a:pt x="1563337" y="101081"/>
                  <a:pt x="1562552" y="106837"/>
                  <a:pt x="1562266" y="113701"/>
                </a:cubicBezTo>
                <a:close/>
                <a:moveTo>
                  <a:pt x="1742843" y="171183"/>
                </a:moveTo>
                <a:cubicBezTo>
                  <a:pt x="1737122" y="171183"/>
                  <a:pt x="1731616" y="170540"/>
                  <a:pt x="1726324" y="169252"/>
                </a:cubicBezTo>
                <a:cubicBezTo>
                  <a:pt x="1721035" y="167967"/>
                  <a:pt x="1716281" y="166395"/>
                  <a:pt x="1712061" y="164536"/>
                </a:cubicBezTo>
                <a:cubicBezTo>
                  <a:pt x="1707843" y="162677"/>
                  <a:pt x="1704376" y="160747"/>
                  <a:pt x="1701660" y="158746"/>
                </a:cubicBezTo>
                <a:cubicBezTo>
                  <a:pt x="1698943" y="156743"/>
                  <a:pt x="1697299" y="155026"/>
                  <a:pt x="1696727" y="153595"/>
                </a:cubicBezTo>
                <a:cubicBezTo>
                  <a:pt x="1695868" y="151736"/>
                  <a:pt x="1695223" y="149734"/>
                  <a:pt x="1694793" y="147589"/>
                </a:cubicBezTo>
                <a:cubicBezTo>
                  <a:pt x="1694366" y="145444"/>
                  <a:pt x="1694045" y="143371"/>
                  <a:pt x="1693831" y="141370"/>
                </a:cubicBezTo>
                <a:cubicBezTo>
                  <a:pt x="1693617" y="139367"/>
                  <a:pt x="1693474" y="137508"/>
                  <a:pt x="1693402" y="135793"/>
                </a:cubicBezTo>
                <a:cubicBezTo>
                  <a:pt x="1693330" y="134076"/>
                  <a:pt x="1693294" y="132718"/>
                  <a:pt x="1693294" y="131719"/>
                </a:cubicBezTo>
                <a:cubicBezTo>
                  <a:pt x="1693294" y="129288"/>
                  <a:pt x="1694296" y="128073"/>
                  <a:pt x="1696299" y="128073"/>
                </a:cubicBezTo>
                <a:cubicBezTo>
                  <a:pt x="1697442" y="128073"/>
                  <a:pt x="1699229" y="128930"/>
                  <a:pt x="1701660" y="130645"/>
                </a:cubicBezTo>
                <a:cubicBezTo>
                  <a:pt x="1704090" y="132360"/>
                  <a:pt x="1707236" y="134219"/>
                  <a:pt x="1711096" y="136222"/>
                </a:cubicBezTo>
                <a:cubicBezTo>
                  <a:pt x="1714958" y="138223"/>
                  <a:pt x="1719498" y="140082"/>
                  <a:pt x="1724717" y="141799"/>
                </a:cubicBezTo>
                <a:cubicBezTo>
                  <a:pt x="1729937" y="143514"/>
                  <a:pt x="1735764" y="144372"/>
                  <a:pt x="1742198" y="144372"/>
                </a:cubicBezTo>
                <a:cubicBezTo>
                  <a:pt x="1749063" y="144372"/>
                  <a:pt x="1754318" y="142764"/>
                  <a:pt x="1757964" y="139547"/>
                </a:cubicBezTo>
                <a:cubicBezTo>
                  <a:pt x="1761610" y="136329"/>
                  <a:pt x="1763433" y="132432"/>
                  <a:pt x="1763433" y="127857"/>
                </a:cubicBezTo>
                <a:cubicBezTo>
                  <a:pt x="1763433" y="124996"/>
                  <a:pt x="1762682" y="122565"/>
                  <a:pt x="1761181" y="120565"/>
                </a:cubicBezTo>
                <a:cubicBezTo>
                  <a:pt x="1759680" y="118561"/>
                  <a:pt x="1757678" y="116774"/>
                  <a:pt x="1755175" y="115203"/>
                </a:cubicBezTo>
                <a:cubicBezTo>
                  <a:pt x="1752673" y="113630"/>
                  <a:pt x="1749777" y="112236"/>
                  <a:pt x="1746489" y="111021"/>
                </a:cubicBezTo>
                <a:cubicBezTo>
                  <a:pt x="1743201" y="109803"/>
                  <a:pt x="1739698" y="108552"/>
                  <a:pt x="1735980" y="107267"/>
                </a:cubicBezTo>
                <a:cubicBezTo>
                  <a:pt x="1731118" y="105549"/>
                  <a:pt x="1726221" y="103690"/>
                  <a:pt x="1721287" y="101690"/>
                </a:cubicBezTo>
                <a:cubicBezTo>
                  <a:pt x="1716354" y="99687"/>
                  <a:pt x="1711885" y="97148"/>
                  <a:pt x="1707882" y="94074"/>
                </a:cubicBezTo>
                <a:cubicBezTo>
                  <a:pt x="1703878" y="90999"/>
                  <a:pt x="1700588" y="87210"/>
                  <a:pt x="1698014" y="82707"/>
                </a:cubicBezTo>
                <a:cubicBezTo>
                  <a:pt x="1695439" y="78201"/>
                  <a:pt x="1694152" y="72660"/>
                  <a:pt x="1694152" y="66084"/>
                </a:cubicBezTo>
                <a:cubicBezTo>
                  <a:pt x="1694152" y="59649"/>
                  <a:pt x="1695510" y="53822"/>
                  <a:pt x="1698226" y="48603"/>
                </a:cubicBezTo>
                <a:cubicBezTo>
                  <a:pt x="1700945" y="43381"/>
                  <a:pt x="1704699" y="38877"/>
                  <a:pt x="1709489" y="35089"/>
                </a:cubicBezTo>
                <a:cubicBezTo>
                  <a:pt x="1714280" y="31299"/>
                  <a:pt x="1719964" y="28367"/>
                  <a:pt x="1726540" y="26295"/>
                </a:cubicBezTo>
                <a:cubicBezTo>
                  <a:pt x="1733119" y="24222"/>
                  <a:pt x="1740197" y="23185"/>
                  <a:pt x="1747775" y="23185"/>
                </a:cubicBezTo>
                <a:cubicBezTo>
                  <a:pt x="1754925" y="23185"/>
                  <a:pt x="1761110" y="23936"/>
                  <a:pt x="1766329" y="25437"/>
                </a:cubicBezTo>
                <a:cubicBezTo>
                  <a:pt x="1771549" y="26938"/>
                  <a:pt x="1775874" y="28690"/>
                  <a:pt x="1779306" y="30693"/>
                </a:cubicBezTo>
                <a:cubicBezTo>
                  <a:pt x="1782739" y="32694"/>
                  <a:pt x="1785276" y="34696"/>
                  <a:pt x="1786919" y="36699"/>
                </a:cubicBezTo>
                <a:cubicBezTo>
                  <a:pt x="1788564" y="38700"/>
                  <a:pt x="1789387" y="40129"/>
                  <a:pt x="1789387" y="40987"/>
                </a:cubicBezTo>
                <a:cubicBezTo>
                  <a:pt x="1789387" y="41988"/>
                  <a:pt x="1788958" y="43419"/>
                  <a:pt x="1788101" y="45278"/>
                </a:cubicBezTo>
                <a:cubicBezTo>
                  <a:pt x="1787243" y="47137"/>
                  <a:pt x="1786242" y="48925"/>
                  <a:pt x="1785096" y="50642"/>
                </a:cubicBezTo>
                <a:cubicBezTo>
                  <a:pt x="1783953" y="52357"/>
                  <a:pt x="1782702" y="53858"/>
                  <a:pt x="1781342" y="55145"/>
                </a:cubicBezTo>
                <a:cubicBezTo>
                  <a:pt x="1779985" y="56431"/>
                  <a:pt x="1778878" y="57073"/>
                  <a:pt x="1778020" y="57073"/>
                </a:cubicBezTo>
                <a:cubicBezTo>
                  <a:pt x="1776877" y="57073"/>
                  <a:pt x="1775519" y="56644"/>
                  <a:pt x="1773945" y="55787"/>
                </a:cubicBezTo>
                <a:cubicBezTo>
                  <a:pt x="1772372" y="54929"/>
                  <a:pt x="1770441" y="53965"/>
                  <a:pt x="1768152" y="52894"/>
                </a:cubicBezTo>
                <a:cubicBezTo>
                  <a:pt x="1765866" y="51820"/>
                  <a:pt x="1763113" y="50855"/>
                  <a:pt x="1759895" y="49997"/>
                </a:cubicBezTo>
                <a:cubicBezTo>
                  <a:pt x="1756676" y="49137"/>
                  <a:pt x="1752922" y="48708"/>
                  <a:pt x="1748633" y="48708"/>
                </a:cubicBezTo>
                <a:cubicBezTo>
                  <a:pt x="1740911" y="48708"/>
                  <a:pt x="1735119" y="50067"/>
                  <a:pt x="1731257" y="52786"/>
                </a:cubicBezTo>
                <a:cubicBezTo>
                  <a:pt x="1727397" y="55502"/>
                  <a:pt x="1725467" y="59291"/>
                  <a:pt x="1725467" y="64152"/>
                </a:cubicBezTo>
                <a:cubicBezTo>
                  <a:pt x="1725467" y="66727"/>
                  <a:pt x="1726111" y="68980"/>
                  <a:pt x="1727398" y="70911"/>
                </a:cubicBezTo>
                <a:cubicBezTo>
                  <a:pt x="1728685" y="72840"/>
                  <a:pt x="1730437" y="74484"/>
                  <a:pt x="1732654" y="75843"/>
                </a:cubicBezTo>
                <a:cubicBezTo>
                  <a:pt x="1734871" y="77201"/>
                  <a:pt x="1737481" y="78416"/>
                  <a:pt x="1740483" y="79489"/>
                </a:cubicBezTo>
                <a:cubicBezTo>
                  <a:pt x="1743485" y="80561"/>
                  <a:pt x="1746632" y="81669"/>
                  <a:pt x="1749922" y="82815"/>
                </a:cubicBezTo>
                <a:cubicBezTo>
                  <a:pt x="1754925" y="84386"/>
                  <a:pt x="1760109" y="86137"/>
                  <a:pt x="1765472" y="88068"/>
                </a:cubicBezTo>
                <a:cubicBezTo>
                  <a:pt x="1770835" y="89999"/>
                  <a:pt x="1775732" y="92537"/>
                  <a:pt x="1780164" y="95684"/>
                </a:cubicBezTo>
                <a:cubicBezTo>
                  <a:pt x="1784598" y="98828"/>
                  <a:pt x="1788209" y="102796"/>
                  <a:pt x="1790997" y="107587"/>
                </a:cubicBezTo>
                <a:cubicBezTo>
                  <a:pt x="1793786" y="112377"/>
                  <a:pt x="1795180" y="118419"/>
                  <a:pt x="1795180" y="125713"/>
                </a:cubicBezTo>
                <a:cubicBezTo>
                  <a:pt x="1795180" y="132147"/>
                  <a:pt x="1794000" y="138153"/>
                  <a:pt x="1791639" y="143730"/>
                </a:cubicBezTo>
                <a:cubicBezTo>
                  <a:pt x="1789280" y="149307"/>
                  <a:pt x="1785848" y="154134"/>
                  <a:pt x="1781342" y="158210"/>
                </a:cubicBezTo>
                <a:cubicBezTo>
                  <a:pt x="1776839" y="162283"/>
                  <a:pt x="1771334" y="165465"/>
                  <a:pt x="1764827" y="167753"/>
                </a:cubicBezTo>
                <a:cubicBezTo>
                  <a:pt x="1758321" y="170040"/>
                  <a:pt x="1750992" y="171183"/>
                  <a:pt x="1742843" y="171183"/>
                </a:cubicBezTo>
                <a:close/>
                <a:moveTo>
                  <a:pt x="1830572" y="14604"/>
                </a:moveTo>
                <a:cubicBezTo>
                  <a:pt x="1836576" y="14604"/>
                  <a:pt x="1840937" y="15891"/>
                  <a:pt x="1843654" y="18466"/>
                </a:cubicBezTo>
                <a:cubicBezTo>
                  <a:pt x="1846372" y="21038"/>
                  <a:pt x="1847732" y="25256"/>
                  <a:pt x="1847732" y="31119"/>
                </a:cubicBezTo>
                <a:cubicBezTo>
                  <a:pt x="1847732" y="37126"/>
                  <a:pt x="1846372" y="41345"/>
                  <a:pt x="1843654" y="43775"/>
                </a:cubicBezTo>
                <a:cubicBezTo>
                  <a:pt x="1840937" y="46206"/>
                  <a:pt x="1836576" y="47421"/>
                  <a:pt x="1830572" y="47421"/>
                </a:cubicBezTo>
                <a:cubicBezTo>
                  <a:pt x="1824565" y="47421"/>
                  <a:pt x="1820203" y="46206"/>
                  <a:pt x="1817487" y="43775"/>
                </a:cubicBezTo>
                <a:cubicBezTo>
                  <a:pt x="1814770" y="41345"/>
                  <a:pt x="1813412" y="37126"/>
                  <a:pt x="1813412" y="31119"/>
                </a:cubicBezTo>
                <a:cubicBezTo>
                  <a:pt x="1813412" y="25256"/>
                  <a:pt x="1814770" y="21038"/>
                  <a:pt x="1817487" y="18466"/>
                </a:cubicBezTo>
                <a:cubicBezTo>
                  <a:pt x="1820203" y="15891"/>
                  <a:pt x="1824565" y="14604"/>
                  <a:pt x="1830572" y="14604"/>
                </a:cubicBezTo>
                <a:moveTo>
                  <a:pt x="1846442" y="139655"/>
                </a:moveTo>
                <a:cubicBezTo>
                  <a:pt x="1846442" y="142944"/>
                  <a:pt x="1847193" y="145303"/>
                  <a:pt x="1848694" y="146735"/>
                </a:cubicBezTo>
                <a:cubicBezTo>
                  <a:pt x="1850197" y="148164"/>
                  <a:pt x="1852164" y="148879"/>
                  <a:pt x="1854595" y="148879"/>
                </a:cubicBezTo>
                <a:lnTo>
                  <a:pt x="1859098" y="148879"/>
                </a:lnTo>
                <a:cubicBezTo>
                  <a:pt x="1861099" y="148879"/>
                  <a:pt x="1862100" y="149808"/>
                  <a:pt x="1862100" y="151667"/>
                </a:cubicBezTo>
                <a:cubicBezTo>
                  <a:pt x="1862100" y="152952"/>
                  <a:pt x="1861420" y="154667"/>
                  <a:pt x="1860061" y="156812"/>
                </a:cubicBezTo>
                <a:cubicBezTo>
                  <a:pt x="1858704" y="158957"/>
                  <a:pt x="1856989" y="161103"/>
                  <a:pt x="1854916" y="163250"/>
                </a:cubicBezTo>
                <a:cubicBezTo>
                  <a:pt x="1852843" y="165395"/>
                  <a:pt x="1850483" y="167254"/>
                  <a:pt x="1847836" y="168827"/>
                </a:cubicBezTo>
                <a:cubicBezTo>
                  <a:pt x="1845192" y="170398"/>
                  <a:pt x="1842582" y="171183"/>
                  <a:pt x="1840008" y="171183"/>
                </a:cubicBezTo>
                <a:cubicBezTo>
                  <a:pt x="1832000" y="171183"/>
                  <a:pt x="1825779" y="168932"/>
                  <a:pt x="1821345" y="164428"/>
                </a:cubicBezTo>
                <a:cubicBezTo>
                  <a:pt x="1816914" y="159925"/>
                  <a:pt x="1814698" y="153669"/>
                  <a:pt x="1814698" y="145661"/>
                </a:cubicBezTo>
                <a:lnTo>
                  <a:pt x="1814698" y="64797"/>
                </a:lnTo>
                <a:cubicBezTo>
                  <a:pt x="1814698" y="63366"/>
                  <a:pt x="1815734" y="62151"/>
                  <a:pt x="1817807" y="61151"/>
                </a:cubicBezTo>
                <a:cubicBezTo>
                  <a:pt x="1819882" y="60150"/>
                  <a:pt x="1824137" y="59649"/>
                  <a:pt x="1830572" y="59649"/>
                </a:cubicBezTo>
                <a:cubicBezTo>
                  <a:pt x="1837148" y="59649"/>
                  <a:pt x="1841437" y="60150"/>
                  <a:pt x="1843438" y="61151"/>
                </a:cubicBezTo>
                <a:cubicBezTo>
                  <a:pt x="1845441" y="62151"/>
                  <a:pt x="1846442" y="63366"/>
                  <a:pt x="1846442" y="64797"/>
                </a:cubicBezTo>
                <a:lnTo>
                  <a:pt x="1846442" y="139655"/>
                </a:lnTo>
                <a:close/>
                <a:moveTo>
                  <a:pt x="2036914" y="171183"/>
                </a:moveTo>
                <a:cubicBezTo>
                  <a:pt x="2028906" y="171183"/>
                  <a:pt x="2022722" y="168932"/>
                  <a:pt x="2018360" y="164428"/>
                </a:cubicBezTo>
                <a:cubicBezTo>
                  <a:pt x="2013998" y="159925"/>
                  <a:pt x="2011817" y="153669"/>
                  <a:pt x="2011817" y="145661"/>
                </a:cubicBezTo>
                <a:lnTo>
                  <a:pt x="2011817" y="94826"/>
                </a:lnTo>
                <a:cubicBezTo>
                  <a:pt x="2011817" y="90534"/>
                  <a:pt x="2010638" y="87281"/>
                  <a:pt x="2008279" y="85066"/>
                </a:cubicBezTo>
                <a:cubicBezTo>
                  <a:pt x="2005921" y="82850"/>
                  <a:pt x="2002667" y="81741"/>
                  <a:pt x="1998519" y="81741"/>
                </a:cubicBezTo>
                <a:cubicBezTo>
                  <a:pt x="1996231" y="81741"/>
                  <a:pt x="1993942" y="82206"/>
                  <a:pt x="1991653" y="83135"/>
                </a:cubicBezTo>
                <a:cubicBezTo>
                  <a:pt x="1989366" y="84065"/>
                  <a:pt x="1987293" y="85245"/>
                  <a:pt x="1985434" y="86677"/>
                </a:cubicBezTo>
                <a:cubicBezTo>
                  <a:pt x="1983575" y="88106"/>
                  <a:pt x="1982074" y="89571"/>
                  <a:pt x="1980931" y="91072"/>
                </a:cubicBezTo>
                <a:cubicBezTo>
                  <a:pt x="1979787" y="92573"/>
                  <a:pt x="1979216" y="93968"/>
                  <a:pt x="1979216" y="95255"/>
                </a:cubicBezTo>
                <a:lnTo>
                  <a:pt x="1979216" y="163891"/>
                </a:lnTo>
                <a:cubicBezTo>
                  <a:pt x="1979216" y="165179"/>
                  <a:pt x="1978214" y="166359"/>
                  <a:pt x="1976211" y="167433"/>
                </a:cubicBezTo>
                <a:cubicBezTo>
                  <a:pt x="1974210" y="168504"/>
                  <a:pt x="1969921" y="169040"/>
                  <a:pt x="1963342" y="169040"/>
                </a:cubicBezTo>
                <a:cubicBezTo>
                  <a:pt x="1956908" y="169040"/>
                  <a:pt x="1952653" y="168504"/>
                  <a:pt x="1950578" y="167433"/>
                </a:cubicBezTo>
                <a:cubicBezTo>
                  <a:pt x="1948505" y="166359"/>
                  <a:pt x="1947469" y="165179"/>
                  <a:pt x="1947469" y="163891"/>
                </a:cubicBezTo>
                <a:lnTo>
                  <a:pt x="1947469" y="95255"/>
                </a:lnTo>
                <a:cubicBezTo>
                  <a:pt x="1947469" y="90677"/>
                  <a:pt x="1946074" y="87281"/>
                  <a:pt x="1943286" y="85066"/>
                </a:cubicBezTo>
                <a:cubicBezTo>
                  <a:pt x="1940497" y="82850"/>
                  <a:pt x="1937245" y="81741"/>
                  <a:pt x="1933529" y="81741"/>
                </a:cubicBezTo>
                <a:cubicBezTo>
                  <a:pt x="1931240" y="81741"/>
                  <a:pt x="1928987" y="82170"/>
                  <a:pt x="1926771" y="83027"/>
                </a:cubicBezTo>
                <a:cubicBezTo>
                  <a:pt x="1924554" y="83885"/>
                  <a:pt x="1922552" y="84957"/>
                  <a:pt x="1920765" y="86245"/>
                </a:cubicBezTo>
                <a:cubicBezTo>
                  <a:pt x="1918978" y="87532"/>
                  <a:pt x="1917547" y="88998"/>
                  <a:pt x="1916474" y="90643"/>
                </a:cubicBezTo>
                <a:cubicBezTo>
                  <a:pt x="1915403" y="92287"/>
                  <a:pt x="1914867" y="93895"/>
                  <a:pt x="1914867" y="95468"/>
                </a:cubicBezTo>
                <a:lnTo>
                  <a:pt x="1914867" y="163891"/>
                </a:lnTo>
                <a:cubicBezTo>
                  <a:pt x="1914867" y="165179"/>
                  <a:pt x="1913865" y="166359"/>
                  <a:pt x="1911862" y="167433"/>
                </a:cubicBezTo>
                <a:cubicBezTo>
                  <a:pt x="1909862" y="168504"/>
                  <a:pt x="1905572" y="169040"/>
                  <a:pt x="1898993" y="169040"/>
                </a:cubicBezTo>
                <a:cubicBezTo>
                  <a:pt x="1892559" y="169040"/>
                  <a:pt x="1888305" y="168504"/>
                  <a:pt x="1886232" y="167433"/>
                </a:cubicBezTo>
                <a:cubicBezTo>
                  <a:pt x="1884159" y="166359"/>
                  <a:pt x="1883123" y="165179"/>
                  <a:pt x="1883123" y="163891"/>
                </a:cubicBezTo>
                <a:lnTo>
                  <a:pt x="1883123" y="88820"/>
                </a:lnTo>
                <a:cubicBezTo>
                  <a:pt x="1883123" y="86532"/>
                  <a:pt x="1882801" y="84566"/>
                  <a:pt x="1882157" y="82923"/>
                </a:cubicBezTo>
                <a:cubicBezTo>
                  <a:pt x="1881514" y="81277"/>
                  <a:pt x="1880834" y="79883"/>
                  <a:pt x="1880118" y="78740"/>
                </a:cubicBezTo>
                <a:cubicBezTo>
                  <a:pt x="1879403" y="77594"/>
                  <a:pt x="1878723" y="76557"/>
                  <a:pt x="1878079" y="75627"/>
                </a:cubicBezTo>
                <a:cubicBezTo>
                  <a:pt x="1877438" y="74698"/>
                  <a:pt x="1877117" y="73804"/>
                  <a:pt x="1877117" y="72947"/>
                </a:cubicBezTo>
                <a:cubicBezTo>
                  <a:pt x="1877117" y="71659"/>
                  <a:pt x="1878082" y="70158"/>
                  <a:pt x="1880010" y="68443"/>
                </a:cubicBezTo>
                <a:cubicBezTo>
                  <a:pt x="1881941" y="66726"/>
                  <a:pt x="1884229" y="65046"/>
                  <a:pt x="1886874" y="63403"/>
                </a:cubicBezTo>
                <a:cubicBezTo>
                  <a:pt x="1889520" y="61758"/>
                  <a:pt x="1892202" y="60364"/>
                  <a:pt x="1894919" y="59220"/>
                </a:cubicBezTo>
                <a:cubicBezTo>
                  <a:pt x="1897635" y="58075"/>
                  <a:pt x="1899852" y="57502"/>
                  <a:pt x="1901569" y="57502"/>
                </a:cubicBezTo>
                <a:cubicBezTo>
                  <a:pt x="1904857" y="57502"/>
                  <a:pt x="1907252" y="58610"/>
                  <a:pt x="1908753" y="60827"/>
                </a:cubicBezTo>
                <a:cubicBezTo>
                  <a:pt x="1910254" y="63044"/>
                  <a:pt x="1912006" y="66225"/>
                  <a:pt x="1914009" y="70371"/>
                </a:cubicBezTo>
                <a:cubicBezTo>
                  <a:pt x="1915153" y="69514"/>
                  <a:pt x="1916690" y="68370"/>
                  <a:pt x="1918621" y="66941"/>
                </a:cubicBezTo>
                <a:cubicBezTo>
                  <a:pt x="1920552" y="65512"/>
                  <a:pt x="1922911" y="64118"/>
                  <a:pt x="1925697" y="62758"/>
                </a:cubicBezTo>
                <a:cubicBezTo>
                  <a:pt x="1928486" y="61399"/>
                  <a:pt x="1931632" y="60184"/>
                  <a:pt x="1935136" y="59112"/>
                </a:cubicBezTo>
                <a:cubicBezTo>
                  <a:pt x="1938640" y="58039"/>
                  <a:pt x="1942537" y="57502"/>
                  <a:pt x="1946827" y="57502"/>
                </a:cubicBezTo>
                <a:cubicBezTo>
                  <a:pt x="1953118" y="57502"/>
                  <a:pt x="1958301" y="58789"/>
                  <a:pt x="1962377" y="61364"/>
                </a:cubicBezTo>
                <a:cubicBezTo>
                  <a:pt x="1966453" y="63939"/>
                  <a:pt x="1969992" y="67514"/>
                  <a:pt x="1972994" y="72089"/>
                </a:cubicBezTo>
                <a:cubicBezTo>
                  <a:pt x="1975283" y="69944"/>
                  <a:pt x="1977964" y="67979"/>
                  <a:pt x="1981039" y="66192"/>
                </a:cubicBezTo>
                <a:cubicBezTo>
                  <a:pt x="1984113" y="64402"/>
                  <a:pt x="1987366" y="62865"/>
                  <a:pt x="1990799" y="61580"/>
                </a:cubicBezTo>
                <a:cubicBezTo>
                  <a:pt x="1994231" y="60293"/>
                  <a:pt x="1997698" y="59291"/>
                  <a:pt x="2001200" y="58575"/>
                </a:cubicBezTo>
                <a:cubicBezTo>
                  <a:pt x="2004704" y="57860"/>
                  <a:pt x="2008030" y="57502"/>
                  <a:pt x="2011176" y="57502"/>
                </a:cubicBezTo>
                <a:cubicBezTo>
                  <a:pt x="2015322" y="57502"/>
                  <a:pt x="2019360" y="58110"/>
                  <a:pt x="2023292" y="59325"/>
                </a:cubicBezTo>
                <a:cubicBezTo>
                  <a:pt x="2027226" y="60540"/>
                  <a:pt x="2030694" y="62292"/>
                  <a:pt x="2033697" y="64581"/>
                </a:cubicBezTo>
                <a:cubicBezTo>
                  <a:pt x="2036699" y="66870"/>
                  <a:pt x="2039094" y="69695"/>
                  <a:pt x="2040881" y="73055"/>
                </a:cubicBezTo>
                <a:cubicBezTo>
                  <a:pt x="2042670" y="76415"/>
                  <a:pt x="2043565" y="80240"/>
                  <a:pt x="2043565" y="84530"/>
                </a:cubicBezTo>
                <a:lnTo>
                  <a:pt x="2043565" y="139655"/>
                </a:lnTo>
                <a:cubicBezTo>
                  <a:pt x="2043565" y="142944"/>
                  <a:pt x="2044315" y="145303"/>
                  <a:pt x="2045816" y="146735"/>
                </a:cubicBezTo>
                <a:cubicBezTo>
                  <a:pt x="2047318" y="148164"/>
                  <a:pt x="2049284" y="148879"/>
                  <a:pt x="2051714" y="148879"/>
                </a:cubicBezTo>
                <a:lnTo>
                  <a:pt x="2056218" y="148879"/>
                </a:lnTo>
                <a:cubicBezTo>
                  <a:pt x="2058221" y="148879"/>
                  <a:pt x="2059222" y="149808"/>
                  <a:pt x="2059222" y="151667"/>
                </a:cubicBezTo>
                <a:cubicBezTo>
                  <a:pt x="2059222" y="152952"/>
                  <a:pt x="2058543" y="154667"/>
                  <a:pt x="2057183" y="156812"/>
                </a:cubicBezTo>
                <a:cubicBezTo>
                  <a:pt x="2055824" y="158957"/>
                  <a:pt x="2054072" y="161103"/>
                  <a:pt x="2051927" y="163250"/>
                </a:cubicBezTo>
                <a:cubicBezTo>
                  <a:pt x="2049782" y="165395"/>
                  <a:pt x="2047387" y="167254"/>
                  <a:pt x="2044743" y="168827"/>
                </a:cubicBezTo>
                <a:cubicBezTo>
                  <a:pt x="2042098" y="170398"/>
                  <a:pt x="2039489" y="171183"/>
                  <a:pt x="2036914" y="171183"/>
                </a:cubicBezTo>
                <a:close/>
                <a:moveTo>
                  <a:pt x="2111559" y="171183"/>
                </a:moveTo>
                <a:cubicBezTo>
                  <a:pt x="2106554" y="171183"/>
                  <a:pt x="2101798" y="170362"/>
                  <a:pt x="2097293" y="168719"/>
                </a:cubicBezTo>
                <a:cubicBezTo>
                  <a:pt x="2092789" y="167074"/>
                  <a:pt x="2088857" y="164750"/>
                  <a:pt x="2085497" y="161748"/>
                </a:cubicBezTo>
                <a:cubicBezTo>
                  <a:pt x="2082137" y="158745"/>
                  <a:pt x="2079455" y="155099"/>
                  <a:pt x="2077452" y="150810"/>
                </a:cubicBezTo>
                <a:cubicBezTo>
                  <a:pt x="2075451" y="146518"/>
                  <a:pt x="2074451" y="141655"/>
                  <a:pt x="2074451" y="136222"/>
                </a:cubicBezTo>
                <a:lnTo>
                  <a:pt x="2074451" y="64797"/>
                </a:lnTo>
                <a:cubicBezTo>
                  <a:pt x="2074451" y="63366"/>
                  <a:pt x="2075487" y="62151"/>
                  <a:pt x="2077560" y="61151"/>
                </a:cubicBezTo>
                <a:cubicBezTo>
                  <a:pt x="2079633" y="60150"/>
                  <a:pt x="2083887" y="59649"/>
                  <a:pt x="2090321" y="59649"/>
                </a:cubicBezTo>
                <a:cubicBezTo>
                  <a:pt x="2096900" y="59649"/>
                  <a:pt x="2101190" y="60150"/>
                  <a:pt x="2103191" y="61151"/>
                </a:cubicBezTo>
                <a:cubicBezTo>
                  <a:pt x="2105194" y="62151"/>
                  <a:pt x="2106195" y="63366"/>
                  <a:pt x="2106195" y="64797"/>
                </a:cubicBezTo>
                <a:lnTo>
                  <a:pt x="2106195" y="130000"/>
                </a:lnTo>
                <a:cubicBezTo>
                  <a:pt x="2106195" y="135292"/>
                  <a:pt x="2107732" y="139297"/>
                  <a:pt x="2110807" y="142015"/>
                </a:cubicBezTo>
                <a:cubicBezTo>
                  <a:pt x="2113881" y="144732"/>
                  <a:pt x="2117921" y="146090"/>
                  <a:pt x="2122926" y="146090"/>
                </a:cubicBezTo>
                <a:cubicBezTo>
                  <a:pt x="2125501" y="146090"/>
                  <a:pt x="2127968" y="145661"/>
                  <a:pt x="2130326" y="144804"/>
                </a:cubicBezTo>
                <a:cubicBezTo>
                  <a:pt x="2132685" y="143944"/>
                  <a:pt x="2134722" y="142836"/>
                  <a:pt x="2136437" y="141478"/>
                </a:cubicBezTo>
                <a:cubicBezTo>
                  <a:pt x="2138154" y="140119"/>
                  <a:pt x="2139548" y="138618"/>
                  <a:pt x="2140620" y="136975"/>
                </a:cubicBezTo>
                <a:cubicBezTo>
                  <a:pt x="2141693" y="135330"/>
                  <a:pt x="2142230" y="133721"/>
                  <a:pt x="2142230" y="132147"/>
                </a:cubicBezTo>
                <a:lnTo>
                  <a:pt x="2142230" y="64797"/>
                </a:lnTo>
                <a:cubicBezTo>
                  <a:pt x="2142230" y="63366"/>
                  <a:pt x="2143266" y="62151"/>
                  <a:pt x="2145339" y="61151"/>
                </a:cubicBezTo>
                <a:cubicBezTo>
                  <a:pt x="2147414" y="60150"/>
                  <a:pt x="2151669" y="59649"/>
                  <a:pt x="2158104" y="59649"/>
                </a:cubicBezTo>
                <a:cubicBezTo>
                  <a:pt x="2164680" y="59649"/>
                  <a:pt x="2168970" y="60150"/>
                  <a:pt x="2170973" y="61151"/>
                </a:cubicBezTo>
                <a:cubicBezTo>
                  <a:pt x="2172976" y="62151"/>
                  <a:pt x="2173977" y="63366"/>
                  <a:pt x="2173977" y="64797"/>
                </a:cubicBezTo>
                <a:lnTo>
                  <a:pt x="2173977" y="139655"/>
                </a:lnTo>
                <a:cubicBezTo>
                  <a:pt x="2173977" y="142944"/>
                  <a:pt x="2174728" y="145303"/>
                  <a:pt x="2176229" y="146735"/>
                </a:cubicBezTo>
                <a:cubicBezTo>
                  <a:pt x="2177730" y="148164"/>
                  <a:pt x="2179696" y="148879"/>
                  <a:pt x="2182127" y="148879"/>
                </a:cubicBezTo>
                <a:lnTo>
                  <a:pt x="2186630" y="148879"/>
                </a:lnTo>
                <a:cubicBezTo>
                  <a:pt x="2188633" y="148879"/>
                  <a:pt x="2189635" y="149808"/>
                  <a:pt x="2189635" y="151667"/>
                </a:cubicBezTo>
                <a:cubicBezTo>
                  <a:pt x="2189635" y="152952"/>
                  <a:pt x="2188955" y="154703"/>
                  <a:pt x="2187596" y="156920"/>
                </a:cubicBezTo>
                <a:cubicBezTo>
                  <a:pt x="2186236" y="159137"/>
                  <a:pt x="2184520" y="161283"/>
                  <a:pt x="2182448" y="163358"/>
                </a:cubicBezTo>
                <a:cubicBezTo>
                  <a:pt x="2180375" y="165431"/>
                  <a:pt x="2178015" y="167254"/>
                  <a:pt x="2175368" y="168827"/>
                </a:cubicBezTo>
                <a:cubicBezTo>
                  <a:pt x="2172724" y="170398"/>
                  <a:pt x="2170114" y="171183"/>
                  <a:pt x="2167539" y="171183"/>
                </a:cubicBezTo>
                <a:cubicBezTo>
                  <a:pt x="2163394" y="171183"/>
                  <a:pt x="2159569" y="169789"/>
                  <a:pt x="2156065" y="167001"/>
                </a:cubicBezTo>
                <a:cubicBezTo>
                  <a:pt x="2152562" y="164212"/>
                  <a:pt x="2149596" y="161174"/>
                  <a:pt x="2147165" y="157886"/>
                </a:cubicBezTo>
                <a:cubicBezTo>
                  <a:pt x="2145734" y="159029"/>
                  <a:pt x="2143910" y="160387"/>
                  <a:pt x="2141693" y="161960"/>
                </a:cubicBezTo>
                <a:cubicBezTo>
                  <a:pt x="2139478" y="163534"/>
                  <a:pt x="2136869" y="165000"/>
                  <a:pt x="2133864" y="166359"/>
                </a:cubicBezTo>
                <a:cubicBezTo>
                  <a:pt x="2130862" y="167716"/>
                  <a:pt x="2127502" y="168860"/>
                  <a:pt x="2123784" y="169789"/>
                </a:cubicBezTo>
                <a:cubicBezTo>
                  <a:pt x="2120066" y="170719"/>
                  <a:pt x="2115991" y="171183"/>
                  <a:pt x="2111559" y="171183"/>
                </a:cubicBezTo>
                <a:close/>
                <a:moveTo>
                  <a:pt x="2231458" y="171183"/>
                </a:moveTo>
                <a:cubicBezTo>
                  <a:pt x="2223450" y="171183"/>
                  <a:pt x="2217265" y="168932"/>
                  <a:pt x="2212904" y="164428"/>
                </a:cubicBezTo>
                <a:cubicBezTo>
                  <a:pt x="2208544" y="159925"/>
                  <a:pt x="2206364" y="153669"/>
                  <a:pt x="2206364" y="145661"/>
                </a:cubicBezTo>
                <a:lnTo>
                  <a:pt x="2206364" y="19752"/>
                </a:lnTo>
                <a:cubicBezTo>
                  <a:pt x="2206364" y="18323"/>
                  <a:pt x="2207365" y="17108"/>
                  <a:pt x="2209366" y="16106"/>
                </a:cubicBezTo>
                <a:cubicBezTo>
                  <a:pt x="2211369" y="15105"/>
                  <a:pt x="2215658" y="14604"/>
                  <a:pt x="2222235" y="14604"/>
                </a:cubicBezTo>
                <a:cubicBezTo>
                  <a:pt x="2228669" y="14604"/>
                  <a:pt x="2232923" y="15105"/>
                  <a:pt x="2234996" y="16106"/>
                </a:cubicBezTo>
                <a:cubicBezTo>
                  <a:pt x="2237071" y="17108"/>
                  <a:pt x="2238108" y="18323"/>
                  <a:pt x="2238108" y="19752"/>
                </a:cubicBezTo>
                <a:lnTo>
                  <a:pt x="2238108" y="139655"/>
                </a:lnTo>
                <a:cubicBezTo>
                  <a:pt x="2238108" y="142944"/>
                  <a:pt x="2238823" y="145303"/>
                  <a:pt x="2240252" y="146735"/>
                </a:cubicBezTo>
                <a:cubicBezTo>
                  <a:pt x="2241684" y="148164"/>
                  <a:pt x="2243685" y="148879"/>
                  <a:pt x="2246258" y="148879"/>
                </a:cubicBezTo>
                <a:lnTo>
                  <a:pt x="2250765" y="148879"/>
                </a:lnTo>
                <a:cubicBezTo>
                  <a:pt x="2252766" y="148879"/>
                  <a:pt x="2253766" y="149808"/>
                  <a:pt x="2253766" y="151667"/>
                </a:cubicBezTo>
                <a:cubicBezTo>
                  <a:pt x="2253766" y="152952"/>
                  <a:pt x="2253086" y="154667"/>
                  <a:pt x="2251727" y="156812"/>
                </a:cubicBezTo>
                <a:cubicBezTo>
                  <a:pt x="2250370" y="158957"/>
                  <a:pt x="2248619" y="161103"/>
                  <a:pt x="2246474" y="163250"/>
                </a:cubicBezTo>
                <a:cubicBezTo>
                  <a:pt x="2244329" y="165395"/>
                  <a:pt x="2241933" y="167254"/>
                  <a:pt x="2239287" y="168827"/>
                </a:cubicBezTo>
                <a:cubicBezTo>
                  <a:pt x="2236642" y="170398"/>
                  <a:pt x="2234033" y="171183"/>
                  <a:pt x="2231458" y="171183"/>
                </a:cubicBezTo>
                <a:close/>
                <a:moveTo>
                  <a:pt x="2354579" y="171183"/>
                </a:moveTo>
                <a:cubicBezTo>
                  <a:pt x="2351432" y="171183"/>
                  <a:pt x="2348608" y="170612"/>
                  <a:pt x="2346105" y="169468"/>
                </a:cubicBezTo>
                <a:cubicBezTo>
                  <a:pt x="2343605" y="168325"/>
                  <a:pt x="2341425" y="167038"/>
                  <a:pt x="2339566" y="165606"/>
                </a:cubicBezTo>
                <a:cubicBezTo>
                  <a:pt x="2337421" y="164035"/>
                  <a:pt x="2335562" y="162248"/>
                  <a:pt x="2333989" y="160245"/>
                </a:cubicBezTo>
                <a:cubicBezTo>
                  <a:pt x="2329985" y="163106"/>
                  <a:pt x="2325337" y="165645"/>
                  <a:pt x="2320046" y="167861"/>
                </a:cubicBezTo>
                <a:cubicBezTo>
                  <a:pt x="2314755" y="170076"/>
                  <a:pt x="2308463" y="171183"/>
                  <a:pt x="2301171" y="171183"/>
                </a:cubicBezTo>
                <a:cubicBezTo>
                  <a:pt x="2296022" y="171183"/>
                  <a:pt x="2291266" y="170469"/>
                  <a:pt x="2286905" y="169040"/>
                </a:cubicBezTo>
                <a:cubicBezTo>
                  <a:pt x="2282545" y="167611"/>
                  <a:pt x="2278756" y="165574"/>
                  <a:pt x="2275538" y="162929"/>
                </a:cubicBezTo>
                <a:cubicBezTo>
                  <a:pt x="2272322" y="160282"/>
                  <a:pt x="2269819" y="156993"/>
                  <a:pt x="2268030" y="153061"/>
                </a:cubicBezTo>
                <a:cubicBezTo>
                  <a:pt x="2266243" y="149127"/>
                  <a:pt x="2265349" y="144659"/>
                  <a:pt x="2265349" y="139655"/>
                </a:cubicBezTo>
                <a:cubicBezTo>
                  <a:pt x="2265349" y="133363"/>
                  <a:pt x="2266386" y="128036"/>
                  <a:pt x="2268458" y="123674"/>
                </a:cubicBezTo>
                <a:cubicBezTo>
                  <a:pt x="2270533" y="119312"/>
                  <a:pt x="2273608" y="115594"/>
                  <a:pt x="2277682" y="112520"/>
                </a:cubicBezTo>
                <a:cubicBezTo>
                  <a:pt x="2281757" y="109445"/>
                  <a:pt x="2286798" y="106836"/>
                  <a:pt x="2292802" y="104691"/>
                </a:cubicBezTo>
                <a:cubicBezTo>
                  <a:pt x="2298809" y="102546"/>
                  <a:pt x="2305674" y="100544"/>
                  <a:pt x="2313396" y="98685"/>
                </a:cubicBezTo>
                <a:cubicBezTo>
                  <a:pt x="2318545" y="97542"/>
                  <a:pt x="2322406" y="96398"/>
                  <a:pt x="2324978" y="95255"/>
                </a:cubicBezTo>
                <a:cubicBezTo>
                  <a:pt x="2327553" y="94110"/>
                  <a:pt x="2328841" y="92750"/>
                  <a:pt x="2328841" y="91177"/>
                </a:cubicBezTo>
                <a:cubicBezTo>
                  <a:pt x="2328841" y="88033"/>
                  <a:pt x="2327410" y="85495"/>
                  <a:pt x="2324550" y="83564"/>
                </a:cubicBezTo>
                <a:cubicBezTo>
                  <a:pt x="2321689" y="81633"/>
                  <a:pt x="2317257" y="80668"/>
                  <a:pt x="2311252" y="80668"/>
                </a:cubicBezTo>
                <a:cubicBezTo>
                  <a:pt x="2307104" y="80668"/>
                  <a:pt x="2303171" y="81168"/>
                  <a:pt x="2299453" y="82170"/>
                </a:cubicBezTo>
                <a:cubicBezTo>
                  <a:pt x="2295737" y="83171"/>
                  <a:pt x="2292413" y="84316"/>
                  <a:pt x="2289480" y="85603"/>
                </a:cubicBezTo>
                <a:cubicBezTo>
                  <a:pt x="2286550" y="86888"/>
                  <a:pt x="2284083" y="88032"/>
                  <a:pt x="2282080" y="89033"/>
                </a:cubicBezTo>
                <a:cubicBezTo>
                  <a:pt x="2280079" y="90035"/>
                  <a:pt x="2278649" y="90535"/>
                  <a:pt x="2277790" y="90535"/>
                </a:cubicBezTo>
                <a:cubicBezTo>
                  <a:pt x="2275930" y="90535"/>
                  <a:pt x="2275001" y="89463"/>
                  <a:pt x="2275001" y="87318"/>
                </a:cubicBezTo>
                <a:cubicBezTo>
                  <a:pt x="2275001" y="85601"/>
                  <a:pt x="2275359" y="83098"/>
                  <a:pt x="2276075" y="79810"/>
                </a:cubicBezTo>
                <a:cubicBezTo>
                  <a:pt x="2276790" y="76522"/>
                  <a:pt x="2277935" y="73090"/>
                  <a:pt x="2279508" y="69514"/>
                </a:cubicBezTo>
                <a:cubicBezTo>
                  <a:pt x="2280079" y="68370"/>
                  <a:pt x="2281402" y="67084"/>
                  <a:pt x="2283475" y="65655"/>
                </a:cubicBezTo>
                <a:cubicBezTo>
                  <a:pt x="2285547" y="64223"/>
                  <a:pt x="2288192" y="62900"/>
                  <a:pt x="2291408" y="61685"/>
                </a:cubicBezTo>
                <a:cubicBezTo>
                  <a:pt x="2294626" y="60469"/>
                  <a:pt x="2298309" y="59469"/>
                  <a:pt x="2302454" y="58683"/>
                </a:cubicBezTo>
                <a:cubicBezTo>
                  <a:pt x="2306602" y="57896"/>
                  <a:pt x="2311036" y="57502"/>
                  <a:pt x="2315755" y="57502"/>
                </a:cubicBezTo>
                <a:cubicBezTo>
                  <a:pt x="2332201" y="57502"/>
                  <a:pt x="2343854" y="61077"/>
                  <a:pt x="2350717" y="68227"/>
                </a:cubicBezTo>
                <a:cubicBezTo>
                  <a:pt x="2357581" y="75378"/>
                  <a:pt x="2361013" y="86174"/>
                  <a:pt x="2361013" y="100616"/>
                </a:cubicBezTo>
                <a:lnTo>
                  <a:pt x="2361013" y="139655"/>
                </a:lnTo>
                <a:cubicBezTo>
                  <a:pt x="2361013" y="142944"/>
                  <a:pt x="2361764" y="145303"/>
                  <a:pt x="2363265" y="146735"/>
                </a:cubicBezTo>
                <a:cubicBezTo>
                  <a:pt x="2364768" y="148164"/>
                  <a:pt x="2366806" y="148879"/>
                  <a:pt x="2369379" y="148879"/>
                </a:cubicBezTo>
                <a:lnTo>
                  <a:pt x="2373670" y="148879"/>
                </a:lnTo>
                <a:cubicBezTo>
                  <a:pt x="2375671" y="148879"/>
                  <a:pt x="2376671" y="149808"/>
                  <a:pt x="2376671" y="151667"/>
                </a:cubicBezTo>
                <a:cubicBezTo>
                  <a:pt x="2376671" y="152952"/>
                  <a:pt x="2375991" y="154703"/>
                  <a:pt x="2374632" y="156920"/>
                </a:cubicBezTo>
                <a:cubicBezTo>
                  <a:pt x="2373275" y="159137"/>
                  <a:pt x="2371560" y="161283"/>
                  <a:pt x="2369487" y="163358"/>
                </a:cubicBezTo>
                <a:cubicBezTo>
                  <a:pt x="2367414" y="165431"/>
                  <a:pt x="2365054" y="167254"/>
                  <a:pt x="2362408" y="168827"/>
                </a:cubicBezTo>
                <a:cubicBezTo>
                  <a:pt x="2359763" y="170398"/>
                  <a:pt x="2357153" y="171183"/>
                  <a:pt x="2354579" y="171183"/>
                </a:cubicBezTo>
                <a:moveTo>
                  <a:pt x="2296236" y="135577"/>
                </a:moveTo>
                <a:cubicBezTo>
                  <a:pt x="2296236" y="140155"/>
                  <a:pt x="2297809" y="143623"/>
                  <a:pt x="2300955" y="145982"/>
                </a:cubicBezTo>
                <a:cubicBezTo>
                  <a:pt x="2304102" y="148341"/>
                  <a:pt x="2308177" y="149520"/>
                  <a:pt x="2313183" y="149520"/>
                </a:cubicBezTo>
                <a:cubicBezTo>
                  <a:pt x="2317900" y="149520"/>
                  <a:pt x="2321760" y="148377"/>
                  <a:pt x="2324762" y="146090"/>
                </a:cubicBezTo>
                <a:cubicBezTo>
                  <a:pt x="2327767" y="143801"/>
                  <a:pt x="2329269" y="141656"/>
                  <a:pt x="2329269" y="139655"/>
                </a:cubicBezTo>
                <a:lnTo>
                  <a:pt x="2329269" y="116702"/>
                </a:lnTo>
                <a:cubicBezTo>
                  <a:pt x="2329269" y="115129"/>
                  <a:pt x="2328483" y="114343"/>
                  <a:pt x="2326909" y="114343"/>
                </a:cubicBezTo>
                <a:cubicBezTo>
                  <a:pt x="2323763" y="114343"/>
                  <a:pt x="2319831" y="115415"/>
                  <a:pt x="2315114" y="117560"/>
                </a:cubicBezTo>
                <a:cubicBezTo>
                  <a:pt x="2312825" y="118420"/>
                  <a:pt x="2310572" y="119350"/>
                  <a:pt x="2308355" y="120352"/>
                </a:cubicBezTo>
                <a:cubicBezTo>
                  <a:pt x="2306138" y="121351"/>
                  <a:pt x="2304137" y="122566"/>
                  <a:pt x="2302349" y="123998"/>
                </a:cubicBezTo>
                <a:cubicBezTo>
                  <a:pt x="2300562" y="125427"/>
                  <a:pt x="2299096" y="127107"/>
                  <a:pt x="2297951" y="129038"/>
                </a:cubicBezTo>
                <a:cubicBezTo>
                  <a:pt x="2296807" y="130967"/>
                  <a:pt x="2296236" y="133147"/>
                  <a:pt x="2296236" y="135577"/>
                </a:cubicBezTo>
                <a:close/>
                <a:moveTo>
                  <a:pt x="2430509" y="171183"/>
                </a:moveTo>
                <a:cubicBezTo>
                  <a:pt x="2419929" y="171183"/>
                  <a:pt x="2411742" y="168181"/>
                  <a:pt x="2405949" y="162176"/>
                </a:cubicBezTo>
                <a:cubicBezTo>
                  <a:pt x="2400158" y="156170"/>
                  <a:pt x="2397263" y="148448"/>
                  <a:pt x="2397263" y="139011"/>
                </a:cubicBezTo>
                <a:lnTo>
                  <a:pt x="2397263" y="81741"/>
                </a:lnTo>
                <a:lnTo>
                  <a:pt x="2391473" y="81741"/>
                </a:lnTo>
                <a:cubicBezTo>
                  <a:pt x="2390329" y="81741"/>
                  <a:pt x="2389293" y="80920"/>
                  <a:pt x="2388363" y="79277"/>
                </a:cubicBezTo>
                <a:cubicBezTo>
                  <a:pt x="2387434" y="77631"/>
                  <a:pt x="2386969" y="74807"/>
                  <a:pt x="2386969" y="70803"/>
                </a:cubicBezTo>
                <a:cubicBezTo>
                  <a:pt x="2386969" y="66655"/>
                  <a:pt x="2387434" y="63760"/>
                  <a:pt x="2388363" y="62117"/>
                </a:cubicBezTo>
                <a:cubicBezTo>
                  <a:pt x="2389293" y="60472"/>
                  <a:pt x="2390329" y="59649"/>
                  <a:pt x="2391473" y="59649"/>
                </a:cubicBezTo>
                <a:lnTo>
                  <a:pt x="2397263" y="59649"/>
                </a:lnTo>
                <a:lnTo>
                  <a:pt x="2397263" y="39056"/>
                </a:lnTo>
                <a:cubicBezTo>
                  <a:pt x="2397263" y="37912"/>
                  <a:pt x="2398406" y="36590"/>
                  <a:pt x="2400693" y="35089"/>
                </a:cubicBezTo>
                <a:cubicBezTo>
                  <a:pt x="2402981" y="33588"/>
                  <a:pt x="2405699" y="32194"/>
                  <a:pt x="2408845" y="30906"/>
                </a:cubicBezTo>
                <a:cubicBezTo>
                  <a:pt x="2411992" y="29619"/>
                  <a:pt x="2415102" y="28510"/>
                  <a:pt x="2418177" y="27581"/>
                </a:cubicBezTo>
                <a:cubicBezTo>
                  <a:pt x="2421251" y="26651"/>
                  <a:pt x="2423647" y="26187"/>
                  <a:pt x="2425364" y="26187"/>
                </a:cubicBezTo>
                <a:cubicBezTo>
                  <a:pt x="2427795" y="26187"/>
                  <a:pt x="2429010" y="27545"/>
                  <a:pt x="2429010" y="30261"/>
                </a:cubicBezTo>
                <a:lnTo>
                  <a:pt x="2429010" y="59649"/>
                </a:lnTo>
                <a:lnTo>
                  <a:pt x="2448314" y="59649"/>
                </a:lnTo>
                <a:cubicBezTo>
                  <a:pt x="2450600" y="59649"/>
                  <a:pt x="2451744" y="60792"/>
                  <a:pt x="2451744" y="63079"/>
                </a:cubicBezTo>
                <a:cubicBezTo>
                  <a:pt x="2451744" y="64366"/>
                  <a:pt x="2451351" y="66082"/>
                  <a:pt x="2450565" y="68227"/>
                </a:cubicBezTo>
                <a:cubicBezTo>
                  <a:pt x="2449780" y="70372"/>
                  <a:pt x="2448743" y="72446"/>
                  <a:pt x="2447456" y="74449"/>
                </a:cubicBezTo>
                <a:cubicBezTo>
                  <a:pt x="2446169" y="76450"/>
                  <a:pt x="2444774" y="78166"/>
                  <a:pt x="2443273" y="79597"/>
                </a:cubicBezTo>
                <a:cubicBezTo>
                  <a:pt x="2441772" y="81027"/>
                  <a:pt x="2440306" y="81741"/>
                  <a:pt x="2438874" y="81741"/>
                </a:cubicBezTo>
                <a:lnTo>
                  <a:pt x="2429010" y="81741"/>
                </a:lnTo>
                <a:lnTo>
                  <a:pt x="2429010" y="129572"/>
                </a:lnTo>
                <a:cubicBezTo>
                  <a:pt x="2429010" y="136436"/>
                  <a:pt x="2430547" y="141370"/>
                  <a:pt x="2433621" y="144375"/>
                </a:cubicBezTo>
                <a:cubicBezTo>
                  <a:pt x="2436696" y="147377"/>
                  <a:pt x="2440664" y="148879"/>
                  <a:pt x="2445525" y="148879"/>
                </a:cubicBezTo>
                <a:lnTo>
                  <a:pt x="2450457" y="148879"/>
                </a:lnTo>
                <a:cubicBezTo>
                  <a:pt x="2451315" y="148879"/>
                  <a:pt x="2451958" y="149200"/>
                  <a:pt x="2452388" y="149844"/>
                </a:cubicBezTo>
                <a:cubicBezTo>
                  <a:pt x="2452818" y="150486"/>
                  <a:pt x="2453033" y="151164"/>
                  <a:pt x="2453033" y="151880"/>
                </a:cubicBezTo>
                <a:cubicBezTo>
                  <a:pt x="2453033" y="153023"/>
                  <a:pt x="2452317" y="154667"/>
                  <a:pt x="2450886" y="156812"/>
                </a:cubicBezTo>
                <a:cubicBezTo>
                  <a:pt x="2449457" y="158957"/>
                  <a:pt x="2447670" y="161103"/>
                  <a:pt x="2445525" y="163250"/>
                </a:cubicBezTo>
                <a:cubicBezTo>
                  <a:pt x="2443380" y="165395"/>
                  <a:pt x="2440984" y="167254"/>
                  <a:pt x="2438338" y="168827"/>
                </a:cubicBezTo>
                <a:cubicBezTo>
                  <a:pt x="2435693" y="170398"/>
                  <a:pt x="2433084" y="171183"/>
                  <a:pt x="2430509" y="171183"/>
                </a:cubicBezTo>
                <a:close/>
                <a:moveTo>
                  <a:pt x="2485421" y="14604"/>
                </a:moveTo>
                <a:cubicBezTo>
                  <a:pt x="2491426" y="14604"/>
                  <a:pt x="2495787" y="15891"/>
                  <a:pt x="2498503" y="18466"/>
                </a:cubicBezTo>
                <a:cubicBezTo>
                  <a:pt x="2501222" y="21038"/>
                  <a:pt x="2502581" y="25256"/>
                  <a:pt x="2502581" y="31119"/>
                </a:cubicBezTo>
                <a:cubicBezTo>
                  <a:pt x="2502581" y="37126"/>
                  <a:pt x="2501222" y="41345"/>
                  <a:pt x="2498503" y="43775"/>
                </a:cubicBezTo>
                <a:cubicBezTo>
                  <a:pt x="2495787" y="46206"/>
                  <a:pt x="2491426" y="47421"/>
                  <a:pt x="2485421" y="47421"/>
                </a:cubicBezTo>
                <a:cubicBezTo>
                  <a:pt x="2479414" y="47421"/>
                  <a:pt x="2475053" y="46206"/>
                  <a:pt x="2472336" y="43775"/>
                </a:cubicBezTo>
                <a:cubicBezTo>
                  <a:pt x="2469620" y="41345"/>
                  <a:pt x="2468261" y="37126"/>
                  <a:pt x="2468261" y="31119"/>
                </a:cubicBezTo>
                <a:cubicBezTo>
                  <a:pt x="2468261" y="25256"/>
                  <a:pt x="2469620" y="21038"/>
                  <a:pt x="2472336" y="18466"/>
                </a:cubicBezTo>
                <a:cubicBezTo>
                  <a:pt x="2475053" y="15891"/>
                  <a:pt x="2479414" y="14604"/>
                  <a:pt x="2485421" y="14604"/>
                </a:cubicBezTo>
                <a:moveTo>
                  <a:pt x="2501292" y="139655"/>
                </a:moveTo>
                <a:cubicBezTo>
                  <a:pt x="2501292" y="142944"/>
                  <a:pt x="2502042" y="145303"/>
                  <a:pt x="2503543" y="146735"/>
                </a:cubicBezTo>
                <a:cubicBezTo>
                  <a:pt x="2505047" y="148164"/>
                  <a:pt x="2507014" y="148879"/>
                  <a:pt x="2509445" y="148879"/>
                </a:cubicBezTo>
                <a:lnTo>
                  <a:pt x="2513948" y="148879"/>
                </a:lnTo>
                <a:cubicBezTo>
                  <a:pt x="2515949" y="148879"/>
                  <a:pt x="2516949" y="149808"/>
                  <a:pt x="2516949" y="151667"/>
                </a:cubicBezTo>
                <a:cubicBezTo>
                  <a:pt x="2516949" y="152952"/>
                  <a:pt x="2516270" y="154667"/>
                  <a:pt x="2514910" y="156812"/>
                </a:cubicBezTo>
                <a:cubicBezTo>
                  <a:pt x="2513553" y="158957"/>
                  <a:pt x="2511838" y="161103"/>
                  <a:pt x="2509765" y="163250"/>
                </a:cubicBezTo>
                <a:cubicBezTo>
                  <a:pt x="2507692" y="165395"/>
                  <a:pt x="2505333" y="167254"/>
                  <a:pt x="2502686" y="168827"/>
                </a:cubicBezTo>
                <a:cubicBezTo>
                  <a:pt x="2500041" y="170398"/>
                  <a:pt x="2497432" y="171183"/>
                  <a:pt x="2494857" y="171183"/>
                </a:cubicBezTo>
                <a:cubicBezTo>
                  <a:pt x="2486849" y="171183"/>
                  <a:pt x="2480629" y="168932"/>
                  <a:pt x="2476195" y="164428"/>
                </a:cubicBezTo>
                <a:cubicBezTo>
                  <a:pt x="2471763" y="159925"/>
                  <a:pt x="2469548" y="153669"/>
                  <a:pt x="2469548" y="145661"/>
                </a:cubicBezTo>
                <a:lnTo>
                  <a:pt x="2469548" y="64797"/>
                </a:lnTo>
                <a:cubicBezTo>
                  <a:pt x="2469548" y="63366"/>
                  <a:pt x="2470584" y="62151"/>
                  <a:pt x="2472657" y="61151"/>
                </a:cubicBezTo>
                <a:cubicBezTo>
                  <a:pt x="2474732" y="60150"/>
                  <a:pt x="2478987" y="59649"/>
                  <a:pt x="2485421" y="59649"/>
                </a:cubicBezTo>
                <a:cubicBezTo>
                  <a:pt x="2491998" y="59649"/>
                  <a:pt x="2496286" y="60150"/>
                  <a:pt x="2498287" y="61151"/>
                </a:cubicBezTo>
                <a:cubicBezTo>
                  <a:pt x="2500290" y="62151"/>
                  <a:pt x="2501292" y="63366"/>
                  <a:pt x="2501292" y="64797"/>
                </a:cubicBezTo>
                <a:lnTo>
                  <a:pt x="2501292" y="139655"/>
                </a:lnTo>
                <a:close/>
                <a:moveTo>
                  <a:pt x="2587948" y="170971"/>
                </a:moveTo>
                <a:cubicBezTo>
                  <a:pt x="2580370" y="170971"/>
                  <a:pt x="2573148" y="169791"/>
                  <a:pt x="2566284" y="167433"/>
                </a:cubicBezTo>
                <a:cubicBezTo>
                  <a:pt x="2559422" y="165072"/>
                  <a:pt x="2553416" y="161533"/>
                  <a:pt x="2548267" y="156815"/>
                </a:cubicBezTo>
                <a:cubicBezTo>
                  <a:pt x="2543119" y="152096"/>
                  <a:pt x="2539009" y="146161"/>
                  <a:pt x="2535934" y="139011"/>
                </a:cubicBezTo>
                <a:cubicBezTo>
                  <a:pt x="2532860" y="131860"/>
                  <a:pt x="2531323" y="123495"/>
                  <a:pt x="2531323" y="113914"/>
                </a:cubicBezTo>
                <a:cubicBezTo>
                  <a:pt x="2531323" y="104333"/>
                  <a:pt x="2532860" y="96003"/>
                  <a:pt x="2535934" y="88925"/>
                </a:cubicBezTo>
                <a:cubicBezTo>
                  <a:pt x="2539009" y="81847"/>
                  <a:pt x="2543119" y="75984"/>
                  <a:pt x="2548267" y="71337"/>
                </a:cubicBezTo>
                <a:cubicBezTo>
                  <a:pt x="2553416" y="66689"/>
                  <a:pt x="2559422" y="63222"/>
                  <a:pt x="2566284" y="60935"/>
                </a:cubicBezTo>
                <a:cubicBezTo>
                  <a:pt x="2573148" y="58646"/>
                  <a:pt x="2580370" y="57502"/>
                  <a:pt x="2587948" y="57502"/>
                </a:cubicBezTo>
                <a:cubicBezTo>
                  <a:pt x="2595528" y="57502"/>
                  <a:pt x="2602714" y="58646"/>
                  <a:pt x="2609506" y="60935"/>
                </a:cubicBezTo>
                <a:cubicBezTo>
                  <a:pt x="2616299" y="63222"/>
                  <a:pt x="2622304" y="66689"/>
                  <a:pt x="2627524" y="71337"/>
                </a:cubicBezTo>
                <a:cubicBezTo>
                  <a:pt x="2632743" y="75984"/>
                  <a:pt x="2636890" y="81847"/>
                  <a:pt x="2639964" y="88925"/>
                </a:cubicBezTo>
                <a:cubicBezTo>
                  <a:pt x="2643038" y="96003"/>
                  <a:pt x="2644576" y="104333"/>
                  <a:pt x="2644576" y="113914"/>
                </a:cubicBezTo>
                <a:cubicBezTo>
                  <a:pt x="2644576" y="123495"/>
                  <a:pt x="2643038" y="131860"/>
                  <a:pt x="2639964" y="139011"/>
                </a:cubicBezTo>
                <a:cubicBezTo>
                  <a:pt x="2636890" y="146161"/>
                  <a:pt x="2632743" y="152096"/>
                  <a:pt x="2627524" y="156815"/>
                </a:cubicBezTo>
                <a:cubicBezTo>
                  <a:pt x="2622304" y="161533"/>
                  <a:pt x="2616299" y="165072"/>
                  <a:pt x="2609506" y="167433"/>
                </a:cubicBezTo>
                <a:cubicBezTo>
                  <a:pt x="2602714" y="169791"/>
                  <a:pt x="2595528" y="170971"/>
                  <a:pt x="2587948" y="170971"/>
                </a:cubicBezTo>
                <a:moveTo>
                  <a:pt x="2587948" y="149307"/>
                </a:moveTo>
                <a:cubicBezTo>
                  <a:pt x="2590952" y="149307"/>
                  <a:pt x="2593849" y="148700"/>
                  <a:pt x="2596637" y="147484"/>
                </a:cubicBezTo>
                <a:cubicBezTo>
                  <a:pt x="2599426" y="146269"/>
                  <a:pt x="2601820" y="144267"/>
                  <a:pt x="2603821" y="141478"/>
                </a:cubicBezTo>
                <a:cubicBezTo>
                  <a:pt x="2605824" y="138690"/>
                  <a:pt x="2607433" y="135008"/>
                  <a:pt x="2608649" y="130432"/>
                </a:cubicBezTo>
                <a:cubicBezTo>
                  <a:pt x="2609864" y="125855"/>
                  <a:pt x="2610472" y="120278"/>
                  <a:pt x="2610472" y="113701"/>
                </a:cubicBezTo>
                <a:cubicBezTo>
                  <a:pt x="2610472" y="107123"/>
                  <a:pt x="2609864" y="101546"/>
                  <a:pt x="2608649" y="96970"/>
                </a:cubicBezTo>
                <a:cubicBezTo>
                  <a:pt x="2607433" y="92395"/>
                  <a:pt x="2605824" y="88712"/>
                  <a:pt x="2603821" y="85924"/>
                </a:cubicBezTo>
                <a:cubicBezTo>
                  <a:pt x="2601820" y="83135"/>
                  <a:pt x="2599426" y="81133"/>
                  <a:pt x="2596637" y="79918"/>
                </a:cubicBezTo>
                <a:cubicBezTo>
                  <a:pt x="2593849" y="78703"/>
                  <a:pt x="2590952" y="78095"/>
                  <a:pt x="2587948" y="78095"/>
                </a:cubicBezTo>
                <a:cubicBezTo>
                  <a:pt x="2584945" y="78095"/>
                  <a:pt x="2582050" y="78703"/>
                  <a:pt x="2579261" y="79918"/>
                </a:cubicBezTo>
                <a:cubicBezTo>
                  <a:pt x="2576473" y="81133"/>
                  <a:pt x="2574042" y="83135"/>
                  <a:pt x="2571969" y="85924"/>
                </a:cubicBezTo>
                <a:cubicBezTo>
                  <a:pt x="2569896" y="88712"/>
                  <a:pt x="2568252" y="92395"/>
                  <a:pt x="2567037" y="96970"/>
                </a:cubicBezTo>
                <a:cubicBezTo>
                  <a:pt x="2565822" y="101546"/>
                  <a:pt x="2565214" y="107123"/>
                  <a:pt x="2565214" y="113701"/>
                </a:cubicBezTo>
                <a:cubicBezTo>
                  <a:pt x="2565214" y="120278"/>
                  <a:pt x="2565822" y="125855"/>
                  <a:pt x="2567037" y="130432"/>
                </a:cubicBezTo>
                <a:cubicBezTo>
                  <a:pt x="2568252" y="135008"/>
                  <a:pt x="2569896" y="138690"/>
                  <a:pt x="2571969" y="141478"/>
                </a:cubicBezTo>
                <a:cubicBezTo>
                  <a:pt x="2574042" y="144267"/>
                  <a:pt x="2576473" y="146269"/>
                  <a:pt x="2579261" y="147484"/>
                </a:cubicBezTo>
                <a:cubicBezTo>
                  <a:pt x="2582050" y="148700"/>
                  <a:pt x="2584945" y="149307"/>
                  <a:pt x="2587948" y="149307"/>
                </a:cubicBezTo>
                <a:close/>
                <a:moveTo>
                  <a:pt x="2761688" y="171183"/>
                </a:moveTo>
                <a:cubicBezTo>
                  <a:pt x="2753680" y="171183"/>
                  <a:pt x="2747496" y="168932"/>
                  <a:pt x="2743134" y="164428"/>
                </a:cubicBezTo>
                <a:cubicBezTo>
                  <a:pt x="2738774" y="159925"/>
                  <a:pt x="2736595" y="153669"/>
                  <a:pt x="2736595" y="145661"/>
                </a:cubicBezTo>
                <a:lnTo>
                  <a:pt x="2736595" y="96754"/>
                </a:lnTo>
                <a:cubicBezTo>
                  <a:pt x="2736595" y="91607"/>
                  <a:pt x="2735307" y="87818"/>
                  <a:pt x="2732733" y="85387"/>
                </a:cubicBezTo>
                <a:cubicBezTo>
                  <a:pt x="2730158" y="82957"/>
                  <a:pt x="2726512" y="81741"/>
                  <a:pt x="2721794" y="81741"/>
                </a:cubicBezTo>
                <a:cubicBezTo>
                  <a:pt x="2719220" y="81741"/>
                  <a:pt x="2716681" y="82278"/>
                  <a:pt x="2714178" y="83351"/>
                </a:cubicBezTo>
                <a:cubicBezTo>
                  <a:pt x="2711676" y="84423"/>
                  <a:pt x="2709388" y="85745"/>
                  <a:pt x="2707315" y="87318"/>
                </a:cubicBezTo>
                <a:cubicBezTo>
                  <a:pt x="2705242" y="88891"/>
                  <a:pt x="2703562" y="90537"/>
                  <a:pt x="2702275" y="92254"/>
                </a:cubicBezTo>
                <a:cubicBezTo>
                  <a:pt x="2700987" y="93969"/>
                  <a:pt x="2700344" y="95469"/>
                  <a:pt x="2700344" y="96754"/>
                </a:cubicBezTo>
                <a:lnTo>
                  <a:pt x="2700344" y="163891"/>
                </a:lnTo>
                <a:cubicBezTo>
                  <a:pt x="2700344" y="165179"/>
                  <a:pt x="2699342" y="166359"/>
                  <a:pt x="2697339" y="167433"/>
                </a:cubicBezTo>
                <a:cubicBezTo>
                  <a:pt x="2695338" y="168504"/>
                  <a:pt x="2691049" y="169040"/>
                  <a:pt x="2684470" y="169040"/>
                </a:cubicBezTo>
                <a:cubicBezTo>
                  <a:pt x="2678035" y="169040"/>
                  <a:pt x="2673782" y="168504"/>
                  <a:pt x="2671709" y="167433"/>
                </a:cubicBezTo>
                <a:cubicBezTo>
                  <a:pt x="2669636" y="166359"/>
                  <a:pt x="2668600" y="165179"/>
                  <a:pt x="2668600" y="163891"/>
                </a:cubicBezTo>
                <a:lnTo>
                  <a:pt x="2668600" y="88820"/>
                </a:lnTo>
                <a:cubicBezTo>
                  <a:pt x="2668600" y="86532"/>
                  <a:pt x="2668278" y="84566"/>
                  <a:pt x="2667634" y="82923"/>
                </a:cubicBezTo>
                <a:cubicBezTo>
                  <a:pt x="2666990" y="81277"/>
                  <a:pt x="2666311" y="79883"/>
                  <a:pt x="2665595" y="78740"/>
                </a:cubicBezTo>
                <a:cubicBezTo>
                  <a:pt x="2664879" y="77594"/>
                  <a:pt x="2664200" y="76557"/>
                  <a:pt x="2663556" y="75627"/>
                </a:cubicBezTo>
                <a:cubicBezTo>
                  <a:pt x="2662915" y="74698"/>
                  <a:pt x="2662594" y="73804"/>
                  <a:pt x="2662594" y="72947"/>
                </a:cubicBezTo>
                <a:cubicBezTo>
                  <a:pt x="2662594" y="71659"/>
                  <a:pt x="2663558" y="70158"/>
                  <a:pt x="2665487" y="68443"/>
                </a:cubicBezTo>
                <a:cubicBezTo>
                  <a:pt x="2667418" y="66726"/>
                  <a:pt x="2669706" y="65046"/>
                  <a:pt x="2672350" y="63403"/>
                </a:cubicBezTo>
                <a:cubicBezTo>
                  <a:pt x="2674997" y="61758"/>
                  <a:pt x="2677679" y="60364"/>
                  <a:pt x="2680395" y="59220"/>
                </a:cubicBezTo>
                <a:cubicBezTo>
                  <a:pt x="2683112" y="58075"/>
                  <a:pt x="2685329" y="57502"/>
                  <a:pt x="2687046" y="57502"/>
                </a:cubicBezTo>
                <a:cubicBezTo>
                  <a:pt x="2688761" y="57502"/>
                  <a:pt x="2690262" y="57896"/>
                  <a:pt x="2691549" y="58683"/>
                </a:cubicBezTo>
                <a:cubicBezTo>
                  <a:pt x="2692837" y="59469"/>
                  <a:pt x="2693980" y="60505"/>
                  <a:pt x="2694979" y="61793"/>
                </a:cubicBezTo>
                <a:cubicBezTo>
                  <a:pt x="2695981" y="63080"/>
                  <a:pt x="2696839" y="64474"/>
                  <a:pt x="2697555" y="65976"/>
                </a:cubicBezTo>
                <a:cubicBezTo>
                  <a:pt x="2698271" y="67477"/>
                  <a:pt x="2698915" y="68942"/>
                  <a:pt x="2699486" y="70371"/>
                </a:cubicBezTo>
                <a:cubicBezTo>
                  <a:pt x="2701201" y="68942"/>
                  <a:pt x="2703381" y="67477"/>
                  <a:pt x="2706025" y="65976"/>
                </a:cubicBezTo>
                <a:cubicBezTo>
                  <a:pt x="2708672" y="64474"/>
                  <a:pt x="2711569" y="63080"/>
                  <a:pt x="2714715" y="61793"/>
                </a:cubicBezTo>
                <a:cubicBezTo>
                  <a:pt x="2717861" y="60505"/>
                  <a:pt x="2721258" y="59469"/>
                  <a:pt x="2724904" y="58683"/>
                </a:cubicBezTo>
                <a:cubicBezTo>
                  <a:pt x="2728550" y="57896"/>
                  <a:pt x="2732232" y="57502"/>
                  <a:pt x="2735950" y="57502"/>
                </a:cubicBezTo>
                <a:cubicBezTo>
                  <a:pt x="2740669" y="57502"/>
                  <a:pt x="2744995" y="58182"/>
                  <a:pt x="2748927" y="59541"/>
                </a:cubicBezTo>
                <a:cubicBezTo>
                  <a:pt x="2752859" y="60898"/>
                  <a:pt x="2756255" y="62828"/>
                  <a:pt x="2759116" y="65331"/>
                </a:cubicBezTo>
                <a:cubicBezTo>
                  <a:pt x="2761976" y="67833"/>
                  <a:pt x="2764228" y="70873"/>
                  <a:pt x="2765871" y="74449"/>
                </a:cubicBezTo>
                <a:cubicBezTo>
                  <a:pt x="2767516" y="78023"/>
                  <a:pt x="2768339" y="82098"/>
                  <a:pt x="2768339" y="86673"/>
                </a:cubicBezTo>
                <a:lnTo>
                  <a:pt x="2768339" y="139655"/>
                </a:lnTo>
                <a:cubicBezTo>
                  <a:pt x="2768339" y="142944"/>
                  <a:pt x="2769089" y="145303"/>
                  <a:pt x="2770590" y="146735"/>
                </a:cubicBezTo>
                <a:cubicBezTo>
                  <a:pt x="2772092" y="148164"/>
                  <a:pt x="2774057" y="148879"/>
                  <a:pt x="2776488" y="148879"/>
                </a:cubicBezTo>
                <a:lnTo>
                  <a:pt x="2780992" y="148879"/>
                </a:lnTo>
                <a:cubicBezTo>
                  <a:pt x="2782995" y="148879"/>
                  <a:pt x="2783996" y="149808"/>
                  <a:pt x="2783996" y="151667"/>
                </a:cubicBezTo>
                <a:cubicBezTo>
                  <a:pt x="2783996" y="152952"/>
                  <a:pt x="2783317" y="154667"/>
                  <a:pt x="2781957" y="156812"/>
                </a:cubicBezTo>
                <a:cubicBezTo>
                  <a:pt x="2780600" y="158957"/>
                  <a:pt x="2778849" y="161103"/>
                  <a:pt x="2776704" y="163250"/>
                </a:cubicBezTo>
                <a:cubicBezTo>
                  <a:pt x="2774559" y="165395"/>
                  <a:pt x="2772164" y="167254"/>
                  <a:pt x="2769517" y="168827"/>
                </a:cubicBezTo>
                <a:cubicBezTo>
                  <a:pt x="2766872" y="170398"/>
                  <a:pt x="2764263" y="171183"/>
                  <a:pt x="2761688" y="171183"/>
                </a:cubicBezTo>
                <a:close/>
              </a:path>
            </a:pathLst>
          </a:custGeom>
          <a:solidFill xmlns:a="http://schemas.openxmlformats.org/drawingml/2006/main">
            <a:srgbClr val="BE6F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ForwardSampling">
            <a:extLst xmlns:a="http://schemas.openxmlformats.org/drawingml/2006/main">
              <a:ext uri="{FF2B5EF4-FFF2-40B4-BE49-F238E27FC236}">
                <a16:creationId xmlns:a16="http://schemas.microsoft.com/office/drawing/2014/main" id="{70B1B4F5-B9C7-4979-946D-5EC70B40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170" y="1572682"/>
            <a:ext cx="1705951" cy="192127"/>
          </a:xfrm>
          <a:custGeom xmlns:a="http://schemas.openxmlformats.org/drawingml/2006/main">
            <a:pathLst>
              <a:path w="1705951" h="192127">
                <a:moveTo>
                  <a:pt x="14655" y="142610"/>
                </a:moveTo>
                <a:cubicBezTo>
                  <a:pt x="8582" y="142610"/>
                  <a:pt x="4621" y="142147"/>
                  <a:pt x="2771" y="141223"/>
                </a:cubicBezTo>
                <a:cubicBezTo>
                  <a:pt x="924" y="140298"/>
                  <a:pt x="0" y="139242"/>
                  <a:pt x="0" y="138055"/>
                </a:cubicBezTo>
                <a:lnTo>
                  <a:pt x="0" y="15450"/>
                </a:lnTo>
                <a:cubicBezTo>
                  <a:pt x="0" y="11753"/>
                  <a:pt x="1849" y="9904"/>
                  <a:pt x="5546" y="9904"/>
                </a:cubicBezTo>
                <a:lnTo>
                  <a:pt x="75464" y="9904"/>
                </a:lnTo>
                <a:cubicBezTo>
                  <a:pt x="79953" y="9904"/>
                  <a:pt x="82957" y="12248"/>
                  <a:pt x="84476" y="16937"/>
                </a:cubicBezTo>
                <a:cubicBezTo>
                  <a:pt x="85995" y="21623"/>
                  <a:pt x="86755" y="28192"/>
                  <a:pt x="86755" y="36642"/>
                </a:cubicBezTo>
                <a:cubicBezTo>
                  <a:pt x="86755" y="38623"/>
                  <a:pt x="85830" y="39613"/>
                  <a:pt x="83980" y="39613"/>
                </a:cubicBezTo>
                <a:cubicBezTo>
                  <a:pt x="83189" y="39613"/>
                  <a:pt x="82165" y="39349"/>
                  <a:pt x="80910" y="38821"/>
                </a:cubicBezTo>
                <a:cubicBezTo>
                  <a:pt x="79656" y="38293"/>
                  <a:pt x="77676" y="37732"/>
                  <a:pt x="74968" y="37138"/>
                </a:cubicBezTo>
                <a:cubicBezTo>
                  <a:pt x="72262" y="36544"/>
                  <a:pt x="68598" y="35982"/>
                  <a:pt x="63976" y="35454"/>
                </a:cubicBezTo>
                <a:cubicBezTo>
                  <a:pt x="59354" y="34927"/>
                  <a:pt x="53280" y="34663"/>
                  <a:pt x="45754" y="34663"/>
                </a:cubicBezTo>
                <a:lnTo>
                  <a:pt x="29313" y="34663"/>
                </a:lnTo>
                <a:lnTo>
                  <a:pt x="29313" y="63779"/>
                </a:lnTo>
                <a:cubicBezTo>
                  <a:pt x="29313" y="65760"/>
                  <a:pt x="30303" y="66750"/>
                  <a:pt x="32284" y="66750"/>
                </a:cubicBezTo>
                <a:lnTo>
                  <a:pt x="67542" y="66750"/>
                </a:lnTo>
                <a:cubicBezTo>
                  <a:pt x="68862" y="66750"/>
                  <a:pt x="69951" y="67543"/>
                  <a:pt x="70809" y="69129"/>
                </a:cubicBezTo>
                <a:cubicBezTo>
                  <a:pt x="71668" y="70713"/>
                  <a:pt x="72097" y="74013"/>
                  <a:pt x="72097" y="79030"/>
                </a:cubicBezTo>
                <a:cubicBezTo>
                  <a:pt x="72097" y="84180"/>
                  <a:pt x="71668" y="87548"/>
                  <a:pt x="70809" y="89133"/>
                </a:cubicBezTo>
                <a:cubicBezTo>
                  <a:pt x="69951" y="90717"/>
                  <a:pt x="68862" y="91509"/>
                  <a:pt x="67542" y="91509"/>
                </a:cubicBezTo>
                <a:lnTo>
                  <a:pt x="32284" y="91509"/>
                </a:lnTo>
                <a:cubicBezTo>
                  <a:pt x="30303" y="91509"/>
                  <a:pt x="29313" y="92499"/>
                  <a:pt x="29313" y="94480"/>
                </a:cubicBezTo>
                <a:lnTo>
                  <a:pt x="29313" y="138055"/>
                </a:lnTo>
                <a:cubicBezTo>
                  <a:pt x="29313" y="139242"/>
                  <a:pt x="28388" y="140298"/>
                  <a:pt x="26539" y="141223"/>
                </a:cubicBezTo>
                <a:cubicBezTo>
                  <a:pt x="24691" y="142147"/>
                  <a:pt x="20730" y="142610"/>
                  <a:pt x="14655" y="142610"/>
                </a:cubicBezTo>
                <a:close/>
                <a:moveTo>
                  <a:pt x="153105" y="144393"/>
                </a:moveTo>
                <a:cubicBezTo>
                  <a:pt x="146107" y="144393"/>
                  <a:pt x="139439" y="143304"/>
                  <a:pt x="133101" y="141126"/>
                </a:cubicBezTo>
                <a:cubicBezTo>
                  <a:pt x="126764" y="138946"/>
                  <a:pt x="121218" y="135678"/>
                  <a:pt x="116463" y="131322"/>
                </a:cubicBezTo>
                <a:cubicBezTo>
                  <a:pt x="111710" y="126963"/>
                  <a:pt x="107914" y="121483"/>
                  <a:pt x="105075" y="114880"/>
                </a:cubicBezTo>
                <a:cubicBezTo>
                  <a:pt x="102236" y="108278"/>
                  <a:pt x="100816" y="100553"/>
                  <a:pt x="100816" y="91705"/>
                </a:cubicBezTo>
                <a:cubicBezTo>
                  <a:pt x="100816" y="82858"/>
                  <a:pt x="102236" y="75166"/>
                  <a:pt x="105075" y="68630"/>
                </a:cubicBezTo>
                <a:cubicBezTo>
                  <a:pt x="107914" y="62094"/>
                  <a:pt x="111710" y="56680"/>
                  <a:pt x="116463" y="52388"/>
                </a:cubicBezTo>
                <a:cubicBezTo>
                  <a:pt x="121218" y="48097"/>
                  <a:pt x="126764" y="44895"/>
                  <a:pt x="133101" y="42784"/>
                </a:cubicBezTo>
                <a:cubicBezTo>
                  <a:pt x="139439" y="40670"/>
                  <a:pt x="146107" y="39613"/>
                  <a:pt x="153105" y="39613"/>
                </a:cubicBezTo>
                <a:cubicBezTo>
                  <a:pt x="160105" y="39613"/>
                  <a:pt x="166741" y="40670"/>
                  <a:pt x="173013" y="42784"/>
                </a:cubicBezTo>
                <a:cubicBezTo>
                  <a:pt x="179285" y="44895"/>
                  <a:pt x="184831" y="48097"/>
                  <a:pt x="189651" y="52388"/>
                </a:cubicBezTo>
                <a:cubicBezTo>
                  <a:pt x="194470" y="56680"/>
                  <a:pt x="198299" y="62094"/>
                  <a:pt x="201138" y="68630"/>
                </a:cubicBezTo>
                <a:cubicBezTo>
                  <a:pt x="203977" y="75166"/>
                  <a:pt x="205397" y="82858"/>
                  <a:pt x="205397" y="91705"/>
                </a:cubicBezTo>
                <a:cubicBezTo>
                  <a:pt x="205397" y="100553"/>
                  <a:pt x="203977" y="108278"/>
                  <a:pt x="201138" y="114880"/>
                </a:cubicBezTo>
                <a:cubicBezTo>
                  <a:pt x="198299" y="121483"/>
                  <a:pt x="194470" y="126963"/>
                  <a:pt x="189651" y="131322"/>
                </a:cubicBezTo>
                <a:cubicBezTo>
                  <a:pt x="184831" y="135678"/>
                  <a:pt x="179285" y="138946"/>
                  <a:pt x="173013" y="141126"/>
                </a:cubicBezTo>
                <a:cubicBezTo>
                  <a:pt x="166741" y="143304"/>
                  <a:pt x="160105" y="144393"/>
                  <a:pt x="153105" y="144393"/>
                </a:cubicBezTo>
                <a:moveTo>
                  <a:pt x="153105" y="124388"/>
                </a:moveTo>
                <a:cubicBezTo>
                  <a:pt x="155880" y="124388"/>
                  <a:pt x="158554" y="123827"/>
                  <a:pt x="161129" y="122705"/>
                </a:cubicBezTo>
                <a:cubicBezTo>
                  <a:pt x="163704" y="121583"/>
                  <a:pt x="165916" y="119734"/>
                  <a:pt x="167763" y="117159"/>
                </a:cubicBezTo>
                <a:cubicBezTo>
                  <a:pt x="169613" y="114584"/>
                  <a:pt x="171099" y="111184"/>
                  <a:pt x="172221" y="106959"/>
                </a:cubicBezTo>
                <a:cubicBezTo>
                  <a:pt x="173343" y="102732"/>
                  <a:pt x="173905" y="97582"/>
                  <a:pt x="173905" y="91509"/>
                </a:cubicBezTo>
                <a:cubicBezTo>
                  <a:pt x="173905" y="85434"/>
                  <a:pt x="173343" y="80284"/>
                  <a:pt x="172221" y="76059"/>
                </a:cubicBezTo>
                <a:cubicBezTo>
                  <a:pt x="171099" y="71834"/>
                  <a:pt x="169613" y="68434"/>
                  <a:pt x="167763" y="65859"/>
                </a:cubicBezTo>
                <a:cubicBezTo>
                  <a:pt x="165916" y="63284"/>
                  <a:pt x="163704" y="61435"/>
                  <a:pt x="161129" y="60313"/>
                </a:cubicBezTo>
                <a:cubicBezTo>
                  <a:pt x="158554" y="59191"/>
                  <a:pt x="155880" y="58629"/>
                  <a:pt x="153105" y="58629"/>
                </a:cubicBezTo>
                <a:cubicBezTo>
                  <a:pt x="150333" y="58629"/>
                  <a:pt x="147659" y="59191"/>
                  <a:pt x="145084" y="60313"/>
                </a:cubicBezTo>
                <a:cubicBezTo>
                  <a:pt x="142509" y="61435"/>
                  <a:pt x="140264" y="63284"/>
                  <a:pt x="138350" y="65859"/>
                </a:cubicBezTo>
                <a:cubicBezTo>
                  <a:pt x="136436" y="68434"/>
                  <a:pt x="134918" y="71834"/>
                  <a:pt x="133796" y="76059"/>
                </a:cubicBezTo>
                <a:cubicBezTo>
                  <a:pt x="132673" y="80284"/>
                  <a:pt x="132112" y="85434"/>
                  <a:pt x="132112" y="91509"/>
                </a:cubicBezTo>
                <a:cubicBezTo>
                  <a:pt x="132112" y="97582"/>
                  <a:pt x="132673" y="102732"/>
                  <a:pt x="133796" y="106959"/>
                </a:cubicBezTo>
                <a:cubicBezTo>
                  <a:pt x="134918" y="111184"/>
                  <a:pt x="136436" y="114584"/>
                  <a:pt x="138350" y="117159"/>
                </a:cubicBezTo>
                <a:cubicBezTo>
                  <a:pt x="140264" y="119734"/>
                  <a:pt x="142509" y="121583"/>
                  <a:pt x="145084" y="122705"/>
                </a:cubicBezTo>
                <a:cubicBezTo>
                  <a:pt x="147659" y="123827"/>
                  <a:pt x="150333" y="124388"/>
                  <a:pt x="153105" y="124388"/>
                </a:cubicBezTo>
                <a:close/>
                <a:moveTo>
                  <a:pt x="242237" y="142610"/>
                </a:moveTo>
                <a:cubicBezTo>
                  <a:pt x="236296" y="142610"/>
                  <a:pt x="232368" y="142115"/>
                  <a:pt x="230453" y="141126"/>
                </a:cubicBezTo>
                <a:cubicBezTo>
                  <a:pt x="228539" y="140135"/>
                  <a:pt x="227582" y="139044"/>
                  <a:pt x="227582" y="137856"/>
                </a:cubicBezTo>
                <a:lnTo>
                  <a:pt x="227582" y="68533"/>
                </a:lnTo>
                <a:cubicBezTo>
                  <a:pt x="227582" y="66420"/>
                  <a:pt x="227285" y="64604"/>
                  <a:pt x="226691" y="63087"/>
                </a:cubicBezTo>
                <a:cubicBezTo>
                  <a:pt x="226096" y="61568"/>
                  <a:pt x="225469" y="60281"/>
                  <a:pt x="224808" y="59225"/>
                </a:cubicBezTo>
                <a:cubicBezTo>
                  <a:pt x="224147" y="58167"/>
                  <a:pt x="223519" y="57209"/>
                  <a:pt x="222925" y="56351"/>
                </a:cubicBezTo>
                <a:cubicBezTo>
                  <a:pt x="222333" y="55492"/>
                  <a:pt x="222036" y="54667"/>
                  <a:pt x="222036" y="53875"/>
                </a:cubicBezTo>
                <a:cubicBezTo>
                  <a:pt x="222036" y="52687"/>
                  <a:pt x="222927" y="51300"/>
                  <a:pt x="224708" y="49717"/>
                </a:cubicBezTo>
                <a:cubicBezTo>
                  <a:pt x="226491" y="48131"/>
                  <a:pt x="228604" y="46580"/>
                  <a:pt x="231046" y="45062"/>
                </a:cubicBezTo>
                <a:cubicBezTo>
                  <a:pt x="233490" y="43543"/>
                  <a:pt x="235966" y="42256"/>
                  <a:pt x="238475" y="41200"/>
                </a:cubicBezTo>
                <a:cubicBezTo>
                  <a:pt x="240983" y="40142"/>
                  <a:pt x="243030" y="39613"/>
                  <a:pt x="244616" y="39613"/>
                </a:cubicBezTo>
                <a:cubicBezTo>
                  <a:pt x="247652" y="39613"/>
                  <a:pt x="249864" y="40637"/>
                  <a:pt x="251250" y="42684"/>
                </a:cubicBezTo>
                <a:cubicBezTo>
                  <a:pt x="252636" y="44731"/>
                  <a:pt x="254254" y="47669"/>
                  <a:pt x="256104" y="51497"/>
                </a:cubicBezTo>
                <a:cubicBezTo>
                  <a:pt x="258084" y="49252"/>
                  <a:pt x="260262" y="47272"/>
                  <a:pt x="262638" y="45555"/>
                </a:cubicBezTo>
                <a:cubicBezTo>
                  <a:pt x="264620" y="44102"/>
                  <a:pt x="266998" y="42749"/>
                  <a:pt x="269770" y="41496"/>
                </a:cubicBezTo>
                <a:cubicBezTo>
                  <a:pt x="272543" y="40241"/>
                  <a:pt x="275514" y="39613"/>
                  <a:pt x="278683" y="39613"/>
                </a:cubicBezTo>
                <a:cubicBezTo>
                  <a:pt x="280795" y="39613"/>
                  <a:pt x="282907" y="39812"/>
                  <a:pt x="285021" y="40209"/>
                </a:cubicBezTo>
                <a:cubicBezTo>
                  <a:pt x="287134" y="40603"/>
                  <a:pt x="289016" y="41165"/>
                  <a:pt x="290667" y="41892"/>
                </a:cubicBezTo>
                <a:cubicBezTo>
                  <a:pt x="292317" y="42617"/>
                  <a:pt x="293670" y="43409"/>
                  <a:pt x="294725" y="44267"/>
                </a:cubicBezTo>
                <a:cubicBezTo>
                  <a:pt x="295783" y="45126"/>
                  <a:pt x="296312" y="46084"/>
                  <a:pt x="296312" y="47142"/>
                </a:cubicBezTo>
                <a:cubicBezTo>
                  <a:pt x="296312" y="48064"/>
                  <a:pt x="295685" y="49681"/>
                  <a:pt x="294429" y="51992"/>
                </a:cubicBezTo>
                <a:cubicBezTo>
                  <a:pt x="293174" y="54303"/>
                  <a:pt x="291721" y="56681"/>
                  <a:pt x="290071" y="59125"/>
                </a:cubicBezTo>
                <a:cubicBezTo>
                  <a:pt x="288421" y="61567"/>
                  <a:pt x="286704" y="63746"/>
                  <a:pt x="284921" y="65662"/>
                </a:cubicBezTo>
                <a:cubicBezTo>
                  <a:pt x="283140" y="67576"/>
                  <a:pt x="281655" y="68533"/>
                  <a:pt x="280466" y="68533"/>
                </a:cubicBezTo>
                <a:cubicBezTo>
                  <a:pt x="279672" y="68533"/>
                  <a:pt x="278913" y="68269"/>
                  <a:pt x="278187" y="67742"/>
                </a:cubicBezTo>
                <a:cubicBezTo>
                  <a:pt x="277462" y="67212"/>
                  <a:pt x="276637" y="66650"/>
                  <a:pt x="275712" y="66055"/>
                </a:cubicBezTo>
                <a:cubicBezTo>
                  <a:pt x="274787" y="65461"/>
                  <a:pt x="273731" y="64900"/>
                  <a:pt x="272542" y="64372"/>
                </a:cubicBezTo>
                <a:cubicBezTo>
                  <a:pt x="271353" y="63844"/>
                  <a:pt x="270033" y="63580"/>
                  <a:pt x="268583" y="63580"/>
                </a:cubicBezTo>
                <a:cubicBezTo>
                  <a:pt x="267130" y="63580"/>
                  <a:pt x="265709" y="63910"/>
                  <a:pt x="264321" y="64571"/>
                </a:cubicBezTo>
                <a:cubicBezTo>
                  <a:pt x="262935" y="65230"/>
                  <a:pt x="261681" y="66122"/>
                  <a:pt x="260558" y="67246"/>
                </a:cubicBezTo>
                <a:cubicBezTo>
                  <a:pt x="259436" y="68368"/>
                  <a:pt x="258545" y="69656"/>
                  <a:pt x="257884" y="71108"/>
                </a:cubicBezTo>
                <a:cubicBezTo>
                  <a:pt x="257225" y="72559"/>
                  <a:pt x="256895" y="74077"/>
                  <a:pt x="256895" y="75663"/>
                </a:cubicBezTo>
                <a:lnTo>
                  <a:pt x="256895" y="137856"/>
                </a:lnTo>
                <a:cubicBezTo>
                  <a:pt x="256895" y="139044"/>
                  <a:pt x="255971" y="140135"/>
                  <a:pt x="254121" y="141126"/>
                </a:cubicBezTo>
                <a:cubicBezTo>
                  <a:pt x="252273" y="142115"/>
                  <a:pt x="248312" y="142610"/>
                  <a:pt x="242237" y="142610"/>
                </a:cubicBezTo>
                <a:close/>
                <a:moveTo>
                  <a:pt x="345826" y="144589"/>
                </a:moveTo>
                <a:cubicBezTo>
                  <a:pt x="334603" y="144589"/>
                  <a:pt x="325657" y="141421"/>
                  <a:pt x="318988" y="135084"/>
                </a:cubicBezTo>
                <a:cubicBezTo>
                  <a:pt x="312321" y="128746"/>
                  <a:pt x="308987" y="119370"/>
                  <a:pt x="308987" y="106959"/>
                </a:cubicBezTo>
                <a:lnTo>
                  <a:pt x="308987" y="46350"/>
                </a:lnTo>
                <a:cubicBezTo>
                  <a:pt x="308987" y="45028"/>
                  <a:pt x="309944" y="43906"/>
                  <a:pt x="311858" y="42983"/>
                </a:cubicBezTo>
                <a:cubicBezTo>
                  <a:pt x="313772" y="42058"/>
                  <a:pt x="317700" y="41596"/>
                  <a:pt x="323642" y="41596"/>
                </a:cubicBezTo>
                <a:cubicBezTo>
                  <a:pt x="329717" y="41596"/>
                  <a:pt x="333678" y="42058"/>
                  <a:pt x="335526" y="42983"/>
                </a:cubicBezTo>
                <a:cubicBezTo>
                  <a:pt x="337375" y="43906"/>
                  <a:pt x="338300" y="45028"/>
                  <a:pt x="338300" y="46350"/>
                </a:cubicBezTo>
                <a:lnTo>
                  <a:pt x="338300" y="101413"/>
                </a:lnTo>
                <a:cubicBezTo>
                  <a:pt x="338300" y="108675"/>
                  <a:pt x="339687" y="113824"/>
                  <a:pt x="342459" y="116863"/>
                </a:cubicBezTo>
                <a:cubicBezTo>
                  <a:pt x="345233" y="119899"/>
                  <a:pt x="348997" y="121417"/>
                  <a:pt x="353750" y="121417"/>
                </a:cubicBezTo>
                <a:cubicBezTo>
                  <a:pt x="358239" y="121417"/>
                  <a:pt x="362002" y="119998"/>
                  <a:pt x="365039" y="117159"/>
                </a:cubicBezTo>
                <a:cubicBezTo>
                  <a:pt x="368077" y="114320"/>
                  <a:pt x="369596" y="110655"/>
                  <a:pt x="369596" y="106164"/>
                </a:cubicBezTo>
                <a:lnTo>
                  <a:pt x="369596" y="46350"/>
                </a:lnTo>
                <a:cubicBezTo>
                  <a:pt x="369596" y="45028"/>
                  <a:pt x="370553" y="43906"/>
                  <a:pt x="372467" y="42983"/>
                </a:cubicBezTo>
                <a:cubicBezTo>
                  <a:pt x="374381" y="42058"/>
                  <a:pt x="378309" y="41596"/>
                  <a:pt x="384251" y="41596"/>
                </a:cubicBezTo>
                <a:cubicBezTo>
                  <a:pt x="390326" y="41596"/>
                  <a:pt x="394287" y="42058"/>
                  <a:pt x="396135" y="42983"/>
                </a:cubicBezTo>
                <a:cubicBezTo>
                  <a:pt x="397985" y="43906"/>
                  <a:pt x="398909" y="45028"/>
                  <a:pt x="398909" y="46350"/>
                </a:cubicBezTo>
                <a:lnTo>
                  <a:pt x="398909" y="106363"/>
                </a:lnTo>
                <a:cubicBezTo>
                  <a:pt x="398909" y="110986"/>
                  <a:pt x="400164" y="114651"/>
                  <a:pt x="402672" y="117359"/>
                </a:cubicBezTo>
                <a:cubicBezTo>
                  <a:pt x="405183" y="120065"/>
                  <a:pt x="408550" y="121417"/>
                  <a:pt x="412776" y="121417"/>
                </a:cubicBezTo>
                <a:cubicBezTo>
                  <a:pt x="419245" y="121417"/>
                  <a:pt x="424065" y="118248"/>
                  <a:pt x="427234" y="111909"/>
                </a:cubicBezTo>
                <a:cubicBezTo>
                  <a:pt x="430404" y="105571"/>
                  <a:pt x="431988" y="96658"/>
                  <a:pt x="431988" y="85171"/>
                </a:cubicBezTo>
                <a:cubicBezTo>
                  <a:pt x="431988" y="79227"/>
                  <a:pt x="431559" y="74077"/>
                  <a:pt x="430701" y="69721"/>
                </a:cubicBezTo>
                <a:cubicBezTo>
                  <a:pt x="429842" y="65363"/>
                  <a:pt x="428918" y="61633"/>
                  <a:pt x="427926" y="58530"/>
                </a:cubicBezTo>
                <a:cubicBezTo>
                  <a:pt x="426937" y="55427"/>
                  <a:pt x="426013" y="52885"/>
                  <a:pt x="425155" y="50904"/>
                </a:cubicBezTo>
                <a:cubicBezTo>
                  <a:pt x="424297" y="48924"/>
                  <a:pt x="423867" y="47471"/>
                  <a:pt x="423867" y="46546"/>
                </a:cubicBezTo>
                <a:cubicBezTo>
                  <a:pt x="423867" y="45094"/>
                  <a:pt x="424923" y="43906"/>
                  <a:pt x="427035" y="42983"/>
                </a:cubicBezTo>
                <a:cubicBezTo>
                  <a:pt x="429148" y="42058"/>
                  <a:pt x="431987" y="41596"/>
                  <a:pt x="435552" y="41596"/>
                </a:cubicBezTo>
                <a:cubicBezTo>
                  <a:pt x="441362" y="41596"/>
                  <a:pt x="445918" y="42487"/>
                  <a:pt x="449218" y="44271"/>
                </a:cubicBezTo>
                <a:cubicBezTo>
                  <a:pt x="452521" y="46052"/>
                  <a:pt x="454766" y="48328"/>
                  <a:pt x="455955" y="51101"/>
                </a:cubicBezTo>
                <a:cubicBezTo>
                  <a:pt x="459783" y="60476"/>
                  <a:pt x="461697" y="71040"/>
                  <a:pt x="461697" y="82793"/>
                </a:cubicBezTo>
                <a:cubicBezTo>
                  <a:pt x="461697" y="91243"/>
                  <a:pt x="460542" y="99232"/>
                  <a:pt x="458231" y="106759"/>
                </a:cubicBezTo>
                <a:cubicBezTo>
                  <a:pt x="455920" y="114287"/>
                  <a:pt x="452585" y="120856"/>
                  <a:pt x="448227" y="126468"/>
                </a:cubicBezTo>
                <a:cubicBezTo>
                  <a:pt x="443871" y="132079"/>
                  <a:pt x="438490" y="136503"/>
                  <a:pt x="432085" y="139739"/>
                </a:cubicBezTo>
                <a:cubicBezTo>
                  <a:pt x="425682" y="142972"/>
                  <a:pt x="418320" y="144589"/>
                  <a:pt x="410001" y="144589"/>
                </a:cubicBezTo>
                <a:cubicBezTo>
                  <a:pt x="404720" y="144589"/>
                  <a:pt x="400066" y="143930"/>
                  <a:pt x="396038" y="142610"/>
                </a:cubicBezTo>
                <a:cubicBezTo>
                  <a:pt x="392010" y="141290"/>
                  <a:pt x="388676" y="139772"/>
                  <a:pt x="386034" y="138055"/>
                </a:cubicBezTo>
                <a:cubicBezTo>
                  <a:pt x="382865" y="136206"/>
                  <a:pt x="380093" y="134093"/>
                  <a:pt x="377717" y="131717"/>
                </a:cubicBezTo>
                <a:cubicBezTo>
                  <a:pt x="377189" y="132245"/>
                  <a:pt x="376099" y="133202"/>
                  <a:pt x="374447" y="134589"/>
                </a:cubicBezTo>
                <a:cubicBezTo>
                  <a:pt x="372797" y="135975"/>
                  <a:pt x="370618" y="137394"/>
                  <a:pt x="367910" y="138847"/>
                </a:cubicBezTo>
                <a:cubicBezTo>
                  <a:pt x="365204" y="140300"/>
                  <a:pt x="362002" y="141619"/>
                  <a:pt x="358305" y="142806"/>
                </a:cubicBezTo>
                <a:cubicBezTo>
                  <a:pt x="354608" y="143995"/>
                  <a:pt x="350448" y="144589"/>
                  <a:pt x="345826" y="144589"/>
                </a:cubicBezTo>
                <a:close/>
                <a:moveTo>
                  <a:pt x="556572" y="144589"/>
                </a:moveTo>
                <a:cubicBezTo>
                  <a:pt x="553667" y="144589"/>
                  <a:pt x="551059" y="144061"/>
                  <a:pt x="548747" y="143006"/>
                </a:cubicBezTo>
                <a:cubicBezTo>
                  <a:pt x="546438" y="141950"/>
                  <a:pt x="544426" y="140761"/>
                  <a:pt x="542709" y="139439"/>
                </a:cubicBezTo>
                <a:cubicBezTo>
                  <a:pt x="540728" y="137989"/>
                  <a:pt x="539012" y="136339"/>
                  <a:pt x="537559" y="134489"/>
                </a:cubicBezTo>
                <a:cubicBezTo>
                  <a:pt x="533862" y="137130"/>
                  <a:pt x="529570" y="139475"/>
                  <a:pt x="524684" y="141522"/>
                </a:cubicBezTo>
                <a:cubicBezTo>
                  <a:pt x="519798" y="143567"/>
                  <a:pt x="513988" y="144589"/>
                  <a:pt x="507254" y="144589"/>
                </a:cubicBezTo>
                <a:cubicBezTo>
                  <a:pt x="502499" y="144589"/>
                  <a:pt x="498108" y="143930"/>
                  <a:pt x="494080" y="142610"/>
                </a:cubicBezTo>
                <a:cubicBezTo>
                  <a:pt x="490055" y="141290"/>
                  <a:pt x="486556" y="139409"/>
                  <a:pt x="483584" y="136967"/>
                </a:cubicBezTo>
                <a:cubicBezTo>
                  <a:pt x="480614" y="134523"/>
                  <a:pt x="478303" y="131486"/>
                  <a:pt x="476651" y="127855"/>
                </a:cubicBezTo>
                <a:cubicBezTo>
                  <a:pt x="475001" y="124222"/>
                  <a:pt x="474175" y="120096"/>
                  <a:pt x="474175" y="115476"/>
                </a:cubicBezTo>
                <a:cubicBezTo>
                  <a:pt x="474175" y="109665"/>
                  <a:pt x="475133" y="104746"/>
                  <a:pt x="477047" y="100718"/>
                </a:cubicBezTo>
                <a:cubicBezTo>
                  <a:pt x="478963" y="96690"/>
                  <a:pt x="481802" y="93257"/>
                  <a:pt x="485563" y="90418"/>
                </a:cubicBezTo>
                <a:cubicBezTo>
                  <a:pt x="489327" y="87579"/>
                  <a:pt x="493982" y="85169"/>
                  <a:pt x="499526" y="83189"/>
                </a:cubicBezTo>
                <a:cubicBezTo>
                  <a:pt x="505073" y="81208"/>
                  <a:pt x="511412" y="79359"/>
                  <a:pt x="518543" y="77643"/>
                </a:cubicBezTo>
                <a:cubicBezTo>
                  <a:pt x="523298" y="76587"/>
                  <a:pt x="526863" y="75531"/>
                  <a:pt x="529239" y="74475"/>
                </a:cubicBezTo>
                <a:cubicBezTo>
                  <a:pt x="531616" y="73417"/>
                  <a:pt x="532805" y="72162"/>
                  <a:pt x="532805" y="70709"/>
                </a:cubicBezTo>
                <a:cubicBezTo>
                  <a:pt x="532805" y="67806"/>
                  <a:pt x="531484" y="65463"/>
                  <a:pt x="528843" y="63680"/>
                </a:cubicBezTo>
                <a:cubicBezTo>
                  <a:pt x="526201" y="61896"/>
                  <a:pt x="522108" y="61005"/>
                  <a:pt x="516563" y="61005"/>
                </a:cubicBezTo>
                <a:cubicBezTo>
                  <a:pt x="512733" y="61005"/>
                  <a:pt x="509101" y="61467"/>
                  <a:pt x="505668" y="62392"/>
                </a:cubicBezTo>
                <a:cubicBezTo>
                  <a:pt x="502236" y="63317"/>
                  <a:pt x="499167" y="64374"/>
                  <a:pt x="496459" y="65563"/>
                </a:cubicBezTo>
                <a:cubicBezTo>
                  <a:pt x="493753" y="66749"/>
                  <a:pt x="491475" y="67805"/>
                  <a:pt x="489625" y="68730"/>
                </a:cubicBezTo>
                <a:cubicBezTo>
                  <a:pt x="487778" y="69655"/>
                  <a:pt x="486457" y="70117"/>
                  <a:pt x="485663" y="70117"/>
                </a:cubicBezTo>
                <a:cubicBezTo>
                  <a:pt x="483947" y="70117"/>
                  <a:pt x="483088" y="69127"/>
                  <a:pt x="483088" y="67146"/>
                </a:cubicBezTo>
                <a:cubicBezTo>
                  <a:pt x="483088" y="65561"/>
                  <a:pt x="483419" y="63249"/>
                  <a:pt x="484080" y="60213"/>
                </a:cubicBezTo>
                <a:cubicBezTo>
                  <a:pt x="484740" y="57177"/>
                  <a:pt x="485797" y="54007"/>
                  <a:pt x="487250" y="50705"/>
                </a:cubicBezTo>
                <a:cubicBezTo>
                  <a:pt x="487778" y="49649"/>
                  <a:pt x="488999" y="48461"/>
                  <a:pt x="490913" y="47142"/>
                </a:cubicBezTo>
                <a:cubicBezTo>
                  <a:pt x="492827" y="45820"/>
                  <a:pt x="495269" y="44598"/>
                  <a:pt x="498239" y="43476"/>
                </a:cubicBezTo>
                <a:cubicBezTo>
                  <a:pt x="501211" y="42353"/>
                  <a:pt x="504611" y="41430"/>
                  <a:pt x="508439" y="40704"/>
                </a:cubicBezTo>
                <a:cubicBezTo>
                  <a:pt x="512269" y="39977"/>
                  <a:pt x="516364" y="39613"/>
                  <a:pt x="520722" y="39613"/>
                </a:cubicBezTo>
                <a:cubicBezTo>
                  <a:pt x="535908" y="39613"/>
                  <a:pt x="546669" y="42915"/>
                  <a:pt x="553006" y="49517"/>
                </a:cubicBezTo>
                <a:cubicBezTo>
                  <a:pt x="559345" y="56120"/>
                  <a:pt x="562514" y="66089"/>
                  <a:pt x="562514" y="79426"/>
                </a:cubicBezTo>
                <a:lnTo>
                  <a:pt x="562514" y="115476"/>
                </a:lnTo>
                <a:cubicBezTo>
                  <a:pt x="562514" y="118512"/>
                  <a:pt x="563207" y="120691"/>
                  <a:pt x="564593" y="122013"/>
                </a:cubicBezTo>
                <a:cubicBezTo>
                  <a:pt x="565982" y="123333"/>
                  <a:pt x="567863" y="123992"/>
                  <a:pt x="570239" y="123992"/>
                </a:cubicBezTo>
                <a:lnTo>
                  <a:pt x="574201" y="123992"/>
                </a:lnTo>
                <a:cubicBezTo>
                  <a:pt x="576049" y="123992"/>
                  <a:pt x="576973" y="124851"/>
                  <a:pt x="576973" y="126567"/>
                </a:cubicBezTo>
                <a:cubicBezTo>
                  <a:pt x="576973" y="127754"/>
                  <a:pt x="576345" y="129371"/>
                  <a:pt x="575090" y="131418"/>
                </a:cubicBezTo>
                <a:cubicBezTo>
                  <a:pt x="573837" y="133465"/>
                  <a:pt x="572253" y="135447"/>
                  <a:pt x="570339" y="137363"/>
                </a:cubicBezTo>
                <a:cubicBezTo>
                  <a:pt x="568425" y="139277"/>
                  <a:pt x="566246" y="140961"/>
                  <a:pt x="563802" y="142413"/>
                </a:cubicBezTo>
                <a:cubicBezTo>
                  <a:pt x="561360" y="143864"/>
                  <a:pt x="558950" y="144589"/>
                  <a:pt x="556572" y="144589"/>
                </a:cubicBezTo>
                <a:moveTo>
                  <a:pt x="502697" y="111710"/>
                </a:moveTo>
                <a:cubicBezTo>
                  <a:pt x="502697" y="115937"/>
                  <a:pt x="504150" y="119140"/>
                  <a:pt x="507055" y="121318"/>
                </a:cubicBezTo>
                <a:cubicBezTo>
                  <a:pt x="509960" y="123496"/>
                  <a:pt x="513724" y="124585"/>
                  <a:pt x="518346" y="124585"/>
                </a:cubicBezTo>
                <a:cubicBezTo>
                  <a:pt x="522702" y="124585"/>
                  <a:pt x="526267" y="123529"/>
                  <a:pt x="529039" y="121417"/>
                </a:cubicBezTo>
                <a:cubicBezTo>
                  <a:pt x="531814" y="119304"/>
                  <a:pt x="533201" y="117323"/>
                  <a:pt x="533201" y="115476"/>
                </a:cubicBezTo>
                <a:lnTo>
                  <a:pt x="533201" y="94280"/>
                </a:lnTo>
                <a:cubicBezTo>
                  <a:pt x="533201" y="92828"/>
                  <a:pt x="532474" y="92101"/>
                  <a:pt x="531022" y="92101"/>
                </a:cubicBezTo>
                <a:cubicBezTo>
                  <a:pt x="528116" y="92101"/>
                  <a:pt x="524486" y="93092"/>
                  <a:pt x="520129" y="95072"/>
                </a:cubicBezTo>
                <a:cubicBezTo>
                  <a:pt x="518016" y="95866"/>
                  <a:pt x="515935" y="96725"/>
                  <a:pt x="513888" y="97650"/>
                </a:cubicBezTo>
                <a:cubicBezTo>
                  <a:pt x="511841" y="98573"/>
                  <a:pt x="509993" y="99695"/>
                  <a:pt x="508342" y="101017"/>
                </a:cubicBezTo>
                <a:cubicBezTo>
                  <a:pt x="506692" y="102337"/>
                  <a:pt x="505338" y="103888"/>
                  <a:pt x="504281" y="105671"/>
                </a:cubicBezTo>
                <a:cubicBezTo>
                  <a:pt x="503225" y="107452"/>
                  <a:pt x="502697" y="109465"/>
                  <a:pt x="502697" y="111710"/>
                </a:cubicBezTo>
                <a:close/>
                <a:moveTo>
                  <a:pt x="610051" y="142610"/>
                </a:moveTo>
                <a:cubicBezTo>
                  <a:pt x="604109" y="142610"/>
                  <a:pt x="600182" y="142115"/>
                  <a:pt x="598267" y="141126"/>
                </a:cubicBezTo>
                <a:cubicBezTo>
                  <a:pt x="596353" y="140135"/>
                  <a:pt x="595396" y="139044"/>
                  <a:pt x="595396" y="137856"/>
                </a:cubicBezTo>
                <a:lnTo>
                  <a:pt x="595396" y="68533"/>
                </a:lnTo>
                <a:cubicBezTo>
                  <a:pt x="595396" y="66420"/>
                  <a:pt x="595099" y="64604"/>
                  <a:pt x="594505" y="63087"/>
                </a:cubicBezTo>
                <a:cubicBezTo>
                  <a:pt x="593910" y="61568"/>
                  <a:pt x="593283" y="60281"/>
                  <a:pt x="592622" y="59225"/>
                </a:cubicBezTo>
                <a:cubicBezTo>
                  <a:pt x="591961" y="58167"/>
                  <a:pt x="591333" y="57209"/>
                  <a:pt x="590739" y="56351"/>
                </a:cubicBezTo>
                <a:cubicBezTo>
                  <a:pt x="590147" y="55492"/>
                  <a:pt x="589850" y="54667"/>
                  <a:pt x="589850" y="53875"/>
                </a:cubicBezTo>
                <a:cubicBezTo>
                  <a:pt x="589850" y="52687"/>
                  <a:pt x="590741" y="51300"/>
                  <a:pt x="592522" y="49717"/>
                </a:cubicBezTo>
                <a:cubicBezTo>
                  <a:pt x="594305" y="48131"/>
                  <a:pt x="596418" y="46580"/>
                  <a:pt x="598860" y="45062"/>
                </a:cubicBezTo>
                <a:cubicBezTo>
                  <a:pt x="601304" y="43543"/>
                  <a:pt x="603780" y="42256"/>
                  <a:pt x="606289" y="41200"/>
                </a:cubicBezTo>
                <a:cubicBezTo>
                  <a:pt x="608797" y="40142"/>
                  <a:pt x="610844" y="39613"/>
                  <a:pt x="612430" y="39613"/>
                </a:cubicBezTo>
                <a:cubicBezTo>
                  <a:pt x="615466" y="39613"/>
                  <a:pt x="617678" y="40637"/>
                  <a:pt x="619064" y="42684"/>
                </a:cubicBezTo>
                <a:cubicBezTo>
                  <a:pt x="620450" y="44731"/>
                  <a:pt x="622068" y="47669"/>
                  <a:pt x="623918" y="51497"/>
                </a:cubicBezTo>
                <a:cubicBezTo>
                  <a:pt x="625898" y="49252"/>
                  <a:pt x="628076" y="47272"/>
                  <a:pt x="630452" y="45555"/>
                </a:cubicBezTo>
                <a:cubicBezTo>
                  <a:pt x="632434" y="44102"/>
                  <a:pt x="634812" y="42749"/>
                  <a:pt x="637584" y="41496"/>
                </a:cubicBezTo>
                <a:cubicBezTo>
                  <a:pt x="640357" y="40241"/>
                  <a:pt x="643328" y="39613"/>
                  <a:pt x="646497" y="39613"/>
                </a:cubicBezTo>
                <a:cubicBezTo>
                  <a:pt x="648609" y="39613"/>
                  <a:pt x="650721" y="39812"/>
                  <a:pt x="652835" y="40209"/>
                </a:cubicBezTo>
                <a:cubicBezTo>
                  <a:pt x="654948" y="40603"/>
                  <a:pt x="656830" y="41165"/>
                  <a:pt x="658480" y="41892"/>
                </a:cubicBezTo>
                <a:cubicBezTo>
                  <a:pt x="660131" y="42617"/>
                  <a:pt x="661484" y="43409"/>
                  <a:pt x="662539" y="44267"/>
                </a:cubicBezTo>
                <a:cubicBezTo>
                  <a:pt x="663597" y="45126"/>
                  <a:pt x="664126" y="46084"/>
                  <a:pt x="664126" y="47142"/>
                </a:cubicBezTo>
                <a:cubicBezTo>
                  <a:pt x="664126" y="48064"/>
                  <a:pt x="663499" y="49681"/>
                  <a:pt x="662243" y="51992"/>
                </a:cubicBezTo>
                <a:cubicBezTo>
                  <a:pt x="660988" y="54303"/>
                  <a:pt x="659535" y="56681"/>
                  <a:pt x="657885" y="59125"/>
                </a:cubicBezTo>
                <a:cubicBezTo>
                  <a:pt x="656235" y="61567"/>
                  <a:pt x="654518" y="63746"/>
                  <a:pt x="652735" y="65662"/>
                </a:cubicBezTo>
                <a:cubicBezTo>
                  <a:pt x="650954" y="67576"/>
                  <a:pt x="649469" y="68533"/>
                  <a:pt x="648280" y="68533"/>
                </a:cubicBezTo>
                <a:cubicBezTo>
                  <a:pt x="647486" y="68533"/>
                  <a:pt x="646727" y="68269"/>
                  <a:pt x="646001" y="67742"/>
                </a:cubicBezTo>
                <a:cubicBezTo>
                  <a:pt x="645276" y="67212"/>
                  <a:pt x="644451" y="66650"/>
                  <a:pt x="643526" y="66055"/>
                </a:cubicBezTo>
                <a:cubicBezTo>
                  <a:pt x="642601" y="65461"/>
                  <a:pt x="641545" y="64900"/>
                  <a:pt x="640356" y="64372"/>
                </a:cubicBezTo>
                <a:cubicBezTo>
                  <a:pt x="639167" y="63844"/>
                  <a:pt x="637847" y="63580"/>
                  <a:pt x="636397" y="63580"/>
                </a:cubicBezTo>
                <a:cubicBezTo>
                  <a:pt x="634944" y="63580"/>
                  <a:pt x="633523" y="63910"/>
                  <a:pt x="632135" y="64571"/>
                </a:cubicBezTo>
                <a:cubicBezTo>
                  <a:pt x="630749" y="65230"/>
                  <a:pt x="629495" y="66122"/>
                  <a:pt x="628372" y="67246"/>
                </a:cubicBezTo>
                <a:cubicBezTo>
                  <a:pt x="627250" y="68368"/>
                  <a:pt x="626359" y="69656"/>
                  <a:pt x="625698" y="71108"/>
                </a:cubicBezTo>
                <a:cubicBezTo>
                  <a:pt x="625039" y="72559"/>
                  <a:pt x="624709" y="74077"/>
                  <a:pt x="624709" y="75663"/>
                </a:cubicBezTo>
                <a:lnTo>
                  <a:pt x="624709" y="137856"/>
                </a:lnTo>
                <a:cubicBezTo>
                  <a:pt x="624709" y="139044"/>
                  <a:pt x="623785" y="140135"/>
                  <a:pt x="621935" y="141126"/>
                </a:cubicBezTo>
                <a:cubicBezTo>
                  <a:pt x="620087" y="142115"/>
                  <a:pt x="616126" y="142610"/>
                  <a:pt x="610051" y="142610"/>
                </a:cubicBezTo>
                <a:close/>
                <a:moveTo>
                  <a:pt x="717999" y="144589"/>
                </a:moveTo>
                <a:cubicBezTo>
                  <a:pt x="712718" y="144589"/>
                  <a:pt x="707502" y="143699"/>
                  <a:pt x="702352" y="141918"/>
                </a:cubicBezTo>
                <a:cubicBezTo>
                  <a:pt x="697202" y="140135"/>
                  <a:pt x="692613" y="137329"/>
                  <a:pt x="688586" y="133501"/>
                </a:cubicBezTo>
                <a:cubicBezTo>
                  <a:pt x="684558" y="129670"/>
                  <a:pt x="681290" y="124818"/>
                  <a:pt x="678781" y="118942"/>
                </a:cubicBezTo>
                <a:cubicBezTo>
                  <a:pt x="676273" y="113065"/>
                  <a:pt x="675019" y="106099"/>
                  <a:pt x="675019" y="98043"/>
                </a:cubicBezTo>
                <a:cubicBezTo>
                  <a:pt x="675019" y="86687"/>
                  <a:pt x="676767" y="77247"/>
                  <a:pt x="680265" y="69721"/>
                </a:cubicBezTo>
                <a:cubicBezTo>
                  <a:pt x="683765" y="62194"/>
                  <a:pt x="688090" y="56185"/>
                  <a:pt x="693240" y="51696"/>
                </a:cubicBezTo>
                <a:cubicBezTo>
                  <a:pt x="698390" y="47207"/>
                  <a:pt x="703869" y="44071"/>
                  <a:pt x="709678" y="42288"/>
                </a:cubicBezTo>
                <a:cubicBezTo>
                  <a:pt x="715489" y="40505"/>
                  <a:pt x="720705" y="39613"/>
                  <a:pt x="725328" y="39613"/>
                </a:cubicBezTo>
                <a:cubicBezTo>
                  <a:pt x="727705" y="39613"/>
                  <a:pt x="729884" y="39778"/>
                  <a:pt x="731865" y="40109"/>
                </a:cubicBezTo>
                <a:cubicBezTo>
                  <a:pt x="733845" y="40439"/>
                  <a:pt x="735562" y="40868"/>
                  <a:pt x="737015" y="41396"/>
                </a:cubicBezTo>
                <a:cubicBezTo>
                  <a:pt x="738731" y="41924"/>
                  <a:pt x="740316" y="42519"/>
                  <a:pt x="741769" y="43179"/>
                </a:cubicBezTo>
                <a:lnTo>
                  <a:pt x="741769" y="4754"/>
                </a:lnTo>
                <a:cubicBezTo>
                  <a:pt x="741769" y="3434"/>
                  <a:pt x="742693" y="2312"/>
                  <a:pt x="744540" y="1387"/>
                </a:cubicBezTo>
                <a:cubicBezTo>
                  <a:pt x="746390" y="462"/>
                  <a:pt x="750351" y="0"/>
                  <a:pt x="756424" y="0"/>
                </a:cubicBezTo>
                <a:cubicBezTo>
                  <a:pt x="762366" y="0"/>
                  <a:pt x="766294" y="462"/>
                  <a:pt x="768208" y="1387"/>
                </a:cubicBezTo>
                <a:cubicBezTo>
                  <a:pt x="770124" y="2312"/>
                  <a:pt x="771082" y="3434"/>
                  <a:pt x="771082" y="4754"/>
                </a:cubicBezTo>
                <a:lnTo>
                  <a:pt x="771082" y="115476"/>
                </a:lnTo>
                <a:cubicBezTo>
                  <a:pt x="771082" y="118512"/>
                  <a:pt x="771775" y="120691"/>
                  <a:pt x="773161" y="122013"/>
                </a:cubicBezTo>
                <a:cubicBezTo>
                  <a:pt x="774548" y="123333"/>
                  <a:pt x="776363" y="123992"/>
                  <a:pt x="778608" y="123992"/>
                </a:cubicBezTo>
                <a:lnTo>
                  <a:pt x="782570" y="123992"/>
                </a:lnTo>
                <a:cubicBezTo>
                  <a:pt x="784550" y="123992"/>
                  <a:pt x="785541" y="124851"/>
                  <a:pt x="785541" y="126567"/>
                </a:cubicBezTo>
                <a:cubicBezTo>
                  <a:pt x="785541" y="127754"/>
                  <a:pt x="784913" y="129371"/>
                  <a:pt x="783658" y="131418"/>
                </a:cubicBezTo>
                <a:cubicBezTo>
                  <a:pt x="782405" y="133465"/>
                  <a:pt x="780788" y="135447"/>
                  <a:pt x="778807" y="137363"/>
                </a:cubicBezTo>
                <a:cubicBezTo>
                  <a:pt x="776826" y="139277"/>
                  <a:pt x="774614" y="140961"/>
                  <a:pt x="772170" y="142413"/>
                </a:cubicBezTo>
                <a:cubicBezTo>
                  <a:pt x="769728" y="143864"/>
                  <a:pt x="767318" y="144589"/>
                  <a:pt x="764941" y="144589"/>
                </a:cubicBezTo>
                <a:cubicBezTo>
                  <a:pt x="761904" y="144589"/>
                  <a:pt x="759231" y="144061"/>
                  <a:pt x="756920" y="143006"/>
                </a:cubicBezTo>
                <a:cubicBezTo>
                  <a:pt x="754609" y="141950"/>
                  <a:pt x="752595" y="140761"/>
                  <a:pt x="750878" y="139439"/>
                </a:cubicBezTo>
                <a:cubicBezTo>
                  <a:pt x="748897" y="137989"/>
                  <a:pt x="747181" y="136339"/>
                  <a:pt x="745728" y="134489"/>
                </a:cubicBezTo>
                <a:cubicBezTo>
                  <a:pt x="743616" y="136339"/>
                  <a:pt x="741173" y="137989"/>
                  <a:pt x="738399" y="139439"/>
                </a:cubicBezTo>
                <a:cubicBezTo>
                  <a:pt x="736023" y="140761"/>
                  <a:pt x="733119" y="141950"/>
                  <a:pt x="729686" y="143006"/>
                </a:cubicBezTo>
                <a:cubicBezTo>
                  <a:pt x="726252" y="144061"/>
                  <a:pt x="722357" y="144589"/>
                  <a:pt x="717999" y="144589"/>
                </a:cubicBezTo>
                <a:moveTo>
                  <a:pt x="741569" y="67343"/>
                </a:moveTo>
                <a:cubicBezTo>
                  <a:pt x="741569" y="65495"/>
                  <a:pt x="740579" y="63779"/>
                  <a:pt x="738598" y="62196"/>
                </a:cubicBezTo>
                <a:cubicBezTo>
                  <a:pt x="736618" y="60610"/>
                  <a:pt x="734043" y="59817"/>
                  <a:pt x="730873" y="59817"/>
                </a:cubicBezTo>
                <a:cubicBezTo>
                  <a:pt x="728101" y="59817"/>
                  <a:pt x="725262" y="60378"/>
                  <a:pt x="722357" y="61501"/>
                </a:cubicBezTo>
                <a:cubicBezTo>
                  <a:pt x="719451" y="62623"/>
                  <a:pt x="716810" y="64571"/>
                  <a:pt x="714432" y="67346"/>
                </a:cubicBezTo>
                <a:cubicBezTo>
                  <a:pt x="712057" y="70118"/>
                  <a:pt x="710143" y="73815"/>
                  <a:pt x="708690" y="78437"/>
                </a:cubicBezTo>
                <a:cubicBezTo>
                  <a:pt x="707237" y="83058"/>
                  <a:pt x="706511" y="88867"/>
                  <a:pt x="706511" y="95867"/>
                </a:cubicBezTo>
                <a:cubicBezTo>
                  <a:pt x="706511" y="101148"/>
                  <a:pt x="707105" y="105637"/>
                  <a:pt x="708294" y="109334"/>
                </a:cubicBezTo>
                <a:cubicBezTo>
                  <a:pt x="709483" y="113032"/>
                  <a:pt x="711067" y="116003"/>
                  <a:pt x="713048" y="118247"/>
                </a:cubicBezTo>
                <a:cubicBezTo>
                  <a:pt x="715029" y="120492"/>
                  <a:pt x="717240" y="122110"/>
                  <a:pt x="719682" y="123101"/>
                </a:cubicBezTo>
                <a:cubicBezTo>
                  <a:pt x="722126" y="124090"/>
                  <a:pt x="724536" y="124585"/>
                  <a:pt x="726911" y="124585"/>
                </a:cubicBezTo>
                <a:cubicBezTo>
                  <a:pt x="731138" y="124585"/>
                  <a:pt x="734638" y="123364"/>
                  <a:pt x="737411" y="120922"/>
                </a:cubicBezTo>
                <a:cubicBezTo>
                  <a:pt x="740183" y="118478"/>
                  <a:pt x="741569" y="116002"/>
                  <a:pt x="741569" y="113493"/>
                </a:cubicBezTo>
                <a:lnTo>
                  <a:pt x="741569" y="67343"/>
                </a:lnTo>
                <a:close/>
                <a:moveTo>
                  <a:pt x="890107" y="144589"/>
                </a:moveTo>
                <a:cubicBezTo>
                  <a:pt x="884824" y="144589"/>
                  <a:pt x="879740" y="143995"/>
                  <a:pt x="874854" y="142806"/>
                </a:cubicBezTo>
                <a:cubicBezTo>
                  <a:pt x="869970" y="141619"/>
                  <a:pt x="865579" y="140168"/>
                  <a:pt x="861682" y="138451"/>
                </a:cubicBezTo>
                <a:cubicBezTo>
                  <a:pt x="857788" y="136734"/>
                  <a:pt x="854586" y="134952"/>
                  <a:pt x="852078" y="133105"/>
                </a:cubicBezTo>
                <a:cubicBezTo>
                  <a:pt x="849569" y="131255"/>
                  <a:pt x="848051" y="129669"/>
                  <a:pt x="847523" y="128348"/>
                </a:cubicBezTo>
                <a:cubicBezTo>
                  <a:pt x="846729" y="126631"/>
                  <a:pt x="846134" y="124782"/>
                  <a:pt x="845737" y="122802"/>
                </a:cubicBezTo>
                <a:cubicBezTo>
                  <a:pt x="845342" y="120821"/>
                  <a:pt x="845046" y="118907"/>
                  <a:pt x="844848" y="117059"/>
                </a:cubicBezTo>
                <a:cubicBezTo>
                  <a:pt x="844651" y="115210"/>
                  <a:pt x="844519" y="113493"/>
                  <a:pt x="844452" y="111909"/>
                </a:cubicBezTo>
                <a:cubicBezTo>
                  <a:pt x="844386" y="110324"/>
                  <a:pt x="844353" y="109069"/>
                  <a:pt x="844353" y="108147"/>
                </a:cubicBezTo>
                <a:cubicBezTo>
                  <a:pt x="844353" y="105902"/>
                  <a:pt x="845277" y="104780"/>
                  <a:pt x="847127" y="104780"/>
                </a:cubicBezTo>
                <a:cubicBezTo>
                  <a:pt x="848183" y="104780"/>
                  <a:pt x="849833" y="105572"/>
                  <a:pt x="852078" y="107155"/>
                </a:cubicBezTo>
                <a:cubicBezTo>
                  <a:pt x="854322" y="108739"/>
                  <a:pt x="857227" y="110456"/>
                  <a:pt x="860791" y="112305"/>
                </a:cubicBezTo>
                <a:cubicBezTo>
                  <a:pt x="864357" y="114153"/>
                  <a:pt x="868550" y="115870"/>
                  <a:pt x="873370" y="117455"/>
                </a:cubicBezTo>
                <a:cubicBezTo>
                  <a:pt x="878189" y="119039"/>
                  <a:pt x="883570" y="119831"/>
                  <a:pt x="889512" y="119831"/>
                </a:cubicBezTo>
                <a:cubicBezTo>
                  <a:pt x="895850" y="119831"/>
                  <a:pt x="900703" y="118346"/>
                  <a:pt x="904070" y="115376"/>
                </a:cubicBezTo>
                <a:cubicBezTo>
                  <a:pt x="907437" y="112404"/>
                  <a:pt x="909120" y="108805"/>
                  <a:pt x="909120" y="104580"/>
                </a:cubicBezTo>
                <a:cubicBezTo>
                  <a:pt x="909120" y="101939"/>
                  <a:pt x="908427" y="99694"/>
                  <a:pt x="907041" y="97847"/>
                </a:cubicBezTo>
                <a:cubicBezTo>
                  <a:pt x="905655" y="95997"/>
                  <a:pt x="903806" y="94347"/>
                  <a:pt x="901495" y="92896"/>
                </a:cubicBezTo>
                <a:cubicBezTo>
                  <a:pt x="899184" y="91443"/>
                  <a:pt x="896510" y="90156"/>
                  <a:pt x="893474" y="89034"/>
                </a:cubicBezTo>
                <a:cubicBezTo>
                  <a:pt x="890438" y="87909"/>
                  <a:pt x="887203" y="86754"/>
                  <a:pt x="883769" y="85567"/>
                </a:cubicBezTo>
                <a:cubicBezTo>
                  <a:pt x="879280" y="83981"/>
                  <a:pt x="874758" y="82265"/>
                  <a:pt x="870202" y="80417"/>
                </a:cubicBezTo>
                <a:cubicBezTo>
                  <a:pt x="865647" y="78567"/>
                  <a:pt x="861520" y="76223"/>
                  <a:pt x="857823" y="73384"/>
                </a:cubicBezTo>
                <a:cubicBezTo>
                  <a:pt x="854126" y="70545"/>
                  <a:pt x="851088" y="67046"/>
                  <a:pt x="848711" y="62888"/>
                </a:cubicBezTo>
                <a:cubicBezTo>
                  <a:pt x="846333" y="58727"/>
                  <a:pt x="845145" y="53610"/>
                  <a:pt x="845145" y="47538"/>
                </a:cubicBezTo>
                <a:cubicBezTo>
                  <a:pt x="845145" y="41596"/>
                  <a:pt x="846399" y="36215"/>
                  <a:pt x="848907" y="31396"/>
                </a:cubicBezTo>
                <a:cubicBezTo>
                  <a:pt x="851418" y="26574"/>
                  <a:pt x="854884" y="22414"/>
                  <a:pt x="859307" y="18917"/>
                </a:cubicBezTo>
                <a:cubicBezTo>
                  <a:pt x="863732" y="15417"/>
                  <a:pt x="868980" y="12710"/>
                  <a:pt x="875053" y="10796"/>
                </a:cubicBezTo>
                <a:cubicBezTo>
                  <a:pt x="881128" y="8882"/>
                  <a:pt x="887664" y="7924"/>
                  <a:pt x="894662" y="7924"/>
                </a:cubicBezTo>
                <a:cubicBezTo>
                  <a:pt x="901264" y="7924"/>
                  <a:pt x="906976" y="8618"/>
                  <a:pt x="911795" y="10004"/>
                </a:cubicBezTo>
                <a:cubicBezTo>
                  <a:pt x="916615" y="11390"/>
                  <a:pt x="920609" y="13008"/>
                  <a:pt x="923778" y="14858"/>
                </a:cubicBezTo>
                <a:cubicBezTo>
                  <a:pt x="926948" y="16705"/>
                  <a:pt x="929291" y="18554"/>
                  <a:pt x="930808" y="20403"/>
                </a:cubicBezTo>
                <a:cubicBezTo>
                  <a:pt x="932328" y="22251"/>
                  <a:pt x="933087" y="23571"/>
                  <a:pt x="933087" y="24363"/>
                </a:cubicBezTo>
                <a:cubicBezTo>
                  <a:pt x="933087" y="25287"/>
                  <a:pt x="932691" y="26608"/>
                  <a:pt x="931899" y="28325"/>
                </a:cubicBezTo>
                <a:cubicBezTo>
                  <a:pt x="931108" y="30042"/>
                  <a:pt x="930183" y="31693"/>
                  <a:pt x="929125" y="33278"/>
                </a:cubicBezTo>
                <a:cubicBezTo>
                  <a:pt x="928069" y="34862"/>
                  <a:pt x="926914" y="36248"/>
                  <a:pt x="925658" y="37437"/>
                </a:cubicBezTo>
                <a:cubicBezTo>
                  <a:pt x="924405" y="38624"/>
                  <a:pt x="923383" y="39217"/>
                  <a:pt x="922591" y="39217"/>
                </a:cubicBezTo>
                <a:cubicBezTo>
                  <a:pt x="921535" y="39217"/>
                  <a:pt x="920281" y="38821"/>
                  <a:pt x="918828" y="38029"/>
                </a:cubicBezTo>
                <a:cubicBezTo>
                  <a:pt x="917375" y="37238"/>
                  <a:pt x="915592" y="36347"/>
                  <a:pt x="913478" y="35358"/>
                </a:cubicBezTo>
                <a:cubicBezTo>
                  <a:pt x="911367" y="34366"/>
                  <a:pt x="908825" y="33475"/>
                  <a:pt x="905853" y="32683"/>
                </a:cubicBezTo>
                <a:cubicBezTo>
                  <a:pt x="902881" y="31889"/>
                  <a:pt x="899415" y="31492"/>
                  <a:pt x="895454" y="31492"/>
                </a:cubicBezTo>
                <a:cubicBezTo>
                  <a:pt x="888323" y="31492"/>
                  <a:pt x="882975" y="32748"/>
                  <a:pt x="879408" y="35258"/>
                </a:cubicBezTo>
                <a:cubicBezTo>
                  <a:pt x="875844" y="37767"/>
                  <a:pt x="874062" y="41265"/>
                  <a:pt x="874062" y="45754"/>
                </a:cubicBezTo>
                <a:cubicBezTo>
                  <a:pt x="874062" y="48132"/>
                  <a:pt x="874656" y="50212"/>
                  <a:pt x="875845" y="51995"/>
                </a:cubicBezTo>
                <a:cubicBezTo>
                  <a:pt x="877034" y="53777"/>
                  <a:pt x="878652" y="55295"/>
                  <a:pt x="880699" y="56550"/>
                </a:cubicBezTo>
                <a:cubicBezTo>
                  <a:pt x="882746" y="57803"/>
                  <a:pt x="885156" y="58926"/>
                  <a:pt x="887928" y="59917"/>
                </a:cubicBezTo>
                <a:cubicBezTo>
                  <a:pt x="890700" y="60906"/>
                  <a:pt x="893606" y="61930"/>
                  <a:pt x="896644" y="62988"/>
                </a:cubicBezTo>
                <a:cubicBezTo>
                  <a:pt x="901264" y="64438"/>
                  <a:pt x="906051" y="66055"/>
                  <a:pt x="911003" y="67838"/>
                </a:cubicBezTo>
                <a:cubicBezTo>
                  <a:pt x="915956" y="69621"/>
                  <a:pt x="920478" y="71966"/>
                  <a:pt x="924570" y="74871"/>
                </a:cubicBezTo>
                <a:cubicBezTo>
                  <a:pt x="928664" y="77775"/>
                  <a:pt x="931999" y="81439"/>
                  <a:pt x="934574" y="85863"/>
                </a:cubicBezTo>
                <a:cubicBezTo>
                  <a:pt x="937149" y="90286"/>
                  <a:pt x="938437" y="95865"/>
                  <a:pt x="938437" y="102601"/>
                </a:cubicBezTo>
                <a:cubicBezTo>
                  <a:pt x="938437" y="108543"/>
                  <a:pt x="937347" y="114088"/>
                  <a:pt x="935166" y="119238"/>
                </a:cubicBezTo>
                <a:cubicBezTo>
                  <a:pt x="932988" y="124388"/>
                  <a:pt x="929819" y="128845"/>
                  <a:pt x="925658" y="132609"/>
                </a:cubicBezTo>
                <a:cubicBezTo>
                  <a:pt x="921500" y="136371"/>
                  <a:pt x="916416" y="139308"/>
                  <a:pt x="910408" y="141422"/>
                </a:cubicBezTo>
                <a:cubicBezTo>
                  <a:pt x="904400" y="143534"/>
                  <a:pt x="897633" y="144589"/>
                  <a:pt x="890107" y="144589"/>
                </a:cubicBezTo>
                <a:close/>
                <a:moveTo>
                  <a:pt x="1034498" y="144589"/>
                </a:moveTo>
                <a:cubicBezTo>
                  <a:pt x="1031593" y="144589"/>
                  <a:pt x="1028985" y="144061"/>
                  <a:pt x="1026674" y="143006"/>
                </a:cubicBezTo>
                <a:cubicBezTo>
                  <a:pt x="1024364" y="141950"/>
                  <a:pt x="1022352" y="140761"/>
                  <a:pt x="1020635" y="139439"/>
                </a:cubicBezTo>
                <a:cubicBezTo>
                  <a:pt x="1018654" y="137989"/>
                  <a:pt x="1016938" y="136339"/>
                  <a:pt x="1015485" y="134489"/>
                </a:cubicBezTo>
                <a:cubicBezTo>
                  <a:pt x="1011788" y="137130"/>
                  <a:pt x="1007496" y="139475"/>
                  <a:pt x="1002610" y="141522"/>
                </a:cubicBezTo>
                <a:cubicBezTo>
                  <a:pt x="997724" y="143567"/>
                  <a:pt x="991914" y="144589"/>
                  <a:pt x="985180" y="144589"/>
                </a:cubicBezTo>
                <a:cubicBezTo>
                  <a:pt x="980425" y="144589"/>
                  <a:pt x="976034" y="143930"/>
                  <a:pt x="972006" y="142610"/>
                </a:cubicBezTo>
                <a:cubicBezTo>
                  <a:pt x="967981" y="141290"/>
                  <a:pt x="964482" y="139409"/>
                  <a:pt x="961510" y="136967"/>
                </a:cubicBezTo>
                <a:cubicBezTo>
                  <a:pt x="958540" y="134523"/>
                  <a:pt x="956229" y="131486"/>
                  <a:pt x="954577" y="127855"/>
                </a:cubicBezTo>
                <a:cubicBezTo>
                  <a:pt x="952927" y="124222"/>
                  <a:pt x="952102" y="120096"/>
                  <a:pt x="952102" y="115476"/>
                </a:cubicBezTo>
                <a:cubicBezTo>
                  <a:pt x="952102" y="109665"/>
                  <a:pt x="953059" y="104746"/>
                  <a:pt x="954973" y="100718"/>
                </a:cubicBezTo>
                <a:cubicBezTo>
                  <a:pt x="956889" y="96690"/>
                  <a:pt x="959728" y="93257"/>
                  <a:pt x="963490" y="90418"/>
                </a:cubicBezTo>
                <a:cubicBezTo>
                  <a:pt x="967253" y="87579"/>
                  <a:pt x="971908" y="85169"/>
                  <a:pt x="977452" y="83189"/>
                </a:cubicBezTo>
                <a:cubicBezTo>
                  <a:pt x="982999" y="81208"/>
                  <a:pt x="989338" y="79359"/>
                  <a:pt x="996469" y="77643"/>
                </a:cubicBezTo>
                <a:cubicBezTo>
                  <a:pt x="1001224" y="76587"/>
                  <a:pt x="1004789" y="75531"/>
                  <a:pt x="1007165" y="74475"/>
                </a:cubicBezTo>
                <a:cubicBezTo>
                  <a:pt x="1009542" y="73417"/>
                  <a:pt x="1010731" y="72162"/>
                  <a:pt x="1010731" y="70709"/>
                </a:cubicBezTo>
                <a:cubicBezTo>
                  <a:pt x="1010731" y="67806"/>
                  <a:pt x="1009410" y="65463"/>
                  <a:pt x="1006769" y="63680"/>
                </a:cubicBezTo>
                <a:cubicBezTo>
                  <a:pt x="1004127" y="61896"/>
                  <a:pt x="1000034" y="61005"/>
                  <a:pt x="994489" y="61005"/>
                </a:cubicBezTo>
                <a:cubicBezTo>
                  <a:pt x="990659" y="61005"/>
                  <a:pt x="987027" y="61467"/>
                  <a:pt x="983594" y="62392"/>
                </a:cubicBezTo>
                <a:cubicBezTo>
                  <a:pt x="980162" y="63317"/>
                  <a:pt x="977093" y="64374"/>
                  <a:pt x="974385" y="65563"/>
                </a:cubicBezTo>
                <a:cubicBezTo>
                  <a:pt x="971679" y="66749"/>
                  <a:pt x="969401" y="67805"/>
                  <a:pt x="967551" y="68730"/>
                </a:cubicBezTo>
                <a:cubicBezTo>
                  <a:pt x="965704" y="69655"/>
                  <a:pt x="964383" y="70117"/>
                  <a:pt x="963589" y="70117"/>
                </a:cubicBezTo>
                <a:cubicBezTo>
                  <a:pt x="961873" y="70117"/>
                  <a:pt x="961014" y="69127"/>
                  <a:pt x="961014" y="67146"/>
                </a:cubicBezTo>
                <a:cubicBezTo>
                  <a:pt x="961014" y="65561"/>
                  <a:pt x="961345" y="63249"/>
                  <a:pt x="962006" y="60213"/>
                </a:cubicBezTo>
                <a:cubicBezTo>
                  <a:pt x="962666" y="57177"/>
                  <a:pt x="963723" y="54007"/>
                  <a:pt x="965176" y="50705"/>
                </a:cubicBezTo>
                <a:cubicBezTo>
                  <a:pt x="965704" y="49649"/>
                  <a:pt x="966925" y="48461"/>
                  <a:pt x="968839" y="47142"/>
                </a:cubicBezTo>
                <a:cubicBezTo>
                  <a:pt x="970753" y="45820"/>
                  <a:pt x="973195" y="44598"/>
                  <a:pt x="976165" y="43476"/>
                </a:cubicBezTo>
                <a:cubicBezTo>
                  <a:pt x="979137" y="42353"/>
                  <a:pt x="982537" y="41430"/>
                  <a:pt x="986365" y="40704"/>
                </a:cubicBezTo>
                <a:cubicBezTo>
                  <a:pt x="990195" y="39977"/>
                  <a:pt x="994290" y="39613"/>
                  <a:pt x="998648" y="39613"/>
                </a:cubicBezTo>
                <a:cubicBezTo>
                  <a:pt x="1013834" y="39613"/>
                  <a:pt x="1024595" y="42915"/>
                  <a:pt x="1030932" y="49517"/>
                </a:cubicBezTo>
                <a:cubicBezTo>
                  <a:pt x="1037271" y="56120"/>
                  <a:pt x="1040440" y="66089"/>
                  <a:pt x="1040440" y="79426"/>
                </a:cubicBezTo>
                <a:lnTo>
                  <a:pt x="1040440" y="115476"/>
                </a:lnTo>
                <a:cubicBezTo>
                  <a:pt x="1040440" y="118512"/>
                  <a:pt x="1041133" y="120691"/>
                  <a:pt x="1042519" y="122013"/>
                </a:cubicBezTo>
                <a:cubicBezTo>
                  <a:pt x="1043908" y="123333"/>
                  <a:pt x="1045789" y="123992"/>
                  <a:pt x="1048165" y="123992"/>
                </a:cubicBezTo>
                <a:lnTo>
                  <a:pt x="1052127" y="123992"/>
                </a:lnTo>
                <a:cubicBezTo>
                  <a:pt x="1053975" y="123992"/>
                  <a:pt x="1054899" y="124851"/>
                  <a:pt x="1054899" y="126567"/>
                </a:cubicBezTo>
                <a:cubicBezTo>
                  <a:pt x="1054899" y="127754"/>
                  <a:pt x="1054271" y="129371"/>
                  <a:pt x="1053016" y="131418"/>
                </a:cubicBezTo>
                <a:cubicBezTo>
                  <a:pt x="1051763" y="133465"/>
                  <a:pt x="1050179" y="135447"/>
                  <a:pt x="1048265" y="137363"/>
                </a:cubicBezTo>
                <a:cubicBezTo>
                  <a:pt x="1046351" y="139277"/>
                  <a:pt x="1044172" y="140961"/>
                  <a:pt x="1041728" y="142413"/>
                </a:cubicBezTo>
                <a:cubicBezTo>
                  <a:pt x="1039286" y="143864"/>
                  <a:pt x="1036876" y="144589"/>
                  <a:pt x="1034498" y="144589"/>
                </a:cubicBezTo>
                <a:moveTo>
                  <a:pt x="980623" y="111710"/>
                </a:moveTo>
                <a:cubicBezTo>
                  <a:pt x="980623" y="115937"/>
                  <a:pt x="982076" y="119140"/>
                  <a:pt x="984981" y="121318"/>
                </a:cubicBezTo>
                <a:cubicBezTo>
                  <a:pt x="987886" y="123496"/>
                  <a:pt x="991650" y="124585"/>
                  <a:pt x="996272" y="124585"/>
                </a:cubicBezTo>
                <a:cubicBezTo>
                  <a:pt x="1000628" y="124585"/>
                  <a:pt x="1004193" y="123529"/>
                  <a:pt x="1006965" y="121417"/>
                </a:cubicBezTo>
                <a:cubicBezTo>
                  <a:pt x="1009740" y="119304"/>
                  <a:pt x="1011127" y="117323"/>
                  <a:pt x="1011127" y="115476"/>
                </a:cubicBezTo>
                <a:lnTo>
                  <a:pt x="1011127" y="94280"/>
                </a:lnTo>
                <a:cubicBezTo>
                  <a:pt x="1011127" y="92828"/>
                  <a:pt x="1010400" y="92101"/>
                  <a:pt x="1008948" y="92101"/>
                </a:cubicBezTo>
                <a:cubicBezTo>
                  <a:pt x="1006042" y="92101"/>
                  <a:pt x="1002412" y="93092"/>
                  <a:pt x="998055" y="95072"/>
                </a:cubicBezTo>
                <a:cubicBezTo>
                  <a:pt x="995942" y="95866"/>
                  <a:pt x="993862" y="96725"/>
                  <a:pt x="991814" y="97650"/>
                </a:cubicBezTo>
                <a:cubicBezTo>
                  <a:pt x="989767" y="98573"/>
                  <a:pt x="987919" y="99695"/>
                  <a:pt x="986269" y="101017"/>
                </a:cubicBezTo>
                <a:cubicBezTo>
                  <a:pt x="984618" y="102337"/>
                  <a:pt x="983264" y="103888"/>
                  <a:pt x="982207" y="105671"/>
                </a:cubicBezTo>
                <a:cubicBezTo>
                  <a:pt x="981151" y="107452"/>
                  <a:pt x="980623" y="109465"/>
                  <a:pt x="980623" y="111710"/>
                </a:cubicBezTo>
                <a:close/>
                <a:moveTo>
                  <a:pt x="1215336" y="144589"/>
                </a:moveTo>
                <a:cubicBezTo>
                  <a:pt x="1207941" y="144589"/>
                  <a:pt x="1202230" y="142510"/>
                  <a:pt x="1198202" y="138351"/>
                </a:cubicBezTo>
                <a:cubicBezTo>
                  <a:pt x="1194174" y="134193"/>
                  <a:pt x="1192161" y="128416"/>
                  <a:pt x="1192161" y="121022"/>
                </a:cubicBezTo>
                <a:lnTo>
                  <a:pt x="1192161" y="74079"/>
                </a:lnTo>
                <a:cubicBezTo>
                  <a:pt x="1192161" y="70116"/>
                  <a:pt x="1191072" y="67112"/>
                  <a:pt x="1188893" y="65067"/>
                </a:cubicBezTo>
                <a:cubicBezTo>
                  <a:pt x="1186715" y="63020"/>
                  <a:pt x="1183711" y="61996"/>
                  <a:pt x="1179881" y="61996"/>
                </a:cubicBezTo>
                <a:cubicBezTo>
                  <a:pt x="1177767" y="61996"/>
                  <a:pt x="1175654" y="62425"/>
                  <a:pt x="1173540" y="63284"/>
                </a:cubicBezTo>
                <a:cubicBezTo>
                  <a:pt x="1171429" y="64142"/>
                  <a:pt x="1169515" y="65232"/>
                  <a:pt x="1167798" y="66554"/>
                </a:cubicBezTo>
                <a:cubicBezTo>
                  <a:pt x="1166081" y="67874"/>
                  <a:pt x="1164695" y="69227"/>
                  <a:pt x="1163639" y="70613"/>
                </a:cubicBezTo>
                <a:cubicBezTo>
                  <a:pt x="1162583" y="71999"/>
                  <a:pt x="1162056" y="73287"/>
                  <a:pt x="1162056" y="74475"/>
                </a:cubicBezTo>
                <a:lnTo>
                  <a:pt x="1162056" y="137856"/>
                </a:lnTo>
                <a:cubicBezTo>
                  <a:pt x="1162056" y="139044"/>
                  <a:pt x="1161131" y="140135"/>
                  <a:pt x="1159281" y="141126"/>
                </a:cubicBezTo>
                <a:cubicBezTo>
                  <a:pt x="1157433" y="142115"/>
                  <a:pt x="1153472" y="142610"/>
                  <a:pt x="1147397" y="142610"/>
                </a:cubicBezTo>
                <a:cubicBezTo>
                  <a:pt x="1141456" y="142610"/>
                  <a:pt x="1137527" y="142115"/>
                  <a:pt x="1135611" y="141126"/>
                </a:cubicBezTo>
                <a:cubicBezTo>
                  <a:pt x="1133696" y="140135"/>
                  <a:pt x="1132739" y="139044"/>
                  <a:pt x="1132739" y="137856"/>
                </a:cubicBezTo>
                <a:lnTo>
                  <a:pt x="1132739" y="74475"/>
                </a:lnTo>
                <a:cubicBezTo>
                  <a:pt x="1132739" y="70248"/>
                  <a:pt x="1131452" y="67112"/>
                  <a:pt x="1128877" y="65067"/>
                </a:cubicBezTo>
                <a:cubicBezTo>
                  <a:pt x="1126302" y="63020"/>
                  <a:pt x="1123299" y="61996"/>
                  <a:pt x="1119867" y="61996"/>
                </a:cubicBezTo>
                <a:cubicBezTo>
                  <a:pt x="1117754" y="61996"/>
                  <a:pt x="1115673" y="62392"/>
                  <a:pt x="1113626" y="63184"/>
                </a:cubicBezTo>
                <a:cubicBezTo>
                  <a:pt x="1111579" y="63976"/>
                  <a:pt x="1109731" y="64966"/>
                  <a:pt x="1108080" y="66155"/>
                </a:cubicBezTo>
                <a:cubicBezTo>
                  <a:pt x="1106430" y="67344"/>
                  <a:pt x="1105110" y="68698"/>
                  <a:pt x="1104118" y="70217"/>
                </a:cubicBezTo>
                <a:cubicBezTo>
                  <a:pt x="1103129" y="71734"/>
                  <a:pt x="1102634" y="73219"/>
                  <a:pt x="1102634" y="74672"/>
                </a:cubicBezTo>
                <a:lnTo>
                  <a:pt x="1102634" y="137856"/>
                </a:lnTo>
                <a:cubicBezTo>
                  <a:pt x="1102634" y="139044"/>
                  <a:pt x="1101709" y="140135"/>
                  <a:pt x="1099860" y="141126"/>
                </a:cubicBezTo>
                <a:cubicBezTo>
                  <a:pt x="1098012" y="142115"/>
                  <a:pt x="1094051" y="142610"/>
                  <a:pt x="1087976" y="142610"/>
                </a:cubicBezTo>
                <a:cubicBezTo>
                  <a:pt x="1082034" y="142610"/>
                  <a:pt x="1078106" y="142115"/>
                  <a:pt x="1076192" y="141126"/>
                </a:cubicBezTo>
                <a:cubicBezTo>
                  <a:pt x="1074278" y="140135"/>
                  <a:pt x="1073321" y="139044"/>
                  <a:pt x="1073321" y="137856"/>
                </a:cubicBezTo>
                <a:lnTo>
                  <a:pt x="1073321" y="68533"/>
                </a:lnTo>
                <a:cubicBezTo>
                  <a:pt x="1073321" y="66420"/>
                  <a:pt x="1073024" y="64604"/>
                  <a:pt x="1072430" y="63087"/>
                </a:cubicBezTo>
                <a:cubicBezTo>
                  <a:pt x="1071835" y="61568"/>
                  <a:pt x="1071208" y="60281"/>
                  <a:pt x="1070547" y="59225"/>
                </a:cubicBezTo>
                <a:cubicBezTo>
                  <a:pt x="1069886" y="58167"/>
                  <a:pt x="1069258" y="57209"/>
                  <a:pt x="1068664" y="56351"/>
                </a:cubicBezTo>
                <a:cubicBezTo>
                  <a:pt x="1068071" y="55492"/>
                  <a:pt x="1067775" y="54667"/>
                  <a:pt x="1067775" y="53875"/>
                </a:cubicBezTo>
                <a:cubicBezTo>
                  <a:pt x="1067775" y="52687"/>
                  <a:pt x="1068666" y="51300"/>
                  <a:pt x="1070447" y="49717"/>
                </a:cubicBezTo>
                <a:cubicBezTo>
                  <a:pt x="1072230" y="48131"/>
                  <a:pt x="1074343" y="46580"/>
                  <a:pt x="1076785" y="45062"/>
                </a:cubicBezTo>
                <a:cubicBezTo>
                  <a:pt x="1079229" y="43543"/>
                  <a:pt x="1081705" y="42256"/>
                  <a:pt x="1084213" y="41200"/>
                </a:cubicBezTo>
                <a:cubicBezTo>
                  <a:pt x="1086722" y="40142"/>
                  <a:pt x="1088769" y="39613"/>
                  <a:pt x="1090355" y="39613"/>
                </a:cubicBezTo>
                <a:cubicBezTo>
                  <a:pt x="1093391" y="39613"/>
                  <a:pt x="1095602" y="40637"/>
                  <a:pt x="1096989" y="42684"/>
                </a:cubicBezTo>
                <a:cubicBezTo>
                  <a:pt x="1098375" y="44731"/>
                  <a:pt x="1099993" y="47669"/>
                  <a:pt x="1101842" y="51497"/>
                </a:cubicBezTo>
                <a:cubicBezTo>
                  <a:pt x="1102898" y="50705"/>
                  <a:pt x="1104318" y="49649"/>
                  <a:pt x="1106101" y="48329"/>
                </a:cubicBezTo>
                <a:cubicBezTo>
                  <a:pt x="1107884" y="47010"/>
                  <a:pt x="1110062" y="45722"/>
                  <a:pt x="1112635" y="44467"/>
                </a:cubicBezTo>
                <a:cubicBezTo>
                  <a:pt x="1115210" y="43212"/>
                  <a:pt x="1118115" y="42089"/>
                  <a:pt x="1121351" y="41100"/>
                </a:cubicBezTo>
                <a:cubicBezTo>
                  <a:pt x="1124587" y="40109"/>
                  <a:pt x="1128186" y="39613"/>
                  <a:pt x="1132147" y="39613"/>
                </a:cubicBezTo>
                <a:cubicBezTo>
                  <a:pt x="1137956" y="39613"/>
                  <a:pt x="1142742" y="40802"/>
                  <a:pt x="1146506" y="43179"/>
                </a:cubicBezTo>
                <a:cubicBezTo>
                  <a:pt x="1150270" y="45557"/>
                  <a:pt x="1153538" y="48858"/>
                  <a:pt x="1156310" y="53083"/>
                </a:cubicBezTo>
                <a:cubicBezTo>
                  <a:pt x="1158424" y="51103"/>
                  <a:pt x="1160900" y="49288"/>
                  <a:pt x="1163739" y="47637"/>
                </a:cubicBezTo>
                <a:cubicBezTo>
                  <a:pt x="1166578" y="45985"/>
                  <a:pt x="1169582" y="44566"/>
                  <a:pt x="1172751" y="43379"/>
                </a:cubicBezTo>
                <a:cubicBezTo>
                  <a:pt x="1175921" y="42190"/>
                  <a:pt x="1179122" y="41265"/>
                  <a:pt x="1182356" y="40604"/>
                </a:cubicBezTo>
                <a:cubicBezTo>
                  <a:pt x="1185592" y="39944"/>
                  <a:pt x="1188663" y="39613"/>
                  <a:pt x="1191568" y="39613"/>
                </a:cubicBezTo>
                <a:cubicBezTo>
                  <a:pt x="1195396" y="39613"/>
                  <a:pt x="1199126" y="40174"/>
                  <a:pt x="1202757" y="41297"/>
                </a:cubicBezTo>
                <a:cubicBezTo>
                  <a:pt x="1206390" y="42419"/>
                  <a:pt x="1209592" y="44037"/>
                  <a:pt x="1212365" y="46150"/>
                </a:cubicBezTo>
                <a:cubicBezTo>
                  <a:pt x="1215137" y="48264"/>
                  <a:pt x="1217348" y="50872"/>
                  <a:pt x="1218999" y="53975"/>
                </a:cubicBezTo>
                <a:cubicBezTo>
                  <a:pt x="1220651" y="57078"/>
                  <a:pt x="1221477" y="60610"/>
                  <a:pt x="1221477" y="64571"/>
                </a:cubicBezTo>
                <a:lnTo>
                  <a:pt x="1221477" y="115476"/>
                </a:lnTo>
                <a:cubicBezTo>
                  <a:pt x="1221477" y="118512"/>
                  <a:pt x="1222170" y="120691"/>
                  <a:pt x="1223556" y="122013"/>
                </a:cubicBezTo>
                <a:cubicBezTo>
                  <a:pt x="1224942" y="123333"/>
                  <a:pt x="1226758" y="123992"/>
                  <a:pt x="1229002" y="123992"/>
                </a:cubicBezTo>
                <a:lnTo>
                  <a:pt x="1233161" y="123992"/>
                </a:lnTo>
                <a:cubicBezTo>
                  <a:pt x="1235011" y="123992"/>
                  <a:pt x="1235935" y="124851"/>
                  <a:pt x="1235935" y="126567"/>
                </a:cubicBezTo>
                <a:cubicBezTo>
                  <a:pt x="1235935" y="127754"/>
                  <a:pt x="1235308" y="129338"/>
                  <a:pt x="1234053" y="131319"/>
                </a:cubicBezTo>
                <a:cubicBezTo>
                  <a:pt x="1232797" y="133299"/>
                  <a:pt x="1231179" y="135281"/>
                  <a:pt x="1229199" y="137263"/>
                </a:cubicBezTo>
                <a:cubicBezTo>
                  <a:pt x="1227218" y="139244"/>
                  <a:pt x="1225007" y="140961"/>
                  <a:pt x="1222565" y="142413"/>
                </a:cubicBezTo>
                <a:cubicBezTo>
                  <a:pt x="1220123" y="143864"/>
                  <a:pt x="1217713" y="144589"/>
                  <a:pt x="1215336" y="144589"/>
                </a:cubicBezTo>
                <a:close/>
                <a:moveTo>
                  <a:pt x="1268418" y="192127"/>
                </a:moveTo>
                <a:cubicBezTo>
                  <a:pt x="1262344" y="192127"/>
                  <a:pt x="1258381" y="191665"/>
                  <a:pt x="1256532" y="190740"/>
                </a:cubicBezTo>
                <a:cubicBezTo>
                  <a:pt x="1254684" y="189815"/>
                  <a:pt x="1253760" y="188693"/>
                  <a:pt x="1253760" y="187373"/>
                </a:cubicBezTo>
                <a:lnTo>
                  <a:pt x="1253760" y="68533"/>
                </a:lnTo>
                <a:cubicBezTo>
                  <a:pt x="1253760" y="66420"/>
                  <a:pt x="1253463" y="64604"/>
                  <a:pt x="1252869" y="63087"/>
                </a:cubicBezTo>
                <a:cubicBezTo>
                  <a:pt x="1252274" y="61568"/>
                  <a:pt x="1251647" y="60281"/>
                  <a:pt x="1250986" y="59225"/>
                </a:cubicBezTo>
                <a:cubicBezTo>
                  <a:pt x="1250327" y="58167"/>
                  <a:pt x="1249700" y="57209"/>
                  <a:pt x="1249106" y="56351"/>
                </a:cubicBezTo>
                <a:cubicBezTo>
                  <a:pt x="1248512" y="55492"/>
                  <a:pt x="1248214" y="54667"/>
                  <a:pt x="1248214" y="53875"/>
                </a:cubicBezTo>
                <a:cubicBezTo>
                  <a:pt x="1248214" y="52687"/>
                  <a:pt x="1249105" y="51300"/>
                  <a:pt x="1250886" y="49717"/>
                </a:cubicBezTo>
                <a:cubicBezTo>
                  <a:pt x="1252669" y="48131"/>
                  <a:pt x="1254750" y="46580"/>
                  <a:pt x="1257127" y="45062"/>
                </a:cubicBezTo>
                <a:cubicBezTo>
                  <a:pt x="1259505" y="43543"/>
                  <a:pt x="1261948" y="42256"/>
                  <a:pt x="1264456" y="41200"/>
                </a:cubicBezTo>
                <a:cubicBezTo>
                  <a:pt x="1266965" y="40142"/>
                  <a:pt x="1269012" y="39613"/>
                  <a:pt x="1270598" y="39613"/>
                </a:cubicBezTo>
                <a:cubicBezTo>
                  <a:pt x="1273634" y="39613"/>
                  <a:pt x="1275878" y="40637"/>
                  <a:pt x="1277331" y="42684"/>
                </a:cubicBezTo>
                <a:cubicBezTo>
                  <a:pt x="1278784" y="44731"/>
                  <a:pt x="1280434" y="47669"/>
                  <a:pt x="1282282" y="51497"/>
                </a:cubicBezTo>
                <a:cubicBezTo>
                  <a:pt x="1282546" y="51102"/>
                  <a:pt x="1283437" y="50278"/>
                  <a:pt x="1284956" y="49025"/>
                </a:cubicBezTo>
                <a:cubicBezTo>
                  <a:pt x="1286476" y="47769"/>
                  <a:pt x="1288456" y="46449"/>
                  <a:pt x="1290898" y="45062"/>
                </a:cubicBezTo>
                <a:cubicBezTo>
                  <a:pt x="1293340" y="43674"/>
                  <a:pt x="1296179" y="42419"/>
                  <a:pt x="1299415" y="41297"/>
                </a:cubicBezTo>
                <a:cubicBezTo>
                  <a:pt x="1302651" y="40174"/>
                  <a:pt x="1306051" y="39613"/>
                  <a:pt x="1309615" y="39613"/>
                </a:cubicBezTo>
                <a:cubicBezTo>
                  <a:pt x="1315029" y="39613"/>
                  <a:pt x="1320113" y="40571"/>
                  <a:pt x="1324866" y="42487"/>
                </a:cubicBezTo>
                <a:cubicBezTo>
                  <a:pt x="1329621" y="44401"/>
                  <a:pt x="1333847" y="47339"/>
                  <a:pt x="1337544" y="51300"/>
                </a:cubicBezTo>
                <a:cubicBezTo>
                  <a:pt x="1341242" y="55262"/>
                  <a:pt x="1344146" y="60213"/>
                  <a:pt x="1346258" y="66155"/>
                </a:cubicBezTo>
                <a:cubicBezTo>
                  <a:pt x="1348371" y="72097"/>
                  <a:pt x="1349428" y="79161"/>
                  <a:pt x="1349428" y="87347"/>
                </a:cubicBezTo>
                <a:cubicBezTo>
                  <a:pt x="1349428" y="97252"/>
                  <a:pt x="1348206" y="105837"/>
                  <a:pt x="1345762" y="113100"/>
                </a:cubicBezTo>
                <a:cubicBezTo>
                  <a:pt x="1343320" y="120362"/>
                  <a:pt x="1339986" y="126304"/>
                  <a:pt x="1335761" y="130926"/>
                </a:cubicBezTo>
                <a:cubicBezTo>
                  <a:pt x="1331536" y="135546"/>
                  <a:pt x="1326650" y="138978"/>
                  <a:pt x="1321103" y="141223"/>
                </a:cubicBezTo>
                <a:cubicBezTo>
                  <a:pt x="1315558" y="143467"/>
                  <a:pt x="1309683" y="144589"/>
                  <a:pt x="1303477" y="144589"/>
                </a:cubicBezTo>
                <a:cubicBezTo>
                  <a:pt x="1301099" y="144589"/>
                  <a:pt x="1298689" y="144325"/>
                  <a:pt x="1296245" y="143798"/>
                </a:cubicBezTo>
                <a:cubicBezTo>
                  <a:pt x="1293803" y="143270"/>
                  <a:pt x="1291591" y="142709"/>
                  <a:pt x="1289611" y="142114"/>
                </a:cubicBezTo>
                <a:cubicBezTo>
                  <a:pt x="1287630" y="141520"/>
                  <a:pt x="1286045" y="140959"/>
                  <a:pt x="1284857" y="140431"/>
                </a:cubicBezTo>
                <a:lnTo>
                  <a:pt x="1283074" y="139639"/>
                </a:lnTo>
                <a:lnTo>
                  <a:pt x="1283074" y="187373"/>
                </a:lnTo>
                <a:cubicBezTo>
                  <a:pt x="1283074" y="188693"/>
                  <a:pt x="1282116" y="189815"/>
                  <a:pt x="1280202" y="190740"/>
                </a:cubicBezTo>
                <a:cubicBezTo>
                  <a:pt x="1278288" y="191665"/>
                  <a:pt x="1274360" y="192127"/>
                  <a:pt x="1268418" y="192127"/>
                </a:cubicBezTo>
                <a:moveTo>
                  <a:pt x="1296940" y="126172"/>
                </a:moveTo>
                <a:cubicBezTo>
                  <a:pt x="1299845" y="126172"/>
                  <a:pt x="1302618" y="125478"/>
                  <a:pt x="1305257" y="124092"/>
                </a:cubicBezTo>
                <a:cubicBezTo>
                  <a:pt x="1307899" y="122704"/>
                  <a:pt x="1310210" y="120558"/>
                  <a:pt x="1312190" y="117655"/>
                </a:cubicBezTo>
                <a:cubicBezTo>
                  <a:pt x="1314171" y="114749"/>
                  <a:pt x="1315722" y="111019"/>
                  <a:pt x="1316845" y="106463"/>
                </a:cubicBezTo>
                <a:cubicBezTo>
                  <a:pt x="1317967" y="101908"/>
                  <a:pt x="1318528" y="96460"/>
                  <a:pt x="1318528" y="90122"/>
                </a:cubicBezTo>
                <a:cubicBezTo>
                  <a:pt x="1318528" y="84180"/>
                  <a:pt x="1318000" y="79327"/>
                  <a:pt x="1316944" y="75563"/>
                </a:cubicBezTo>
                <a:cubicBezTo>
                  <a:pt x="1315889" y="71800"/>
                  <a:pt x="1314436" y="68829"/>
                  <a:pt x="1312586" y="66651"/>
                </a:cubicBezTo>
                <a:cubicBezTo>
                  <a:pt x="1310739" y="64472"/>
                  <a:pt x="1308659" y="62988"/>
                  <a:pt x="1306348" y="62196"/>
                </a:cubicBezTo>
                <a:cubicBezTo>
                  <a:pt x="1304037" y="61402"/>
                  <a:pt x="1301561" y="61005"/>
                  <a:pt x="1298919" y="61005"/>
                </a:cubicBezTo>
                <a:cubicBezTo>
                  <a:pt x="1296808" y="61005"/>
                  <a:pt x="1294762" y="61434"/>
                  <a:pt x="1292781" y="62292"/>
                </a:cubicBezTo>
                <a:cubicBezTo>
                  <a:pt x="1290801" y="63151"/>
                  <a:pt x="1289116" y="64174"/>
                  <a:pt x="1287728" y="65363"/>
                </a:cubicBezTo>
                <a:cubicBezTo>
                  <a:pt x="1286342" y="66552"/>
                  <a:pt x="1285219" y="67774"/>
                  <a:pt x="1284361" y="69029"/>
                </a:cubicBezTo>
                <a:cubicBezTo>
                  <a:pt x="1283503" y="70282"/>
                  <a:pt x="1283074" y="71305"/>
                  <a:pt x="1283074" y="72097"/>
                </a:cubicBezTo>
                <a:lnTo>
                  <a:pt x="1283074" y="115672"/>
                </a:lnTo>
                <a:cubicBezTo>
                  <a:pt x="1283074" y="118181"/>
                  <a:pt x="1284427" y="120558"/>
                  <a:pt x="1287132" y="122805"/>
                </a:cubicBezTo>
                <a:cubicBezTo>
                  <a:pt x="1289840" y="125049"/>
                  <a:pt x="1293110" y="126172"/>
                  <a:pt x="1296940" y="126172"/>
                </a:cubicBezTo>
                <a:close/>
                <a:moveTo>
                  <a:pt x="1392804" y="144589"/>
                </a:moveTo>
                <a:cubicBezTo>
                  <a:pt x="1385409" y="144589"/>
                  <a:pt x="1379698" y="142510"/>
                  <a:pt x="1375670" y="138351"/>
                </a:cubicBezTo>
                <a:cubicBezTo>
                  <a:pt x="1371645" y="134193"/>
                  <a:pt x="1369632" y="128416"/>
                  <a:pt x="1369632" y="121022"/>
                </a:cubicBezTo>
                <a:lnTo>
                  <a:pt x="1369632" y="4754"/>
                </a:lnTo>
                <a:cubicBezTo>
                  <a:pt x="1369632" y="3434"/>
                  <a:pt x="1370556" y="2312"/>
                  <a:pt x="1372403" y="1387"/>
                </a:cubicBezTo>
                <a:cubicBezTo>
                  <a:pt x="1374253" y="462"/>
                  <a:pt x="1378214" y="0"/>
                  <a:pt x="1384287" y="0"/>
                </a:cubicBezTo>
                <a:cubicBezTo>
                  <a:pt x="1390229" y="0"/>
                  <a:pt x="1394157" y="462"/>
                  <a:pt x="1396071" y="1387"/>
                </a:cubicBezTo>
                <a:cubicBezTo>
                  <a:pt x="1397987" y="2312"/>
                  <a:pt x="1398945" y="3434"/>
                  <a:pt x="1398945" y="4754"/>
                </a:cubicBezTo>
                <a:lnTo>
                  <a:pt x="1398945" y="115476"/>
                </a:lnTo>
                <a:cubicBezTo>
                  <a:pt x="1398945" y="118512"/>
                  <a:pt x="1399605" y="120691"/>
                  <a:pt x="1400925" y="122013"/>
                </a:cubicBezTo>
                <a:cubicBezTo>
                  <a:pt x="1402246" y="123333"/>
                  <a:pt x="1404095" y="123992"/>
                  <a:pt x="1406471" y="123992"/>
                </a:cubicBezTo>
                <a:lnTo>
                  <a:pt x="1410632" y="123992"/>
                </a:lnTo>
                <a:cubicBezTo>
                  <a:pt x="1412480" y="123992"/>
                  <a:pt x="1413404" y="124851"/>
                  <a:pt x="1413404" y="126567"/>
                </a:cubicBezTo>
                <a:cubicBezTo>
                  <a:pt x="1413404" y="127754"/>
                  <a:pt x="1412776" y="129338"/>
                  <a:pt x="1411521" y="131319"/>
                </a:cubicBezTo>
                <a:cubicBezTo>
                  <a:pt x="1410268" y="133299"/>
                  <a:pt x="1408651" y="135281"/>
                  <a:pt x="1406670" y="137263"/>
                </a:cubicBezTo>
                <a:cubicBezTo>
                  <a:pt x="1404689" y="139244"/>
                  <a:pt x="1402477" y="140961"/>
                  <a:pt x="1400033" y="142413"/>
                </a:cubicBezTo>
                <a:cubicBezTo>
                  <a:pt x="1397591" y="143864"/>
                  <a:pt x="1395181" y="144589"/>
                  <a:pt x="1392804" y="144589"/>
                </a:cubicBezTo>
                <a:close/>
                <a:moveTo>
                  <a:pt x="1443115" y="0"/>
                </a:moveTo>
                <a:cubicBezTo>
                  <a:pt x="1448660" y="0"/>
                  <a:pt x="1452687" y="1189"/>
                  <a:pt x="1455195" y="3566"/>
                </a:cubicBezTo>
                <a:cubicBezTo>
                  <a:pt x="1457706" y="5942"/>
                  <a:pt x="1458961" y="9837"/>
                  <a:pt x="1458961" y="15250"/>
                </a:cubicBezTo>
                <a:cubicBezTo>
                  <a:pt x="1458961" y="20797"/>
                  <a:pt x="1457706" y="24693"/>
                  <a:pt x="1455195" y="26938"/>
                </a:cubicBezTo>
                <a:cubicBezTo>
                  <a:pt x="1452687" y="29182"/>
                  <a:pt x="1448660" y="30304"/>
                  <a:pt x="1443115" y="30304"/>
                </a:cubicBezTo>
                <a:cubicBezTo>
                  <a:pt x="1437568" y="30304"/>
                  <a:pt x="1433541" y="29182"/>
                  <a:pt x="1431032" y="26938"/>
                </a:cubicBezTo>
                <a:cubicBezTo>
                  <a:pt x="1428524" y="24693"/>
                  <a:pt x="1427269" y="20797"/>
                  <a:pt x="1427269" y="15250"/>
                </a:cubicBezTo>
                <a:cubicBezTo>
                  <a:pt x="1427269" y="9837"/>
                  <a:pt x="1428524" y="5942"/>
                  <a:pt x="1431032" y="3566"/>
                </a:cubicBezTo>
                <a:cubicBezTo>
                  <a:pt x="1433541" y="1189"/>
                  <a:pt x="1437568" y="0"/>
                  <a:pt x="1443115" y="0"/>
                </a:cubicBezTo>
                <a:moveTo>
                  <a:pt x="1457770" y="115476"/>
                </a:moveTo>
                <a:cubicBezTo>
                  <a:pt x="1457770" y="118512"/>
                  <a:pt x="1458464" y="120691"/>
                  <a:pt x="1459850" y="122013"/>
                </a:cubicBezTo>
                <a:cubicBezTo>
                  <a:pt x="1461238" y="123333"/>
                  <a:pt x="1463054" y="123992"/>
                  <a:pt x="1465299" y="123992"/>
                </a:cubicBezTo>
                <a:lnTo>
                  <a:pt x="1469458" y="123992"/>
                </a:lnTo>
                <a:cubicBezTo>
                  <a:pt x="1471305" y="123992"/>
                  <a:pt x="1472229" y="124851"/>
                  <a:pt x="1472229" y="126567"/>
                </a:cubicBezTo>
                <a:cubicBezTo>
                  <a:pt x="1472229" y="127754"/>
                  <a:pt x="1471601" y="129338"/>
                  <a:pt x="1470346" y="131319"/>
                </a:cubicBezTo>
                <a:cubicBezTo>
                  <a:pt x="1469093" y="133299"/>
                  <a:pt x="1467509" y="135281"/>
                  <a:pt x="1465595" y="137263"/>
                </a:cubicBezTo>
                <a:cubicBezTo>
                  <a:pt x="1463681" y="139244"/>
                  <a:pt x="1461502" y="140961"/>
                  <a:pt x="1459058" y="142413"/>
                </a:cubicBezTo>
                <a:cubicBezTo>
                  <a:pt x="1456616" y="143864"/>
                  <a:pt x="1454206" y="144589"/>
                  <a:pt x="1451829" y="144589"/>
                </a:cubicBezTo>
                <a:cubicBezTo>
                  <a:pt x="1444434" y="144589"/>
                  <a:pt x="1438690" y="142510"/>
                  <a:pt x="1434595" y="138351"/>
                </a:cubicBezTo>
                <a:cubicBezTo>
                  <a:pt x="1430503" y="134193"/>
                  <a:pt x="1428457" y="128416"/>
                  <a:pt x="1428457" y="121022"/>
                </a:cubicBezTo>
                <a:lnTo>
                  <a:pt x="1428457" y="46350"/>
                </a:lnTo>
                <a:cubicBezTo>
                  <a:pt x="1428457" y="45028"/>
                  <a:pt x="1429414" y="43906"/>
                  <a:pt x="1431328" y="42983"/>
                </a:cubicBezTo>
                <a:cubicBezTo>
                  <a:pt x="1433245" y="42058"/>
                  <a:pt x="1437174" y="41596"/>
                  <a:pt x="1443115" y="41596"/>
                </a:cubicBezTo>
                <a:cubicBezTo>
                  <a:pt x="1449188" y="41596"/>
                  <a:pt x="1453148" y="42058"/>
                  <a:pt x="1454996" y="42983"/>
                </a:cubicBezTo>
                <a:cubicBezTo>
                  <a:pt x="1456846" y="43906"/>
                  <a:pt x="1457770" y="45028"/>
                  <a:pt x="1457770" y="46350"/>
                </a:cubicBezTo>
                <a:lnTo>
                  <a:pt x="1457770" y="115476"/>
                </a:lnTo>
                <a:close/>
                <a:moveTo>
                  <a:pt x="1577603" y="144589"/>
                </a:moveTo>
                <a:cubicBezTo>
                  <a:pt x="1570209" y="144589"/>
                  <a:pt x="1564497" y="142510"/>
                  <a:pt x="1560470" y="138351"/>
                </a:cubicBezTo>
                <a:cubicBezTo>
                  <a:pt x="1556444" y="134193"/>
                  <a:pt x="1554431" y="128416"/>
                  <a:pt x="1554431" y="121022"/>
                </a:cubicBezTo>
                <a:lnTo>
                  <a:pt x="1554431" y="75859"/>
                </a:lnTo>
                <a:cubicBezTo>
                  <a:pt x="1554431" y="71106"/>
                  <a:pt x="1553242" y="67608"/>
                  <a:pt x="1550865" y="65363"/>
                </a:cubicBezTo>
                <a:cubicBezTo>
                  <a:pt x="1548487" y="63119"/>
                  <a:pt x="1545121" y="61996"/>
                  <a:pt x="1540764" y="61996"/>
                </a:cubicBezTo>
                <a:cubicBezTo>
                  <a:pt x="1538387" y="61996"/>
                  <a:pt x="1536043" y="62492"/>
                  <a:pt x="1533732" y="63483"/>
                </a:cubicBezTo>
                <a:cubicBezTo>
                  <a:pt x="1531420" y="64472"/>
                  <a:pt x="1529308" y="65694"/>
                  <a:pt x="1527394" y="67146"/>
                </a:cubicBezTo>
                <a:cubicBezTo>
                  <a:pt x="1525480" y="68599"/>
                  <a:pt x="1523928" y="70118"/>
                  <a:pt x="1522739" y="71704"/>
                </a:cubicBezTo>
                <a:cubicBezTo>
                  <a:pt x="1521551" y="73288"/>
                  <a:pt x="1520956" y="74673"/>
                  <a:pt x="1520956" y="75859"/>
                </a:cubicBezTo>
                <a:lnTo>
                  <a:pt x="1520956" y="137856"/>
                </a:lnTo>
                <a:cubicBezTo>
                  <a:pt x="1520956" y="139044"/>
                  <a:pt x="1520031" y="140135"/>
                  <a:pt x="1518182" y="141126"/>
                </a:cubicBezTo>
                <a:cubicBezTo>
                  <a:pt x="1516334" y="142115"/>
                  <a:pt x="1512373" y="142610"/>
                  <a:pt x="1506298" y="142610"/>
                </a:cubicBezTo>
                <a:cubicBezTo>
                  <a:pt x="1500356" y="142610"/>
                  <a:pt x="1496428" y="142115"/>
                  <a:pt x="1494514" y="141126"/>
                </a:cubicBezTo>
                <a:cubicBezTo>
                  <a:pt x="1492600" y="140135"/>
                  <a:pt x="1491643" y="139044"/>
                  <a:pt x="1491643" y="137856"/>
                </a:cubicBezTo>
                <a:lnTo>
                  <a:pt x="1491643" y="68533"/>
                </a:lnTo>
                <a:cubicBezTo>
                  <a:pt x="1491643" y="66420"/>
                  <a:pt x="1491346" y="64604"/>
                  <a:pt x="1490752" y="63087"/>
                </a:cubicBezTo>
                <a:cubicBezTo>
                  <a:pt x="1490157" y="61568"/>
                  <a:pt x="1489530" y="60281"/>
                  <a:pt x="1488869" y="59225"/>
                </a:cubicBezTo>
                <a:cubicBezTo>
                  <a:pt x="1488208" y="58167"/>
                  <a:pt x="1487580" y="57209"/>
                  <a:pt x="1486986" y="56351"/>
                </a:cubicBezTo>
                <a:cubicBezTo>
                  <a:pt x="1486393" y="55492"/>
                  <a:pt x="1486097" y="54667"/>
                  <a:pt x="1486097" y="53875"/>
                </a:cubicBezTo>
                <a:cubicBezTo>
                  <a:pt x="1486097" y="52687"/>
                  <a:pt x="1486988" y="51300"/>
                  <a:pt x="1488769" y="49717"/>
                </a:cubicBezTo>
                <a:cubicBezTo>
                  <a:pt x="1490552" y="48131"/>
                  <a:pt x="1492665" y="46580"/>
                  <a:pt x="1495107" y="45062"/>
                </a:cubicBezTo>
                <a:cubicBezTo>
                  <a:pt x="1497551" y="43543"/>
                  <a:pt x="1500027" y="42256"/>
                  <a:pt x="1502535" y="41200"/>
                </a:cubicBezTo>
                <a:cubicBezTo>
                  <a:pt x="1505044" y="40142"/>
                  <a:pt x="1507091" y="39613"/>
                  <a:pt x="1508677" y="39613"/>
                </a:cubicBezTo>
                <a:cubicBezTo>
                  <a:pt x="1510260" y="39613"/>
                  <a:pt x="1511647" y="39977"/>
                  <a:pt x="1512835" y="40704"/>
                </a:cubicBezTo>
                <a:cubicBezTo>
                  <a:pt x="1514024" y="41430"/>
                  <a:pt x="1515080" y="42387"/>
                  <a:pt x="1516003" y="43575"/>
                </a:cubicBezTo>
                <a:cubicBezTo>
                  <a:pt x="1516928" y="44764"/>
                  <a:pt x="1517720" y="46052"/>
                  <a:pt x="1518381" y="47438"/>
                </a:cubicBezTo>
                <a:cubicBezTo>
                  <a:pt x="1519042" y="48824"/>
                  <a:pt x="1519637" y="50177"/>
                  <a:pt x="1520164" y="51497"/>
                </a:cubicBezTo>
                <a:cubicBezTo>
                  <a:pt x="1521748" y="50177"/>
                  <a:pt x="1523761" y="48824"/>
                  <a:pt x="1526203" y="47438"/>
                </a:cubicBezTo>
                <a:cubicBezTo>
                  <a:pt x="1528647" y="46052"/>
                  <a:pt x="1531322" y="44764"/>
                  <a:pt x="1534227" y="43575"/>
                </a:cubicBezTo>
                <a:cubicBezTo>
                  <a:pt x="1537133" y="42387"/>
                  <a:pt x="1540269" y="41430"/>
                  <a:pt x="1543636" y="40704"/>
                </a:cubicBezTo>
                <a:cubicBezTo>
                  <a:pt x="1547002" y="39977"/>
                  <a:pt x="1550402" y="39613"/>
                  <a:pt x="1553836" y="39613"/>
                </a:cubicBezTo>
                <a:cubicBezTo>
                  <a:pt x="1558194" y="39613"/>
                  <a:pt x="1562188" y="40241"/>
                  <a:pt x="1565819" y="41496"/>
                </a:cubicBezTo>
                <a:cubicBezTo>
                  <a:pt x="1569450" y="42749"/>
                  <a:pt x="1572586" y="44531"/>
                  <a:pt x="1575228" y="46842"/>
                </a:cubicBezTo>
                <a:cubicBezTo>
                  <a:pt x="1577869" y="49154"/>
                  <a:pt x="1579948" y="51960"/>
                  <a:pt x="1581466" y="55263"/>
                </a:cubicBezTo>
                <a:cubicBezTo>
                  <a:pt x="1582985" y="58563"/>
                  <a:pt x="1583744" y="62326"/>
                  <a:pt x="1583744" y="66551"/>
                </a:cubicBezTo>
                <a:lnTo>
                  <a:pt x="1583744" y="115476"/>
                </a:lnTo>
                <a:cubicBezTo>
                  <a:pt x="1583744" y="118512"/>
                  <a:pt x="1584437" y="120691"/>
                  <a:pt x="1585824" y="122013"/>
                </a:cubicBezTo>
                <a:cubicBezTo>
                  <a:pt x="1587210" y="123333"/>
                  <a:pt x="1589025" y="123992"/>
                  <a:pt x="1591270" y="123992"/>
                </a:cubicBezTo>
                <a:lnTo>
                  <a:pt x="1595429" y="123992"/>
                </a:lnTo>
                <a:cubicBezTo>
                  <a:pt x="1597278" y="123992"/>
                  <a:pt x="1598203" y="124851"/>
                  <a:pt x="1598203" y="126567"/>
                </a:cubicBezTo>
                <a:cubicBezTo>
                  <a:pt x="1598203" y="127754"/>
                  <a:pt x="1597575" y="129338"/>
                  <a:pt x="1596320" y="131319"/>
                </a:cubicBezTo>
                <a:cubicBezTo>
                  <a:pt x="1595067" y="133299"/>
                  <a:pt x="1593450" y="135281"/>
                  <a:pt x="1591469" y="137263"/>
                </a:cubicBezTo>
                <a:cubicBezTo>
                  <a:pt x="1589489" y="139244"/>
                  <a:pt x="1587276" y="140961"/>
                  <a:pt x="1584832" y="142413"/>
                </a:cubicBezTo>
                <a:cubicBezTo>
                  <a:pt x="1582390" y="143864"/>
                  <a:pt x="1579981" y="144589"/>
                  <a:pt x="1577603" y="144589"/>
                </a:cubicBezTo>
                <a:close/>
                <a:moveTo>
                  <a:pt x="1676637" y="137064"/>
                </a:moveTo>
                <a:cubicBezTo>
                  <a:pt x="1674524" y="138517"/>
                  <a:pt x="1672279" y="139771"/>
                  <a:pt x="1669904" y="140827"/>
                </a:cubicBezTo>
                <a:cubicBezTo>
                  <a:pt x="1667659" y="141882"/>
                  <a:pt x="1665118" y="142773"/>
                  <a:pt x="1662279" y="143498"/>
                </a:cubicBezTo>
                <a:cubicBezTo>
                  <a:pt x="1659440" y="144226"/>
                  <a:pt x="1656304" y="144589"/>
                  <a:pt x="1652870" y="144589"/>
                </a:cubicBezTo>
                <a:cubicBezTo>
                  <a:pt x="1647984" y="144589"/>
                  <a:pt x="1643032" y="143632"/>
                  <a:pt x="1638013" y="141718"/>
                </a:cubicBezTo>
                <a:cubicBezTo>
                  <a:pt x="1632996" y="139804"/>
                  <a:pt x="1628440" y="136900"/>
                  <a:pt x="1624346" y="133005"/>
                </a:cubicBezTo>
                <a:cubicBezTo>
                  <a:pt x="1620254" y="129108"/>
                  <a:pt x="1616920" y="124189"/>
                  <a:pt x="1614345" y="118247"/>
                </a:cubicBezTo>
                <a:cubicBezTo>
                  <a:pt x="1611770" y="112305"/>
                  <a:pt x="1610483" y="105307"/>
                  <a:pt x="1610483" y="97251"/>
                </a:cubicBezTo>
                <a:cubicBezTo>
                  <a:pt x="1610483" y="86687"/>
                  <a:pt x="1612265" y="77741"/>
                  <a:pt x="1615829" y="70413"/>
                </a:cubicBezTo>
                <a:cubicBezTo>
                  <a:pt x="1619395" y="63085"/>
                  <a:pt x="1624017" y="57143"/>
                  <a:pt x="1629695" y="52588"/>
                </a:cubicBezTo>
                <a:cubicBezTo>
                  <a:pt x="1635373" y="48032"/>
                  <a:pt x="1641810" y="44731"/>
                  <a:pt x="1649005" y="42684"/>
                </a:cubicBezTo>
                <a:cubicBezTo>
                  <a:pt x="1656202" y="40637"/>
                  <a:pt x="1663432" y="39613"/>
                  <a:pt x="1670696" y="39613"/>
                </a:cubicBezTo>
                <a:cubicBezTo>
                  <a:pt x="1675846" y="39613"/>
                  <a:pt x="1680599" y="40076"/>
                  <a:pt x="1684955" y="41000"/>
                </a:cubicBezTo>
                <a:cubicBezTo>
                  <a:pt x="1689313" y="41925"/>
                  <a:pt x="1693043" y="43048"/>
                  <a:pt x="1696146" y="44370"/>
                </a:cubicBezTo>
                <a:cubicBezTo>
                  <a:pt x="1699249" y="45690"/>
                  <a:pt x="1701659" y="47142"/>
                  <a:pt x="1703376" y="48725"/>
                </a:cubicBezTo>
                <a:cubicBezTo>
                  <a:pt x="1705092" y="50309"/>
                  <a:pt x="1705951" y="51827"/>
                  <a:pt x="1705951" y="53280"/>
                </a:cubicBezTo>
                <a:lnTo>
                  <a:pt x="1705951" y="148355"/>
                </a:lnTo>
                <a:cubicBezTo>
                  <a:pt x="1705951" y="153900"/>
                  <a:pt x="1704960" y="159214"/>
                  <a:pt x="1702980" y="164298"/>
                </a:cubicBezTo>
                <a:cubicBezTo>
                  <a:pt x="1700999" y="169381"/>
                  <a:pt x="1698061" y="173870"/>
                  <a:pt x="1694167" y="177765"/>
                </a:cubicBezTo>
                <a:cubicBezTo>
                  <a:pt x="1690272" y="181662"/>
                  <a:pt x="1685518" y="184766"/>
                  <a:pt x="1679905" y="187077"/>
                </a:cubicBezTo>
                <a:cubicBezTo>
                  <a:pt x="1674293" y="189388"/>
                  <a:pt x="1667790" y="190543"/>
                  <a:pt x="1660396" y="190543"/>
                </a:cubicBezTo>
                <a:cubicBezTo>
                  <a:pt x="1656434" y="190543"/>
                  <a:pt x="1652539" y="190213"/>
                  <a:pt x="1648709" y="189552"/>
                </a:cubicBezTo>
                <a:cubicBezTo>
                  <a:pt x="1644880" y="188891"/>
                  <a:pt x="1641447" y="188033"/>
                  <a:pt x="1638409" y="186977"/>
                </a:cubicBezTo>
                <a:cubicBezTo>
                  <a:pt x="1635372" y="185921"/>
                  <a:pt x="1632864" y="184766"/>
                  <a:pt x="1630883" y="183510"/>
                </a:cubicBezTo>
                <a:cubicBezTo>
                  <a:pt x="1628902" y="182257"/>
                  <a:pt x="1627648" y="181102"/>
                  <a:pt x="1627120" y="180044"/>
                </a:cubicBezTo>
                <a:cubicBezTo>
                  <a:pt x="1625932" y="177007"/>
                  <a:pt x="1625040" y="174003"/>
                  <a:pt x="1624446" y="171031"/>
                </a:cubicBezTo>
                <a:cubicBezTo>
                  <a:pt x="1623851" y="168061"/>
                  <a:pt x="1623554" y="165652"/>
                  <a:pt x="1623554" y="163802"/>
                </a:cubicBezTo>
                <a:cubicBezTo>
                  <a:pt x="1623554" y="161821"/>
                  <a:pt x="1624479" y="160831"/>
                  <a:pt x="1626328" y="160831"/>
                </a:cubicBezTo>
                <a:cubicBezTo>
                  <a:pt x="1627120" y="160831"/>
                  <a:pt x="1628375" y="161194"/>
                  <a:pt x="1630091" y="161919"/>
                </a:cubicBezTo>
                <a:cubicBezTo>
                  <a:pt x="1631808" y="162647"/>
                  <a:pt x="1633854" y="163473"/>
                  <a:pt x="1636229" y="164397"/>
                </a:cubicBezTo>
                <a:cubicBezTo>
                  <a:pt x="1638607" y="165322"/>
                  <a:pt x="1641380" y="166147"/>
                  <a:pt x="1644550" y="166873"/>
                </a:cubicBezTo>
                <a:cubicBezTo>
                  <a:pt x="1647719" y="167600"/>
                  <a:pt x="1651153" y="167964"/>
                  <a:pt x="1654850" y="167964"/>
                </a:cubicBezTo>
                <a:cubicBezTo>
                  <a:pt x="1661583" y="167964"/>
                  <a:pt x="1666898" y="166279"/>
                  <a:pt x="1670792" y="162911"/>
                </a:cubicBezTo>
                <a:cubicBezTo>
                  <a:pt x="1674689" y="159544"/>
                  <a:pt x="1676637" y="154295"/>
                  <a:pt x="1676637" y="147164"/>
                </a:cubicBezTo>
                <a:lnTo>
                  <a:pt x="1676637" y="137064"/>
                </a:lnTo>
                <a:moveTo>
                  <a:pt x="1676637" y="65958"/>
                </a:moveTo>
                <a:cubicBezTo>
                  <a:pt x="1676637" y="64242"/>
                  <a:pt x="1675845" y="62690"/>
                  <a:pt x="1674259" y="61304"/>
                </a:cubicBezTo>
                <a:cubicBezTo>
                  <a:pt x="1672675" y="59916"/>
                  <a:pt x="1670365" y="59222"/>
                  <a:pt x="1667329" y="59222"/>
                </a:cubicBezTo>
                <a:cubicBezTo>
                  <a:pt x="1664026" y="59222"/>
                  <a:pt x="1660824" y="59816"/>
                  <a:pt x="1657721" y="61005"/>
                </a:cubicBezTo>
                <a:cubicBezTo>
                  <a:pt x="1654618" y="62194"/>
                  <a:pt x="1651878" y="64241"/>
                  <a:pt x="1649500" y="67146"/>
                </a:cubicBezTo>
                <a:cubicBezTo>
                  <a:pt x="1647125" y="70052"/>
                  <a:pt x="1645211" y="73815"/>
                  <a:pt x="1643758" y="78437"/>
                </a:cubicBezTo>
                <a:cubicBezTo>
                  <a:pt x="1642305" y="83058"/>
                  <a:pt x="1641579" y="88867"/>
                  <a:pt x="1641579" y="95867"/>
                </a:cubicBezTo>
                <a:cubicBezTo>
                  <a:pt x="1641579" y="101545"/>
                  <a:pt x="1642173" y="106232"/>
                  <a:pt x="1643362" y="109930"/>
                </a:cubicBezTo>
                <a:cubicBezTo>
                  <a:pt x="1644551" y="113627"/>
                  <a:pt x="1646136" y="116565"/>
                  <a:pt x="1648116" y="118743"/>
                </a:cubicBezTo>
                <a:cubicBezTo>
                  <a:pt x="1650097" y="120921"/>
                  <a:pt x="1652308" y="122439"/>
                  <a:pt x="1654750" y="123297"/>
                </a:cubicBezTo>
                <a:cubicBezTo>
                  <a:pt x="1657194" y="124156"/>
                  <a:pt x="1659670" y="124585"/>
                  <a:pt x="1662179" y="124585"/>
                </a:cubicBezTo>
                <a:cubicBezTo>
                  <a:pt x="1664159" y="124585"/>
                  <a:pt x="1666008" y="124255"/>
                  <a:pt x="1667725" y="123597"/>
                </a:cubicBezTo>
                <a:cubicBezTo>
                  <a:pt x="1669441" y="122936"/>
                  <a:pt x="1670960" y="122044"/>
                  <a:pt x="1672279" y="120922"/>
                </a:cubicBezTo>
                <a:cubicBezTo>
                  <a:pt x="1673601" y="119800"/>
                  <a:pt x="1674658" y="118579"/>
                  <a:pt x="1675450" y="117259"/>
                </a:cubicBezTo>
                <a:cubicBezTo>
                  <a:pt x="1676242" y="115937"/>
                  <a:pt x="1676637" y="114682"/>
                  <a:pt x="1676637" y="113493"/>
                </a:cubicBezTo>
                <a:lnTo>
                  <a:pt x="1676637" y="659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RewardComputation">
            <a:extLst xmlns:a="http://schemas.openxmlformats.org/drawingml/2006/main">
              <a:ext uri="{FF2B5EF4-FFF2-40B4-BE49-F238E27FC236}">
                <a16:creationId xmlns:a16="http://schemas.microsoft.com/office/drawing/2014/main" id="{671CD704-9C43-44CD-A773-34C0C7AC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367" y="1575602"/>
            <a:ext cx="1987530" cy="192314"/>
          </a:xfrm>
          <a:custGeom xmlns:a="http://schemas.openxmlformats.org/drawingml/2006/main">
            <a:pathLst>
              <a:path w="1987530" h="192314">
                <a:moveTo>
                  <a:pt x="14669" y="142749"/>
                </a:moveTo>
                <a:cubicBezTo>
                  <a:pt x="8855" y="142749"/>
                  <a:pt x="4956" y="142286"/>
                  <a:pt x="2974" y="141360"/>
                </a:cubicBezTo>
                <a:cubicBezTo>
                  <a:pt x="991" y="140435"/>
                  <a:pt x="0" y="139378"/>
                  <a:pt x="0" y="138190"/>
                </a:cubicBezTo>
                <a:lnTo>
                  <a:pt x="0" y="19431"/>
                </a:lnTo>
                <a:cubicBezTo>
                  <a:pt x="0" y="17977"/>
                  <a:pt x="1123" y="16556"/>
                  <a:pt x="3370" y="15169"/>
                </a:cubicBezTo>
                <a:cubicBezTo>
                  <a:pt x="5617" y="13779"/>
                  <a:pt x="8656" y="12556"/>
                  <a:pt x="12488" y="11499"/>
                </a:cubicBezTo>
                <a:cubicBezTo>
                  <a:pt x="16322" y="10442"/>
                  <a:pt x="20817" y="9584"/>
                  <a:pt x="25972" y="8924"/>
                </a:cubicBezTo>
                <a:cubicBezTo>
                  <a:pt x="31127" y="8263"/>
                  <a:pt x="36546" y="7932"/>
                  <a:pt x="42229" y="7932"/>
                </a:cubicBezTo>
                <a:cubicBezTo>
                  <a:pt x="50952" y="7932"/>
                  <a:pt x="58849" y="8890"/>
                  <a:pt x="65920" y="10806"/>
                </a:cubicBezTo>
                <a:cubicBezTo>
                  <a:pt x="72993" y="12722"/>
                  <a:pt x="79007" y="15465"/>
                  <a:pt x="83962" y="19035"/>
                </a:cubicBezTo>
                <a:cubicBezTo>
                  <a:pt x="88920" y="22603"/>
                  <a:pt x="92753" y="27030"/>
                  <a:pt x="95461" y="32319"/>
                </a:cubicBezTo>
                <a:cubicBezTo>
                  <a:pt x="98172" y="37605"/>
                  <a:pt x="99527" y="43618"/>
                  <a:pt x="99527" y="50358"/>
                </a:cubicBezTo>
                <a:cubicBezTo>
                  <a:pt x="99527" y="57893"/>
                  <a:pt x="98007" y="64337"/>
                  <a:pt x="94965" y="69689"/>
                </a:cubicBezTo>
                <a:cubicBezTo>
                  <a:pt x="91926" y="75042"/>
                  <a:pt x="88622" y="79437"/>
                  <a:pt x="85055" y="82873"/>
                </a:cubicBezTo>
                <a:cubicBezTo>
                  <a:pt x="80692" y="86838"/>
                  <a:pt x="75801" y="90143"/>
                  <a:pt x="70382" y="92787"/>
                </a:cubicBezTo>
                <a:cubicBezTo>
                  <a:pt x="72498" y="93713"/>
                  <a:pt x="74811" y="95961"/>
                  <a:pt x="77322" y="99530"/>
                </a:cubicBezTo>
                <a:cubicBezTo>
                  <a:pt x="79833" y="103098"/>
                  <a:pt x="82509" y="106865"/>
                  <a:pt x="85351" y="110830"/>
                </a:cubicBezTo>
                <a:cubicBezTo>
                  <a:pt x="88193" y="114795"/>
                  <a:pt x="91265" y="118330"/>
                  <a:pt x="94569" y="121436"/>
                </a:cubicBezTo>
                <a:cubicBezTo>
                  <a:pt x="97875" y="124542"/>
                  <a:pt x="101378" y="126095"/>
                  <a:pt x="105079" y="126095"/>
                </a:cubicBezTo>
                <a:lnTo>
                  <a:pt x="106268" y="126095"/>
                </a:lnTo>
                <a:lnTo>
                  <a:pt x="108648" y="125895"/>
                </a:lnTo>
                <a:cubicBezTo>
                  <a:pt x="109705" y="125895"/>
                  <a:pt x="110630" y="125995"/>
                  <a:pt x="111423" y="126195"/>
                </a:cubicBezTo>
                <a:cubicBezTo>
                  <a:pt x="112215" y="126392"/>
                  <a:pt x="112611" y="127152"/>
                  <a:pt x="112611" y="128473"/>
                </a:cubicBezTo>
                <a:cubicBezTo>
                  <a:pt x="112611" y="129796"/>
                  <a:pt x="111884" y="131383"/>
                  <a:pt x="110430" y="133235"/>
                </a:cubicBezTo>
                <a:cubicBezTo>
                  <a:pt x="108976" y="135084"/>
                  <a:pt x="107027" y="136835"/>
                  <a:pt x="104583" y="138486"/>
                </a:cubicBezTo>
                <a:cubicBezTo>
                  <a:pt x="102138" y="140138"/>
                  <a:pt x="99330" y="141559"/>
                  <a:pt x="96157" y="142749"/>
                </a:cubicBezTo>
                <a:cubicBezTo>
                  <a:pt x="92985" y="143939"/>
                  <a:pt x="89680" y="144534"/>
                  <a:pt x="86244" y="144534"/>
                </a:cubicBezTo>
                <a:cubicBezTo>
                  <a:pt x="80824" y="144534"/>
                  <a:pt x="76231" y="143477"/>
                  <a:pt x="72464" y="141363"/>
                </a:cubicBezTo>
                <a:cubicBezTo>
                  <a:pt x="68696" y="139248"/>
                  <a:pt x="65490" y="136604"/>
                  <a:pt x="62846" y="133431"/>
                </a:cubicBezTo>
                <a:cubicBezTo>
                  <a:pt x="60204" y="130259"/>
                  <a:pt x="57958" y="126789"/>
                  <a:pt x="56106" y="123021"/>
                </a:cubicBezTo>
                <a:cubicBezTo>
                  <a:pt x="54257" y="119254"/>
                  <a:pt x="52473" y="115785"/>
                  <a:pt x="50754" y="112615"/>
                </a:cubicBezTo>
                <a:cubicBezTo>
                  <a:pt x="49036" y="109442"/>
                  <a:pt x="47186" y="106799"/>
                  <a:pt x="45203" y="104685"/>
                </a:cubicBezTo>
                <a:cubicBezTo>
                  <a:pt x="43221" y="102570"/>
                  <a:pt x="40842" y="101512"/>
                  <a:pt x="38067" y="101512"/>
                </a:cubicBezTo>
                <a:lnTo>
                  <a:pt x="31723" y="101512"/>
                </a:lnTo>
                <a:cubicBezTo>
                  <a:pt x="30135" y="101512"/>
                  <a:pt x="29342" y="102304"/>
                  <a:pt x="29342" y="103890"/>
                </a:cubicBezTo>
                <a:lnTo>
                  <a:pt x="29342" y="138190"/>
                </a:lnTo>
                <a:cubicBezTo>
                  <a:pt x="29342" y="139378"/>
                  <a:pt x="28351" y="140435"/>
                  <a:pt x="26368" y="141360"/>
                </a:cubicBezTo>
                <a:cubicBezTo>
                  <a:pt x="24385" y="142286"/>
                  <a:pt x="20486" y="142749"/>
                  <a:pt x="14669" y="142749"/>
                </a:cubicBezTo>
                <a:moveTo>
                  <a:pt x="29342" y="72367"/>
                </a:moveTo>
                <a:cubicBezTo>
                  <a:pt x="29342" y="74349"/>
                  <a:pt x="30134" y="75837"/>
                  <a:pt x="31720" y="76829"/>
                </a:cubicBezTo>
                <a:cubicBezTo>
                  <a:pt x="33307" y="77819"/>
                  <a:pt x="35884" y="78314"/>
                  <a:pt x="39452" y="78314"/>
                </a:cubicBezTo>
                <a:cubicBezTo>
                  <a:pt x="43153" y="78314"/>
                  <a:pt x="46722" y="77918"/>
                  <a:pt x="50158" y="77125"/>
                </a:cubicBezTo>
                <a:cubicBezTo>
                  <a:pt x="53595" y="76331"/>
                  <a:pt x="56635" y="74942"/>
                  <a:pt x="59280" y="72960"/>
                </a:cubicBezTo>
                <a:cubicBezTo>
                  <a:pt x="61924" y="70977"/>
                  <a:pt x="64038" y="68301"/>
                  <a:pt x="65623" y="64931"/>
                </a:cubicBezTo>
                <a:cubicBezTo>
                  <a:pt x="67211" y="61561"/>
                  <a:pt x="68004" y="57298"/>
                  <a:pt x="68004" y="52143"/>
                </a:cubicBezTo>
                <a:cubicBezTo>
                  <a:pt x="68004" y="48045"/>
                  <a:pt x="67409" y="44608"/>
                  <a:pt x="66219" y="41833"/>
                </a:cubicBezTo>
                <a:cubicBezTo>
                  <a:pt x="65030" y="39058"/>
                  <a:pt x="63377" y="36844"/>
                  <a:pt x="61261" y="35193"/>
                </a:cubicBezTo>
                <a:cubicBezTo>
                  <a:pt x="59147" y="33541"/>
                  <a:pt x="56637" y="32384"/>
                  <a:pt x="53728" y="31723"/>
                </a:cubicBezTo>
                <a:cubicBezTo>
                  <a:pt x="50820" y="31061"/>
                  <a:pt x="47714" y="30730"/>
                  <a:pt x="44411" y="30730"/>
                </a:cubicBezTo>
                <a:cubicBezTo>
                  <a:pt x="34365" y="30730"/>
                  <a:pt x="29342" y="32845"/>
                  <a:pt x="29342" y="37074"/>
                </a:cubicBezTo>
                <a:lnTo>
                  <a:pt x="29342" y="72367"/>
                </a:lnTo>
                <a:close/>
                <a:moveTo>
                  <a:pt x="179425" y="144730"/>
                </a:moveTo>
                <a:cubicBezTo>
                  <a:pt x="171628" y="144730"/>
                  <a:pt x="164392" y="143707"/>
                  <a:pt x="157716" y="141660"/>
                </a:cubicBezTo>
                <a:cubicBezTo>
                  <a:pt x="151042" y="139611"/>
                  <a:pt x="145292" y="136505"/>
                  <a:pt x="140466" y="132342"/>
                </a:cubicBezTo>
                <a:cubicBezTo>
                  <a:pt x="135642" y="128177"/>
                  <a:pt x="131842" y="122989"/>
                  <a:pt x="129067" y="116777"/>
                </a:cubicBezTo>
                <a:cubicBezTo>
                  <a:pt x="126292" y="110565"/>
                  <a:pt x="124904" y="103229"/>
                  <a:pt x="124904" y="94769"/>
                </a:cubicBezTo>
                <a:cubicBezTo>
                  <a:pt x="124904" y="84989"/>
                  <a:pt x="126358" y="76629"/>
                  <a:pt x="129267" y="69689"/>
                </a:cubicBezTo>
                <a:cubicBezTo>
                  <a:pt x="132175" y="62749"/>
                  <a:pt x="136041" y="57033"/>
                  <a:pt x="140865" y="52539"/>
                </a:cubicBezTo>
                <a:cubicBezTo>
                  <a:pt x="145690" y="48046"/>
                  <a:pt x="151141" y="44775"/>
                  <a:pt x="157220" y="42725"/>
                </a:cubicBezTo>
                <a:cubicBezTo>
                  <a:pt x="163301" y="40676"/>
                  <a:pt x="169513" y="39652"/>
                  <a:pt x="175858" y="39652"/>
                </a:cubicBezTo>
                <a:cubicBezTo>
                  <a:pt x="182599" y="39652"/>
                  <a:pt x="188480" y="40412"/>
                  <a:pt x="193502" y="41933"/>
                </a:cubicBezTo>
                <a:cubicBezTo>
                  <a:pt x="198526" y="43454"/>
                  <a:pt x="202723" y="45503"/>
                  <a:pt x="206093" y="48080"/>
                </a:cubicBezTo>
                <a:cubicBezTo>
                  <a:pt x="209463" y="50658"/>
                  <a:pt x="211974" y="53730"/>
                  <a:pt x="213626" y="57298"/>
                </a:cubicBezTo>
                <a:cubicBezTo>
                  <a:pt x="215279" y="60866"/>
                  <a:pt x="216106" y="64699"/>
                  <a:pt x="216106" y="68797"/>
                </a:cubicBezTo>
                <a:cubicBezTo>
                  <a:pt x="216106" y="75406"/>
                  <a:pt x="214189" y="81057"/>
                  <a:pt x="210355" y="85750"/>
                </a:cubicBezTo>
                <a:cubicBezTo>
                  <a:pt x="206521" y="90442"/>
                  <a:pt x="201696" y="94308"/>
                  <a:pt x="195879" y="97349"/>
                </a:cubicBezTo>
                <a:cubicBezTo>
                  <a:pt x="190065" y="100389"/>
                  <a:pt x="183788" y="102635"/>
                  <a:pt x="177047" y="104089"/>
                </a:cubicBezTo>
                <a:cubicBezTo>
                  <a:pt x="170307" y="105542"/>
                  <a:pt x="163962" y="106400"/>
                  <a:pt x="158013" y="106664"/>
                </a:cubicBezTo>
                <a:cubicBezTo>
                  <a:pt x="160261" y="112745"/>
                  <a:pt x="163863" y="116908"/>
                  <a:pt x="168819" y="119155"/>
                </a:cubicBezTo>
                <a:cubicBezTo>
                  <a:pt x="173776" y="121402"/>
                  <a:pt x="179096" y="122525"/>
                  <a:pt x="184780" y="122525"/>
                </a:cubicBezTo>
                <a:cubicBezTo>
                  <a:pt x="188612" y="122525"/>
                  <a:pt x="192015" y="122063"/>
                  <a:pt x="194990" y="121140"/>
                </a:cubicBezTo>
                <a:cubicBezTo>
                  <a:pt x="197965" y="120214"/>
                  <a:pt x="200576" y="119189"/>
                  <a:pt x="202822" y="118066"/>
                </a:cubicBezTo>
                <a:cubicBezTo>
                  <a:pt x="205069" y="116943"/>
                  <a:pt x="206920" y="115918"/>
                  <a:pt x="208374" y="114992"/>
                </a:cubicBezTo>
                <a:cubicBezTo>
                  <a:pt x="209828" y="114067"/>
                  <a:pt x="210951" y="113604"/>
                  <a:pt x="211744" y="113604"/>
                </a:cubicBezTo>
                <a:cubicBezTo>
                  <a:pt x="212403" y="113604"/>
                  <a:pt x="213031" y="113802"/>
                  <a:pt x="213626" y="114200"/>
                </a:cubicBezTo>
                <a:cubicBezTo>
                  <a:pt x="214220" y="114595"/>
                  <a:pt x="214518" y="115322"/>
                  <a:pt x="214518" y="116381"/>
                </a:cubicBezTo>
                <a:cubicBezTo>
                  <a:pt x="214518" y="117966"/>
                  <a:pt x="214187" y="120312"/>
                  <a:pt x="213526" y="123418"/>
                </a:cubicBezTo>
                <a:cubicBezTo>
                  <a:pt x="212866" y="126524"/>
                  <a:pt x="211941" y="129597"/>
                  <a:pt x="210752" y="132639"/>
                </a:cubicBezTo>
                <a:cubicBezTo>
                  <a:pt x="210354" y="133695"/>
                  <a:pt x="209296" y="134918"/>
                  <a:pt x="207578" y="136305"/>
                </a:cubicBezTo>
                <a:cubicBezTo>
                  <a:pt x="205862" y="137693"/>
                  <a:pt x="203648" y="139015"/>
                  <a:pt x="200938" y="140271"/>
                </a:cubicBezTo>
                <a:cubicBezTo>
                  <a:pt x="198229" y="141526"/>
                  <a:pt x="195057" y="142583"/>
                  <a:pt x="191420" y="143442"/>
                </a:cubicBezTo>
                <a:cubicBezTo>
                  <a:pt x="187786" y="144301"/>
                  <a:pt x="183788" y="144730"/>
                  <a:pt x="179425" y="144730"/>
                </a:cubicBezTo>
                <a:moveTo>
                  <a:pt x="156231" y="91598"/>
                </a:moveTo>
                <a:cubicBezTo>
                  <a:pt x="160196" y="91201"/>
                  <a:pt x="163995" y="90375"/>
                  <a:pt x="167630" y="89121"/>
                </a:cubicBezTo>
                <a:cubicBezTo>
                  <a:pt x="171264" y="87864"/>
                  <a:pt x="174502" y="86211"/>
                  <a:pt x="177344" y="84162"/>
                </a:cubicBezTo>
                <a:cubicBezTo>
                  <a:pt x="180186" y="82113"/>
                  <a:pt x="182432" y="79635"/>
                  <a:pt x="184084" y="76729"/>
                </a:cubicBezTo>
                <a:cubicBezTo>
                  <a:pt x="185738" y="73821"/>
                  <a:pt x="186565" y="70582"/>
                  <a:pt x="186565" y="67012"/>
                </a:cubicBezTo>
                <a:cubicBezTo>
                  <a:pt x="186565" y="64237"/>
                  <a:pt x="185606" y="61958"/>
                  <a:pt x="183688" y="60175"/>
                </a:cubicBezTo>
                <a:cubicBezTo>
                  <a:pt x="181772" y="58390"/>
                  <a:pt x="179492" y="57498"/>
                  <a:pt x="176848" y="57498"/>
                </a:cubicBezTo>
                <a:cubicBezTo>
                  <a:pt x="174337" y="57498"/>
                  <a:pt x="171891" y="58093"/>
                  <a:pt x="169511" y="59283"/>
                </a:cubicBezTo>
                <a:cubicBezTo>
                  <a:pt x="167134" y="60470"/>
                  <a:pt x="164986" y="62420"/>
                  <a:pt x="163068" y="65130"/>
                </a:cubicBezTo>
                <a:cubicBezTo>
                  <a:pt x="161152" y="67839"/>
                  <a:pt x="159599" y="71341"/>
                  <a:pt x="158409" y="75637"/>
                </a:cubicBezTo>
                <a:cubicBezTo>
                  <a:pt x="157221" y="79933"/>
                  <a:pt x="156495" y="85253"/>
                  <a:pt x="156231" y="91598"/>
                </a:cubicBezTo>
                <a:close/>
                <a:moveTo>
                  <a:pt x="268841" y="144730"/>
                </a:moveTo>
                <a:cubicBezTo>
                  <a:pt x="257607" y="144730"/>
                  <a:pt x="248652" y="141559"/>
                  <a:pt x="241977" y="135216"/>
                </a:cubicBezTo>
                <a:cubicBezTo>
                  <a:pt x="235303" y="128871"/>
                  <a:pt x="231966" y="119487"/>
                  <a:pt x="231966" y="107063"/>
                </a:cubicBezTo>
                <a:lnTo>
                  <a:pt x="231966" y="46395"/>
                </a:lnTo>
                <a:cubicBezTo>
                  <a:pt x="231966" y="45072"/>
                  <a:pt x="232924" y="43949"/>
                  <a:pt x="234840" y="43025"/>
                </a:cubicBezTo>
                <a:cubicBezTo>
                  <a:pt x="236756" y="42099"/>
                  <a:pt x="240688" y="41636"/>
                  <a:pt x="246635" y="41636"/>
                </a:cubicBezTo>
                <a:cubicBezTo>
                  <a:pt x="252716" y="41636"/>
                  <a:pt x="256681" y="42099"/>
                  <a:pt x="258531" y="43025"/>
                </a:cubicBezTo>
                <a:cubicBezTo>
                  <a:pt x="260382" y="43949"/>
                  <a:pt x="261308" y="45072"/>
                  <a:pt x="261308" y="46395"/>
                </a:cubicBezTo>
                <a:lnTo>
                  <a:pt x="261308" y="101512"/>
                </a:lnTo>
                <a:cubicBezTo>
                  <a:pt x="261308" y="108781"/>
                  <a:pt x="262695" y="113936"/>
                  <a:pt x="265471" y="116977"/>
                </a:cubicBezTo>
                <a:cubicBezTo>
                  <a:pt x="268248" y="120016"/>
                  <a:pt x="272015" y="121536"/>
                  <a:pt x="276773" y="121536"/>
                </a:cubicBezTo>
                <a:cubicBezTo>
                  <a:pt x="281266" y="121536"/>
                  <a:pt x="285033" y="120115"/>
                  <a:pt x="288072" y="117273"/>
                </a:cubicBezTo>
                <a:cubicBezTo>
                  <a:pt x="291114" y="114432"/>
                  <a:pt x="292634" y="110763"/>
                  <a:pt x="292634" y="106268"/>
                </a:cubicBezTo>
                <a:lnTo>
                  <a:pt x="292634" y="46395"/>
                </a:lnTo>
                <a:cubicBezTo>
                  <a:pt x="292634" y="45072"/>
                  <a:pt x="293592" y="43949"/>
                  <a:pt x="295508" y="43025"/>
                </a:cubicBezTo>
                <a:cubicBezTo>
                  <a:pt x="297424" y="42099"/>
                  <a:pt x="301356" y="41636"/>
                  <a:pt x="307304" y="41636"/>
                </a:cubicBezTo>
                <a:cubicBezTo>
                  <a:pt x="313384" y="41636"/>
                  <a:pt x="317349" y="42099"/>
                  <a:pt x="319199" y="43025"/>
                </a:cubicBezTo>
                <a:cubicBezTo>
                  <a:pt x="321050" y="43949"/>
                  <a:pt x="321976" y="45072"/>
                  <a:pt x="321976" y="46395"/>
                </a:cubicBezTo>
                <a:lnTo>
                  <a:pt x="321976" y="106467"/>
                </a:lnTo>
                <a:cubicBezTo>
                  <a:pt x="321976" y="111094"/>
                  <a:pt x="323231" y="114762"/>
                  <a:pt x="325742" y="117473"/>
                </a:cubicBezTo>
                <a:cubicBezTo>
                  <a:pt x="328255" y="120182"/>
                  <a:pt x="331627" y="121536"/>
                  <a:pt x="335856" y="121536"/>
                </a:cubicBezTo>
                <a:cubicBezTo>
                  <a:pt x="342332" y="121536"/>
                  <a:pt x="347156" y="118363"/>
                  <a:pt x="350329" y="112019"/>
                </a:cubicBezTo>
                <a:cubicBezTo>
                  <a:pt x="353501" y="105674"/>
                  <a:pt x="355087" y="96752"/>
                  <a:pt x="355087" y="85254"/>
                </a:cubicBezTo>
                <a:cubicBezTo>
                  <a:pt x="355087" y="79305"/>
                  <a:pt x="354658" y="74150"/>
                  <a:pt x="353799" y="69789"/>
                </a:cubicBezTo>
                <a:cubicBezTo>
                  <a:pt x="352939" y="65427"/>
                  <a:pt x="352014" y="61693"/>
                  <a:pt x="351021" y="58587"/>
                </a:cubicBezTo>
                <a:cubicBezTo>
                  <a:pt x="350031" y="55481"/>
                  <a:pt x="349106" y="52937"/>
                  <a:pt x="348247" y="50954"/>
                </a:cubicBezTo>
                <a:cubicBezTo>
                  <a:pt x="347388" y="48972"/>
                  <a:pt x="346958" y="47517"/>
                  <a:pt x="346958" y="46592"/>
                </a:cubicBezTo>
                <a:cubicBezTo>
                  <a:pt x="346958" y="45138"/>
                  <a:pt x="348015" y="43949"/>
                  <a:pt x="350129" y="43025"/>
                </a:cubicBezTo>
                <a:cubicBezTo>
                  <a:pt x="352245" y="42099"/>
                  <a:pt x="355086" y="41636"/>
                  <a:pt x="358654" y="41636"/>
                </a:cubicBezTo>
                <a:cubicBezTo>
                  <a:pt x="364471" y="41636"/>
                  <a:pt x="369031" y="42529"/>
                  <a:pt x="372334" y="44314"/>
                </a:cubicBezTo>
                <a:cubicBezTo>
                  <a:pt x="375640" y="46097"/>
                  <a:pt x="377887" y="48376"/>
                  <a:pt x="379077" y="51151"/>
                </a:cubicBezTo>
                <a:cubicBezTo>
                  <a:pt x="382909" y="60535"/>
                  <a:pt x="384825" y="71109"/>
                  <a:pt x="384825" y="82873"/>
                </a:cubicBezTo>
                <a:cubicBezTo>
                  <a:pt x="384825" y="91332"/>
                  <a:pt x="383669" y="99329"/>
                  <a:pt x="381355" y="106864"/>
                </a:cubicBezTo>
                <a:cubicBezTo>
                  <a:pt x="379042" y="114398"/>
                  <a:pt x="375704" y="120974"/>
                  <a:pt x="371342" y="126591"/>
                </a:cubicBezTo>
                <a:cubicBezTo>
                  <a:pt x="366981" y="132208"/>
                  <a:pt x="361596" y="136636"/>
                  <a:pt x="355184" y="139875"/>
                </a:cubicBezTo>
                <a:cubicBezTo>
                  <a:pt x="348775" y="143112"/>
                  <a:pt x="341406" y="144730"/>
                  <a:pt x="333079" y="144730"/>
                </a:cubicBezTo>
                <a:cubicBezTo>
                  <a:pt x="327793" y="144730"/>
                  <a:pt x="323134" y="144070"/>
                  <a:pt x="319102" y="142749"/>
                </a:cubicBezTo>
                <a:cubicBezTo>
                  <a:pt x="315070" y="141428"/>
                  <a:pt x="311733" y="139908"/>
                  <a:pt x="309089" y="138190"/>
                </a:cubicBezTo>
                <a:cubicBezTo>
                  <a:pt x="305916" y="136338"/>
                  <a:pt x="303141" y="134224"/>
                  <a:pt x="300763" y="131846"/>
                </a:cubicBezTo>
                <a:cubicBezTo>
                  <a:pt x="300235" y="132374"/>
                  <a:pt x="299144" y="133332"/>
                  <a:pt x="297490" y="134720"/>
                </a:cubicBezTo>
                <a:cubicBezTo>
                  <a:pt x="295838" y="136108"/>
                  <a:pt x="293657" y="137528"/>
                  <a:pt x="290946" y="138982"/>
                </a:cubicBezTo>
                <a:cubicBezTo>
                  <a:pt x="288238" y="140437"/>
                  <a:pt x="285033" y="141758"/>
                  <a:pt x="281332" y="142946"/>
                </a:cubicBezTo>
                <a:cubicBezTo>
                  <a:pt x="277631" y="144135"/>
                  <a:pt x="273467" y="144730"/>
                  <a:pt x="268841" y="144730"/>
                </a:cubicBezTo>
                <a:close/>
                <a:moveTo>
                  <a:pt x="479396" y="144730"/>
                </a:moveTo>
                <a:cubicBezTo>
                  <a:pt x="476488" y="144730"/>
                  <a:pt x="473877" y="144202"/>
                  <a:pt x="471564" y="143145"/>
                </a:cubicBezTo>
                <a:cubicBezTo>
                  <a:pt x="469253" y="142088"/>
                  <a:pt x="467238" y="140898"/>
                  <a:pt x="465520" y="139575"/>
                </a:cubicBezTo>
                <a:cubicBezTo>
                  <a:pt x="463537" y="138123"/>
                  <a:pt x="461819" y="136472"/>
                  <a:pt x="460365" y="134620"/>
                </a:cubicBezTo>
                <a:cubicBezTo>
                  <a:pt x="456664" y="137264"/>
                  <a:pt x="452368" y="139611"/>
                  <a:pt x="447477" y="141660"/>
                </a:cubicBezTo>
                <a:cubicBezTo>
                  <a:pt x="442586" y="143707"/>
                  <a:pt x="436771" y="144730"/>
                  <a:pt x="430031" y="144730"/>
                </a:cubicBezTo>
                <a:cubicBezTo>
                  <a:pt x="425271" y="144730"/>
                  <a:pt x="420875" y="144070"/>
                  <a:pt x="416844" y="142749"/>
                </a:cubicBezTo>
                <a:cubicBezTo>
                  <a:pt x="412814" y="141428"/>
                  <a:pt x="409312" y="139545"/>
                  <a:pt x="406337" y="137101"/>
                </a:cubicBezTo>
                <a:cubicBezTo>
                  <a:pt x="403364" y="134654"/>
                  <a:pt x="401051" y="131614"/>
                  <a:pt x="399397" y="127980"/>
                </a:cubicBezTo>
                <a:cubicBezTo>
                  <a:pt x="397745" y="124343"/>
                  <a:pt x="396919" y="120213"/>
                  <a:pt x="396919" y="115588"/>
                </a:cubicBezTo>
                <a:cubicBezTo>
                  <a:pt x="396919" y="109772"/>
                  <a:pt x="397877" y="104848"/>
                  <a:pt x="399793" y="100816"/>
                </a:cubicBezTo>
                <a:cubicBezTo>
                  <a:pt x="401711" y="96784"/>
                  <a:pt x="404553" y="93348"/>
                  <a:pt x="408318" y="90506"/>
                </a:cubicBezTo>
                <a:cubicBezTo>
                  <a:pt x="412086" y="87664"/>
                  <a:pt x="416745" y="85252"/>
                  <a:pt x="422295" y="83270"/>
                </a:cubicBezTo>
                <a:cubicBezTo>
                  <a:pt x="427847" y="81287"/>
                  <a:pt x="434192" y="79437"/>
                  <a:pt x="441330" y="77718"/>
                </a:cubicBezTo>
                <a:cubicBezTo>
                  <a:pt x="446090" y="76662"/>
                  <a:pt x="449658" y="75605"/>
                  <a:pt x="452036" y="74548"/>
                </a:cubicBezTo>
                <a:cubicBezTo>
                  <a:pt x="454416" y="73489"/>
                  <a:pt x="455606" y="72233"/>
                  <a:pt x="455606" y="70778"/>
                </a:cubicBezTo>
                <a:cubicBezTo>
                  <a:pt x="455606" y="67872"/>
                  <a:pt x="454284" y="65527"/>
                  <a:pt x="451640" y="63742"/>
                </a:cubicBezTo>
                <a:cubicBezTo>
                  <a:pt x="448996" y="61957"/>
                  <a:pt x="444899" y="61064"/>
                  <a:pt x="439348" y="61064"/>
                </a:cubicBezTo>
                <a:cubicBezTo>
                  <a:pt x="435514" y="61064"/>
                  <a:pt x="431879" y="61527"/>
                  <a:pt x="428442" y="62453"/>
                </a:cubicBezTo>
                <a:cubicBezTo>
                  <a:pt x="425008" y="63379"/>
                  <a:pt x="421935" y="64437"/>
                  <a:pt x="419224" y="65627"/>
                </a:cubicBezTo>
                <a:cubicBezTo>
                  <a:pt x="416516" y="66814"/>
                  <a:pt x="414236" y="67871"/>
                  <a:pt x="412384" y="68797"/>
                </a:cubicBezTo>
                <a:cubicBezTo>
                  <a:pt x="410535" y="69723"/>
                  <a:pt x="409213" y="70186"/>
                  <a:pt x="408418" y="70186"/>
                </a:cubicBezTo>
                <a:cubicBezTo>
                  <a:pt x="406700" y="70186"/>
                  <a:pt x="405841" y="69194"/>
                  <a:pt x="405841" y="67212"/>
                </a:cubicBezTo>
                <a:cubicBezTo>
                  <a:pt x="405841" y="65624"/>
                  <a:pt x="406172" y="63311"/>
                  <a:pt x="406833" y="60272"/>
                </a:cubicBezTo>
                <a:cubicBezTo>
                  <a:pt x="407495" y="57232"/>
                  <a:pt x="408552" y="54060"/>
                  <a:pt x="410007" y="50754"/>
                </a:cubicBezTo>
                <a:cubicBezTo>
                  <a:pt x="410535" y="49698"/>
                  <a:pt x="411757" y="48509"/>
                  <a:pt x="413673" y="47188"/>
                </a:cubicBezTo>
                <a:cubicBezTo>
                  <a:pt x="415589" y="45865"/>
                  <a:pt x="418033" y="44641"/>
                  <a:pt x="421006" y="43518"/>
                </a:cubicBezTo>
                <a:cubicBezTo>
                  <a:pt x="423981" y="42395"/>
                  <a:pt x="427385" y="41470"/>
                  <a:pt x="431216" y="40744"/>
                </a:cubicBezTo>
                <a:cubicBezTo>
                  <a:pt x="435050" y="40016"/>
                  <a:pt x="439149" y="39652"/>
                  <a:pt x="443511" y="39652"/>
                </a:cubicBezTo>
                <a:cubicBezTo>
                  <a:pt x="458712" y="39652"/>
                  <a:pt x="469484" y="42956"/>
                  <a:pt x="475827" y="49566"/>
                </a:cubicBezTo>
                <a:cubicBezTo>
                  <a:pt x="482172" y="56175"/>
                  <a:pt x="485344" y="66154"/>
                  <a:pt x="485344" y="79503"/>
                </a:cubicBezTo>
                <a:lnTo>
                  <a:pt x="485344" y="115588"/>
                </a:lnTo>
                <a:cubicBezTo>
                  <a:pt x="485344" y="118628"/>
                  <a:pt x="486038" y="120809"/>
                  <a:pt x="487425" y="122132"/>
                </a:cubicBezTo>
                <a:cubicBezTo>
                  <a:pt x="488815" y="123453"/>
                  <a:pt x="490699" y="124113"/>
                  <a:pt x="493077" y="124113"/>
                </a:cubicBezTo>
                <a:lnTo>
                  <a:pt x="497043" y="124113"/>
                </a:lnTo>
                <a:cubicBezTo>
                  <a:pt x="498892" y="124113"/>
                  <a:pt x="499817" y="124973"/>
                  <a:pt x="499817" y="126691"/>
                </a:cubicBezTo>
                <a:cubicBezTo>
                  <a:pt x="499817" y="127879"/>
                  <a:pt x="499189" y="129497"/>
                  <a:pt x="497932" y="131546"/>
                </a:cubicBezTo>
                <a:cubicBezTo>
                  <a:pt x="496678" y="133596"/>
                  <a:pt x="495092" y="135579"/>
                  <a:pt x="493176" y="137497"/>
                </a:cubicBezTo>
                <a:cubicBezTo>
                  <a:pt x="491260" y="139413"/>
                  <a:pt x="489079" y="141098"/>
                  <a:pt x="486633" y="142552"/>
                </a:cubicBezTo>
                <a:cubicBezTo>
                  <a:pt x="484188" y="144004"/>
                  <a:pt x="481776" y="144730"/>
                  <a:pt x="479396" y="144730"/>
                </a:cubicBezTo>
                <a:moveTo>
                  <a:pt x="425469" y="111819"/>
                </a:moveTo>
                <a:cubicBezTo>
                  <a:pt x="425469" y="116050"/>
                  <a:pt x="426923" y="119256"/>
                  <a:pt x="429831" y="121436"/>
                </a:cubicBezTo>
                <a:cubicBezTo>
                  <a:pt x="432739" y="123616"/>
                  <a:pt x="436507" y="124706"/>
                  <a:pt x="441133" y="124706"/>
                </a:cubicBezTo>
                <a:cubicBezTo>
                  <a:pt x="445494" y="124706"/>
                  <a:pt x="449061" y="123650"/>
                  <a:pt x="451837" y="121536"/>
                </a:cubicBezTo>
                <a:cubicBezTo>
                  <a:pt x="454614" y="119420"/>
                  <a:pt x="456002" y="117438"/>
                  <a:pt x="456002" y="115588"/>
                </a:cubicBezTo>
                <a:lnTo>
                  <a:pt x="456002" y="94372"/>
                </a:lnTo>
                <a:cubicBezTo>
                  <a:pt x="456002" y="92918"/>
                  <a:pt x="455275" y="92191"/>
                  <a:pt x="453821" y="92191"/>
                </a:cubicBezTo>
                <a:cubicBezTo>
                  <a:pt x="450913" y="92191"/>
                  <a:pt x="447278" y="93182"/>
                  <a:pt x="442918" y="95165"/>
                </a:cubicBezTo>
                <a:cubicBezTo>
                  <a:pt x="440802" y="95960"/>
                  <a:pt x="438720" y="96820"/>
                  <a:pt x="436671" y="97745"/>
                </a:cubicBezTo>
                <a:cubicBezTo>
                  <a:pt x="434622" y="98669"/>
                  <a:pt x="432771" y="99793"/>
                  <a:pt x="431120" y="101116"/>
                </a:cubicBezTo>
                <a:cubicBezTo>
                  <a:pt x="429468" y="102437"/>
                  <a:pt x="428113" y="103990"/>
                  <a:pt x="427054" y="105774"/>
                </a:cubicBezTo>
                <a:cubicBezTo>
                  <a:pt x="425997" y="107557"/>
                  <a:pt x="425469" y="109572"/>
                  <a:pt x="425469" y="111819"/>
                </a:cubicBezTo>
                <a:close/>
                <a:moveTo>
                  <a:pt x="532927" y="142749"/>
                </a:moveTo>
                <a:cubicBezTo>
                  <a:pt x="526979" y="142749"/>
                  <a:pt x="523047" y="142254"/>
                  <a:pt x="521131" y="141264"/>
                </a:cubicBezTo>
                <a:cubicBezTo>
                  <a:pt x="519215" y="140271"/>
                  <a:pt x="518257" y="139180"/>
                  <a:pt x="518257" y="137990"/>
                </a:cubicBezTo>
                <a:lnTo>
                  <a:pt x="518257" y="68600"/>
                </a:lnTo>
                <a:cubicBezTo>
                  <a:pt x="518257" y="66485"/>
                  <a:pt x="517960" y="64667"/>
                  <a:pt x="517365" y="63149"/>
                </a:cubicBezTo>
                <a:cubicBezTo>
                  <a:pt x="516770" y="61628"/>
                  <a:pt x="516141" y="60339"/>
                  <a:pt x="515480" y="59283"/>
                </a:cubicBezTo>
                <a:cubicBezTo>
                  <a:pt x="514818" y="58224"/>
                  <a:pt x="514190" y="57265"/>
                  <a:pt x="513595" y="56406"/>
                </a:cubicBezTo>
                <a:cubicBezTo>
                  <a:pt x="513002" y="55546"/>
                  <a:pt x="512706" y="54721"/>
                  <a:pt x="512706" y="53928"/>
                </a:cubicBezTo>
                <a:cubicBezTo>
                  <a:pt x="512706" y="52738"/>
                  <a:pt x="513597" y="51350"/>
                  <a:pt x="515380" y="49765"/>
                </a:cubicBezTo>
                <a:cubicBezTo>
                  <a:pt x="517165" y="48178"/>
                  <a:pt x="519280" y="46625"/>
                  <a:pt x="521724" y="45106"/>
                </a:cubicBezTo>
                <a:cubicBezTo>
                  <a:pt x="524170" y="43586"/>
                  <a:pt x="526649" y="42297"/>
                  <a:pt x="529160" y="41240"/>
                </a:cubicBezTo>
                <a:cubicBezTo>
                  <a:pt x="531671" y="40181"/>
                  <a:pt x="533720" y="39652"/>
                  <a:pt x="535307" y="39652"/>
                </a:cubicBezTo>
                <a:cubicBezTo>
                  <a:pt x="538347" y="39652"/>
                  <a:pt x="540560" y="40676"/>
                  <a:pt x="541948" y="42725"/>
                </a:cubicBezTo>
                <a:cubicBezTo>
                  <a:pt x="543335" y="44775"/>
                  <a:pt x="544955" y="47715"/>
                  <a:pt x="546806" y="51547"/>
                </a:cubicBezTo>
                <a:cubicBezTo>
                  <a:pt x="548789" y="49300"/>
                  <a:pt x="550969" y="47318"/>
                  <a:pt x="553347" y="45599"/>
                </a:cubicBezTo>
                <a:cubicBezTo>
                  <a:pt x="555331" y="44145"/>
                  <a:pt x="557711" y="42791"/>
                  <a:pt x="560486" y="41537"/>
                </a:cubicBezTo>
                <a:cubicBezTo>
                  <a:pt x="563262" y="40280"/>
                  <a:pt x="566235" y="39652"/>
                  <a:pt x="569408" y="39652"/>
                </a:cubicBezTo>
                <a:cubicBezTo>
                  <a:pt x="571522" y="39652"/>
                  <a:pt x="573636" y="39850"/>
                  <a:pt x="575752" y="40248"/>
                </a:cubicBezTo>
                <a:cubicBezTo>
                  <a:pt x="577867" y="40643"/>
                  <a:pt x="579751" y="41205"/>
                  <a:pt x="581403" y="41933"/>
                </a:cubicBezTo>
                <a:cubicBezTo>
                  <a:pt x="583055" y="42659"/>
                  <a:pt x="584409" y="43451"/>
                  <a:pt x="585466" y="44311"/>
                </a:cubicBezTo>
                <a:cubicBezTo>
                  <a:pt x="586525" y="45170"/>
                  <a:pt x="587054" y="46129"/>
                  <a:pt x="587054" y="47188"/>
                </a:cubicBezTo>
                <a:cubicBezTo>
                  <a:pt x="587054" y="48111"/>
                  <a:pt x="586426" y="49730"/>
                  <a:pt x="585169" y="52043"/>
                </a:cubicBezTo>
                <a:cubicBezTo>
                  <a:pt x="583913" y="54356"/>
                  <a:pt x="582459" y="56736"/>
                  <a:pt x="580807" y="59183"/>
                </a:cubicBezTo>
                <a:cubicBezTo>
                  <a:pt x="579155" y="61627"/>
                  <a:pt x="577437" y="63808"/>
                  <a:pt x="575652" y="65726"/>
                </a:cubicBezTo>
                <a:cubicBezTo>
                  <a:pt x="573869" y="67642"/>
                  <a:pt x="572383" y="68600"/>
                  <a:pt x="571193" y="68600"/>
                </a:cubicBezTo>
                <a:cubicBezTo>
                  <a:pt x="570398" y="68600"/>
                  <a:pt x="569638" y="68336"/>
                  <a:pt x="568912" y="67808"/>
                </a:cubicBezTo>
                <a:cubicBezTo>
                  <a:pt x="568186" y="67277"/>
                  <a:pt x="567360" y="66715"/>
                  <a:pt x="566434" y="66120"/>
                </a:cubicBezTo>
                <a:cubicBezTo>
                  <a:pt x="565508" y="65525"/>
                  <a:pt x="564451" y="64963"/>
                  <a:pt x="563261" y="64435"/>
                </a:cubicBezTo>
                <a:cubicBezTo>
                  <a:pt x="562071" y="63906"/>
                  <a:pt x="560750" y="63642"/>
                  <a:pt x="559298" y="63642"/>
                </a:cubicBezTo>
                <a:cubicBezTo>
                  <a:pt x="557843" y="63642"/>
                  <a:pt x="556422" y="63973"/>
                  <a:pt x="555032" y="64634"/>
                </a:cubicBezTo>
                <a:cubicBezTo>
                  <a:pt x="553644" y="65294"/>
                  <a:pt x="552389" y="66186"/>
                  <a:pt x="551266" y="67312"/>
                </a:cubicBezTo>
                <a:cubicBezTo>
                  <a:pt x="550142" y="68435"/>
                  <a:pt x="549250" y="69724"/>
                  <a:pt x="548588" y="71178"/>
                </a:cubicBezTo>
                <a:cubicBezTo>
                  <a:pt x="547929" y="72630"/>
                  <a:pt x="547599" y="74150"/>
                  <a:pt x="547599" y="75737"/>
                </a:cubicBezTo>
                <a:lnTo>
                  <a:pt x="547599" y="137990"/>
                </a:lnTo>
                <a:cubicBezTo>
                  <a:pt x="547599" y="139180"/>
                  <a:pt x="546673" y="140271"/>
                  <a:pt x="544822" y="141264"/>
                </a:cubicBezTo>
                <a:cubicBezTo>
                  <a:pt x="542972" y="142254"/>
                  <a:pt x="539007" y="142749"/>
                  <a:pt x="532927" y="142749"/>
                </a:cubicBezTo>
                <a:close/>
                <a:moveTo>
                  <a:pt x="640979" y="144730"/>
                </a:moveTo>
                <a:cubicBezTo>
                  <a:pt x="635693" y="144730"/>
                  <a:pt x="630472" y="143839"/>
                  <a:pt x="625317" y="142056"/>
                </a:cubicBezTo>
                <a:cubicBezTo>
                  <a:pt x="620162" y="140271"/>
                  <a:pt x="615569" y="137463"/>
                  <a:pt x="611537" y="133631"/>
                </a:cubicBezTo>
                <a:cubicBezTo>
                  <a:pt x="607506" y="129797"/>
                  <a:pt x="604235" y="124939"/>
                  <a:pt x="601724" y="119058"/>
                </a:cubicBezTo>
                <a:cubicBezTo>
                  <a:pt x="599213" y="113175"/>
                  <a:pt x="597957" y="106202"/>
                  <a:pt x="597957" y="98139"/>
                </a:cubicBezTo>
                <a:cubicBezTo>
                  <a:pt x="597957" y="86772"/>
                  <a:pt x="599708" y="77322"/>
                  <a:pt x="603209" y="69789"/>
                </a:cubicBezTo>
                <a:cubicBezTo>
                  <a:pt x="606712" y="62254"/>
                  <a:pt x="611041" y="56240"/>
                  <a:pt x="616196" y="51747"/>
                </a:cubicBezTo>
                <a:cubicBezTo>
                  <a:pt x="621351" y="47253"/>
                  <a:pt x="626836" y="44114"/>
                  <a:pt x="632651" y="42329"/>
                </a:cubicBezTo>
                <a:cubicBezTo>
                  <a:pt x="638467" y="40544"/>
                  <a:pt x="643689" y="39652"/>
                  <a:pt x="648315" y="39652"/>
                </a:cubicBezTo>
                <a:cubicBezTo>
                  <a:pt x="650695" y="39652"/>
                  <a:pt x="652876" y="39817"/>
                  <a:pt x="654859" y="40148"/>
                </a:cubicBezTo>
                <a:cubicBezTo>
                  <a:pt x="656841" y="40479"/>
                  <a:pt x="658560" y="40908"/>
                  <a:pt x="660014" y="41437"/>
                </a:cubicBezTo>
                <a:cubicBezTo>
                  <a:pt x="661732" y="41965"/>
                  <a:pt x="663318" y="42560"/>
                  <a:pt x="664773" y="43222"/>
                </a:cubicBezTo>
                <a:lnTo>
                  <a:pt x="664773" y="4759"/>
                </a:lnTo>
                <a:cubicBezTo>
                  <a:pt x="664773" y="3438"/>
                  <a:pt x="665697" y="2314"/>
                  <a:pt x="667547" y="1389"/>
                </a:cubicBezTo>
                <a:cubicBezTo>
                  <a:pt x="669398" y="463"/>
                  <a:pt x="673363" y="0"/>
                  <a:pt x="679442" y="0"/>
                </a:cubicBezTo>
                <a:cubicBezTo>
                  <a:pt x="685390" y="0"/>
                  <a:pt x="689321" y="463"/>
                  <a:pt x="691237" y="1389"/>
                </a:cubicBezTo>
                <a:cubicBezTo>
                  <a:pt x="693155" y="2314"/>
                  <a:pt x="694114" y="3438"/>
                  <a:pt x="694114" y="4759"/>
                </a:cubicBezTo>
                <a:lnTo>
                  <a:pt x="694114" y="115588"/>
                </a:lnTo>
                <a:cubicBezTo>
                  <a:pt x="694114" y="118628"/>
                  <a:pt x="694808" y="120809"/>
                  <a:pt x="696196" y="122132"/>
                </a:cubicBezTo>
                <a:cubicBezTo>
                  <a:pt x="697583" y="123453"/>
                  <a:pt x="699400" y="124113"/>
                  <a:pt x="701647" y="124113"/>
                </a:cubicBezTo>
                <a:lnTo>
                  <a:pt x="705613" y="124113"/>
                </a:lnTo>
                <a:cubicBezTo>
                  <a:pt x="707596" y="124113"/>
                  <a:pt x="708587" y="124973"/>
                  <a:pt x="708587" y="126691"/>
                </a:cubicBezTo>
                <a:cubicBezTo>
                  <a:pt x="708587" y="127879"/>
                  <a:pt x="707959" y="129497"/>
                  <a:pt x="706702" y="131546"/>
                </a:cubicBezTo>
                <a:cubicBezTo>
                  <a:pt x="705448" y="133596"/>
                  <a:pt x="703829" y="135579"/>
                  <a:pt x="701847" y="137497"/>
                </a:cubicBezTo>
                <a:cubicBezTo>
                  <a:pt x="699864" y="139413"/>
                  <a:pt x="697650" y="141098"/>
                  <a:pt x="695203" y="142552"/>
                </a:cubicBezTo>
                <a:cubicBezTo>
                  <a:pt x="692759" y="144004"/>
                  <a:pt x="690347" y="144730"/>
                  <a:pt x="687967" y="144730"/>
                </a:cubicBezTo>
                <a:cubicBezTo>
                  <a:pt x="684928" y="144730"/>
                  <a:pt x="682251" y="144202"/>
                  <a:pt x="679938" y="143145"/>
                </a:cubicBezTo>
                <a:cubicBezTo>
                  <a:pt x="677625" y="142088"/>
                  <a:pt x="675609" y="140898"/>
                  <a:pt x="673891" y="139575"/>
                </a:cubicBezTo>
                <a:cubicBezTo>
                  <a:pt x="671908" y="138123"/>
                  <a:pt x="670190" y="136472"/>
                  <a:pt x="668736" y="134620"/>
                </a:cubicBezTo>
                <a:cubicBezTo>
                  <a:pt x="666622" y="136472"/>
                  <a:pt x="664177" y="138123"/>
                  <a:pt x="661399" y="139575"/>
                </a:cubicBezTo>
                <a:cubicBezTo>
                  <a:pt x="659022" y="140898"/>
                  <a:pt x="656114" y="142088"/>
                  <a:pt x="652678" y="143145"/>
                </a:cubicBezTo>
                <a:cubicBezTo>
                  <a:pt x="649241" y="144202"/>
                  <a:pt x="645341" y="144730"/>
                  <a:pt x="640979" y="144730"/>
                </a:cubicBezTo>
                <a:moveTo>
                  <a:pt x="664573" y="67408"/>
                </a:moveTo>
                <a:cubicBezTo>
                  <a:pt x="664573" y="65559"/>
                  <a:pt x="663582" y="63842"/>
                  <a:pt x="661599" y="62256"/>
                </a:cubicBezTo>
                <a:cubicBezTo>
                  <a:pt x="659617" y="60669"/>
                  <a:pt x="657039" y="59876"/>
                  <a:pt x="653867" y="59876"/>
                </a:cubicBezTo>
                <a:cubicBezTo>
                  <a:pt x="651091" y="59876"/>
                  <a:pt x="648250" y="60437"/>
                  <a:pt x="645341" y="61561"/>
                </a:cubicBezTo>
                <a:cubicBezTo>
                  <a:pt x="642433" y="62684"/>
                  <a:pt x="639789" y="64634"/>
                  <a:pt x="637409" y="67411"/>
                </a:cubicBezTo>
                <a:cubicBezTo>
                  <a:pt x="635031" y="70187"/>
                  <a:pt x="633115" y="73887"/>
                  <a:pt x="631661" y="78514"/>
                </a:cubicBezTo>
                <a:cubicBezTo>
                  <a:pt x="630207" y="83139"/>
                  <a:pt x="629480" y="88954"/>
                  <a:pt x="629480" y="95961"/>
                </a:cubicBezTo>
                <a:cubicBezTo>
                  <a:pt x="629480" y="101247"/>
                  <a:pt x="630075" y="105740"/>
                  <a:pt x="631265" y="109441"/>
                </a:cubicBezTo>
                <a:cubicBezTo>
                  <a:pt x="632455" y="113142"/>
                  <a:pt x="634041" y="116116"/>
                  <a:pt x="636024" y="118362"/>
                </a:cubicBezTo>
                <a:cubicBezTo>
                  <a:pt x="638006" y="120609"/>
                  <a:pt x="640220" y="122229"/>
                  <a:pt x="642664" y="123221"/>
                </a:cubicBezTo>
                <a:cubicBezTo>
                  <a:pt x="645111" y="124211"/>
                  <a:pt x="647523" y="124706"/>
                  <a:pt x="649901" y="124706"/>
                </a:cubicBezTo>
                <a:cubicBezTo>
                  <a:pt x="654132" y="124706"/>
                  <a:pt x="657635" y="123484"/>
                  <a:pt x="660410" y="121040"/>
                </a:cubicBezTo>
                <a:cubicBezTo>
                  <a:pt x="663185" y="118593"/>
                  <a:pt x="664573" y="116115"/>
                  <a:pt x="664573" y="113604"/>
                </a:cubicBezTo>
                <a:lnTo>
                  <a:pt x="664573" y="67408"/>
                </a:lnTo>
                <a:close/>
                <a:moveTo>
                  <a:pt x="835231" y="144730"/>
                </a:moveTo>
                <a:cubicBezTo>
                  <a:pt x="826242" y="144730"/>
                  <a:pt x="817519" y="143442"/>
                  <a:pt x="809060" y="140864"/>
                </a:cubicBezTo>
                <a:cubicBezTo>
                  <a:pt x="800601" y="138287"/>
                  <a:pt x="793068" y="134289"/>
                  <a:pt x="786458" y="128872"/>
                </a:cubicBezTo>
                <a:cubicBezTo>
                  <a:pt x="779849" y="123453"/>
                  <a:pt x="774562" y="116546"/>
                  <a:pt x="770597" y="108152"/>
                </a:cubicBezTo>
                <a:cubicBezTo>
                  <a:pt x="766632" y="99758"/>
                  <a:pt x="764649" y="89746"/>
                  <a:pt x="764649" y="78115"/>
                </a:cubicBezTo>
                <a:cubicBezTo>
                  <a:pt x="764649" y="66617"/>
                  <a:pt x="766599" y="56506"/>
                  <a:pt x="770497" y="47784"/>
                </a:cubicBezTo>
                <a:cubicBezTo>
                  <a:pt x="774398" y="39059"/>
                  <a:pt x="779619" y="31723"/>
                  <a:pt x="786162" y="25775"/>
                </a:cubicBezTo>
                <a:cubicBezTo>
                  <a:pt x="792704" y="19827"/>
                  <a:pt x="800172" y="15367"/>
                  <a:pt x="808564" y="12394"/>
                </a:cubicBezTo>
                <a:cubicBezTo>
                  <a:pt x="816958" y="9420"/>
                  <a:pt x="825715" y="7932"/>
                  <a:pt x="834835" y="7932"/>
                </a:cubicBezTo>
                <a:cubicBezTo>
                  <a:pt x="841973" y="7932"/>
                  <a:pt x="848118" y="8626"/>
                  <a:pt x="853271" y="10014"/>
                </a:cubicBezTo>
                <a:cubicBezTo>
                  <a:pt x="858426" y="11401"/>
                  <a:pt x="862655" y="13053"/>
                  <a:pt x="865959" y="14969"/>
                </a:cubicBezTo>
                <a:cubicBezTo>
                  <a:pt x="869264" y="16885"/>
                  <a:pt x="871710" y="18769"/>
                  <a:pt x="873295" y="20620"/>
                </a:cubicBezTo>
                <a:cubicBezTo>
                  <a:pt x="874882" y="22469"/>
                  <a:pt x="875676" y="23924"/>
                  <a:pt x="875676" y="24982"/>
                </a:cubicBezTo>
                <a:cubicBezTo>
                  <a:pt x="875676" y="25906"/>
                  <a:pt x="875279" y="27260"/>
                  <a:pt x="874487" y="29045"/>
                </a:cubicBezTo>
                <a:cubicBezTo>
                  <a:pt x="873694" y="30830"/>
                  <a:pt x="872703" y="32549"/>
                  <a:pt x="871513" y="34200"/>
                </a:cubicBezTo>
                <a:cubicBezTo>
                  <a:pt x="870323" y="35852"/>
                  <a:pt x="869100" y="37306"/>
                  <a:pt x="867843" y="38563"/>
                </a:cubicBezTo>
                <a:cubicBezTo>
                  <a:pt x="866589" y="39817"/>
                  <a:pt x="865565" y="40444"/>
                  <a:pt x="864773" y="40444"/>
                </a:cubicBezTo>
                <a:cubicBezTo>
                  <a:pt x="863714" y="40444"/>
                  <a:pt x="862524" y="40115"/>
                  <a:pt x="861203" y="39455"/>
                </a:cubicBezTo>
                <a:cubicBezTo>
                  <a:pt x="859882" y="38794"/>
                  <a:pt x="858164" y="38033"/>
                  <a:pt x="856048" y="37174"/>
                </a:cubicBezTo>
                <a:cubicBezTo>
                  <a:pt x="853932" y="36315"/>
                  <a:pt x="851255" y="35556"/>
                  <a:pt x="848016" y="34896"/>
                </a:cubicBezTo>
                <a:cubicBezTo>
                  <a:pt x="844779" y="34235"/>
                  <a:pt x="840649" y="33904"/>
                  <a:pt x="835628" y="33904"/>
                </a:cubicBezTo>
                <a:cubicBezTo>
                  <a:pt x="830339" y="33904"/>
                  <a:pt x="825317" y="34730"/>
                  <a:pt x="820559" y="36382"/>
                </a:cubicBezTo>
                <a:cubicBezTo>
                  <a:pt x="815801" y="38033"/>
                  <a:pt x="811637" y="40644"/>
                  <a:pt x="808068" y="44214"/>
                </a:cubicBezTo>
                <a:cubicBezTo>
                  <a:pt x="804500" y="47782"/>
                  <a:pt x="801658" y="52342"/>
                  <a:pt x="799543" y="57894"/>
                </a:cubicBezTo>
                <a:cubicBezTo>
                  <a:pt x="797429" y="63444"/>
                  <a:pt x="796372" y="70119"/>
                  <a:pt x="796372" y="77918"/>
                </a:cubicBezTo>
                <a:cubicBezTo>
                  <a:pt x="796372" y="85584"/>
                  <a:pt x="797528" y="92061"/>
                  <a:pt x="799839" y="97349"/>
                </a:cubicBezTo>
                <a:cubicBezTo>
                  <a:pt x="802152" y="102635"/>
                  <a:pt x="805291" y="106898"/>
                  <a:pt x="809257" y="110137"/>
                </a:cubicBezTo>
                <a:cubicBezTo>
                  <a:pt x="813224" y="113374"/>
                  <a:pt x="817817" y="115686"/>
                  <a:pt x="823037" y="117074"/>
                </a:cubicBezTo>
                <a:cubicBezTo>
                  <a:pt x="828258" y="118461"/>
                  <a:pt x="833777" y="119155"/>
                  <a:pt x="839594" y="119155"/>
                </a:cubicBezTo>
                <a:cubicBezTo>
                  <a:pt x="845541" y="119155"/>
                  <a:pt x="850762" y="118528"/>
                  <a:pt x="855255" y="117273"/>
                </a:cubicBezTo>
                <a:cubicBezTo>
                  <a:pt x="859749" y="116017"/>
                  <a:pt x="863582" y="114629"/>
                  <a:pt x="866754" y="113111"/>
                </a:cubicBezTo>
                <a:cubicBezTo>
                  <a:pt x="869927" y="111590"/>
                  <a:pt x="872504" y="110202"/>
                  <a:pt x="874487" y="108948"/>
                </a:cubicBezTo>
                <a:cubicBezTo>
                  <a:pt x="876469" y="107691"/>
                  <a:pt x="877923" y="107063"/>
                  <a:pt x="878849" y="107063"/>
                </a:cubicBezTo>
                <a:cubicBezTo>
                  <a:pt x="880832" y="107063"/>
                  <a:pt x="881823" y="108120"/>
                  <a:pt x="881823" y="110234"/>
                </a:cubicBezTo>
                <a:cubicBezTo>
                  <a:pt x="881823" y="112085"/>
                  <a:pt x="881492" y="114729"/>
                  <a:pt x="880831" y="118166"/>
                </a:cubicBezTo>
                <a:cubicBezTo>
                  <a:pt x="880169" y="121600"/>
                  <a:pt x="879111" y="125036"/>
                  <a:pt x="877657" y="128473"/>
                </a:cubicBezTo>
                <a:cubicBezTo>
                  <a:pt x="877129" y="129796"/>
                  <a:pt x="875675" y="131383"/>
                  <a:pt x="873295" y="133235"/>
                </a:cubicBezTo>
                <a:cubicBezTo>
                  <a:pt x="870917" y="135084"/>
                  <a:pt x="867844" y="136868"/>
                  <a:pt x="864077" y="138586"/>
                </a:cubicBezTo>
                <a:cubicBezTo>
                  <a:pt x="860312" y="140305"/>
                  <a:pt x="855950" y="141758"/>
                  <a:pt x="850993" y="142946"/>
                </a:cubicBezTo>
                <a:cubicBezTo>
                  <a:pt x="846035" y="144135"/>
                  <a:pt x="840782" y="144730"/>
                  <a:pt x="835231" y="144730"/>
                </a:cubicBezTo>
                <a:close/>
                <a:moveTo>
                  <a:pt x="950816" y="144534"/>
                </a:moveTo>
                <a:cubicBezTo>
                  <a:pt x="943811" y="144534"/>
                  <a:pt x="937136" y="143444"/>
                  <a:pt x="930791" y="141264"/>
                </a:cubicBezTo>
                <a:cubicBezTo>
                  <a:pt x="924449" y="139081"/>
                  <a:pt x="918897" y="135810"/>
                  <a:pt x="914138" y="131450"/>
                </a:cubicBezTo>
                <a:cubicBezTo>
                  <a:pt x="909380" y="127087"/>
                  <a:pt x="905580" y="121601"/>
                  <a:pt x="902738" y="114992"/>
                </a:cubicBezTo>
                <a:cubicBezTo>
                  <a:pt x="899897" y="108383"/>
                  <a:pt x="898476" y="100651"/>
                  <a:pt x="898476" y="91795"/>
                </a:cubicBezTo>
                <a:cubicBezTo>
                  <a:pt x="898476" y="82939"/>
                  <a:pt x="899897" y="75240"/>
                  <a:pt x="902738" y="68697"/>
                </a:cubicBezTo>
                <a:cubicBezTo>
                  <a:pt x="905580" y="62155"/>
                  <a:pt x="909380" y="56735"/>
                  <a:pt x="914138" y="52439"/>
                </a:cubicBezTo>
                <a:cubicBezTo>
                  <a:pt x="918897" y="48144"/>
                  <a:pt x="924449" y="44939"/>
                  <a:pt x="930791" y="42825"/>
                </a:cubicBezTo>
                <a:cubicBezTo>
                  <a:pt x="937136" y="40710"/>
                  <a:pt x="943811" y="39652"/>
                  <a:pt x="950816" y="39652"/>
                </a:cubicBezTo>
                <a:cubicBezTo>
                  <a:pt x="957822" y="39652"/>
                  <a:pt x="964464" y="40710"/>
                  <a:pt x="970743" y="42825"/>
                </a:cubicBezTo>
                <a:cubicBezTo>
                  <a:pt x="977021" y="44939"/>
                  <a:pt x="982572" y="48144"/>
                  <a:pt x="987397" y="52439"/>
                </a:cubicBezTo>
                <a:cubicBezTo>
                  <a:pt x="992221" y="56735"/>
                  <a:pt x="996054" y="62155"/>
                  <a:pt x="998896" y="68697"/>
                </a:cubicBezTo>
                <a:cubicBezTo>
                  <a:pt x="1001737" y="75240"/>
                  <a:pt x="1003158" y="82939"/>
                  <a:pt x="1003158" y="91795"/>
                </a:cubicBezTo>
                <a:cubicBezTo>
                  <a:pt x="1003158" y="100651"/>
                  <a:pt x="1001737" y="108383"/>
                  <a:pt x="998896" y="114992"/>
                </a:cubicBezTo>
                <a:cubicBezTo>
                  <a:pt x="996054" y="121601"/>
                  <a:pt x="992221" y="127087"/>
                  <a:pt x="987397" y="131450"/>
                </a:cubicBezTo>
                <a:cubicBezTo>
                  <a:pt x="982572" y="135810"/>
                  <a:pt x="977021" y="139081"/>
                  <a:pt x="970743" y="141264"/>
                </a:cubicBezTo>
                <a:cubicBezTo>
                  <a:pt x="964464" y="143444"/>
                  <a:pt x="957822" y="144534"/>
                  <a:pt x="950816" y="144534"/>
                </a:cubicBezTo>
                <a:moveTo>
                  <a:pt x="950816" y="124510"/>
                </a:moveTo>
                <a:cubicBezTo>
                  <a:pt x="953593" y="124510"/>
                  <a:pt x="956270" y="123948"/>
                  <a:pt x="958848" y="122825"/>
                </a:cubicBezTo>
                <a:cubicBezTo>
                  <a:pt x="961425" y="121701"/>
                  <a:pt x="963639" y="119851"/>
                  <a:pt x="965488" y="117273"/>
                </a:cubicBezTo>
                <a:cubicBezTo>
                  <a:pt x="967339" y="114696"/>
                  <a:pt x="968827" y="111292"/>
                  <a:pt x="969950" y="107063"/>
                </a:cubicBezTo>
                <a:cubicBezTo>
                  <a:pt x="971074" y="102832"/>
                  <a:pt x="971635" y="97677"/>
                  <a:pt x="971635" y="91598"/>
                </a:cubicBezTo>
                <a:cubicBezTo>
                  <a:pt x="971635" y="85517"/>
                  <a:pt x="971074" y="80362"/>
                  <a:pt x="969950" y="76133"/>
                </a:cubicBezTo>
                <a:cubicBezTo>
                  <a:pt x="968827" y="71904"/>
                  <a:pt x="967339" y="68500"/>
                  <a:pt x="965488" y="65923"/>
                </a:cubicBezTo>
                <a:cubicBezTo>
                  <a:pt x="963639" y="63345"/>
                  <a:pt x="961425" y="61495"/>
                  <a:pt x="958848" y="60372"/>
                </a:cubicBezTo>
                <a:cubicBezTo>
                  <a:pt x="956270" y="59248"/>
                  <a:pt x="953593" y="58687"/>
                  <a:pt x="950816" y="58687"/>
                </a:cubicBezTo>
                <a:cubicBezTo>
                  <a:pt x="948040" y="58687"/>
                  <a:pt x="945364" y="59248"/>
                  <a:pt x="942787" y="60372"/>
                </a:cubicBezTo>
                <a:cubicBezTo>
                  <a:pt x="940209" y="61495"/>
                  <a:pt x="937962" y="63345"/>
                  <a:pt x="936046" y="65923"/>
                </a:cubicBezTo>
                <a:cubicBezTo>
                  <a:pt x="934130" y="68500"/>
                  <a:pt x="932611" y="71904"/>
                  <a:pt x="931487" y="76133"/>
                </a:cubicBezTo>
                <a:cubicBezTo>
                  <a:pt x="930364" y="80362"/>
                  <a:pt x="929802" y="85517"/>
                  <a:pt x="929802" y="91598"/>
                </a:cubicBezTo>
                <a:cubicBezTo>
                  <a:pt x="929802" y="97677"/>
                  <a:pt x="930364" y="102832"/>
                  <a:pt x="931487" y="107063"/>
                </a:cubicBezTo>
                <a:cubicBezTo>
                  <a:pt x="932611" y="111292"/>
                  <a:pt x="934130" y="114696"/>
                  <a:pt x="936046" y="117273"/>
                </a:cubicBezTo>
                <a:cubicBezTo>
                  <a:pt x="937962" y="119851"/>
                  <a:pt x="940209" y="121701"/>
                  <a:pt x="942787" y="122825"/>
                </a:cubicBezTo>
                <a:cubicBezTo>
                  <a:pt x="945364" y="123948"/>
                  <a:pt x="948040" y="124510"/>
                  <a:pt x="950816" y="124510"/>
                </a:cubicBezTo>
                <a:close/>
                <a:moveTo>
                  <a:pt x="1167518" y="144730"/>
                </a:moveTo>
                <a:cubicBezTo>
                  <a:pt x="1160116" y="144730"/>
                  <a:pt x="1154400" y="142649"/>
                  <a:pt x="1150368" y="138486"/>
                </a:cubicBezTo>
                <a:cubicBezTo>
                  <a:pt x="1146336" y="134324"/>
                  <a:pt x="1144321" y="128541"/>
                  <a:pt x="1144321" y="121140"/>
                </a:cubicBezTo>
                <a:lnTo>
                  <a:pt x="1144321" y="74152"/>
                </a:lnTo>
                <a:cubicBezTo>
                  <a:pt x="1144321" y="70185"/>
                  <a:pt x="1143230" y="67177"/>
                  <a:pt x="1141050" y="65130"/>
                </a:cubicBezTo>
                <a:cubicBezTo>
                  <a:pt x="1138870" y="63081"/>
                  <a:pt x="1135863" y="62057"/>
                  <a:pt x="1132029" y="62057"/>
                </a:cubicBezTo>
                <a:cubicBezTo>
                  <a:pt x="1129913" y="62057"/>
                  <a:pt x="1127798" y="62486"/>
                  <a:pt x="1125682" y="63345"/>
                </a:cubicBezTo>
                <a:cubicBezTo>
                  <a:pt x="1123568" y="64205"/>
                  <a:pt x="1121652" y="65296"/>
                  <a:pt x="1119934" y="66619"/>
                </a:cubicBezTo>
                <a:cubicBezTo>
                  <a:pt x="1118216" y="67940"/>
                  <a:pt x="1116828" y="69294"/>
                  <a:pt x="1115771" y="70682"/>
                </a:cubicBezTo>
                <a:cubicBezTo>
                  <a:pt x="1114715" y="72069"/>
                  <a:pt x="1114186" y="73358"/>
                  <a:pt x="1114186" y="74548"/>
                </a:cubicBezTo>
                <a:lnTo>
                  <a:pt x="1114186" y="137990"/>
                </a:lnTo>
                <a:cubicBezTo>
                  <a:pt x="1114186" y="139180"/>
                  <a:pt x="1113260" y="140271"/>
                  <a:pt x="1111409" y="141264"/>
                </a:cubicBezTo>
                <a:cubicBezTo>
                  <a:pt x="1109560" y="142254"/>
                  <a:pt x="1105594" y="142749"/>
                  <a:pt x="1099514" y="142749"/>
                </a:cubicBezTo>
                <a:cubicBezTo>
                  <a:pt x="1093566" y="142749"/>
                  <a:pt x="1089633" y="142254"/>
                  <a:pt x="1087715" y="141264"/>
                </a:cubicBezTo>
                <a:cubicBezTo>
                  <a:pt x="1085799" y="140271"/>
                  <a:pt x="1084841" y="139180"/>
                  <a:pt x="1084841" y="137990"/>
                </a:cubicBezTo>
                <a:lnTo>
                  <a:pt x="1084841" y="74548"/>
                </a:lnTo>
                <a:cubicBezTo>
                  <a:pt x="1084841" y="70317"/>
                  <a:pt x="1083553" y="67177"/>
                  <a:pt x="1080975" y="65130"/>
                </a:cubicBezTo>
                <a:cubicBezTo>
                  <a:pt x="1078398" y="63081"/>
                  <a:pt x="1075391" y="62057"/>
                  <a:pt x="1071957" y="62057"/>
                </a:cubicBezTo>
                <a:cubicBezTo>
                  <a:pt x="1069841" y="62057"/>
                  <a:pt x="1067759" y="62453"/>
                  <a:pt x="1065710" y="63246"/>
                </a:cubicBezTo>
                <a:cubicBezTo>
                  <a:pt x="1063661" y="64038"/>
                  <a:pt x="1061810" y="65030"/>
                  <a:pt x="1060158" y="66219"/>
                </a:cubicBezTo>
                <a:cubicBezTo>
                  <a:pt x="1058507" y="67409"/>
                  <a:pt x="1057185" y="68765"/>
                  <a:pt x="1056192" y="70285"/>
                </a:cubicBezTo>
                <a:cubicBezTo>
                  <a:pt x="1055202" y="71804"/>
                  <a:pt x="1054707" y="73290"/>
                  <a:pt x="1054707" y="74745"/>
                </a:cubicBezTo>
                <a:lnTo>
                  <a:pt x="1054707" y="137990"/>
                </a:lnTo>
                <a:cubicBezTo>
                  <a:pt x="1054707" y="139180"/>
                  <a:pt x="1053781" y="140271"/>
                  <a:pt x="1051930" y="141264"/>
                </a:cubicBezTo>
                <a:cubicBezTo>
                  <a:pt x="1050080" y="142254"/>
                  <a:pt x="1046115" y="142749"/>
                  <a:pt x="1040034" y="142749"/>
                </a:cubicBezTo>
                <a:cubicBezTo>
                  <a:pt x="1034087" y="142749"/>
                  <a:pt x="1030155" y="142254"/>
                  <a:pt x="1028239" y="141264"/>
                </a:cubicBezTo>
                <a:cubicBezTo>
                  <a:pt x="1026323" y="140271"/>
                  <a:pt x="1025365" y="139180"/>
                  <a:pt x="1025365" y="137990"/>
                </a:cubicBezTo>
                <a:lnTo>
                  <a:pt x="1025365" y="68600"/>
                </a:lnTo>
                <a:cubicBezTo>
                  <a:pt x="1025365" y="66485"/>
                  <a:pt x="1025068" y="64667"/>
                  <a:pt x="1024473" y="63149"/>
                </a:cubicBezTo>
                <a:cubicBezTo>
                  <a:pt x="1023878" y="61628"/>
                  <a:pt x="1023249" y="60339"/>
                  <a:pt x="1022588" y="59283"/>
                </a:cubicBezTo>
                <a:cubicBezTo>
                  <a:pt x="1021926" y="58224"/>
                  <a:pt x="1021298" y="57265"/>
                  <a:pt x="1020703" y="56406"/>
                </a:cubicBezTo>
                <a:cubicBezTo>
                  <a:pt x="1020110" y="55546"/>
                  <a:pt x="1019814" y="54721"/>
                  <a:pt x="1019814" y="53928"/>
                </a:cubicBezTo>
                <a:cubicBezTo>
                  <a:pt x="1019814" y="52738"/>
                  <a:pt x="1020705" y="51350"/>
                  <a:pt x="1022488" y="49765"/>
                </a:cubicBezTo>
                <a:cubicBezTo>
                  <a:pt x="1024273" y="48178"/>
                  <a:pt x="1026388" y="46625"/>
                  <a:pt x="1028832" y="45106"/>
                </a:cubicBezTo>
                <a:cubicBezTo>
                  <a:pt x="1031278" y="43586"/>
                  <a:pt x="1033757" y="42297"/>
                  <a:pt x="1036268" y="41240"/>
                </a:cubicBezTo>
                <a:cubicBezTo>
                  <a:pt x="1038779" y="40181"/>
                  <a:pt x="1040828" y="39652"/>
                  <a:pt x="1042415" y="39652"/>
                </a:cubicBezTo>
                <a:cubicBezTo>
                  <a:pt x="1045455" y="39652"/>
                  <a:pt x="1047668" y="40676"/>
                  <a:pt x="1049056" y="42725"/>
                </a:cubicBezTo>
                <a:cubicBezTo>
                  <a:pt x="1050443" y="44775"/>
                  <a:pt x="1052063" y="47715"/>
                  <a:pt x="1053914" y="51547"/>
                </a:cubicBezTo>
                <a:cubicBezTo>
                  <a:pt x="1054971" y="50754"/>
                  <a:pt x="1056392" y="49698"/>
                  <a:pt x="1058177" y="48377"/>
                </a:cubicBezTo>
                <a:cubicBezTo>
                  <a:pt x="1059962" y="47056"/>
                  <a:pt x="1062142" y="45767"/>
                  <a:pt x="1064717" y="44510"/>
                </a:cubicBezTo>
                <a:cubicBezTo>
                  <a:pt x="1067295" y="43254"/>
                  <a:pt x="1070203" y="42130"/>
                  <a:pt x="1073442" y="41140"/>
                </a:cubicBezTo>
                <a:cubicBezTo>
                  <a:pt x="1076681" y="40148"/>
                  <a:pt x="1080283" y="39652"/>
                  <a:pt x="1084248" y="39652"/>
                </a:cubicBezTo>
                <a:cubicBezTo>
                  <a:pt x="1090063" y="39652"/>
                  <a:pt x="1094854" y="40842"/>
                  <a:pt x="1098621" y="43222"/>
                </a:cubicBezTo>
                <a:cubicBezTo>
                  <a:pt x="1102389" y="45601"/>
                  <a:pt x="1105660" y="48906"/>
                  <a:pt x="1108435" y="53135"/>
                </a:cubicBezTo>
                <a:cubicBezTo>
                  <a:pt x="1110551" y="51153"/>
                  <a:pt x="1113029" y="49336"/>
                  <a:pt x="1115871" y="47684"/>
                </a:cubicBezTo>
                <a:cubicBezTo>
                  <a:pt x="1118713" y="46030"/>
                  <a:pt x="1121720" y="44609"/>
                  <a:pt x="1124892" y="43421"/>
                </a:cubicBezTo>
                <a:cubicBezTo>
                  <a:pt x="1128065" y="42231"/>
                  <a:pt x="1131270" y="41306"/>
                  <a:pt x="1134507" y="40644"/>
                </a:cubicBezTo>
                <a:cubicBezTo>
                  <a:pt x="1137746" y="39983"/>
                  <a:pt x="1140819" y="39652"/>
                  <a:pt x="1143728" y="39652"/>
                </a:cubicBezTo>
                <a:cubicBezTo>
                  <a:pt x="1147560" y="39652"/>
                  <a:pt x="1151293" y="40213"/>
                  <a:pt x="1154927" y="41337"/>
                </a:cubicBezTo>
                <a:cubicBezTo>
                  <a:pt x="1158563" y="42460"/>
                  <a:pt x="1161769" y="44080"/>
                  <a:pt x="1164544" y="46195"/>
                </a:cubicBezTo>
                <a:cubicBezTo>
                  <a:pt x="1167319" y="48311"/>
                  <a:pt x="1169533" y="50922"/>
                  <a:pt x="1171185" y="54028"/>
                </a:cubicBezTo>
                <a:cubicBezTo>
                  <a:pt x="1172838" y="57134"/>
                  <a:pt x="1173665" y="60669"/>
                  <a:pt x="1173665" y="64634"/>
                </a:cubicBezTo>
                <a:lnTo>
                  <a:pt x="1173665" y="115588"/>
                </a:lnTo>
                <a:cubicBezTo>
                  <a:pt x="1173665" y="118628"/>
                  <a:pt x="1174359" y="120809"/>
                  <a:pt x="1175747" y="122132"/>
                </a:cubicBezTo>
                <a:cubicBezTo>
                  <a:pt x="1177134" y="123453"/>
                  <a:pt x="1178951" y="124113"/>
                  <a:pt x="1181198" y="124113"/>
                </a:cubicBezTo>
                <a:lnTo>
                  <a:pt x="1185361" y="124113"/>
                </a:lnTo>
                <a:cubicBezTo>
                  <a:pt x="1187212" y="124113"/>
                  <a:pt x="1188138" y="124973"/>
                  <a:pt x="1188138" y="126691"/>
                </a:cubicBezTo>
                <a:cubicBezTo>
                  <a:pt x="1188138" y="127879"/>
                  <a:pt x="1187510" y="129464"/>
                  <a:pt x="1186253" y="131447"/>
                </a:cubicBezTo>
                <a:cubicBezTo>
                  <a:pt x="1184997" y="133429"/>
                  <a:pt x="1183377" y="135413"/>
                  <a:pt x="1181395" y="137397"/>
                </a:cubicBezTo>
                <a:cubicBezTo>
                  <a:pt x="1179412" y="139380"/>
                  <a:pt x="1177199" y="141098"/>
                  <a:pt x="1174754" y="142552"/>
                </a:cubicBezTo>
                <a:cubicBezTo>
                  <a:pt x="1172310" y="144004"/>
                  <a:pt x="1169898" y="144730"/>
                  <a:pt x="1167518" y="144730"/>
                </a:cubicBezTo>
                <a:close/>
                <a:moveTo>
                  <a:pt x="1219662" y="192314"/>
                </a:moveTo>
                <a:cubicBezTo>
                  <a:pt x="1213581" y="192314"/>
                  <a:pt x="1209615" y="191852"/>
                  <a:pt x="1207764" y="190926"/>
                </a:cubicBezTo>
                <a:cubicBezTo>
                  <a:pt x="1205914" y="190000"/>
                  <a:pt x="1204989" y="188877"/>
                  <a:pt x="1204989" y="187556"/>
                </a:cubicBezTo>
                <a:lnTo>
                  <a:pt x="1204989" y="68600"/>
                </a:lnTo>
                <a:cubicBezTo>
                  <a:pt x="1204989" y="66485"/>
                  <a:pt x="1204692" y="64667"/>
                  <a:pt x="1204097" y="63149"/>
                </a:cubicBezTo>
                <a:cubicBezTo>
                  <a:pt x="1203502" y="61628"/>
                  <a:pt x="1202874" y="60339"/>
                  <a:pt x="1202212" y="59283"/>
                </a:cubicBezTo>
                <a:cubicBezTo>
                  <a:pt x="1201553" y="58224"/>
                  <a:pt x="1200925" y="57265"/>
                  <a:pt x="1200330" y="56406"/>
                </a:cubicBezTo>
                <a:cubicBezTo>
                  <a:pt x="1199736" y="55546"/>
                  <a:pt x="1199438" y="54721"/>
                  <a:pt x="1199438" y="53928"/>
                </a:cubicBezTo>
                <a:cubicBezTo>
                  <a:pt x="1199438" y="52738"/>
                  <a:pt x="1200329" y="51350"/>
                  <a:pt x="1202112" y="49765"/>
                </a:cubicBezTo>
                <a:cubicBezTo>
                  <a:pt x="1203897" y="48178"/>
                  <a:pt x="1205980" y="46625"/>
                  <a:pt x="1208359" y="45106"/>
                </a:cubicBezTo>
                <a:cubicBezTo>
                  <a:pt x="1210739" y="43586"/>
                  <a:pt x="1213185" y="42297"/>
                  <a:pt x="1215696" y="41240"/>
                </a:cubicBezTo>
                <a:cubicBezTo>
                  <a:pt x="1218207" y="40181"/>
                  <a:pt x="1220256" y="39652"/>
                  <a:pt x="1221843" y="39652"/>
                </a:cubicBezTo>
                <a:cubicBezTo>
                  <a:pt x="1224882" y="39652"/>
                  <a:pt x="1227129" y="40676"/>
                  <a:pt x="1228583" y="42725"/>
                </a:cubicBezTo>
                <a:cubicBezTo>
                  <a:pt x="1230037" y="44775"/>
                  <a:pt x="1231689" y="47715"/>
                  <a:pt x="1233539" y="51547"/>
                </a:cubicBezTo>
                <a:cubicBezTo>
                  <a:pt x="1233803" y="51152"/>
                  <a:pt x="1234695" y="50327"/>
                  <a:pt x="1236216" y="49072"/>
                </a:cubicBezTo>
                <a:cubicBezTo>
                  <a:pt x="1237737" y="47816"/>
                  <a:pt x="1239719" y="46494"/>
                  <a:pt x="1242164" y="45106"/>
                </a:cubicBezTo>
                <a:cubicBezTo>
                  <a:pt x="1244608" y="43717"/>
                  <a:pt x="1247450" y="42460"/>
                  <a:pt x="1250689" y="41337"/>
                </a:cubicBezTo>
                <a:cubicBezTo>
                  <a:pt x="1253928" y="40213"/>
                  <a:pt x="1257331" y="39652"/>
                  <a:pt x="1260899" y="39652"/>
                </a:cubicBezTo>
                <a:cubicBezTo>
                  <a:pt x="1266318" y="39652"/>
                  <a:pt x="1271406" y="40611"/>
                  <a:pt x="1276164" y="42529"/>
                </a:cubicBezTo>
                <a:cubicBezTo>
                  <a:pt x="1280924" y="44445"/>
                  <a:pt x="1285154" y="47385"/>
                  <a:pt x="1288855" y="51350"/>
                </a:cubicBezTo>
                <a:cubicBezTo>
                  <a:pt x="1292556" y="55315"/>
                  <a:pt x="1295463" y="60272"/>
                  <a:pt x="1297577" y="66219"/>
                </a:cubicBezTo>
                <a:cubicBezTo>
                  <a:pt x="1299692" y="72167"/>
                  <a:pt x="1300750" y="79238"/>
                  <a:pt x="1300750" y="87432"/>
                </a:cubicBezTo>
                <a:cubicBezTo>
                  <a:pt x="1300750" y="97347"/>
                  <a:pt x="1299527" y="105940"/>
                  <a:pt x="1297081" y="113210"/>
                </a:cubicBezTo>
                <a:cubicBezTo>
                  <a:pt x="1294636" y="120479"/>
                  <a:pt x="1291299" y="126427"/>
                  <a:pt x="1287070" y="131053"/>
                </a:cubicBezTo>
                <a:cubicBezTo>
                  <a:pt x="1282841" y="135678"/>
                  <a:pt x="1277950" y="139114"/>
                  <a:pt x="1272398" y="141360"/>
                </a:cubicBezTo>
                <a:cubicBezTo>
                  <a:pt x="1266847" y="143607"/>
                  <a:pt x="1260966" y="144730"/>
                  <a:pt x="1254755" y="144730"/>
                </a:cubicBezTo>
                <a:cubicBezTo>
                  <a:pt x="1252375" y="144730"/>
                  <a:pt x="1249962" y="144466"/>
                  <a:pt x="1247515" y="143938"/>
                </a:cubicBezTo>
                <a:cubicBezTo>
                  <a:pt x="1245071" y="143409"/>
                  <a:pt x="1242857" y="142848"/>
                  <a:pt x="1240875" y="142253"/>
                </a:cubicBezTo>
                <a:cubicBezTo>
                  <a:pt x="1238892" y="141658"/>
                  <a:pt x="1237306" y="141096"/>
                  <a:pt x="1236116" y="140568"/>
                </a:cubicBezTo>
                <a:lnTo>
                  <a:pt x="1234331" y="139775"/>
                </a:lnTo>
                <a:lnTo>
                  <a:pt x="1234331" y="187556"/>
                </a:lnTo>
                <a:cubicBezTo>
                  <a:pt x="1234331" y="188877"/>
                  <a:pt x="1233373" y="190000"/>
                  <a:pt x="1231457" y="190926"/>
                </a:cubicBezTo>
                <a:cubicBezTo>
                  <a:pt x="1229541" y="191852"/>
                  <a:pt x="1225609" y="192314"/>
                  <a:pt x="1219662" y="192314"/>
                </a:cubicBezTo>
                <a:moveTo>
                  <a:pt x="1248211" y="126295"/>
                </a:moveTo>
                <a:cubicBezTo>
                  <a:pt x="1251119" y="126295"/>
                  <a:pt x="1253894" y="125601"/>
                  <a:pt x="1256536" y="124213"/>
                </a:cubicBezTo>
                <a:cubicBezTo>
                  <a:pt x="1259180" y="122824"/>
                  <a:pt x="1261494" y="120676"/>
                  <a:pt x="1263476" y="117770"/>
                </a:cubicBezTo>
                <a:cubicBezTo>
                  <a:pt x="1265459" y="114861"/>
                  <a:pt x="1267012" y="111127"/>
                  <a:pt x="1268135" y="106567"/>
                </a:cubicBezTo>
                <a:cubicBezTo>
                  <a:pt x="1269259" y="102007"/>
                  <a:pt x="1269820" y="96555"/>
                  <a:pt x="1269820" y="90210"/>
                </a:cubicBezTo>
                <a:cubicBezTo>
                  <a:pt x="1269820" y="84262"/>
                  <a:pt x="1269292" y="79404"/>
                  <a:pt x="1268235" y="75637"/>
                </a:cubicBezTo>
                <a:cubicBezTo>
                  <a:pt x="1267178" y="71870"/>
                  <a:pt x="1265724" y="68896"/>
                  <a:pt x="1263873" y="66716"/>
                </a:cubicBezTo>
                <a:cubicBezTo>
                  <a:pt x="1262023" y="64535"/>
                  <a:pt x="1259942" y="63049"/>
                  <a:pt x="1257629" y="62256"/>
                </a:cubicBezTo>
                <a:cubicBezTo>
                  <a:pt x="1255315" y="61462"/>
                  <a:pt x="1252837" y="61064"/>
                  <a:pt x="1250192" y="61064"/>
                </a:cubicBezTo>
                <a:cubicBezTo>
                  <a:pt x="1248079" y="61064"/>
                  <a:pt x="1246031" y="61494"/>
                  <a:pt x="1244048" y="62353"/>
                </a:cubicBezTo>
                <a:cubicBezTo>
                  <a:pt x="1242066" y="63212"/>
                  <a:pt x="1240380" y="64237"/>
                  <a:pt x="1238990" y="65427"/>
                </a:cubicBezTo>
                <a:cubicBezTo>
                  <a:pt x="1237602" y="66617"/>
                  <a:pt x="1236479" y="67840"/>
                  <a:pt x="1235620" y="69096"/>
                </a:cubicBezTo>
                <a:cubicBezTo>
                  <a:pt x="1234761" y="70351"/>
                  <a:pt x="1234331" y="71374"/>
                  <a:pt x="1234331" y="72167"/>
                </a:cubicBezTo>
                <a:lnTo>
                  <a:pt x="1234331" y="115785"/>
                </a:lnTo>
                <a:cubicBezTo>
                  <a:pt x="1234331" y="118296"/>
                  <a:pt x="1235685" y="120676"/>
                  <a:pt x="1238394" y="122925"/>
                </a:cubicBezTo>
                <a:cubicBezTo>
                  <a:pt x="1241105" y="125171"/>
                  <a:pt x="1244377" y="126295"/>
                  <a:pt x="1248211" y="126295"/>
                </a:cubicBezTo>
                <a:close/>
                <a:moveTo>
                  <a:pt x="1353092" y="144730"/>
                </a:moveTo>
                <a:cubicBezTo>
                  <a:pt x="1348466" y="144730"/>
                  <a:pt x="1344070" y="143971"/>
                  <a:pt x="1339905" y="142452"/>
                </a:cubicBezTo>
                <a:cubicBezTo>
                  <a:pt x="1335743" y="140932"/>
                  <a:pt x="1332108" y="138784"/>
                  <a:pt x="1329002" y="136009"/>
                </a:cubicBezTo>
                <a:cubicBezTo>
                  <a:pt x="1325896" y="133234"/>
                  <a:pt x="1323418" y="129863"/>
                  <a:pt x="1321566" y="125898"/>
                </a:cubicBezTo>
                <a:cubicBezTo>
                  <a:pt x="1319717" y="121931"/>
                  <a:pt x="1318792" y="117437"/>
                  <a:pt x="1318792" y="112415"/>
                </a:cubicBezTo>
                <a:lnTo>
                  <a:pt x="1318792" y="46395"/>
                </a:lnTo>
                <a:cubicBezTo>
                  <a:pt x="1318792" y="45072"/>
                  <a:pt x="1319750" y="43949"/>
                  <a:pt x="1321666" y="43025"/>
                </a:cubicBezTo>
                <a:cubicBezTo>
                  <a:pt x="1323582" y="42099"/>
                  <a:pt x="1327514" y="41636"/>
                  <a:pt x="1333462" y="41636"/>
                </a:cubicBezTo>
                <a:cubicBezTo>
                  <a:pt x="1339542" y="41636"/>
                  <a:pt x="1343507" y="42099"/>
                  <a:pt x="1345357" y="43025"/>
                </a:cubicBezTo>
                <a:cubicBezTo>
                  <a:pt x="1347208" y="43949"/>
                  <a:pt x="1348134" y="45072"/>
                  <a:pt x="1348134" y="46395"/>
                </a:cubicBezTo>
                <a:lnTo>
                  <a:pt x="1348134" y="106664"/>
                </a:lnTo>
                <a:cubicBezTo>
                  <a:pt x="1348134" y="111555"/>
                  <a:pt x="1349555" y="115257"/>
                  <a:pt x="1352397" y="117770"/>
                </a:cubicBezTo>
                <a:cubicBezTo>
                  <a:pt x="1355238" y="120280"/>
                  <a:pt x="1358972" y="121536"/>
                  <a:pt x="1363599" y="121536"/>
                </a:cubicBezTo>
                <a:cubicBezTo>
                  <a:pt x="1365979" y="121536"/>
                  <a:pt x="1368259" y="121140"/>
                  <a:pt x="1370439" y="120347"/>
                </a:cubicBezTo>
                <a:cubicBezTo>
                  <a:pt x="1372619" y="119552"/>
                  <a:pt x="1374502" y="118528"/>
                  <a:pt x="1376087" y="117273"/>
                </a:cubicBezTo>
                <a:cubicBezTo>
                  <a:pt x="1377674" y="116017"/>
                  <a:pt x="1378963" y="114629"/>
                  <a:pt x="1379953" y="113111"/>
                </a:cubicBezTo>
                <a:cubicBezTo>
                  <a:pt x="1380946" y="111590"/>
                  <a:pt x="1381442" y="110103"/>
                  <a:pt x="1381442" y="108648"/>
                </a:cubicBezTo>
                <a:lnTo>
                  <a:pt x="1381442" y="46395"/>
                </a:lnTo>
                <a:cubicBezTo>
                  <a:pt x="1381442" y="45072"/>
                  <a:pt x="1382400" y="43949"/>
                  <a:pt x="1384316" y="43025"/>
                </a:cubicBezTo>
                <a:cubicBezTo>
                  <a:pt x="1386234" y="42099"/>
                  <a:pt x="1390167" y="41636"/>
                  <a:pt x="1396114" y="41636"/>
                </a:cubicBezTo>
                <a:cubicBezTo>
                  <a:pt x="1402193" y="41636"/>
                  <a:pt x="1406158" y="42099"/>
                  <a:pt x="1408010" y="43025"/>
                </a:cubicBezTo>
                <a:cubicBezTo>
                  <a:pt x="1409861" y="43949"/>
                  <a:pt x="1410787" y="45072"/>
                  <a:pt x="1410787" y="46395"/>
                </a:cubicBezTo>
                <a:lnTo>
                  <a:pt x="1410787" y="115588"/>
                </a:lnTo>
                <a:cubicBezTo>
                  <a:pt x="1410787" y="118628"/>
                  <a:pt x="1411480" y="120809"/>
                  <a:pt x="1412868" y="122132"/>
                </a:cubicBezTo>
                <a:cubicBezTo>
                  <a:pt x="1414256" y="123453"/>
                  <a:pt x="1416073" y="124113"/>
                  <a:pt x="1418320" y="124113"/>
                </a:cubicBezTo>
                <a:lnTo>
                  <a:pt x="1422482" y="124113"/>
                </a:lnTo>
                <a:cubicBezTo>
                  <a:pt x="1424334" y="124113"/>
                  <a:pt x="1425259" y="124973"/>
                  <a:pt x="1425259" y="126691"/>
                </a:cubicBezTo>
                <a:cubicBezTo>
                  <a:pt x="1425259" y="127879"/>
                  <a:pt x="1424631" y="129497"/>
                  <a:pt x="1423375" y="131546"/>
                </a:cubicBezTo>
                <a:cubicBezTo>
                  <a:pt x="1422118" y="133596"/>
                  <a:pt x="1420532" y="135579"/>
                  <a:pt x="1418616" y="137497"/>
                </a:cubicBezTo>
                <a:cubicBezTo>
                  <a:pt x="1416700" y="139413"/>
                  <a:pt x="1414519" y="141098"/>
                  <a:pt x="1412072" y="142552"/>
                </a:cubicBezTo>
                <a:cubicBezTo>
                  <a:pt x="1409628" y="144004"/>
                  <a:pt x="1407216" y="144730"/>
                  <a:pt x="1404836" y="144730"/>
                </a:cubicBezTo>
                <a:cubicBezTo>
                  <a:pt x="1401004" y="144730"/>
                  <a:pt x="1397469" y="143442"/>
                  <a:pt x="1394230" y="140864"/>
                </a:cubicBezTo>
                <a:cubicBezTo>
                  <a:pt x="1390993" y="138287"/>
                  <a:pt x="1388251" y="135478"/>
                  <a:pt x="1386004" y="132439"/>
                </a:cubicBezTo>
                <a:cubicBezTo>
                  <a:pt x="1384681" y="133496"/>
                  <a:pt x="1382995" y="134751"/>
                  <a:pt x="1380946" y="136205"/>
                </a:cubicBezTo>
                <a:cubicBezTo>
                  <a:pt x="1378899" y="137659"/>
                  <a:pt x="1376487" y="139015"/>
                  <a:pt x="1373709" y="140271"/>
                </a:cubicBezTo>
                <a:cubicBezTo>
                  <a:pt x="1370934" y="141526"/>
                  <a:pt x="1367828" y="142583"/>
                  <a:pt x="1364392" y="143442"/>
                </a:cubicBezTo>
                <a:cubicBezTo>
                  <a:pt x="1360955" y="144301"/>
                  <a:pt x="1357189" y="144730"/>
                  <a:pt x="1353092" y="144730"/>
                </a:cubicBezTo>
                <a:close/>
                <a:moveTo>
                  <a:pt x="1475022" y="144730"/>
                </a:moveTo>
                <a:cubicBezTo>
                  <a:pt x="1465242" y="144730"/>
                  <a:pt x="1457675" y="141955"/>
                  <a:pt x="1452320" y="136405"/>
                </a:cubicBezTo>
                <a:cubicBezTo>
                  <a:pt x="1446968" y="130853"/>
                  <a:pt x="1444291" y="123715"/>
                  <a:pt x="1444291" y="114992"/>
                </a:cubicBezTo>
                <a:lnTo>
                  <a:pt x="1444291" y="62057"/>
                </a:lnTo>
                <a:lnTo>
                  <a:pt x="1438940" y="62057"/>
                </a:lnTo>
                <a:cubicBezTo>
                  <a:pt x="1437883" y="62057"/>
                  <a:pt x="1436925" y="61297"/>
                  <a:pt x="1436066" y="59779"/>
                </a:cubicBezTo>
                <a:cubicBezTo>
                  <a:pt x="1435207" y="58258"/>
                  <a:pt x="1434777" y="55647"/>
                  <a:pt x="1434777" y="51946"/>
                </a:cubicBezTo>
                <a:cubicBezTo>
                  <a:pt x="1434777" y="48112"/>
                  <a:pt x="1435207" y="45436"/>
                  <a:pt x="1436066" y="43917"/>
                </a:cubicBezTo>
                <a:cubicBezTo>
                  <a:pt x="1436925" y="42397"/>
                  <a:pt x="1437883" y="41636"/>
                  <a:pt x="1438940" y="41636"/>
                </a:cubicBezTo>
                <a:lnTo>
                  <a:pt x="1444291" y="41636"/>
                </a:lnTo>
                <a:lnTo>
                  <a:pt x="1444291" y="22602"/>
                </a:lnTo>
                <a:cubicBezTo>
                  <a:pt x="1444291" y="21545"/>
                  <a:pt x="1445348" y="20323"/>
                  <a:pt x="1447462" y="18935"/>
                </a:cubicBezTo>
                <a:cubicBezTo>
                  <a:pt x="1449578" y="17547"/>
                  <a:pt x="1452089" y="16259"/>
                  <a:pt x="1454998" y="15069"/>
                </a:cubicBezTo>
                <a:cubicBezTo>
                  <a:pt x="1457906" y="13879"/>
                  <a:pt x="1460781" y="12854"/>
                  <a:pt x="1463623" y="11995"/>
                </a:cubicBezTo>
                <a:cubicBezTo>
                  <a:pt x="1466464" y="11136"/>
                  <a:pt x="1468679" y="10706"/>
                  <a:pt x="1470266" y="10706"/>
                </a:cubicBezTo>
                <a:cubicBezTo>
                  <a:pt x="1472513" y="10706"/>
                  <a:pt x="1473636" y="11962"/>
                  <a:pt x="1473636" y="14473"/>
                </a:cubicBezTo>
                <a:lnTo>
                  <a:pt x="1473636" y="41636"/>
                </a:lnTo>
                <a:lnTo>
                  <a:pt x="1491479" y="41636"/>
                </a:lnTo>
                <a:cubicBezTo>
                  <a:pt x="1493593" y="41636"/>
                  <a:pt x="1494650" y="42693"/>
                  <a:pt x="1494650" y="44807"/>
                </a:cubicBezTo>
                <a:cubicBezTo>
                  <a:pt x="1494650" y="45997"/>
                  <a:pt x="1494287" y="47583"/>
                  <a:pt x="1493560" y="49566"/>
                </a:cubicBezTo>
                <a:cubicBezTo>
                  <a:pt x="1492834" y="51548"/>
                  <a:pt x="1491876" y="53465"/>
                  <a:pt x="1490686" y="55316"/>
                </a:cubicBezTo>
                <a:cubicBezTo>
                  <a:pt x="1489497" y="57166"/>
                  <a:pt x="1488208" y="58752"/>
                  <a:pt x="1486820" y="60075"/>
                </a:cubicBezTo>
                <a:cubicBezTo>
                  <a:pt x="1485433" y="61396"/>
                  <a:pt x="1484077" y="62057"/>
                  <a:pt x="1482754" y="62057"/>
                </a:cubicBezTo>
                <a:lnTo>
                  <a:pt x="1473636" y="62057"/>
                </a:lnTo>
                <a:lnTo>
                  <a:pt x="1473636" y="106268"/>
                </a:lnTo>
                <a:cubicBezTo>
                  <a:pt x="1473636" y="112612"/>
                  <a:pt x="1475057" y="117174"/>
                  <a:pt x="1477899" y="119951"/>
                </a:cubicBezTo>
                <a:cubicBezTo>
                  <a:pt x="1480741" y="122726"/>
                  <a:pt x="1484408" y="124113"/>
                  <a:pt x="1488902" y="124113"/>
                </a:cubicBezTo>
                <a:lnTo>
                  <a:pt x="1493461" y="124113"/>
                </a:lnTo>
                <a:cubicBezTo>
                  <a:pt x="1494253" y="124113"/>
                  <a:pt x="1494848" y="124411"/>
                  <a:pt x="1495246" y="125006"/>
                </a:cubicBezTo>
                <a:cubicBezTo>
                  <a:pt x="1495643" y="125599"/>
                  <a:pt x="1495841" y="126226"/>
                  <a:pt x="1495841" y="126888"/>
                </a:cubicBezTo>
                <a:cubicBezTo>
                  <a:pt x="1495841" y="127944"/>
                  <a:pt x="1495180" y="129464"/>
                  <a:pt x="1493857" y="131447"/>
                </a:cubicBezTo>
                <a:cubicBezTo>
                  <a:pt x="1492536" y="133429"/>
                  <a:pt x="1490884" y="135413"/>
                  <a:pt x="1488902" y="137397"/>
                </a:cubicBezTo>
                <a:cubicBezTo>
                  <a:pt x="1486919" y="139380"/>
                  <a:pt x="1484705" y="141098"/>
                  <a:pt x="1482258" y="142552"/>
                </a:cubicBezTo>
                <a:cubicBezTo>
                  <a:pt x="1479814" y="144004"/>
                  <a:pt x="1477402" y="144730"/>
                  <a:pt x="1475022" y="144730"/>
                </a:cubicBezTo>
                <a:close/>
                <a:moveTo>
                  <a:pt x="1589221" y="144730"/>
                </a:moveTo>
                <a:cubicBezTo>
                  <a:pt x="1586313" y="144730"/>
                  <a:pt x="1583702" y="144202"/>
                  <a:pt x="1581389" y="143145"/>
                </a:cubicBezTo>
                <a:cubicBezTo>
                  <a:pt x="1579077" y="142088"/>
                  <a:pt x="1577062" y="140898"/>
                  <a:pt x="1575344" y="139575"/>
                </a:cubicBezTo>
                <a:cubicBezTo>
                  <a:pt x="1573362" y="138123"/>
                  <a:pt x="1571643" y="136472"/>
                  <a:pt x="1570189" y="134620"/>
                </a:cubicBezTo>
                <a:cubicBezTo>
                  <a:pt x="1566488" y="137264"/>
                  <a:pt x="1562192" y="139611"/>
                  <a:pt x="1557302" y="141660"/>
                </a:cubicBezTo>
                <a:cubicBezTo>
                  <a:pt x="1552411" y="143707"/>
                  <a:pt x="1546595" y="144730"/>
                  <a:pt x="1539855" y="144730"/>
                </a:cubicBezTo>
                <a:cubicBezTo>
                  <a:pt x="1535095" y="144730"/>
                  <a:pt x="1530700" y="144070"/>
                  <a:pt x="1526668" y="142749"/>
                </a:cubicBezTo>
                <a:cubicBezTo>
                  <a:pt x="1522638" y="141428"/>
                  <a:pt x="1519136" y="139545"/>
                  <a:pt x="1516161" y="137101"/>
                </a:cubicBezTo>
                <a:cubicBezTo>
                  <a:pt x="1513189" y="134654"/>
                  <a:pt x="1510875" y="131614"/>
                  <a:pt x="1509221" y="127980"/>
                </a:cubicBezTo>
                <a:cubicBezTo>
                  <a:pt x="1507570" y="124343"/>
                  <a:pt x="1506744" y="120213"/>
                  <a:pt x="1506744" y="115588"/>
                </a:cubicBezTo>
                <a:cubicBezTo>
                  <a:pt x="1506744" y="109772"/>
                  <a:pt x="1507702" y="104848"/>
                  <a:pt x="1509618" y="100816"/>
                </a:cubicBezTo>
                <a:cubicBezTo>
                  <a:pt x="1511536" y="96784"/>
                  <a:pt x="1514377" y="93348"/>
                  <a:pt x="1518143" y="90506"/>
                </a:cubicBezTo>
                <a:cubicBezTo>
                  <a:pt x="1521910" y="87664"/>
                  <a:pt x="1526569" y="85252"/>
                  <a:pt x="1532119" y="83270"/>
                </a:cubicBezTo>
                <a:cubicBezTo>
                  <a:pt x="1537672" y="81287"/>
                  <a:pt x="1544017" y="79437"/>
                  <a:pt x="1551154" y="77718"/>
                </a:cubicBezTo>
                <a:cubicBezTo>
                  <a:pt x="1555914" y="76662"/>
                  <a:pt x="1559483" y="75605"/>
                  <a:pt x="1561861" y="74548"/>
                </a:cubicBezTo>
                <a:cubicBezTo>
                  <a:pt x="1564240" y="73489"/>
                  <a:pt x="1565430" y="72233"/>
                  <a:pt x="1565430" y="70778"/>
                </a:cubicBezTo>
                <a:cubicBezTo>
                  <a:pt x="1565430" y="67872"/>
                  <a:pt x="1564108" y="65527"/>
                  <a:pt x="1561464" y="63742"/>
                </a:cubicBezTo>
                <a:cubicBezTo>
                  <a:pt x="1558820" y="61957"/>
                  <a:pt x="1554723" y="61064"/>
                  <a:pt x="1549173" y="61064"/>
                </a:cubicBezTo>
                <a:cubicBezTo>
                  <a:pt x="1545339" y="61064"/>
                  <a:pt x="1541703" y="61527"/>
                  <a:pt x="1538267" y="62453"/>
                </a:cubicBezTo>
                <a:cubicBezTo>
                  <a:pt x="1534832" y="63379"/>
                  <a:pt x="1531759" y="64437"/>
                  <a:pt x="1529049" y="65627"/>
                </a:cubicBezTo>
                <a:cubicBezTo>
                  <a:pt x="1526340" y="66814"/>
                  <a:pt x="1524060" y="67871"/>
                  <a:pt x="1522209" y="68797"/>
                </a:cubicBezTo>
                <a:cubicBezTo>
                  <a:pt x="1520359" y="69723"/>
                  <a:pt x="1519037" y="70186"/>
                  <a:pt x="1518243" y="70186"/>
                </a:cubicBezTo>
                <a:cubicBezTo>
                  <a:pt x="1516524" y="70186"/>
                  <a:pt x="1515665" y="69194"/>
                  <a:pt x="1515665" y="67212"/>
                </a:cubicBezTo>
                <a:cubicBezTo>
                  <a:pt x="1515665" y="65624"/>
                  <a:pt x="1515996" y="63311"/>
                  <a:pt x="1516657" y="60272"/>
                </a:cubicBezTo>
                <a:cubicBezTo>
                  <a:pt x="1517319" y="57232"/>
                  <a:pt x="1518377" y="54060"/>
                  <a:pt x="1519831" y="50754"/>
                </a:cubicBezTo>
                <a:cubicBezTo>
                  <a:pt x="1520359" y="49698"/>
                  <a:pt x="1521582" y="48509"/>
                  <a:pt x="1523498" y="47188"/>
                </a:cubicBezTo>
                <a:cubicBezTo>
                  <a:pt x="1525414" y="45865"/>
                  <a:pt x="1527858" y="44641"/>
                  <a:pt x="1530831" y="43518"/>
                </a:cubicBezTo>
                <a:cubicBezTo>
                  <a:pt x="1533806" y="42395"/>
                  <a:pt x="1537209" y="41470"/>
                  <a:pt x="1541041" y="40744"/>
                </a:cubicBezTo>
                <a:cubicBezTo>
                  <a:pt x="1544875" y="40016"/>
                  <a:pt x="1548973" y="39652"/>
                  <a:pt x="1553335" y="39652"/>
                </a:cubicBezTo>
                <a:cubicBezTo>
                  <a:pt x="1568536" y="39652"/>
                  <a:pt x="1579308" y="42956"/>
                  <a:pt x="1585651" y="49566"/>
                </a:cubicBezTo>
                <a:cubicBezTo>
                  <a:pt x="1591996" y="56175"/>
                  <a:pt x="1595168" y="66154"/>
                  <a:pt x="1595168" y="79503"/>
                </a:cubicBezTo>
                <a:lnTo>
                  <a:pt x="1595168" y="115588"/>
                </a:lnTo>
                <a:cubicBezTo>
                  <a:pt x="1595168" y="118628"/>
                  <a:pt x="1595862" y="120809"/>
                  <a:pt x="1597250" y="122132"/>
                </a:cubicBezTo>
                <a:cubicBezTo>
                  <a:pt x="1598639" y="123453"/>
                  <a:pt x="1600523" y="124113"/>
                  <a:pt x="1602901" y="124113"/>
                </a:cubicBezTo>
                <a:lnTo>
                  <a:pt x="1606867" y="124113"/>
                </a:lnTo>
                <a:cubicBezTo>
                  <a:pt x="1608717" y="124113"/>
                  <a:pt x="1609641" y="124973"/>
                  <a:pt x="1609641" y="126691"/>
                </a:cubicBezTo>
                <a:cubicBezTo>
                  <a:pt x="1609641" y="127879"/>
                  <a:pt x="1609013" y="129497"/>
                  <a:pt x="1607756" y="131546"/>
                </a:cubicBezTo>
                <a:cubicBezTo>
                  <a:pt x="1606502" y="133596"/>
                  <a:pt x="1604917" y="135579"/>
                  <a:pt x="1603001" y="137497"/>
                </a:cubicBezTo>
                <a:cubicBezTo>
                  <a:pt x="1601085" y="139413"/>
                  <a:pt x="1598904" y="141098"/>
                  <a:pt x="1596457" y="142552"/>
                </a:cubicBezTo>
                <a:cubicBezTo>
                  <a:pt x="1594013" y="144004"/>
                  <a:pt x="1591601" y="144730"/>
                  <a:pt x="1589221" y="144730"/>
                </a:cubicBezTo>
                <a:moveTo>
                  <a:pt x="1535293" y="111819"/>
                </a:moveTo>
                <a:cubicBezTo>
                  <a:pt x="1535293" y="116050"/>
                  <a:pt x="1536747" y="119256"/>
                  <a:pt x="1539655" y="121436"/>
                </a:cubicBezTo>
                <a:cubicBezTo>
                  <a:pt x="1542564" y="123616"/>
                  <a:pt x="1546331" y="124706"/>
                  <a:pt x="1550958" y="124706"/>
                </a:cubicBezTo>
                <a:cubicBezTo>
                  <a:pt x="1555318" y="124706"/>
                  <a:pt x="1558886" y="123650"/>
                  <a:pt x="1561661" y="121536"/>
                </a:cubicBezTo>
                <a:cubicBezTo>
                  <a:pt x="1564438" y="119420"/>
                  <a:pt x="1565827" y="117438"/>
                  <a:pt x="1565827" y="115588"/>
                </a:cubicBezTo>
                <a:lnTo>
                  <a:pt x="1565827" y="94372"/>
                </a:lnTo>
                <a:cubicBezTo>
                  <a:pt x="1565827" y="92918"/>
                  <a:pt x="1565100" y="92191"/>
                  <a:pt x="1563645" y="92191"/>
                </a:cubicBezTo>
                <a:cubicBezTo>
                  <a:pt x="1560737" y="92191"/>
                  <a:pt x="1557103" y="93182"/>
                  <a:pt x="1552743" y="95165"/>
                </a:cubicBezTo>
                <a:cubicBezTo>
                  <a:pt x="1550627" y="95960"/>
                  <a:pt x="1548544" y="96820"/>
                  <a:pt x="1546495" y="97745"/>
                </a:cubicBezTo>
                <a:cubicBezTo>
                  <a:pt x="1544446" y="98669"/>
                  <a:pt x="1542596" y="99793"/>
                  <a:pt x="1540944" y="101116"/>
                </a:cubicBezTo>
                <a:cubicBezTo>
                  <a:pt x="1539292" y="102437"/>
                  <a:pt x="1537937" y="103990"/>
                  <a:pt x="1536878" y="105774"/>
                </a:cubicBezTo>
                <a:cubicBezTo>
                  <a:pt x="1535821" y="107557"/>
                  <a:pt x="1535293" y="109572"/>
                  <a:pt x="1535293" y="111819"/>
                </a:cubicBezTo>
                <a:close/>
                <a:moveTo>
                  <a:pt x="1660792" y="144730"/>
                </a:moveTo>
                <a:cubicBezTo>
                  <a:pt x="1651012" y="144730"/>
                  <a:pt x="1643445" y="141955"/>
                  <a:pt x="1638090" y="136405"/>
                </a:cubicBezTo>
                <a:cubicBezTo>
                  <a:pt x="1632738" y="130853"/>
                  <a:pt x="1630061" y="123715"/>
                  <a:pt x="1630061" y="114992"/>
                </a:cubicBezTo>
                <a:lnTo>
                  <a:pt x="1630061" y="62057"/>
                </a:lnTo>
                <a:lnTo>
                  <a:pt x="1624710" y="62057"/>
                </a:lnTo>
                <a:cubicBezTo>
                  <a:pt x="1623653" y="62057"/>
                  <a:pt x="1622695" y="61297"/>
                  <a:pt x="1621836" y="59779"/>
                </a:cubicBezTo>
                <a:cubicBezTo>
                  <a:pt x="1620977" y="58258"/>
                  <a:pt x="1620547" y="55647"/>
                  <a:pt x="1620547" y="51946"/>
                </a:cubicBezTo>
                <a:cubicBezTo>
                  <a:pt x="1620547" y="48112"/>
                  <a:pt x="1620977" y="45436"/>
                  <a:pt x="1621836" y="43917"/>
                </a:cubicBezTo>
                <a:cubicBezTo>
                  <a:pt x="1622695" y="42397"/>
                  <a:pt x="1623653" y="41636"/>
                  <a:pt x="1624710" y="41636"/>
                </a:cubicBezTo>
                <a:lnTo>
                  <a:pt x="1630061" y="41636"/>
                </a:lnTo>
                <a:lnTo>
                  <a:pt x="1630061" y="22602"/>
                </a:lnTo>
                <a:cubicBezTo>
                  <a:pt x="1630061" y="21545"/>
                  <a:pt x="1631118" y="20323"/>
                  <a:pt x="1633232" y="18935"/>
                </a:cubicBezTo>
                <a:cubicBezTo>
                  <a:pt x="1635348" y="17547"/>
                  <a:pt x="1637860" y="16259"/>
                  <a:pt x="1640768" y="15069"/>
                </a:cubicBezTo>
                <a:cubicBezTo>
                  <a:pt x="1643676" y="13879"/>
                  <a:pt x="1646551" y="12854"/>
                  <a:pt x="1649393" y="11995"/>
                </a:cubicBezTo>
                <a:cubicBezTo>
                  <a:pt x="1652234" y="11136"/>
                  <a:pt x="1654449" y="10706"/>
                  <a:pt x="1656036" y="10706"/>
                </a:cubicBezTo>
                <a:cubicBezTo>
                  <a:pt x="1658283" y="10706"/>
                  <a:pt x="1659406" y="11962"/>
                  <a:pt x="1659406" y="14473"/>
                </a:cubicBezTo>
                <a:lnTo>
                  <a:pt x="1659406" y="41636"/>
                </a:lnTo>
                <a:lnTo>
                  <a:pt x="1677249" y="41636"/>
                </a:lnTo>
                <a:cubicBezTo>
                  <a:pt x="1679363" y="41636"/>
                  <a:pt x="1680420" y="42693"/>
                  <a:pt x="1680420" y="44807"/>
                </a:cubicBezTo>
                <a:cubicBezTo>
                  <a:pt x="1680420" y="45997"/>
                  <a:pt x="1680057" y="47583"/>
                  <a:pt x="1679331" y="49566"/>
                </a:cubicBezTo>
                <a:cubicBezTo>
                  <a:pt x="1678604" y="51548"/>
                  <a:pt x="1677646" y="53465"/>
                  <a:pt x="1676457" y="55316"/>
                </a:cubicBezTo>
                <a:cubicBezTo>
                  <a:pt x="1675267" y="57166"/>
                  <a:pt x="1673978" y="58752"/>
                  <a:pt x="1672590" y="60075"/>
                </a:cubicBezTo>
                <a:cubicBezTo>
                  <a:pt x="1671203" y="61396"/>
                  <a:pt x="1669847" y="62057"/>
                  <a:pt x="1668524" y="62057"/>
                </a:cubicBezTo>
                <a:lnTo>
                  <a:pt x="1659406" y="62057"/>
                </a:lnTo>
                <a:lnTo>
                  <a:pt x="1659406" y="106268"/>
                </a:lnTo>
                <a:cubicBezTo>
                  <a:pt x="1659406" y="112612"/>
                  <a:pt x="1660827" y="117174"/>
                  <a:pt x="1663669" y="119951"/>
                </a:cubicBezTo>
                <a:cubicBezTo>
                  <a:pt x="1666511" y="122726"/>
                  <a:pt x="1670178" y="124113"/>
                  <a:pt x="1674672" y="124113"/>
                </a:cubicBezTo>
                <a:lnTo>
                  <a:pt x="1679231" y="124113"/>
                </a:lnTo>
                <a:cubicBezTo>
                  <a:pt x="1680023" y="124113"/>
                  <a:pt x="1680618" y="124411"/>
                  <a:pt x="1681016" y="125006"/>
                </a:cubicBezTo>
                <a:cubicBezTo>
                  <a:pt x="1681413" y="125599"/>
                  <a:pt x="1681612" y="126226"/>
                  <a:pt x="1681612" y="126888"/>
                </a:cubicBezTo>
                <a:cubicBezTo>
                  <a:pt x="1681612" y="127944"/>
                  <a:pt x="1680950" y="129464"/>
                  <a:pt x="1679627" y="131447"/>
                </a:cubicBezTo>
                <a:cubicBezTo>
                  <a:pt x="1678306" y="133429"/>
                  <a:pt x="1676654" y="135413"/>
                  <a:pt x="1674672" y="137397"/>
                </a:cubicBezTo>
                <a:cubicBezTo>
                  <a:pt x="1672689" y="139380"/>
                  <a:pt x="1670475" y="141098"/>
                  <a:pt x="1668028" y="142552"/>
                </a:cubicBezTo>
                <a:cubicBezTo>
                  <a:pt x="1665584" y="144004"/>
                  <a:pt x="1663172" y="144730"/>
                  <a:pt x="1660792" y="144730"/>
                </a:cubicBezTo>
                <a:close/>
                <a:moveTo>
                  <a:pt x="1711550" y="0"/>
                </a:moveTo>
                <a:cubicBezTo>
                  <a:pt x="1717100" y="0"/>
                  <a:pt x="1721130" y="1190"/>
                  <a:pt x="1723641" y="3570"/>
                </a:cubicBezTo>
                <a:cubicBezTo>
                  <a:pt x="1726154" y="5948"/>
                  <a:pt x="1727411" y="9846"/>
                  <a:pt x="1727411" y="15265"/>
                </a:cubicBezTo>
                <a:cubicBezTo>
                  <a:pt x="1727411" y="20818"/>
                  <a:pt x="1726154" y="24717"/>
                  <a:pt x="1723641" y="26964"/>
                </a:cubicBezTo>
                <a:cubicBezTo>
                  <a:pt x="1721130" y="29211"/>
                  <a:pt x="1717100" y="30334"/>
                  <a:pt x="1711550" y="30334"/>
                </a:cubicBezTo>
                <a:cubicBezTo>
                  <a:pt x="1705997" y="30334"/>
                  <a:pt x="1701966" y="29211"/>
                  <a:pt x="1699455" y="26964"/>
                </a:cubicBezTo>
                <a:cubicBezTo>
                  <a:pt x="1696944" y="24717"/>
                  <a:pt x="1695688" y="20818"/>
                  <a:pt x="1695688" y="15265"/>
                </a:cubicBezTo>
                <a:cubicBezTo>
                  <a:pt x="1695688" y="9846"/>
                  <a:pt x="1696944" y="5948"/>
                  <a:pt x="1699455" y="3570"/>
                </a:cubicBezTo>
                <a:cubicBezTo>
                  <a:pt x="1701966" y="1190"/>
                  <a:pt x="1705997" y="0"/>
                  <a:pt x="1711550" y="0"/>
                </a:cubicBezTo>
                <a:moveTo>
                  <a:pt x="1726219" y="115588"/>
                </a:moveTo>
                <a:cubicBezTo>
                  <a:pt x="1726219" y="118628"/>
                  <a:pt x="1726913" y="120809"/>
                  <a:pt x="1728300" y="122132"/>
                </a:cubicBezTo>
                <a:cubicBezTo>
                  <a:pt x="1729690" y="123453"/>
                  <a:pt x="1731508" y="124113"/>
                  <a:pt x="1733755" y="124113"/>
                </a:cubicBezTo>
                <a:lnTo>
                  <a:pt x="1737917" y="124113"/>
                </a:lnTo>
                <a:cubicBezTo>
                  <a:pt x="1739767" y="124113"/>
                  <a:pt x="1740692" y="124973"/>
                  <a:pt x="1740692" y="126691"/>
                </a:cubicBezTo>
                <a:cubicBezTo>
                  <a:pt x="1740692" y="127879"/>
                  <a:pt x="1740063" y="129464"/>
                  <a:pt x="1738807" y="131447"/>
                </a:cubicBezTo>
                <a:cubicBezTo>
                  <a:pt x="1737552" y="133429"/>
                  <a:pt x="1735967" y="135413"/>
                  <a:pt x="1734051" y="137397"/>
                </a:cubicBezTo>
                <a:cubicBezTo>
                  <a:pt x="1732135" y="139380"/>
                  <a:pt x="1729954" y="141098"/>
                  <a:pt x="1727508" y="142552"/>
                </a:cubicBezTo>
                <a:cubicBezTo>
                  <a:pt x="1725063" y="144004"/>
                  <a:pt x="1722651" y="144730"/>
                  <a:pt x="1720271" y="144730"/>
                </a:cubicBezTo>
                <a:cubicBezTo>
                  <a:pt x="1712870" y="144730"/>
                  <a:pt x="1707120" y="142649"/>
                  <a:pt x="1703021" y="138486"/>
                </a:cubicBezTo>
                <a:cubicBezTo>
                  <a:pt x="1698925" y="134324"/>
                  <a:pt x="1696877" y="128541"/>
                  <a:pt x="1696877" y="121140"/>
                </a:cubicBezTo>
                <a:lnTo>
                  <a:pt x="1696877" y="46395"/>
                </a:lnTo>
                <a:cubicBezTo>
                  <a:pt x="1696877" y="45072"/>
                  <a:pt x="1697835" y="43949"/>
                  <a:pt x="1699751" y="43025"/>
                </a:cubicBezTo>
                <a:cubicBezTo>
                  <a:pt x="1701669" y="42099"/>
                  <a:pt x="1705602" y="41636"/>
                  <a:pt x="1711550" y="41636"/>
                </a:cubicBezTo>
                <a:cubicBezTo>
                  <a:pt x="1717628" y="41636"/>
                  <a:pt x="1721592" y="42099"/>
                  <a:pt x="1723442" y="43025"/>
                </a:cubicBezTo>
                <a:cubicBezTo>
                  <a:pt x="1725293" y="43949"/>
                  <a:pt x="1726219" y="45072"/>
                  <a:pt x="1726219" y="46395"/>
                </a:cubicBezTo>
                <a:lnTo>
                  <a:pt x="1726219" y="115588"/>
                </a:lnTo>
                <a:close/>
                <a:moveTo>
                  <a:pt x="1806316" y="144534"/>
                </a:moveTo>
                <a:cubicBezTo>
                  <a:pt x="1799312" y="144534"/>
                  <a:pt x="1792637" y="143444"/>
                  <a:pt x="1786292" y="141264"/>
                </a:cubicBezTo>
                <a:cubicBezTo>
                  <a:pt x="1779949" y="139081"/>
                  <a:pt x="1774398" y="135810"/>
                  <a:pt x="1769638" y="131450"/>
                </a:cubicBezTo>
                <a:cubicBezTo>
                  <a:pt x="1764880" y="127087"/>
                  <a:pt x="1761081" y="121601"/>
                  <a:pt x="1758239" y="114992"/>
                </a:cubicBezTo>
                <a:cubicBezTo>
                  <a:pt x="1755397" y="108383"/>
                  <a:pt x="1753977" y="100651"/>
                  <a:pt x="1753977" y="91795"/>
                </a:cubicBezTo>
                <a:cubicBezTo>
                  <a:pt x="1753977" y="82939"/>
                  <a:pt x="1755397" y="75240"/>
                  <a:pt x="1758239" y="68697"/>
                </a:cubicBezTo>
                <a:cubicBezTo>
                  <a:pt x="1761081" y="62155"/>
                  <a:pt x="1764880" y="56735"/>
                  <a:pt x="1769638" y="52439"/>
                </a:cubicBezTo>
                <a:cubicBezTo>
                  <a:pt x="1774398" y="48144"/>
                  <a:pt x="1779949" y="44939"/>
                  <a:pt x="1786292" y="42825"/>
                </a:cubicBezTo>
                <a:cubicBezTo>
                  <a:pt x="1792637" y="40710"/>
                  <a:pt x="1799312" y="39652"/>
                  <a:pt x="1806316" y="39652"/>
                </a:cubicBezTo>
                <a:cubicBezTo>
                  <a:pt x="1813323" y="39652"/>
                  <a:pt x="1819965" y="40710"/>
                  <a:pt x="1826243" y="42825"/>
                </a:cubicBezTo>
                <a:cubicBezTo>
                  <a:pt x="1832522" y="44939"/>
                  <a:pt x="1838073" y="48144"/>
                  <a:pt x="1842897" y="52439"/>
                </a:cubicBezTo>
                <a:cubicBezTo>
                  <a:pt x="1847722" y="56735"/>
                  <a:pt x="1851555" y="62155"/>
                  <a:pt x="1854396" y="68697"/>
                </a:cubicBezTo>
                <a:cubicBezTo>
                  <a:pt x="1857238" y="75240"/>
                  <a:pt x="1858659" y="82939"/>
                  <a:pt x="1858659" y="91795"/>
                </a:cubicBezTo>
                <a:cubicBezTo>
                  <a:pt x="1858659" y="100651"/>
                  <a:pt x="1857238" y="108383"/>
                  <a:pt x="1854396" y="114992"/>
                </a:cubicBezTo>
                <a:cubicBezTo>
                  <a:pt x="1851555" y="121601"/>
                  <a:pt x="1847722" y="127087"/>
                  <a:pt x="1842897" y="131450"/>
                </a:cubicBezTo>
                <a:cubicBezTo>
                  <a:pt x="1838073" y="135810"/>
                  <a:pt x="1832522" y="139081"/>
                  <a:pt x="1826243" y="141264"/>
                </a:cubicBezTo>
                <a:cubicBezTo>
                  <a:pt x="1819965" y="143444"/>
                  <a:pt x="1813323" y="144534"/>
                  <a:pt x="1806316" y="144534"/>
                </a:cubicBezTo>
                <a:moveTo>
                  <a:pt x="1806316" y="124510"/>
                </a:moveTo>
                <a:cubicBezTo>
                  <a:pt x="1809093" y="124510"/>
                  <a:pt x="1811771" y="123948"/>
                  <a:pt x="1814348" y="122825"/>
                </a:cubicBezTo>
                <a:cubicBezTo>
                  <a:pt x="1816926" y="121701"/>
                  <a:pt x="1819139" y="119851"/>
                  <a:pt x="1820989" y="117273"/>
                </a:cubicBezTo>
                <a:cubicBezTo>
                  <a:pt x="1822840" y="114696"/>
                  <a:pt x="1824327" y="111292"/>
                  <a:pt x="1825451" y="107063"/>
                </a:cubicBezTo>
                <a:cubicBezTo>
                  <a:pt x="1826574" y="102832"/>
                  <a:pt x="1827136" y="97677"/>
                  <a:pt x="1827136" y="91598"/>
                </a:cubicBezTo>
                <a:cubicBezTo>
                  <a:pt x="1827136" y="85517"/>
                  <a:pt x="1826574" y="80362"/>
                  <a:pt x="1825451" y="76133"/>
                </a:cubicBezTo>
                <a:cubicBezTo>
                  <a:pt x="1824327" y="71904"/>
                  <a:pt x="1822840" y="68500"/>
                  <a:pt x="1820989" y="65923"/>
                </a:cubicBezTo>
                <a:cubicBezTo>
                  <a:pt x="1819139" y="63345"/>
                  <a:pt x="1816926" y="61495"/>
                  <a:pt x="1814348" y="60372"/>
                </a:cubicBezTo>
                <a:cubicBezTo>
                  <a:pt x="1811771" y="59248"/>
                  <a:pt x="1809093" y="58687"/>
                  <a:pt x="1806316" y="58687"/>
                </a:cubicBezTo>
                <a:cubicBezTo>
                  <a:pt x="1803541" y="58687"/>
                  <a:pt x="1800865" y="59248"/>
                  <a:pt x="1798287" y="60372"/>
                </a:cubicBezTo>
                <a:cubicBezTo>
                  <a:pt x="1795710" y="61495"/>
                  <a:pt x="1793463" y="63345"/>
                  <a:pt x="1791547" y="65923"/>
                </a:cubicBezTo>
                <a:cubicBezTo>
                  <a:pt x="1789631" y="68500"/>
                  <a:pt x="1788111" y="71904"/>
                  <a:pt x="1786988" y="76133"/>
                </a:cubicBezTo>
                <a:cubicBezTo>
                  <a:pt x="1785865" y="80362"/>
                  <a:pt x="1785303" y="85517"/>
                  <a:pt x="1785303" y="91598"/>
                </a:cubicBezTo>
                <a:cubicBezTo>
                  <a:pt x="1785303" y="97677"/>
                  <a:pt x="1785865" y="102832"/>
                  <a:pt x="1786988" y="107063"/>
                </a:cubicBezTo>
                <a:cubicBezTo>
                  <a:pt x="1788111" y="111292"/>
                  <a:pt x="1789631" y="114696"/>
                  <a:pt x="1791547" y="117273"/>
                </a:cubicBezTo>
                <a:cubicBezTo>
                  <a:pt x="1793463" y="119851"/>
                  <a:pt x="1795710" y="121701"/>
                  <a:pt x="1798287" y="122825"/>
                </a:cubicBezTo>
                <a:cubicBezTo>
                  <a:pt x="1800865" y="123948"/>
                  <a:pt x="1803541" y="124510"/>
                  <a:pt x="1806316" y="124510"/>
                </a:cubicBezTo>
                <a:close/>
                <a:moveTo>
                  <a:pt x="1966910" y="144730"/>
                </a:moveTo>
                <a:cubicBezTo>
                  <a:pt x="1959508" y="144730"/>
                  <a:pt x="1953791" y="142649"/>
                  <a:pt x="1949760" y="138486"/>
                </a:cubicBezTo>
                <a:cubicBezTo>
                  <a:pt x="1945730" y="134324"/>
                  <a:pt x="1943715" y="128541"/>
                  <a:pt x="1943715" y="121140"/>
                </a:cubicBezTo>
                <a:lnTo>
                  <a:pt x="1943715" y="75933"/>
                </a:lnTo>
                <a:cubicBezTo>
                  <a:pt x="1943715" y="71176"/>
                  <a:pt x="1942525" y="67674"/>
                  <a:pt x="1940146" y="65427"/>
                </a:cubicBezTo>
                <a:cubicBezTo>
                  <a:pt x="1937766" y="63180"/>
                  <a:pt x="1934396" y="62057"/>
                  <a:pt x="1930035" y="62057"/>
                </a:cubicBezTo>
                <a:cubicBezTo>
                  <a:pt x="1927655" y="62057"/>
                  <a:pt x="1925309" y="62553"/>
                  <a:pt x="1922996" y="63545"/>
                </a:cubicBezTo>
                <a:cubicBezTo>
                  <a:pt x="1920682" y="64535"/>
                  <a:pt x="1918568" y="65758"/>
                  <a:pt x="1916652" y="67212"/>
                </a:cubicBezTo>
                <a:cubicBezTo>
                  <a:pt x="1914736" y="68666"/>
                  <a:pt x="1913183" y="70187"/>
                  <a:pt x="1911993" y="71774"/>
                </a:cubicBezTo>
                <a:cubicBezTo>
                  <a:pt x="1910803" y="73359"/>
                  <a:pt x="1910208" y="74746"/>
                  <a:pt x="1910208" y="75933"/>
                </a:cubicBezTo>
                <a:lnTo>
                  <a:pt x="1910208" y="137990"/>
                </a:lnTo>
                <a:cubicBezTo>
                  <a:pt x="1910208" y="139180"/>
                  <a:pt x="1909282" y="140271"/>
                  <a:pt x="1907431" y="141264"/>
                </a:cubicBezTo>
                <a:cubicBezTo>
                  <a:pt x="1905581" y="142254"/>
                  <a:pt x="1901616" y="142749"/>
                  <a:pt x="1895535" y="142749"/>
                </a:cubicBezTo>
                <a:cubicBezTo>
                  <a:pt x="1889588" y="142749"/>
                  <a:pt x="1885656" y="142254"/>
                  <a:pt x="1883740" y="141264"/>
                </a:cubicBezTo>
                <a:cubicBezTo>
                  <a:pt x="1881824" y="140271"/>
                  <a:pt x="1880866" y="139180"/>
                  <a:pt x="1880866" y="137990"/>
                </a:cubicBezTo>
                <a:lnTo>
                  <a:pt x="1880866" y="68600"/>
                </a:lnTo>
                <a:cubicBezTo>
                  <a:pt x="1880866" y="66485"/>
                  <a:pt x="1880569" y="64667"/>
                  <a:pt x="1879974" y="63149"/>
                </a:cubicBezTo>
                <a:cubicBezTo>
                  <a:pt x="1879379" y="61628"/>
                  <a:pt x="1878750" y="60339"/>
                  <a:pt x="1878089" y="59283"/>
                </a:cubicBezTo>
                <a:cubicBezTo>
                  <a:pt x="1877427" y="58224"/>
                  <a:pt x="1876799" y="57265"/>
                  <a:pt x="1876204" y="56406"/>
                </a:cubicBezTo>
                <a:cubicBezTo>
                  <a:pt x="1875611" y="55546"/>
                  <a:pt x="1875315" y="54721"/>
                  <a:pt x="1875315" y="53928"/>
                </a:cubicBezTo>
                <a:cubicBezTo>
                  <a:pt x="1875315" y="52738"/>
                  <a:pt x="1876206" y="51350"/>
                  <a:pt x="1877989" y="49765"/>
                </a:cubicBezTo>
                <a:cubicBezTo>
                  <a:pt x="1879774" y="48178"/>
                  <a:pt x="1881889" y="46625"/>
                  <a:pt x="1884333" y="45106"/>
                </a:cubicBezTo>
                <a:cubicBezTo>
                  <a:pt x="1886779" y="43586"/>
                  <a:pt x="1889258" y="42297"/>
                  <a:pt x="1891769" y="41240"/>
                </a:cubicBezTo>
                <a:cubicBezTo>
                  <a:pt x="1894280" y="40181"/>
                  <a:pt x="1896329" y="39652"/>
                  <a:pt x="1897916" y="39652"/>
                </a:cubicBezTo>
                <a:cubicBezTo>
                  <a:pt x="1899501" y="39652"/>
                  <a:pt x="1900889" y="40016"/>
                  <a:pt x="1902079" y="40744"/>
                </a:cubicBezTo>
                <a:cubicBezTo>
                  <a:pt x="1903269" y="41470"/>
                  <a:pt x="1904326" y="42428"/>
                  <a:pt x="1905249" y="43618"/>
                </a:cubicBezTo>
                <a:cubicBezTo>
                  <a:pt x="1906175" y="44808"/>
                  <a:pt x="1906969" y="46097"/>
                  <a:pt x="1907630" y="47484"/>
                </a:cubicBezTo>
                <a:cubicBezTo>
                  <a:pt x="1908292" y="48872"/>
                  <a:pt x="1908887" y="50226"/>
                  <a:pt x="1909415" y="51547"/>
                </a:cubicBezTo>
                <a:cubicBezTo>
                  <a:pt x="1911000" y="50226"/>
                  <a:pt x="1913015" y="48872"/>
                  <a:pt x="1915460" y="47484"/>
                </a:cubicBezTo>
                <a:cubicBezTo>
                  <a:pt x="1917906" y="46097"/>
                  <a:pt x="1920583" y="44808"/>
                  <a:pt x="1923492" y="43618"/>
                </a:cubicBezTo>
                <a:cubicBezTo>
                  <a:pt x="1926400" y="42428"/>
                  <a:pt x="1929539" y="41470"/>
                  <a:pt x="1932909" y="40744"/>
                </a:cubicBezTo>
                <a:cubicBezTo>
                  <a:pt x="1936279" y="40016"/>
                  <a:pt x="1939683" y="39652"/>
                  <a:pt x="1943119" y="39652"/>
                </a:cubicBezTo>
                <a:cubicBezTo>
                  <a:pt x="1947482" y="39652"/>
                  <a:pt x="1951480" y="40280"/>
                  <a:pt x="1955114" y="41537"/>
                </a:cubicBezTo>
                <a:cubicBezTo>
                  <a:pt x="1958749" y="42791"/>
                  <a:pt x="1961888" y="44575"/>
                  <a:pt x="1964532" y="46888"/>
                </a:cubicBezTo>
                <a:cubicBezTo>
                  <a:pt x="1967176" y="49201"/>
                  <a:pt x="1969257" y="52011"/>
                  <a:pt x="1970776" y="55316"/>
                </a:cubicBezTo>
                <a:cubicBezTo>
                  <a:pt x="1972297" y="58620"/>
                  <a:pt x="1973057" y="62386"/>
                  <a:pt x="1973057" y="66616"/>
                </a:cubicBezTo>
                <a:lnTo>
                  <a:pt x="1973057" y="115588"/>
                </a:lnTo>
                <a:cubicBezTo>
                  <a:pt x="1973057" y="118628"/>
                  <a:pt x="1973751" y="120809"/>
                  <a:pt x="1975139" y="122132"/>
                </a:cubicBezTo>
                <a:cubicBezTo>
                  <a:pt x="1976526" y="123453"/>
                  <a:pt x="1978343" y="124113"/>
                  <a:pt x="1980590" y="124113"/>
                </a:cubicBezTo>
                <a:lnTo>
                  <a:pt x="1984753" y="124113"/>
                </a:lnTo>
                <a:cubicBezTo>
                  <a:pt x="1986604" y="124113"/>
                  <a:pt x="1987530" y="124973"/>
                  <a:pt x="1987530" y="126691"/>
                </a:cubicBezTo>
                <a:cubicBezTo>
                  <a:pt x="1987530" y="127879"/>
                  <a:pt x="1986902" y="129464"/>
                  <a:pt x="1985645" y="131447"/>
                </a:cubicBezTo>
                <a:cubicBezTo>
                  <a:pt x="1984391" y="133429"/>
                  <a:pt x="1982772" y="135413"/>
                  <a:pt x="1980790" y="137397"/>
                </a:cubicBezTo>
                <a:cubicBezTo>
                  <a:pt x="1978807" y="139380"/>
                  <a:pt x="1976593" y="141098"/>
                  <a:pt x="1974146" y="142552"/>
                </a:cubicBezTo>
                <a:cubicBezTo>
                  <a:pt x="1971702" y="144004"/>
                  <a:pt x="1969290" y="144730"/>
                  <a:pt x="1966910" y="1447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db883910d49de"/>
          <a:stretch xmlns:a="http://schemas.openxmlformats.org/drawingml/2006/main"/>
        </p:blipFill>
        <p:spPr>
          <a:xfrm xmlns:a="http://schemas.openxmlformats.org/drawingml/2006/main">
            <a:off x="617326" y="1796935"/>
            <a:ext cx="1039700" cy="1039700"/>
          </a:xfrm>
          <a:prstGeom xmlns:a="http://schemas.openxmlformats.org/drawingml/2006/main" prst="rect">
            <a:avLst/>
          </a:prstGeom>
        </p:spPr>
      </p:pic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A072A-255B-4EB7-B915-665B0045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522" y="1586144"/>
            <a:ext cx="479632" cy="169083"/>
          </a:xfrm>
          <a:custGeom xmlns:a="http://schemas.openxmlformats.org/drawingml/2006/main">
            <a:pathLst>
              <a:path w="479632" h="169083">
                <a:moveTo>
                  <a:pt x="0" y="56361"/>
                </a:moveTo>
                <a:lnTo>
                  <a:pt x="0" y="112722"/>
                </a:lnTo>
                <a:lnTo>
                  <a:pt x="310549" y="112722"/>
                </a:lnTo>
                <a:lnTo>
                  <a:pt x="310549" y="169083"/>
                </a:lnTo>
                <a:lnTo>
                  <a:pt x="479632" y="84542"/>
                </a:lnTo>
                <a:lnTo>
                  <a:pt x="310549" y="0"/>
                </a:lnTo>
                <a:lnTo>
                  <a:pt x="310549" y="56361"/>
                </a:lnTo>
                <a:lnTo>
                  <a:pt x="0" y="56361"/>
                </a:lnTo>
                <a:close/>
              </a:path>
            </a:pathLst>
          </a:custGeom>
          <a:solidFill xmlns:a="http://schemas.openxmlformats.org/drawingml/2006/main">
            <a:srgbClr val="706F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#1">
            <a:extLst xmlns:a="http://schemas.openxmlformats.org/drawingml/2006/main">
              <a:ext uri="{FF2B5EF4-FFF2-40B4-BE49-F238E27FC236}">
                <a16:creationId xmlns:a16="http://schemas.microsoft.com/office/drawing/2014/main" id="{23CF3423-CAD7-4691-8D4E-8E78E607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077" y="1839572"/>
            <a:ext cx="143307" cy="110992"/>
          </a:xfrm>
          <a:custGeom xmlns:a="http://schemas.openxmlformats.org/drawingml/2006/main">
            <a:pathLst>
              <a:path w="143307" h="110992">
                <a:moveTo>
                  <a:pt x="14556" y="110992"/>
                </a:moveTo>
                <a:cubicBezTo>
                  <a:pt x="13124" y="110992"/>
                  <a:pt x="12022" y="110523"/>
                  <a:pt x="11249" y="109586"/>
                </a:cubicBezTo>
                <a:cubicBezTo>
                  <a:pt x="10477" y="108647"/>
                  <a:pt x="10311" y="107461"/>
                  <a:pt x="10752" y="106027"/>
                </a:cubicBezTo>
                <a:lnTo>
                  <a:pt x="16873" y="82870"/>
                </a:lnTo>
                <a:lnTo>
                  <a:pt x="4798" y="82870"/>
                </a:lnTo>
                <a:cubicBezTo>
                  <a:pt x="3364" y="82870"/>
                  <a:pt x="2206" y="82623"/>
                  <a:pt x="1323" y="82128"/>
                </a:cubicBezTo>
                <a:cubicBezTo>
                  <a:pt x="441" y="81631"/>
                  <a:pt x="0" y="80666"/>
                  <a:pt x="0" y="79233"/>
                </a:cubicBezTo>
                <a:cubicBezTo>
                  <a:pt x="0" y="78240"/>
                  <a:pt x="138" y="77165"/>
                  <a:pt x="414" y="76007"/>
                </a:cubicBezTo>
                <a:cubicBezTo>
                  <a:pt x="690" y="74849"/>
                  <a:pt x="1076" y="73774"/>
                  <a:pt x="1572" y="72782"/>
                </a:cubicBezTo>
                <a:cubicBezTo>
                  <a:pt x="2069" y="71789"/>
                  <a:pt x="2702" y="70934"/>
                  <a:pt x="3473" y="70217"/>
                </a:cubicBezTo>
                <a:cubicBezTo>
                  <a:pt x="4245" y="69500"/>
                  <a:pt x="5128" y="69142"/>
                  <a:pt x="6121" y="69142"/>
                </a:cubicBezTo>
                <a:lnTo>
                  <a:pt x="20676" y="69142"/>
                </a:lnTo>
                <a:lnTo>
                  <a:pt x="27128" y="45157"/>
                </a:lnTo>
                <a:lnTo>
                  <a:pt x="11911" y="45157"/>
                </a:lnTo>
                <a:cubicBezTo>
                  <a:pt x="10477" y="45157"/>
                  <a:pt x="9319" y="44881"/>
                  <a:pt x="8435" y="44331"/>
                </a:cubicBezTo>
                <a:cubicBezTo>
                  <a:pt x="7553" y="43779"/>
                  <a:pt x="7113" y="42841"/>
                  <a:pt x="7113" y="41517"/>
                </a:cubicBezTo>
                <a:cubicBezTo>
                  <a:pt x="7113" y="40415"/>
                  <a:pt x="7278" y="39257"/>
                  <a:pt x="7610" y="38044"/>
                </a:cubicBezTo>
                <a:cubicBezTo>
                  <a:pt x="7941" y="36831"/>
                  <a:pt x="8382" y="35729"/>
                  <a:pt x="8932" y="34738"/>
                </a:cubicBezTo>
                <a:cubicBezTo>
                  <a:pt x="9484" y="33745"/>
                  <a:pt x="10146" y="32946"/>
                  <a:pt x="10916" y="32340"/>
                </a:cubicBezTo>
                <a:cubicBezTo>
                  <a:pt x="11689" y="31732"/>
                  <a:pt x="12516" y="31429"/>
                  <a:pt x="13400" y="31429"/>
                </a:cubicBezTo>
                <a:lnTo>
                  <a:pt x="30767" y="31429"/>
                </a:lnTo>
                <a:lnTo>
                  <a:pt x="37549" y="5954"/>
                </a:lnTo>
                <a:cubicBezTo>
                  <a:pt x="38431" y="3198"/>
                  <a:pt x="40141" y="1820"/>
                  <a:pt x="42678" y="1820"/>
                </a:cubicBezTo>
                <a:lnTo>
                  <a:pt x="49624" y="1820"/>
                </a:lnTo>
                <a:cubicBezTo>
                  <a:pt x="51169" y="1820"/>
                  <a:pt x="52326" y="2288"/>
                  <a:pt x="53097" y="3226"/>
                </a:cubicBezTo>
                <a:cubicBezTo>
                  <a:pt x="53869" y="4163"/>
                  <a:pt x="54035" y="5403"/>
                  <a:pt x="53594" y="6946"/>
                </a:cubicBezTo>
                <a:lnTo>
                  <a:pt x="46979" y="31429"/>
                </a:lnTo>
                <a:lnTo>
                  <a:pt x="67322" y="31429"/>
                </a:lnTo>
                <a:lnTo>
                  <a:pt x="74104" y="5954"/>
                </a:lnTo>
                <a:cubicBezTo>
                  <a:pt x="74987" y="3198"/>
                  <a:pt x="76697" y="1820"/>
                  <a:pt x="79233" y="1820"/>
                </a:cubicBezTo>
                <a:lnTo>
                  <a:pt x="86015" y="1820"/>
                </a:lnTo>
                <a:cubicBezTo>
                  <a:pt x="87669" y="1820"/>
                  <a:pt x="88854" y="2288"/>
                  <a:pt x="89571" y="3226"/>
                </a:cubicBezTo>
                <a:cubicBezTo>
                  <a:pt x="90288" y="4163"/>
                  <a:pt x="90426" y="5403"/>
                  <a:pt x="89985" y="6946"/>
                </a:cubicBezTo>
                <a:lnTo>
                  <a:pt x="83367" y="31429"/>
                </a:lnTo>
                <a:lnTo>
                  <a:pt x="94286" y="31429"/>
                </a:lnTo>
                <a:cubicBezTo>
                  <a:pt x="97483" y="31429"/>
                  <a:pt x="99081" y="32807"/>
                  <a:pt x="99081" y="35563"/>
                </a:cubicBezTo>
                <a:cubicBezTo>
                  <a:pt x="99081" y="36224"/>
                  <a:pt x="98943" y="37107"/>
                  <a:pt x="98667" y="38211"/>
                </a:cubicBezTo>
                <a:cubicBezTo>
                  <a:pt x="98393" y="39313"/>
                  <a:pt x="98008" y="40360"/>
                  <a:pt x="97511" y="41353"/>
                </a:cubicBezTo>
                <a:cubicBezTo>
                  <a:pt x="97015" y="42346"/>
                  <a:pt x="96381" y="43228"/>
                  <a:pt x="95608" y="44001"/>
                </a:cubicBezTo>
                <a:cubicBezTo>
                  <a:pt x="94836" y="44771"/>
                  <a:pt x="93899" y="45157"/>
                  <a:pt x="92797" y="45157"/>
                </a:cubicBezTo>
                <a:lnTo>
                  <a:pt x="79730" y="45157"/>
                </a:lnTo>
                <a:lnTo>
                  <a:pt x="73279" y="69142"/>
                </a:lnTo>
                <a:lnTo>
                  <a:pt x="87007" y="69142"/>
                </a:lnTo>
                <a:cubicBezTo>
                  <a:pt x="90094" y="69142"/>
                  <a:pt x="91638" y="70576"/>
                  <a:pt x="91638" y="73443"/>
                </a:cubicBezTo>
                <a:cubicBezTo>
                  <a:pt x="91638" y="74215"/>
                  <a:pt x="91528" y="75152"/>
                  <a:pt x="91308" y="76255"/>
                </a:cubicBezTo>
                <a:cubicBezTo>
                  <a:pt x="91087" y="77357"/>
                  <a:pt x="90729" y="78404"/>
                  <a:pt x="90232" y="79397"/>
                </a:cubicBezTo>
                <a:cubicBezTo>
                  <a:pt x="89736" y="80390"/>
                  <a:pt x="89102" y="81217"/>
                  <a:pt x="88329" y="81878"/>
                </a:cubicBezTo>
                <a:cubicBezTo>
                  <a:pt x="87559" y="82539"/>
                  <a:pt x="86677" y="82870"/>
                  <a:pt x="85684" y="82870"/>
                </a:cubicBezTo>
                <a:lnTo>
                  <a:pt x="69639" y="82870"/>
                </a:lnTo>
                <a:lnTo>
                  <a:pt x="63188" y="106855"/>
                </a:lnTo>
                <a:cubicBezTo>
                  <a:pt x="62306" y="109613"/>
                  <a:pt x="60542" y="110992"/>
                  <a:pt x="57895" y="110992"/>
                </a:cubicBezTo>
                <a:lnTo>
                  <a:pt x="51113" y="110992"/>
                </a:lnTo>
                <a:cubicBezTo>
                  <a:pt x="49568" y="110992"/>
                  <a:pt x="48465" y="110523"/>
                  <a:pt x="47804" y="109586"/>
                </a:cubicBezTo>
                <a:cubicBezTo>
                  <a:pt x="47143" y="108647"/>
                  <a:pt x="46978" y="107461"/>
                  <a:pt x="47310" y="106027"/>
                </a:cubicBezTo>
                <a:lnTo>
                  <a:pt x="53428" y="82870"/>
                </a:lnTo>
                <a:lnTo>
                  <a:pt x="33084" y="82870"/>
                </a:lnTo>
                <a:lnTo>
                  <a:pt x="26633" y="106855"/>
                </a:lnTo>
                <a:cubicBezTo>
                  <a:pt x="25970" y="109613"/>
                  <a:pt x="24261" y="110992"/>
                  <a:pt x="21504" y="110992"/>
                </a:cubicBezTo>
                <a:lnTo>
                  <a:pt x="14556" y="110992"/>
                </a:lnTo>
                <a:moveTo>
                  <a:pt x="36888" y="69142"/>
                </a:moveTo>
                <a:lnTo>
                  <a:pt x="57234" y="69142"/>
                </a:lnTo>
                <a:lnTo>
                  <a:pt x="63685" y="45157"/>
                </a:lnTo>
                <a:lnTo>
                  <a:pt x="43339" y="45157"/>
                </a:lnTo>
                <a:lnTo>
                  <a:pt x="36888" y="69142"/>
                </a:lnTo>
                <a:close/>
                <a:moveTo>
                  <a:pt x="133714" y="110825"/>
                </a:moveTo>
                <a:cubicBezTo>
                  <a:pt x="129854" y="110825"/>
                  <a:pt x="127289" y="110577"/>
                  <a:pt x="126020" y="110081"/>
                </a:cubicBezTo>
                <a:cubicBezTo>
                  <a:pt x="124753" y="109585"/>
                  <a:pt x="124120" y="108895"/>
                  <a:pt x="124120" y="108014"/>
                </a:cubicBezTo>
                <a:lnTo>
                  <a:pt x="124120" y="32254"/>
                </a:lnTo>
                <a:lnTo>
                  <a:pt x="114526" y="32254"/>
                </a:lnTo>
                <a:cubicBezTo>
                  <a:pt x="112100" y="32254"/>
                  <a:pt x="110887" y="31152"/>
                  <a:pt x="110887" y="28948"/>
                </a:cubicBezTo>
                <a:cubicBezTo>
                  <a:pt x="110887" y="28175"/>
                  <a:pt x="111383" y="26797"/>
                  <a:pt x="112376" y="24813"/>
                </a:cubicBezTo>
                <a:cubicBezTo>
                  <a:pt x="113369" y="22828"/>
                  <a:pt x="114554" y="20595"/>
                  <a:pt x="115932" y="18115"/>
                </a:cubicBezTo>
                <a:cubicBezTo>
                  <a:pt x="117310" y="15633"/>
                  <a:pt x="118771" y="13096"/>
                  <a:pt x="120314" y="10505"/>
                </a:cubicBezTo>
                <a:cubicBezTo>
                  <a:pt x="121858" y="7912"/>
                  <a:pt x="123183" y="5734"/>
                  <a:pt x="124287" y="3970"/>
                </a:cubicBezTo>
                <a:cubicBezTo>
                  <a:pt x="124837" y="3309"/>
                  <a:pt x="125277" y="2730"/>
                  <a:pt x="125607" y="2234"/>
                </a:cubicBezTo>
                <a:cubicBezTo>
                  <a:pt x="125938" y="1737"/>
                  <a:pt x="126434" y="1323"/>
                  <a:pt x="127096" y="992"/>
                </a:cubicBezTo>
                <a:cubicBezTo>
                  <a:pt x="127759" y="660"/>
                  <a:pt x="128613" y="412"/>
                  <a:pt x="129660" y="247"/>
                </a:cubicBezTo>
                <a:cubicBezTo>
                  <a:pt x="130708" y="82"/>
                  <a:pt x="132115" y="0"/>
                  <a:pt x="133880" y="0"/>
                </a:cubicBezTo>
                <a:cubicBezTo>
                  <a:pt x="137518" y="0"/>
                  <a:pt x="139998" y="304"/>
                  <a:pt x="141321" y="911"/>
                </a:cubicBezTo>
                <a:cubicBezTo>
                  <a:pt x="142645" y="1517"/>
                  <a:pt x="143307" y="2261"/>
                  <a:pt x="143307" y="3142"/>
                </a:cubicBezTo>
                <a:lnTo>
                  <a:pt x="143307" y="108014"/>
                </a:lnTo>
                <a:cubicBezTo>
                  <a:pt x="143307" y="108786"/>
                  <a:pt x="142618" y="109448"/>
                  <a:pt x="141240" y="110000"/>
                </a:cubicBezTo>
                <a:cubicBezTo>
                  <a:pt x="139862" y="110550"/>
                  <a:pt x="137353" y="110825"/>
                  <a:pt x="133714" y="110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#2">
            <a:extLst xmlns:a="http://schemas.openxmlformats.org/drawingml/2006/main">
              <a:ext uri="{FF2B5EF4-FFF2-40B4-BE49-F238E27FC236}">
                <a16:creationId xmlns:a16="http://schemas.microsoft.com/office/drawing/2014/main" id="{F2DB9882-26DD-48F2-AEF8-21669188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308" y="1830485"/>
            <a:ext cx="181791" cy="112350"/>
          </a:xfrm>
          <a:custGeom xmlns:a="http://schemas.openxmlformats.org/drawingml/2006/main">
            <a:pathLst>
              <a:path w="181791" h="112350">
                <a:moveTo>
                  <a:pt x="14539" y="112350"/>
                </a:moveTo>
                <a:cubicBezTo>
                  <a:pt x="13109" y="112350"/>
                  <a:pt x="12008" y="111882"/>
                  <a:pt x="11236" y="110946"/>
                </a:cubicBezTo>
                <a:cubicBezTo>
                  <a:pt x="10465" y="110008"/>
                  <a:pt x="10299" y="108823"/>
                  <a:pt x="10740" y="107391"/>
                </a:cubicBezTo>
                <a:lnTo>
                  <a:pt x="16853" y="84260"/>
                </a:lnTo>
                <a:lnTo>
                  <a:pt x="4792" y="84260"/>
                </a:lnTo>
                <a:cubicBezTo>
                  <a:pt x="3361" y="84260"/>
                  <a:pt x="2203" y="84013"/>
                  <a:pt x="1321" y="83519"/>
                </a:cubicBezTo>
                <a:cubicBezTo>
                  <a:pt x="440" y="83023"/>
                  <a:pt x="0" y="82060"/>
                  <a:pt x="0" y="80628"/>
                </a:cubicBezTo>
                <a:cubicBezTo>
                  <a:pt x="0" y="79636"/>
                  <a:pt x="138" y="78562"/>
                  <a:pt x="413" y="77406"/>
                </a:cubicBezTo>
                <a:cubicBezTo>
                  <a:pt x="689" y="76249"/>
                  <a:pt x="1075" y="75176"/>
                  <a:pt x="1571" y="74184"/>
                </a:cubicBezTo>
                <a:cubicBezTo>
                  <a:pt x="2066" y="73192"/>
                  <a:pt x="2699" y="72339"/>
                  <a:pt x="3469" y="71623"/>
                </a:cubicBezTo>
                <a:cubicBezTo>
                  <a:pt x="4240" y="70907"/>
                  <a:pt x="5122" y="70549"/>
                  <a:pt x="6114" y="70549"/>
                </a:cubicBezTo>
                <a:lnTo>
                  <a:pt x="20652" y="70549"/>
                </a:lnTo>
                <a:lnTo>
                  <a:pt x="27096" y="46591"/>
                </a:lnTo>
                <a:lnTo>
                  <a:pt x="11897" y="46591"/>
                </a:lnTo>
                <a:cubicBezTo>
                  <a:pt x="10465" y="46591"/>
                  <a:pt x="9308" y="46316"/>
                  <a:pt x="8425" y="45767"/>
                </a:cubicBezTo>
                <a:cubicBezTo>
                  <a:pt x="7545" y="45216"/>
                  <a:pt x="7104" y="44279"/>
                  <a:pt x="7104" y="42956"/>
                </a:cubicBezTo>
                <a:cubicBezTo>
                  <a:pt x="7104" y="41855"/>
                  <a:pt x="7270" y="40699"/>
                  <a:pt x="7601" y="39487"/>
                </a:cubicBezTo>
                <a:cubicBezTo>
                  <a:pt x="7932" y="38275"/>
                  <a:pt x="8372" y="37174"/>
                  <a:pt x="8922" y="36184"/>
                </a:cubicBezTo>
                <a:cubicBezTo>
                  <a:pt x="9473" y="35193"/>
                  <a:pt x="10134" y="34394"/>
                  <a:pt x="10903" y="33789"/>
                </a:cubicBezTo>
                <a:cubicBezTo>
                  <a:pt x="11675" y="33183"/>
                  <a:pt x="12502" y="32879"/>
                  <a:pt x="13384" y="32879"/>
                </a:cubicBezTo>
                <a:lnTo>
                  <a:pt x="30731" y="32879"/>
                </a:lnTo>
                <a:lnTo>
                  <a:pt x="37505" y="7435"/>
                </a:lnTo>
                <a:cubicBezTo>
                  <a:pt x="38386" y="4682"/>
                  <a:pt x="40094" y="3305"/>
                  <a:pt x="42628" y="3305"/>
                </a:cubicBezTo>
                <a:lnTo>
                  <a:pt x="49566" y="3305"/>
                </a:lnTo>
                <a:cubicBezTo>
                  <a:pt x="51109" y="3305"/>
                  <a:pt x="52265" y="3773"/>
                  <a:pt x="53035" y="4709"/>
                </a:cubicBezTo>
                <a:cubicBezTo>
                  <a:pt x="53806" y="5645"/>
                  <a:pt x="53972" y="6884"/>
                  <a:pt x="53532" y="8425"/>
                </a:cubicBezTo>
                <a:lnTo>
                  <a:pt x="46924" y="32879"/>
                </a:lnTo>
                <a:lnTo>
                  <a:pt x="67244" y="32879"/>
                </a:lnTo>
                <a:lnTo>
                  <a:pt x="74018" y="7435"/>
                </a:lnTo>
                <a:cubicBezTo>
                  <a:pt x="74900" y="4682"/>
                  <a:pt x="76607" y="3305"/>
                  <a:pt x="79140" y="3305"/>
                </a:cubicBezTo>
                <a:lnTo>
                  <a:pt x="85914" y="3305"/>
                </a:lnTo>
                <a:cubicBezTo>
                  <a:pt x="87566" y="3305"/>
                  <a:pt x="88750" y="3773"/>
                  <a:pt x="89466" y="4709"/>
                </a:cubicBezTo>
                <a:cubicBezTo>
                  <a:pt x="90182" y="5645"/>
                  <a:pt x="90320" y="6884"/>
                  <a:pt x="89880" y="8425"/>
                </a:cubicBezTo>
                <a:lnTo>
                  <a:pt x="83270" y="32879"/>
                </a:lnTo>
                <a:lnTo>
                  <a:pt x="94176" y="32879"/>
                </a:lnTo>
                <a:cubicBezTo>
                  <a:pt x="97369" y="32879"/>
                  <a:pt x="98966" y="34256"/>
                  <a:pt x="98966" y="37009"/>
                </a:cubicBezTo>
                <a:cubicBezTo>
                  <a:pt x="98966" y="37669"/>
                  <a:pt x="98828" y="38551"/>
                  <a:pt x="98552" y="39653"/>
                </a:cubicBezTo>
                <a:cubicBezTo>
                  <a:pt x="98278" y="40754"/>
                  <a:pt x="97893" y="41800"/>
                  <a:pt x="97398" y="42792"/>
                </a:cubicBezTo>
                <a:cubicBezTo>
                  <a:pt x="96902" y="43784"/>
                  <a:pt x="96268" y="44665"/>
                  <a:pt x="95497" y="45437"/>
                </a:cubicBezTo>
                <a:cubicBezTo>
                  <a:pt x="94725" y="46206"/>
                  <a:pt x="93789" y="46591"/>
                  <a:pt x="92688" y="46591"/>
                </a:cubicBezTo>
                <a:lnTo>
                  <a:pt x="79637" y="46591"/>
                </a:lnTo>
                <a:lnTo>
                  <a:pt x="73193" y="70549"/>
                </a:lnTo>
                <a:lnTo>
                  <a:pt x="86905" y="70549"/>
                </a:lnTo>
                <a:cubicBezTo>
                  <a:pt x="89989" y="70549"/>
                  <a:pt x="91531" y="71981"/>
                  <a:pt x="91531" y="74844"/>
                </a:cubicBezTo>
                <a:cubicBezTo>
                  <a:pt x="91531" y="75616"/>
                  <a:pt x="91421" y="76552"/>
                  <a:pt x="91201" y="77653"/>
                </a:cubicBezTo>
                <a:cubicBezTo>
                  <a:pt x="90981" y="78754"/>
                  <a:pt x="90623" y="79800"/>
                  <a:pt x="90127" y="80792"/>
                </a:cubicBezTo>
                <a:cubicBezTo>
                  <a:pt x="89631" y="81783"/>
                  <a:pt x="88997" y="82609"/>
                  <a:pt x="88226" y="83270"/>
                </a:cubicBezTo>
                <a:cubicBezTo>
                  <a:pt x="87456" y="83930"/>
                  <a:pt x="86576" y="84260"/>
                  <a:pt x="85584" y="84260"/>
                </a:cubicBezTo>
                <a:lnTo>
                  <a:pt x="69558" y="84260"/>
                </a:lnTo>
                <a:lnTo>
                  <a:pt x="63114" y="108218"/>
                </a:lnTo>
                <a:cubicBezTo>
                  <a:pt x="62233" y="110972"/>
                  <a:pt x="60471" y="112350"/>
                  <a:pt x="57827" y="112350"/>
                </a:cubicBezTo>
                <a:lnTo>
                  <a:pt x="51053" y="112350"/>
                </a:lnTo>
                <a:cubicBezTo>
                  <a:pt x="49511" y="112350"/>
                  <a:pt x="48409" y="111882"/>
                  <a:pt x="47748" y="110946"/>
                </a:cubicBezTo>
                <a:cubicBezTo>
                  <a:pt x="47088" y="110008"/>
                  <a:pt x="46923" y="108823"/>
                  <a:pt x="47254" y="107391"/>
                </a:cubicBezTo>
                <a:lnTo>
                  <a:pt x="53365" y="84260"/>
                </a:lnTo>
                <a:lnTo>
                  <a:pt x="33046" y="84260"/>
                </a:lnTo>
                <a:lnTo>
                  <a:pt x="26602" y="108218"/>
                </a:lnTo>
                <a:cubicBezTo>
                  <a:pt x="25940" y="110972"/>
                  <a:pt x="24232" y="112350"/>
                  <a:pt x="21479" y="112350"/>
                </a:cubicBezTo>
                <a:lnTo>
                  <a:pt x="14539" y="112350"/>
                </a:lnTo>
                <a:moveTo>
                  <a:pt x="36845" y="70549"/>
                </a:moveTo>
                <a:lnTo>
                  <a:pt x="57167" y="70549"/>
                </a:lnTo>
                <a:lnTo>
                  <a:pt x="63611" y="46591"/>
                </a:lnTo>
                <a:lnTo>
                  <a:pt x="43289" y="46591"/>
                </a:lnTo>
                <a:lnTo>
                  <a:pt x="36845" y="70549"/>
                </a:lnTo>
                <a:close/>
                <a:moveTo>
                  <a:pt x="112894" y="112183"/>
                </a:moveTo>
                <a:cubicBezTo>
                  <a:pt x="111021" y="112183"/>
                  <a:pt x="109975" y="111247"/>
                  <a:pt x="109755" y="109375"/>
                </a:cubicBezTo>
                <a:cubicBezTo>
                  <a:pt x="109644" y="109264"/>
                  <a:pt x="109561" y="108246"/>
                  <a:pt x="109505" y="106320"/>
                </a:cubicBezTo>
                <a:cubicBezTo>
                  <a:pt x="109452" y="104392"/>
                  <a:pt x="109425" y="102161"/>
                  <a:pt x="109425" y="99626"/>
                </a:cubicBezTo>
                <a:cubicBezTo>
                  <a:pt x="109425" y="98085"/>
                  <a:pt x="109673" y="97012"/>
                  <a:pt x="110168" y="96407"/>
                </a:cubicBezTo>
                <a:cubicBezTo>
                  <a:pt x="110664" y="95800"/>
                  <a:pt x="111242" y="95166"/>
                  <a:pt x="111903" y="94506"/>
                </a:cubicBezTo>
                <a:cubicBezTo>
                  <a:pt x="113444" y="93294"/>
                  <a:pt x="115757" y="91450"/>
                  <a:pt x="118841" y="88972"/>
                </a:cubicBezTo>
                <a:cubicBezTo>
                  <a:pt x="121925" y="86493"/>
                  <a:pt x="125339" y="83602"/>
                  <a:pt x="129084" y="80297"/>
                </a:cubicBezTo>
                <a:cubicBezTo>
                  <a:pt x="132830" y="76991"/>
                  <a:pt x="136685" y="73384"/>
                  <a:pt x="140650" y="69475"/>
                </a:cubicBezTo>
                <a:cubicBezTo>
                  <a:pt x="144615" y="65564"/>
                  <a:pt x="148249" y="61516"/>
                  <a:pt x="151554" y="57331"/>
                </a:cubicBezTo>
                <a:cubicBezTo>
                  <a:pt x="154860" y="53146"/>
                  <a:pt x="157559" y="48906"/>
                  <a:pt x="159651" y="44610"/>
                </a:cubicBezTo>
                <a:cubicBezTo>
                  <a:pt x="161744" y="40314"/>
                  <a:pt x="162790" y="36184"/>
                  <a:pt x="162790" y="32219"/>
                </a:cubicBezTo>
                <a:cubicBezTo>
                  <a:pt x="162790" y="27152"/>
                  <a:pt x="161275" y="23296"/>
                  <a:pt x="158244" y="20652"/>
                </a:cubicBezTo>
                <a:cubicBezTo>
                  <a:pt x="155216" y="18009"/>
                  <a:pt x="150893" y="16687"/>
                  <a:pt x="145276" y="16687"/>
                </a:cubicBezTo>
                <a:cubicBezTo>
                  <a:pt x="142853" y="16687"/>
                  <a:pt x="140705" y="16962"/>
                  <a:pt x="138832" y="17514"/>
                </a:cubicBezTo>
                <a:cubicBezTo>
                  <a:pt x="136960" y="18065"/>
                  <a:pt x="135308" y="18781"/>
                  <a:pt x="133876" y="19662"/>
                </a:cubicBezTo>
                <a:cubicBezTo>
                  <a:pt x="132444" y="20542"/>
                  <a:pt x="131150" y="21561"/>
                  <a:pt x="129994" y="22717"/>
                </a:cubicBezTo>
                <a:cubicBezTo>
                  <a:pt x="128837" y="23873"/>
                  <a:pt x="127709" y="25057"/>
                  <a:pt x="126608" y="26269"/>
                </a:cubicBezTo>
                <a:cubicBezTo>
                  <a:pt x="125616" y="27481"/>
                  <a:pt x="124515" y="28307"/>
                  <a:pt x="123303" y="28747"/>
                </a:cubicBezTo>
                <a:cubicBezTo>
                  <a:pt x="122091" y="29188"/>
                  <a:pt x="120989" y="29408"/>
                  <a:pt x="119998" y="29408"/>
                </a:cubicBezTo>
                <a:cubicBezTo>
                  <a:pt x="119226" y="29408"/>
                  <a:pt x="118400" y="29105"/>
                  <a:pt x="117520" y="28500"/>
                </a:cubicBezTo>
                <a:cubicBezTo>
                  <a:pt x="116639" y="27895"/>
                  <a:pt x="115841" y="27125"/>
                  <a:pt x="115125" y="26188"/>
                </a:cubicBezTo>
                <a:cubicBezTo>
                  <a:pt x="114409" y="25251"/>
                  <a:pt x="113830" y="24259"/>
                  <a:pt x="113388" y="23214"/>
                </a:cubicBezTo>
                <a:cubicBezTo>
                  <a:pt x="112947" y="22167"/>
                  <a:pt x="112727" y="21203"/>
                  <a:pt x="112727" y="20322"/>
                </a:cubicBezTo>
                <a:cubicBezTo>
                  <a:pt x="112727" y="18450"/>
                  <a:pt x="113526" y="16357"/>
                  <a:pt x="115122" y="14045"/>
                </a:cubicBezTo>
                <a:cubicBezTo>
                  <a:pt x="116720" y="11730"/>
                  <a:pt x="118978" y="9527"/>
                  <a:pt x="121896" y="7435"/>
                </a:cubicBezTo>
                <a:cubicBezTo>
                  <a:pt x="124816" y="5342"/>
                  <a:pt x="128368" y="3580"/>
                  <a:pt x="132553" y="2148"/>
                </a:cubicBezTo>
                <a:cubicBezTo>
                  <a:pt x="136739" y="716"/>
                  <a:pt x="141366" y="0"/>
                  <a:pt x="146433" y="0"/>
                </a:cubicBezTo>
                <a:cubicBezTo>
                  <a:pt x="157558" y="0"/>
                  <a:pt x="166121" y="2836"/>
                  <a:pt x="172123" y="8508"/>
                </a:cubicBezTo>
                <a:cubicBezTo>
                  <a:pt x="178126" y="14181"/>
                  <a:pt x="181128" y="21863"/>
                  <a:pt x="181128" y="31556"/>
                </a:cubicBezTo>
                <a:cubicBezTo>
                  <a:pt x="181128" y="35522"/>
                  <a:pt x="180467" y="39461"/>
                  <a:pt x="179146" y="43372"/>
                </a:cubicBezTo>
                <a:cubicBezTo>
                  <a:pt x="177825" y="47281"/>
                  <a:pt x="176063" y="51108"/>
                  <a:pt x="173860" y="54853"/>
                </a:cubicBezTo>
                <a:cubicBezTo>
                  <a:pt x="171656" y="58597"/>
                  <a:pt x="169177" y="62205"/>
                  <a:pt x="166423" y="65675"/>
                </a:cubicBezTo>
                <a:cubicBezTo>
                  <a:pt x="163670" y="69144"/>
                  <a:pt x="160807" y="72421"/>
                  <a:pt x="157833" y="75505"/>
                </a:cubicBezTo>
                <a:cubicBezTo>
                  <a:pt x="151005" y="82554"/>
                  <a:pt x="143239" y="89272"/>
                  <a:pt x="134537" y="95661"/>
                </a:cubicBezTo>
                <a:lnTo>
                  <a:pt x="178980" y="95661"/>
                </a:lnTo>
                <a:cubicBezTo>
                  <a:pt x="179862" y="95661"/>
                  <a:pt x="180551" y="96156"/>
                  <a:pt x="181047" y="97148"/>
                </a:cubicBezTo>
                <a:cubicBezTo>
                  <a:pt x="181543" y="98140"/>
                  <a:pt x="181791" y="100398"/>
                  <a:pt x="181791" y="103922"/>
                </a:cubicBezTo>
                <a:cubicBezTo>
                  <a:pt x="181791" y="107337"/>
                  <a:pt x="181543" y="109568"/>
                  <a:pt x="181047" y="110615"/>
                </a:cubicBezTo>
                <a:cubicBezTo>
                  <a:pt x="180551" y="111661"/>
                  <a:pt x="179862" y="112183"/>
                  <a:pt x="178980" y="112183"/>
                </a:cubicBezTo>
                <a:lnTo>
                  <a:pt x="112894" y="1121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#3">
            <a:extLst xmlns:a="http://schemas.openxmlformats.org/drawingml/2006/main">
              <a:ext uri="{FF2B5EF4-FFF2-40B4-BE49-F238E27FC236}">
                <a16:creationId xmlns:a16="http://schemas.microsoft.com/office/drawing/2014/main" id="{C0FFEC0F-6967-4192-91C8-11A8C4ED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425" y="1824395"/>
            <a:ext cx="181848" cy="113804"/>
          </a:xfrm>
          <a:custGeom xmlns:a="http://schemas.openxmlformats.org/drawingml/2006/main">
            <a:pathLst>
              <a:path w="181848" h="113804">
                <a:moveTo>
                  <a:pt x="14556" y="112481"/>
                </a:moveTo>
                <a:cubicBezTo>
                  <a:pt x="13124" y="112481"/>
                  <a:pt x="12022" y="112013"/>
                  <a:pt x="11249" y="111075"/>
                </a:cubicBezTo>
                <a:cubicBezTo>
                  <a:pt x="10477" y="110136"/>
                  <a:pt x="10311" y="108950"/>
                  <a:pt x="10752" y="107517"/>
                </a:cubicBezTo>
                <a:lnTo>
                  <a:pt x="16873" y="84359"/>
                </a:lnTo>
                <a:lnTo>
                  <a:pt x="4798" y="84359"/>
                </a:lnTo>
                <a:cubicBezTo>
                  <a:pt x="3364" y="84359"/>
                  <a:pt x="2206" y="84112"/>
                  <a:pt x="1323" y="83617"/>
                </a:cubicBezTo>
                <a:cubicBezTo>
                  <a:pt x="441" y="83121"/>
                  <a:pt x="0" y="82156"/>
                  <a:pt x="0" y="80722"/>
                </a:cubicBezTo>
                <a:cubicBezTo>
                  <a:pt x="0" y="79729"/>
                  <a:pt x="138" y="78654"/>
                  <a:pt x="414" y="77496"/>
                </a:cubicBezTo>
                <a:cubicBezTo>
                  <a:pt x="690" y="76339"/>
                  <a:pt x="1076" y="75263"/>
                  <a:pt x="1572" y="74271"/>
                </a:cubicBezTo>
                <a:cubicBezTo>
                  <a:pt x="2069" y="73278"/>
                  <a:pt x="2702" y="72423"/>
                  <a:pt x="3473" y="71706"/>
                </a:cubicBezTo>
                <a:cubicBezTo>
                  <a:pt x="4245" y="70989"/>
                  <a:pt x="5128" y="70631"/>
                  <a:pt x="6121" y="70631"/>
                </a:cubicBezTo>
                <a:lnTo>
                  <a:pt x="20676" y="70631"/>
                </a:lnTo>
                <a:lnTo>
                  <a:pt x="27128" y="46646"/>
                </a:lnTo>
                <a:lnTo>
                  <a:pt x="11911" y="46646"/>
                </a:lnTo>
                <a:cubicBezTo>
                  <a:pt x="10477" y="46646"/>
                  <a:pt x="9319" y="46371"/>
                  <a:pt x="8435" y="45820"/>
                </a:cubicBezTo>
                <a:cubicBezTo>
                  <a:pt x="7553" y="45268"/>
                  <a:pt x="7113" y="44330"/>
                  <a:pt x="7113" y="43006"/>
                </a:cubicBezTo>
                <a:cubicBezTo>
                  <a:pt x="7113" y="41904"/>
                  <a:pt x="7278" y="40746"/>
                  <a:pt x="7610" y="39533"/>
                </a:cubicBezTo>
                <a:cubicBezTo>
                  <a:pt x="7941" y="38320"/>
                  <a:pt x="8382" y="37218"/>
                  <a:pt x="8932" y="36227"/>
                </a:cubicBezTo>
                <a:cubicBezTo>
                  <a:pt x="9484" y="35234"/>
                  <a:pt x="10146" y="34435"/>
                  <a:pt x="10916" y="33829"/>
                </a:cubicBezTo>
                <a:cubicBezTo>
                  <a:pt x="11689" y="33221"/>
                  <a:pt x="12516" y="32918"/>
                  <a:pt x="13400" y="32918"/>
                </a:cubicBezTo>
                <a:lnTo>
                  <a:pt x="30767" y="32918"/>
                </a:lnTo>
                <a:lnTo>
                  <a:pt x="37549" y="7443"/>
                </a:lnTo>
                <a:cubicBezTo>
                  <a:pt x="38431" y="4687"/>
                  <a:pt x="40141" y="3309"/>
                  <a:pt x="42678" y="3309"/>
                </a:cubicBezTo>
                <a:lnTo>
                  <a:pt x="49624" y="3309"/>
                </a:lnTo>
                <a:cubicBezTo>
                  <a:pt x="51169" y="3309"/>
                  <a:pt x="52326" y="3778"/>
                  <a:pt x="53097" y="4715"/>
                </a:cubicBezTo>
                <a:cubicBezTo>
                  <a:pt x="53869" y="5652"/>
                  <a:pt x="54035" y="6892"/>
                  <a:pt x="53594" y="8435"/>
                </a:cubicBezTo>
                <a:lnTo>
                  <a:pt x="46979" y="32918"/>
                </a:lnTo>
                <a:lnTo>
                  <a:pt x="67322" y="32918"/>
                </a:lnTo>
                <a:lnTo>
                  <a:pt x="74104" y="7443"/>
                </a:lnTo>
                <a:cubicBezTo>
                  <a:pt x="74987" y="4687"/>
                  <a:pt x="76697" y="3309"/>
                  <a:pt x="79233" y="3309"/>
                </a:cubicBezTo>
                <a:lnTo>
                  <a:pt x="86015" y="3309"/>
                </a:lnTo>
                <a:cubicBezTo>
                  <a:pt x="87669" y="3309"/>
                  <a:pt x="88854" y="3778"/>
                  <a:pt x="89571" y="4715"/>
                </a:cubicBezTo>
                <a:cubicBezTo>
                  <a:pt x="90288" y="5652"/>
                  <a:pt x="90426" y="6892"/>
                  <a:pt x="89985" y="8435"/>
                </a:cubicBezTo>
                <a:lnTo>
                  <a:pt x="83367" y="32918"/>
                </a:lnTo>
                <a:lnTo>
                  <a:pt x="94286" y="32918"/>
                </a:lnTo>
                <a:cubicBezTo>
                  <a:pt x="97483" y="32918"/>
                  <a:pt x="99081" y="34296"/>
                  <a:pt x="99081" y="37052"/>
                </a:cubicBezTo>
                <a:cubicBezTo>
                  <a:pt x="99081" y="37713"/>
                  <a:pt x="98943" y="38596"/>
                  <a:pt x="98667" y="39700"/>
                </a:cubicBezTo>
                <a:cubicBezTo>
                  <a:pt x="98393" y="40802"/>
                  <a:pt x="98008" y="41849"/>
                  <a:pt x="97511" y="42842"/>
                </a:cubicBezTo>
                <a:cubicBezTo>
                  <a:pt x="97015" y="43835"/>
                  <a:pt x="96381" y="44717"/>
                  <a:pt x="95608" y="45490"/>
                </a:cubicBezTo>
                <a:cubicBezTo>
                  <a:pt x="94836" y="46260"/>
                  <a:pt x="93899" y="46646"/>
                  <a:pt x="92797" y="46646"/>
                </a:cubicBezTo>
                <a:lnTo>
                  <a:pt x="79730" y="46646"/>
                </a:lnTo>
                <a:lnTo>
                  <a:pt x="73279" y="70631"/>
                </a:lnTo>
                <a:lnTo>
                  <a:pt x="87007" y="70631"/>
                </a:lnTo>
                <a:cubicBezTo>
                  <a:pt x="90094" y="70631"/>
                  <a:pt x="91638" y="72065"/>
                  <a:pt x="91638" y="74932"/>
                </a:cubicBezTo>
                <a:cubicBezTo>
                  <a:pt x="91638" y="75704"/>
                  <a:pt x="91528" y="76642"/>
                  <a:pt x="91308" y="77744"/>
                </a:cubicBezTo>
                <a:cubicBezTo>
                  <a:pt x="91087" y="78846"/>
                  <a:pt x="90729" y="79893"/>
                  <a:pt x="90232" y="80886"/>
                </a:cubicBezTo>
                <a:cubicBezTo>
                  <a:pt x="89736" y="81879"/>
                  <a:pt x="89102" y="82706"/>
                  <a:pt x="88329" y="83367"/>
                </a:cubicBezTo>
                <a:cubicBezTo>
                  <a:pt x="87559" y="84028"/>
                  <a:pt x="86677" y="84359"/>
                  <a:pt x="85684" y="84359"/>
                </a:cubicBezTo>
                <a:lnTo>
                  <a:pt x="69639" y="84359"/>
                </a:lnTo>
                <a:lnTo>
                  <a:pt x="63188" y="108344"/>
                </a:lnTo>
                <a:cubicBezTo>
                  <a:pt x="62306" y="111102"/>
                  <a:pt x="60542" y="112481"/>
                  <a:pt x="57895" y="112481"/>
                </a:cubicBezTo>
                <a:lnTo>
                  <a:pt x="51113" y="112481"/>
                </a:lnTo>
                <a:cubicBezTo>
                  <a:pt x="49568" y="112481"/>
                  <a:pt x="48465" y="112013"/>
                  <a:pt x="47804" y="111075"/>
                </a:cubicBezTo>
                <a:cubicBezTo>
                  <a:pt x="47143" y="110136"/>
                  <a:pt x="46978" y="108950"/>
                  <a:pt x="47310" y="107517"/>
                </a:cubicBezTo>
                <a:lnTo>
                  <a:pt x="53428" y="84359"/>
                </a:lnTo>
                <a:lnTo>
                  <a:pt x="33084" y="84359"/>
                </a:lnTo>
                <a:lnTo>
                  <a:pt x="26633" y="108344"/>
                </a:lnTo>
                <a:cubicBezTo>
                  <a:pt x="25970" y="111102"/>
                  <a:pt x="24261" y="112481"/>
                  <a:pt x="21504" y="112481"/>
                </a:cubicBezTo>
                <a:lnTo>
                  <a:pt x="14556" y="112481"/>
                </a:lnTo>
                <a:moveTo>
                  <a:pt x="36888" y="70631"/>
                </a:moveTo>
                <a:lnTo>
                  <a:pt x="57234" y="70631"/>
                </a:lnTo>
                <a:lnTo>
                  <a:pt x="63685" y="46646"/>
                </a:lnTo>
                <a:lnTo>
                  <a:pt x="43339" y="46646"/>
                </a:lnTo>
                <a:lnTo>
                  <a:pt x="36888" y="70631"/>
                </a:lnTo>
                <a:close/>
                <a:moveTo>
                  <a:pt x="145127" y="113804"/>
                </a:moveTo>
                <a:cubicBezTo>
                  <a:pt x="140165" y="113804"/>
                  <a:pt x="135644" y="113253"/>
                  <a:pt x="131563" y="112151"/>
                </a:cubicBezTo>
                <a:cubicBezTo>
                  <a:pt x="127483" y="111047"/>
                  <a:pt x="123981" y="109751"/>
                  <a:pt x="121058" y="108264"/>
                </a:cubicBezTo>
                <a:cubicBezTo>
                  <a:pt x="118137" y="106774"/>
                  <a:pt x="115822" y="105285"/>
                  <a:pt x="114112" y="103796"/>
                </a:cubicBezTo>
                <a:cubicBezTo>
                  <a:pt x="112403" y="102307"/>
                  <a:pt x="111383" y="101122"/>
                  <a:pt x="111053" y="100240"/>
                </a:cubicBezTo>
                <a:cubicBezTo>
                  <a:pt x="110170" y="97925"/>
                  <a:pt x="109646" y="95499"/>
                  <a:pt x="109481" y="92963"/>
                </a:cubicBezTo>
                <a:cubicBezTo>
                  <a:pt x="109316" y="90426"/>
                  <a:pt x="109288" y="88496"/>
                  <a:pt x="109398" y="87173"/>
                </a:cubicBezTo>
                <a:cubicBezTo>
                  <a:pt x="109618" y="85629"/>
                  <a:pt x="110390" y="84856"/>
                  <a:pt x="111715" y="84856"/>
                </a:cubicBezTo>
                <a:cubicBezTo>
                  <a:pt x="112376" y="84856"/>
                  <a:pt x="113506" y="85545"/>
                  <a:pt x="115104" y="86923"/>
                </a:cubicBezTo>
                <a:cubicBezTo>
                  <a:pt x="116704" y="88301"/>
                  <a:pt x="118772" y="89791"/>
                  <a:pt x="121308" y="91391"/>
                </a:cubicBezTo>
                <a:cubicBezTo>
                  <a:pt x="123844" y="92989"/>
                  <a:pt x="126932" y="94478"/>
                  <a:pt x="130571" y="95856"/>
                </a:cubicBezTo>
                <a:cubicBezTo>
                  <a:pt x="134211" y="97234"/>
                  <a:pt x="138346" y="97923"/>
                  <a:pt x="142977" y="97923"/>
                </a:cubicBezTo>
                <a:cubicBezTo>
                  <a:pt x="149704" y="97923"/>
                  <a:pt x="154914" y="96297"/>
                  <a:pt x="158608" y="93044"/>
                </a:cubicBezTo>
                <a:cubicBezTo>
                  <a:pt x="162303" y="89791"/>
                  <a:pt x="164150" y="85188"/>
                  <a:pt x="164150" y="79233"/>
                </a:cubicBezTo>
                <a:cubicBezTo>
                  <a:pt x="164150" y="75704"/>
                  <a:pt x="163460" y="72782"/>
                  <a:pt x="162081" y="70467"/>
                </a:cubicBezTo>
                <a:cubicBezTo>
                  <a:pt x="160703" y="68150"/>
                  <a:pt x="158856" y="66330"/>
                  <a:pt x="156540" y="65008"/>
                </a:cubicBezTo>
                <a:cubicBezTo>
                  <a:pt x="154225" y="63683"/>
                  <a:pt x="151551" y="62746"/>
                  <a:pt x="148517" y="62196"/>
                </a:cubicBezTo>
                <a:cubicBezTo>
                  <a:pt x="145485" y="61644"/>
                  <a:pt x="142314" y="61368"/>
                  <a:pt x="139006" y="61368"/>
                </a:cubicBezTo>
                <a:cubicBezTo>
                  <a:pt x="136250" y="61368"/>
                  <a:pt x="134320" y="60651"/>
                  <a:pt x="133216" y="59218"/>
                </a:cubicBezTo>
                <a:cubicBezTo>
                  <a:pt x="132114" y="57784"/>
                  <a:pt x="131563" y="55579"/>
                  <a:pt x="131563" y="52602"/>
                </a:cubicBezTo>
                <a:cubicBezTo>
                  <a:pt x="131563" y="50065"/>
                  <a:pt x="132060" y="48383"/>
                  <a:pt x="133052" y="47557"/>
                </a:cubicBezTo>
                <a:cubicBezTo>
                  <a:pt x="134045" y="46729"/>
                  <a:pt x="135755" y="46039"/>
                  <a:pt x="138181" y="45487"/>
                </a:cubicBezTo>
                <a:cubicBezTo>
                  <a:pt x="140056" y="45157"/>
                  <a:pt x="142178" y="44496"/>
                  <a:pt x="144549" y="43503"/>
                </a:cubicBezTo>
                <a:cubicBezTo>
                  <a:pt x="146920" y="42511"/>
                  <a:pt x="149125" y="41215"/>
                  <a:pt x="151164" y="39616"/>
                </a:cubicBezTo>
                <a:cubicBezTo>
                  <a:pt x="153205" y="38018"/>
                  <a:pt x="154942" y="36143"/>
                  <a:pt x="156374" y="33993"/>
                </a:cubicBezTo>
                <a:cubicBezTo>
                  <a:pt x="157808" y="31843"/>
                  <a:pt x="158524" y="29388"/>
                  <a:pt x="158524" y="26631"/>
                </a:cubicBezTo>
                <a:cubicBezTo>
                  <a:pt x="158524" y="22772"/>
                  <a:pt x="157173" y="19988"/>
                  <a:pt x="154471" y="18279"/>
                </a:cubicBezTo>
                <a:cubicBezTo>
                  <a:pt x="151770" y="16569"/>
                  <a:pt x="148490" y="15714"/>
                  <a:pt x="144630" y="15714"/>
                </a:cubicBezTo>
                <a:cubicBezTo>
                  <a:pt x="142205" y="15714"/>
                  <a:pt x="140055" y="15990"/>
                  <a:pt x="138179" y="16542"/>
                </a:cubicBezTo>
                <a:cubicBezTo>
                  <a:pt x="136304" y="17092"/>
                  <a:pt x="134622" y="17809"/>
                  <a:pt x="133133" y="18693"/>
                </a:cubicBezTo>
                <a:cubicBezTo>
                  <a:pt x="131646" y="19574"/>
                  <a:pt x="130350" y="20512"/>
                  <a:pt x="129246" y="21504"/>
                </a:cubicBezTo>
                <a:cubicBezTo>
                  <a:pt x="128144" y="22497"/>
                  <a:pt x="127097" y="23489"/>
                  <a:pt x="126104" y="24480"/>
                </a:cubicBezTo>
                <a:cubicBezTo>
                  <a:pt x="124892" y="25693"/>
                  <a:pt x="123652" y="26604"/>
                  <a:pt x="122383" y="27211"/>
                </a:cubicBezTo>
                <a:cubicBezTo>
                  <a:pt x="121115" y="27817"/>
                  <a:pt x="119984" y="28120"/>
                  <a:pt x="118991" y="28120"/>
                </a:cubicBezTo>
                <a:cubicBezTo>
                  <a:pt x="118330" y="28120"/>
                  <a:pt x="117585" y="27789"/>
                  <a:pt x="116757" y="27128"/>
                </a:cubicBezTo>
                <a:cubicBezTo>
                  <a:pt x="115931" y="26466"/>
                  <a:pt x="115132" y="25667"/>
                  <a:pt x="114360" y="24730"/>
                </a:cubicBezTo>
                <a:cubicBezTo>
                  <a:pt x="113589" y="23793"/>
                  <a:pt x="112956" y="22800"/>
                  <a:pt x="112459" y="21752"/>
                </a:cubicBezTo>
                <a:cubicBezTo>
                  <a:pt x="111963" y="20703"/>
                  <a:pt x="111715" y="19794"/>
                  <a:pt x="111715" y="19023"/>
                </a:cubicBezTo>
                <a:cubicBezTo>
                  <a:pt x="111715" y="17590"/>
                  <a:pt x="112514" y="15798"/>
                  <a:pt x="114112" y="13647"/>
                </a:cubicBezTo>
                <a:cubicBezTo>
                  <a:pt x="115711" y="11497"/>
                  <a:pt x="117972" y="9402"/>
                  <a:pt x="120894" y="7362"/>
                </a:cubicBezTo>
                <a:cubicBezTo>
                  <a:pt x="123817" y="5321"/>
                  <a:pt x="127291" y="3584"/>
                  <a:pt x="131316" y="2150"/>
                </a:cubicBezTo>
                <a:cubicBezTo>
                  <a:pt x="135341" y="717"/>
                  <a:pt x="139834" y="0"/>
                  <a:pt x="144796" y="0"/>
                </a:cubicBezTo>
                <a:cubicBezTo>
                  <a:pt x="155273" y="0"/>
                  <a:pt x="163268" y="2233"/>
                  <a:pt x="168782" y="6699"/>
                </a:cubicBezTo>
                <a:cubicBezTo>
                  <a:pt x="174296" y="11164"/>
                  <a:pt x="176997" y="16981"/>
                  <a:pt x="176886" y="24149"/>
                </a:cubicBezTo>
                <a:cubicBezTo>
                  <a:pt x="176886" y="28561"/>
                  <a:pt x="175976" y="32449"/>
                  <a:pt x="174155" y="35813"/>
                </a:cubicBezTo>
                <a:cubicBezTo>
                  <a:pt x="172336" y="39175"/>
                  <a:pt x="170325" y="41959"/>
                  <a:pt x="168120" y="44165"/>
                </a:cubicBezTo>
                <a:cubicBezTo>
                  <a:pt x="165474" y="46811"/>
                  <a:pt x="162496" y="49128"/>
                  <a:pt x="159188" y="51113"/>
                </a:cubicBezTo>
                <a:cubicBezTo>
                  <a:pt x="159518" y="51113"/>
                  <a:pt x="160868" y="51472"/>
                  <a:pt x="163239" y="52188"/>
                </a:cubicBezTo>
                <a:cubicBezTo>
                  <a:pt x="165610" y="52905"/>
                  <a:pt x="168173" y="54283"/>
                  <a:pt x="170930" y="56323"/>
                </a:cubicBezTo>
                <a:cubicBezTo>
                  <a:pt x="173688" y="58362"/>
                  <a:pt x="176196" y="61229"/>
                  <a:pt x="178456" y="64924"/>
                </a:cubicBezTo>
                <a:cubicBezTo>
                  <a:pt x="180718" y="68618"/>
                  <a:pt x="181848" y="73387"/>
                  <a:pt x="181848" y="79233"/>
                </a:cubicBezTo>
                <a:cubicBezTo>
                  <a:pt x="181848" y="84195"/>
                  <a:pt x="180911" y="88799"/>
                  <a:pt x="179037" y="93044"/>
                </a:cubicBezTo>
                <a:cubicBezTo>
                  <a:pt x="177162" y="97289"/>
                  <a:pt x="174571" y="100929"/>
                  <a:pt x="171263" y="103963"/>
                </a:cubicBezTo>
                <a:cubicBezTo>
                  <a:pt x="167955" y="106995"/>
                  <a:pt x="164067" y="109394"/>
                  <a:pt x="159600" y="111159"/>
                </a:cubicBezTo>
                <a:cubicBezTo>
                  <a:pt x="155134" y="112922"/>
                  <a:pt x="150310" y="113804"/>
                  <a:pt x="145127" y="1138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71613-7A43-47B9-B2D2-3DCBEE2B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46" y="101916"/>
            <a:ext cx="2143008" cy="459906"/>
          </a:xfrm>
          <a:custGeom xmlns:a="http://schemas.openxmlformats.org/drawingml/2006/main">
            <a:pathLst>
              <a:path w="2143008" h="459906" fill="none">
                <a:moveTo>
                  <a:pt x="0" y="459906"/>
                </a:moveTo>
                <a:lnTo>
                  <a:pt x="2143008" y="459906"/>
                </a:lnTo>
                <a:lnTo>
                  <a:pt x="2143008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7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42" name="Text ①Contextstate(𝒙)">
            <a:extLst xmlns:a="http://schemas.openxmlformats.org/drawingml/2006/main">
              <a:ext uri="{FF2B5EF4-FFF2-40B4-BE49-F238E27FC236}">
                <a16:creationId xmlns:a16="http://schemas.microsoft.com/office/drawing/2014/main" id="{4D16CD94-2E7D-42EC-BEC5-383B19B8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96" y="167689"/>
            <a:ext cx="1973961" cy="247603"/>
          </a:xfrm>
          <a:custGeom xmlns:a="http://schemas.openxmlformats.org/drawingml/2006/main">
            <a:pathLst>
              <a:path w="1973961" h="247603">
                <a:moveTo>
                  <a:pt x="0" y="123802"/>
                </a:moveTo>
                <a:cubicBezTo>
                  <a:pt x="0" y="89879"/>
                  <a:pt x="12143" y="60765"/>
                  <a:pt x="36428" y="36460"/>
                </a:cubicBezTo>
                <a:cubicBezTo>
                  <a:pt x="60713" y="12153"/>
                  <a:pt x="89802" y="0"/>
                  <a:pt x="123697" y="0"/>
                </a:cubicBezTo>
                <a:cubicBezTo>
                  <a:pt x="157591" y="0"/>
                  <a:pt x="186681" y="12153"/>
                  <a:pt x="210966" y="36460"/>
                </a:cubicBezTo>
                <a:cubicBezTo>
                  <a:pt x="235251" y="60765"/>
                  <a:pt x="247394" y="89879"/>
                  <a:pt x="247394" y="123802"/>
                </a:cubicBezTo>
                <a:cubicBezTo>
                  <a:pt x="247394" y="157724"/>
                  <a:pt x="235251" y="186838"/>
                  <a:pt x="210966" y="211143"/>
                </a:cubicBezTo>
                <a:cubicBezTo>
                  <a:pt x="186681" y="235450"/>
                  <a:pt x="157591" y="247603"/>
                  <a:pt x="123697" y="247603"/>
                </a:cubicBezTo>
                <a:cubicBezTo>
                  <a:pt x="89802" y="247603"/>
                  <a:pt x="60713" y="235450"/>
                  <a:pt x="36428" y="211143"/>
                </a:cubicBezTo>
                <a:cubicBezTo>
                  <a:pt x="12143" y="186838"/>
                  <a:pt x="0" y="157724"/>
                  <a:pt x="0" y="123802"/>
                </a:cubicBezTo>
                <a:moveTo>
                  <a:pt x="164475" y="180042"/>
                </a:moveTo>
                <a:cubicBezTo>
                  <a:pt x="164475" y="182009"/>
                  <a:pt x="164370" y="183678"/>
                  <a:pt x="164160" y="185047"/>
                </a:cubicBezTo>
                <a:cubicBezTo>
                  <a:pt x="163951" y="186417"/>
                  <a:pt x="163654" y="187505"/>
                  <a:pt x="163269" y="188313"/>
                </a:cubicBezTo>
                <a:cubicBezTo>
                  <a:pt x="162885" y="189119"/>
                  <a:pt x="162448" y="189698"/>
                  <a:pt x="161959" y="190049"/>
                </a:cubicBezTo>
                <a:cubicBezTo>
                  <a:pt x="161470" y="190401"/>
                  <a:pt x="160911" y="190577"/>
                  <a:pt x="160282" y="190577"/>
                </a:cubicBezTo>
                <a:lnTo>
                  <a:pt x="85435" y="190577"/>
                </a:lnTo>
                <a:cubicBezTo>
                  <a:pt x="84876" y="190577"/>
                  <a:pt x="84351" y="190401"/>
                  <a:pt x="83862" y="190049"/>
                </a:cubicBezTo>
                <a:cubicBezTo>
                  <a:pt x="83373" y="189698"/>
                  <a:pt x="82936" y="189119"/>
                  <a:pt x="82552" y="188313"/>
                </a:cubicBezTo>
                <a:cubicBezTo>
                  <a:pt x="82167" y="187505"/>
                  <a:pt x="81870" y="186417"/>
                  <a:pt x="81661" y="185047"/>
                </a:cubicBezTo>
                <a:cubicBezTo>
                  <a:pt x="81451" y="183678"/>
                  <a:pt x="81346" y="182009"/>
                  <a:pt x="81346" y="180042"/>
                </a:cubicBezTo>
                <a:cubicBezTo>
                  <a:pt x="81346" y="178006"/>
                  <a:pt x="81434" y="176304"/>
                  <a:pt x="81608" y="174935"/>
                </a:cubicBezTo>
                <a:cubicBezTo>
                  <a:pt x="81783" y="173565"/>
                  <a:pt x="82063" y="172459"/>
                  <a:pt x="82447" y="171616"/>
                </a:cubicBezTo>
                <a:cubicBezTo>
                  <a:pt x="82831" y="170773"/>
                  <a:pt x="83268" y="170158"/>
                  <a:pt x="83757" y="169772"/>
                </a:cubicBezTo>
                <a:cubicBezTo>
                  <a:pt x="84247" y="169385"/>
                  <a:pt x="84806" y="169192"/>
                  <a:pt x="85435" y="169192"/>
                </a:cubicBezTo>
                <a:lnTo>
                  <a:pt x="110698" y="169192"/>
                </a:lnTo>
                <a:lnTo>
                  <a:pt x="110698" y="81032"/>
                </a:lnTo>
                <a:lnTo>
                  <a:pt x="88894" y="93087"/>
                </a:lnTo>
                <a:cubicBezTo>
                  <a:pt x="87287" y="93856"/>
                  <a:pt x="85976" y="94328"/>
                  <a:pt x="84963" y="94502"/>
                </a:cubicBezTo>
                <a:cubicBezTo>
                  <a:pt x="83950" y="94677"/>
                  <a:pt x="83146" y="94467"/>
                  <a:pt x="82552" y="93873"/>
                </a:cubicBezTo>
                <a:cubicBezTo>
                  <a:pt x="81958" y="93279"/>
                  <a:pt x="81556" y="92246"/>
                  <a:pt x="81346" y="90774"/>
                </a:cubicBezTo>
                <a:cubicBezTo>
                  <a:pt x="81137" y="89302"/>
                  <a:pt x="81032" y="87235"/>
                  <a:pt x="81032" y="84573"/>
                </a:cubicBezTo>
                <a:cubicBezTo>
                  <a:pt x="81032" y="82891"/>
                  <a:pt x="81067" y="81508"/>
                  <a:pt x="81137" y="80423"/>
                </a:cubicBezTo>
                <a:cubicBezTo>
                  <a:pt x="81207" y="79335"/>
                  <a:pt x="81381" y="78406"/>
                  <a:pt x="81661" y="77635"/>
                </a:cubicBezTo>
                <a:cubicBezTo>
                  <a:pt x="81940" y="76864"/>
                  <a:pt x="82325" y="76234"/>
                  <a:pt x="82814" y="75745"/>
                </a:cubicBezTo>
                <a:cubicBezTo>
                  <a:pt x="83303" y="75253"/>
                  <a:pt x="83967" y="74728"/>
                  <a:pt x="84806" y="74169"/>
                </a:cubicBezTo>
                <a:lnTo>
                  <a:pt x="113948" y="55247"/>
                </a:lnTo>
                <a:cubicBezTo>
                  <a:pt x="114297" y="54968"/>
                  <a:pt x="114734" y="54741"/>
                  <a:pt x="115258" y="54566"/>
                </a:cubicBezTo>
                <a:cubicBezTo>
                  <a:pt x="115782" y="54389"/>
                  <a:pt x="116464" y="54248"/>
                  <a:pt x="117302" y="54144"/>
                </a:cubicBezTo>
                <a:cubicBezTo>
                  <a:pt x="118141" y="54039"/>
                  <a:pt x="119242" y="53969"/>
                  <a:pt x="120604" y="53934"/>
                </a:cubicBezTo>
                <a:cubicBezTo>
                  <a:pt x="121967" y="53899"/>
                  <a:pt x="123732" y="53881"/>
                  <a:pt x="125898" y="53881"/>
                </a:cubicBezTo>
                <a:cubicBezTo>
                  <a:pt x="128554" y="53881"/>
                  <a:pt x="130703" y="53934"/>
                  <a:pt x="132345" y="54039"/>
                </a:cubicBezTo>
                <a:cubicBezTo>
                  <a:pt x="133987" y="54144"/>
                  <a:pt x="135228" y="54318"/>
                  <a:pt x="136066" y="54563"/>
                </a:cubicBezTo>
                <a:cubicBezTo>
                  <a:pt x="136905" y="54807"/>
                  <a:pt x="137464" y="55139"/>
                  <a:pt x="137744" y="55559"/>
                </a:cubicBezTo>
                <a:cubicBezTo>
                  <a:pt x="138023" y="55978"/>
                  <a:pt x="138163" y="56502"/>
                  <a:pt x="138163" y="57131"/>
                </a:cubicBezTo>
                <a:lnTo>
                  <a:pt x="138163" y="169192"/>
                </a:lnTo>
                <a:lnTo>
                  <a:pt x="160282" y="169192"/>
                </a:lnTo>
                <a:cubicBezTo>
                  <a:pt x="160911" y="169192"/>
                  <a:pt x="161487" y="169385"/>
                  <a:pt x="162011" y="169772"/>
                </a:cubicBezTo>
                <a:cubicBezTo>
                  <a:pt x="162535" y="170158"/>
                  <a:pt x="162990" y="170773"/>
                  <a:pt x="163374" y="171616"/>
                </a:cubicBezTo>
                <a:cubicBezTo>
                  <a:pt x="163758" y="172459"/>
                  <a:pt x="164038" y="173565"/>
                  <a:pt x="164213" y="174935"/>
                </a:cubicBezTo>
                <a:cubicBezTo>
                  <a:pt x="164387" y="176304"/>
                  <a:pt x="164475" y="178006"/>
                  <a:pt x="164475" y="180042"/>
                </a:cubicBezTo>
                <a:moveTo>
                  <a:pt x="17716" y="123802"/>
                </a:moveTo>
                <a:cubicBezTo>
                  <a:pt x="17716" y="153182"/>
                  <a:pt x="28076" y="178364"/>
                  <a:pt x="48797" y="199350"/>
                </a:cubicBezTo>
                <a:cubicBezTo>
                  <a:pt x="69518" y="220337"/>
                  <a:pt x="94485" y="230831"/>
                  <a:pt x="123697" y="230831"/>
                </a:cubicBezTo>
                <a:cubicBezTo>
                  <a:pt x="152839" y="230831"/>
                  <a:pt x="177788" y="220337"/>
                  <a:pt x="198544" y="199350"/>
                </a:cubicBezTo>
                <a:cubicBezTo>
                  <a:pt x="219300" y="178364"/>
                  <a:pt x="229678" y="153182"/>
                  <a:pt x="229678" y="123802"/>
                </a:cubicBezTo>
                <a:cubicBezTo>
                  <a:pt x="229678" y="94491"/>
                  <a:pt x="219300" y="69326"/>
                  <a:pt x="198544" y="48306"/>
                </a:cubicBezTo>
                <a:cubicBezTo>
                  <a:pt x="177788" y="27284"/>
                  <a:pt x="152839" y="16772"/>
                  <a:pt x="123697" y="16772"/>
                </a:cubicBezTo>
                <a:cubicBezTo>
                  <a:pt x="94485" y="16772"/>
                  <a:pt x="69518" y="27284"/>
                  <a:pt x="48797" y="48306"/>
                </a:cubicBezTo>
                <a:cubicBezTo>
                  <a:pt x="28076" y="69326"/>
                  <a:pt x="17716" y="94491"/>
                  <a:pt x="17716" y="123802"/>
                </a:cubicBezTo>
                <a:close/>
                <a:moveTo>
                  <a:pt x="398732" y="201109"/>
                </a:moveTo>
                <a:cubicBezTo>
                  <a:pt x="388998" y="201109"/>
                  <a:pt x="379551" y="199713"/>
                  <a:pt x="370392" y="196922"/>
                </a:cubicBezTo>
                <a:cubicBezTo>
                  <a:pt x="361233" y="194131"/>
                  <a:pt x="353075" y="189803"/>
                  <a:pt x="345918" y="183937"/>
                </a:cubicBezTo>
                <a:cubicBezTo>
                  <a:pt x="338761" y="178069"/>
                  <a:pt x="333036" y="170590"/>
                  <a:pt x="328743" y="161500"/>
                </a:cubicBezTo>
                <a:cubicBezTo>
                  <a:pt x="324449" y="152411"/>
                  <a:pt x="322302" y="141569"/>
                  <a:pt x="322302" y="128974"/>
                </a:cubicBezTo>
                <a:cubicBezTo>
                  <a:pt x="322302" y="116524"/>
                  <a:pt x="324413" y="105576"/>
                  <a:pt x="328635" y="96130"/>
                </a:cubicBezTo>
                <a:cubicBezTo>
                  <a:pt x="332858" y="86683"/>
                  <a:pt x="338512" y="78739"/>
                  <a:pt x="345597" y="72298"/>
                </a:cubicBezTo>
                <a:cubicBezTo>
                  <a:pt x="352682" y="65858"/>
                  <a:pt x="360768" y="61028"/>
                  <a:pt x="369855" y="57809"/>
                </a:cubicBezTo>
                <a:cubicBezTo>
                  <a:pt x="378944" y="54588"/>
                  <a:pt x="388427" y="52977"/>
                  <a:pt x="398302" y="52977"/>
                </a:cubicBezTo>
                <a:cubicBezTo>
                  <a:pt x="406031" y="52977"/>
                  <a:pt x="412686" y="53729"/>
                  <a:pt x="418266" y="55231"/>
                </a:cubicBezTo>
                <a:cubicBezTo>
                  <a:pt x="423848" y="56734"/>
                  <a:pt x="428427" y="58522"/>
                  <a:pt x="432005" y="60597"/>
                </a:cubicBezTo>
                <a:cubicBezTo>
                  <a:pt x="435584" y="62672"/>
                  <a:pt x="438232" y="64711"/>
                  <a:pt x="439949" y="66716"/>
                </a:cubicBezTo>
                <a:cubicBezTo>
                  <a:pt x="441667" y="68719"/>
                  <a:pt x="442527" y="70294"/>
                  <a:pt x="442527" y="71440"/>
                </a:cubicBezTo>
                <a:cubicBezTo>
                  <a:pt x="442527" y="72440"/>
                  <a:pt x="442098" y="73907"/>
                  <a:pt x="441239" y="75840"/>
                </a:cubicBezTo>
                <a:cubicBezTo>
                  <a:pt x="440381" y="77772"/>
                  <a:pt x="439308" y="79633"/>
                  <a:pt x="438019" y="81422"/>
                </a:cubicBezTo>
                <a:cubicBezTo>
                  <a:pt x="436731" y="83210"/>
                  <a:pt x="435406" y="84785"/>
                  <a:pt x="434045" y="86145"/>
                </a:cubicBezTo>
                <a:cubicBezTo>
                  <a:pt x="432687" y="87504"/>
                  <a:pt x="431579" y="88183"/>
                  <a:pt x="430720" y="88183"/>
                </a:cubicBezTo>
                <a:cubicBezTo>
                  <a:pt x="429574" y="88183"/>
                  <a:pt x="428285" y="87826"/>
                  <a:pt x="426855" y="87112"/>
                </a:cubicBezTo>
                <a:cubicBezTo>
                  <a:pt x="425424" y="86396"/>
                  <a:pt x="423564" y="85572"/>
                  <a:pt x="421273" y="84642"/>
                </a:cubicBezTo>
                <a:cubicBezTo>
                  <a:pt x="418982" y="83712"/>
                  <a:pt x="416083" y="82889"/>
                  <a:pt x="412575" y="82175"/>
                </a:cubicBezTo>
                <a:cubicBezTo>
                  <a:pt x="409070" y="81459"/>
                  <a:pt x="404599" y="81101"/>
                  <a:pt x="399161" y="81101"/>
                </a:cubicBezTo>
                <a:cubicBezTo>
                  <a:pt x="393435" y="81101"/>
                  <a:pt x="387996" y="81995"/>
                  <a:pt x="382844" y="83784"/>
                </a:cubicBezTo>
                <a:cubicBezTo>
                  <a:pt x="377692" y="85572"/>
                  <a:pt x="373183" y="88399"/>
                  <a:pt x="369318" y="92265"/>
                </a:cubicBezTo>
                <a:cubicBezTo>
                  <a:pt x="365454" y="96128"/>
                  <a:pt x="362377" y="101066"/>
                  <a:pt x="360086" y="107078"/>
                </a:cubicBezTo>
                <a:cubicBezTo>
                  <a:pt x="357797" y="113088"/>
                  <a:pt x="356653" y="120316"/>
                  <a:pt x="356653" y="128761"/>
                </a:cubicBezTo>
                <a:cubicBezTo>
                  <a:pt x="356653" y="137062"/>
                  <a:pt x="357904" y="144076"/>
                  <a:pt x="360407" y="149802"/>
                </a:cubicBezTo>
                <a:cubicBezTo>
                  <a:pt x="362912" y="155526"/>
                  <a:pt x="366311" y="160142"/>
                  <a:pt x="370605" y="163649"/>
                </a:cubicBezTo>
                <a:cubicBezTo>
                  <a:pt x="374901" y="167154"/>
                  <a:pt x="379875" y="169658"/>
                  <a:pt x="385527" y="171161"/>
                </a:cubicBezTo>
                <a:cubicBezTo>
                  <a:pt x="391181" y="172663"/>
                  <a:pt x="397157" y="173415"/>
                  <a:pt x="403455" y="173415"/>
                </a:cubicBezTo>
                <a:cubicBezTo>
                  <a:pt x="409896" y="173415"/>
                  <a:pt x="415549" y="172735"/>
                  <a:pt x="420415" y="171377"/>
                </a:cubicBezTo>
                <a:cubicBezTo>
                  <a:pt x="425280" y="170016"/>
                  <a:pt x="429431" y="168514"/>
                  <a:pt x="432866" y="166869"/>
                </a:cubicBezTo>
                <a:cubicBezTo>
                  <a:pt x="436301" y="165223"/>
                  <a:pt x="439092" y="163720"/>
                  <a:pt x="441239" y="162362"/>
                </a:cubicBezTo>
                <a:cubicBezTo>
                  <a:pt x="443386" y="161001"/>
                  <a:pt x="444961" y="160321"/>
                  <a:pt x="445963" y="160321"/>
                </a:cubicBezTo>
                <a:cubicBezTo>
                  <a:pt x="448110" y="160321"/>
                  <a:pt x="449183" y="161465"/>
                  <a:pt x="449183" y="163754"/>
                </a:cubicBezTo>
                <a:cubicBezTo>
                  <a:pt x="449183" y="165759"/>
                  <a:pt x="448825" y="168622"/>
                  <a:pt x="448109" y="172343"/>
                </a:cubicBezTo>
                <a:cubicBezTo>
                  <a:pt x="447392" y="176063"/>
                  <a:pt x="446247" y="179783"/>
                  <a:pt x="444672" y="183504"/>
                </a:cubicBezTo>
                <a:cubicBezTo>
                  <a:pt x="444100" y="184937"/>
                  <a:pt x="442526" y="186656"/>
                  <a:pt x="439949" y="188660"/>
                </a:cubicBezTo>
                <a:cubicBezTo>
                  <a:pt x="437374" y="190663"/>
                  <a:pt x="434047" y="192595"/>
                  <a:pt x="429967" y="194455"/>
                </a:cubicBezTo>
                <a:cubicBezTo>
                  <a:pt x="425890" y="196316"/>
                  <a:pt x="421167" y="197890"/>
                  <a:pt x="415799" y="199176"/>
                </a:cubicBezTo>
                <a:cubicBezTo>
                  <a:pt x="410431" y="200465"/>
                  <a:pt x="404742" y="201109"/>
                  <a:pt x="398732" y="201109"/>
                </a:cubicBezTo>
                <a:close/>
                <a:moveTo>
                  <a:pt x="523892" y="200896"/>
                </a:moveTo>
                <a:cubicBezTo>
                  <a:pt x="516307" y="200896"/>
                  <a:pt x="509080" y="199715"/>
                  <a:pt x="502209" y="197355"/>
                </a:cubicBezTo>
                <a:cubicBezTo>
                  <a:pt x="495341" y="194992"/>
                  <a:pt x="489329" y="191449"/>
                  <a:pt x="484175" y="186728"/>
                </a:cubicBezTo>
                <a:cubicBezTo>
                  <a:pt x="479024" y="182004"/>
                  <a:pt x="474909" y="176064"/>
                  <a:pt x="471832" y="168907"/>
                </a:cubicBezTo>
                <a:cubicBezTo>
                  <a:pt x="468755" y="161750"/>
                  <a:pt x="467216" y="153377"/>
                  <a:pt x="467216" y="143788"/>
                </a:cubicBezTo>
                <a:cubicBezTo>
                  <a:pt x="467216" y="134198"/>
                  <a:pt x="468755" y="125861"/>
                  <a:pt x="471832" y="118776"/>
                </a:cubicBezTo>
                <a:cubicBezTo>
                  <a:pt x="474909" y="111692"/>
                  <a:pt x="479024" y="105824"/>
                  <a:pt x="484175" y="101172"/>
                </a:cubicBezTo>
                <a:cubicBezTo>
                  <a:pt x="489329" y="96520"/>
                  <a:pt x="495341" y="93050"/>
                  <a:pt x="502209" y="90761"/>
                </a:cubicBezTo>
                <a:cubicBezTo>
                  <a:pt x="509080" y="88470"/>
                  <a:pt x="516307" y="87325"/>
                  <a:pt x="523892" y="87325"/>
                </a:cubicBezTo>
                <a:cubicBezTo>
                  <a:pt x="531479" y="87325"/>
                  <a:pt x="538672" y="88470"/>
                  <a:pt x="545470" y="90761"/>
                </a:cubicBezTo>
                <a:cubicBezTo>
                  <a:pt x="552269" y="93050"/>
                  <a:pt x="558280" y="96520"/>
                  <a:pt x="563504" y="101172"/>
                </a:cubicBezTo>
                <a:cubicBezTo>
                  <a:pt x="568728" y="105824"/>
                  <a:pt x="572878" y="111692"/>
                  <a:pt x="575955" y="118776"/>
                </a:cubicBezTo>
                <a:cubicBezTo>
                  <a:pt x="579033" y="125861"/>
                  <a:pt x="580571" y="134198"/>
                  <a:pt x="580571" y="143788"/>
                </a:cubicBezTo>
                <a:cubicBezTo>
                  <a:pt x="580571" y="153377"/>
                  <a:pt x="579033" y="161750"/>
                  <a:pt x="575955" y="168907"/>
                </a:cubicBezTo>
                <a:cubicBezTo>
                  <a:pt x="572878" y="176064"/>
                  <a:pt x="568728" y="182004"/>
                  <a:pt x="563504" y="186728"/>
                </a:cubicBezTo>
                <a:cubicBezTo>
                  <a:pt x="558280" y="191449"/>
                  <a:pt x="552269" y="194992"/>
                  <a:pt x="545470" y="197355"/>
                </a:cubicBezTo>
                <a:cubicBezTo>
                  <a:pt x="538672" y="199715"/>
                  <a:pt x="531479" y="200896"/>
                  <a:pt x="523892" y="200896"/>
                </a:cubicBezTo>
                <a:moveTo>
                  <a:pt x="523892" y="179213"/>
                </a:moveTo>
                <a:cubicBezTo>
                  <a:pt x="526899" y="179213"/>
                  <a:pt x="529798" y="178605"/>
                  <a:pt x="532589" y="177388"/>
                </a:cubicBezTo>
                <a:cubicBezTo>
                  <a:pt x="535381" y="176172"/>
                  <a:pt x="537777" y="174168"/>
                  <a:pt x="539780" y="171377"/>
                </a:cubicBezTo>
                <a:cubicBezTo>
                  <a:pt x="541785" y="168586"/>
                  <a:pt x="543395" y="164901"/>
                  <a:pt x="544612" y="160321"/>
                </a:cubicBezTo>
                <a:cubicBezTo>
                  <a:pt x="545828" y="155739"/>
                  <a:pt x="546437" y="150157"/>
                  <a:pt x="546437" y="143575"/>
                </a:cubicBezTo>
                <a:cubicBezTo>
                  <a:pt x="546437" y="136990"/>
                  <a:pt x="545828" y="131408"/>
                  <a:pt x="544612" y="126828"/>
                </a:cubicBezTo>
                <a:cubicBezTo>
                  <a:pt x="543395" y="122249"/>
                  <a:pt x="541785" y="118563"/>
                  <a:pt x="539780" y="115772"/>
                </a:cubicBezTo>
                <a:cubicBezTo>
                  <a:pt x="537777" y="112981"/>
                  <a:pt x="535381" y="110978"/>
                  <a:pt x="532589" y="109761"/>
                </a:cubicBezTo>
                <a:cubicBezTo>
                  <a:pt x="529798" y="108545"/>
                  <a:pt x="526899" y="107937"/>
                  <a:pt x="523892" y="107937"/>
                </a:cubicBezTo>
                <a:cubicBezTo>
                  <a:pt x="520887" y="107937"/>
                  <a:pt x="517989" y="108545"/>
                  <a:pt x="515198" y="109761"/>
                </a:cubicBezTo>
                <a:cubicBezTo>
                  <a:pt x="512407" y="110978"/>
                  <a:pt x="509974" y="112981"/>
                  <a:pt x="507899" y="115772"/>
                </a:cubicBezTo>
                <a:cubicBezTo>
                  <a:pt x="505825" y="118563"/>
                  <a:pt x="504179" y="122249"/>
                  <a:pt x="502963" y="126828"/>
                </a:cubicBezTo>
                <a:cubicBezTo>
                  <a:pt x="501746" y="131408"/>
                  <a:pt x="501138" y="136990"/>
                  <a:pt x="501138" y="143575"/>
                </a:cubicBezTo>
                <a:cubicBezTo>
                  <a:pt x="501138" y="150157"/>
                  <a:pt x="501746" y="155739"/>
                  <a:pt x="502963" y="160321"/>
                </a:cubicBezTo>
                <a:cubicBezTo>
                  <a:pt x="504179" y="164901"/>
                  <a:pt x="505825" y="168586"/>
                  <a:pt x="507899" y="171377"/>
                </a:cubicBezTo>
                <a:cubicBezTo>
                  <a:pt x="509974" y="174168"/>
                  <a:pt x="512407" y="176172"/>
                  <a:pt x="515198" y="177388"/>
                </a:cubicBezTo>
                <a:cubicBezTo>
                  <a:pt x="517989" y="178605"/>
                  <a:pt x="520887" y="179213"/>
                  <a:pt x="523892" y="179213"/>
                </a:cubicBezTo>
                <a:close/>
                <a:moveTo>
                  <a:pt x="697790" y="201109"/>
                </a:moveTo>
                <a:cubicBezTo>
                  <a:pt x="689775" y="201109"/>
                  <a:pt x="683584" y="198855"/>
                  <a:pt x="679219" y="194347"/>
                </a:cubicBezTo>
                <a:cubicBezTo>
                  <a:pt x="674855" y="189840"/>
                  <a:pt x="672674" y="183579"/>
                  <a:pt x="672674" y="175564"/>
                </a:cubicBezTo>
                <a:lnTo>
                  <a:pt x="672674" y="126612"/>
                </a:lnTo>
                <a:cubicBezTo>
                  <a:pt x="672674" y="121460"/>
                  <a:pt x="671385" y="117668"/>
                  <a:pt x="668808" y="115235"/>
                </a:cubicBezTo>
                <a:cubicBezTo>
                  <a:pt x="666231" y="112802"/>
                  <a:pt x="662582" y="111586"/>
                  <a:pt x="657860" y="111586"/>
                </a:cubicBezTo>
                <a:cubicBezTo>
                  <a:pt x="655283" y="111586"/>
                  <a:pt x="652742" y="112123"/>
                  <a:pt x="650237" y="113198"/>
                </a:cubicBezTo>
                <a:cubicBezTo>
                  <a:pt x="647732" y="114270"/>
                  <a:pt x="645442" y="115593"/>
                  <a:pt x="643368" y="117168"/>
                </a:cubicBezTo>
                <a:cubicBezTo>
                  <a:pt x="641293" y="118743"/>
                  <a:pt x="639611" y="120389"/>
                  <a:pt x="638323" y="122108"/>
                </a:cubicBezTo>
                <a:cubicBezTo>
                  <a:pt x="637034" y="123825"/>
                  <a:pt x="636390" y="125326"/>
                  <a:pt x="636390" y="126612"/>
                </a:cubicBezTo>
                <a:lnTo>
                  <a:pt x="636390" y="193810"/>
                </a:lnTo>
                <a:cubicBezTo>
                  <a:pt x="636390" y="195099"/>
                  <a:pt x="635388" y="196280"/>
                  <a:pt x="633383" y="197355"/>
                </a:cubicBezTo>
                <a:cubicBezTo>
                  <a:pt x="631380" y="198427"/>
                  <a:pt x="627087" y="198963"/>
                  <a:pt x="620502" y="198963"/>
                </a:cubicBezTo>
                <a:cubicBezTo>
                  <a:pt x="614062" y="198963"/>
                  <a:pt x="609804" y="198427"/>
                  <a:pt x="607729" y="197355"/>
                </a:cubicBezTo>
                <a:cubicBezTo>
                  <a:pt x="605655" y="196280"/>
                  <a:pt x="604617" y="195099"/>
                  <a:pt x="604617" y="193810"/>
                </a:cubicBezTo>
                <a:lnTo>
                  <a:pt x="604617" y="118672"/>
                </a:lnTo>
                <a:cubicBezTo>
                  <a:pt x="604617" y="116381"/>
                  <a:pt x="604295" y="114413"/>
                  <a:pt x="603651" y="112768"/>
                </a:cubicBezTo>
                <a:cubicBezTo>
                  <a:pt x="603007" y="111122"/>
                  <a:pt x="602326" y="109726"/>
                  <a:pt x="601610" y="108582"/>
                </a:cubicBezTo>
                <a:cubicBezTo>
                  <a:pt x="600894" y="107435"/>
                  <a:pt x="600214" y="106397"/>
                  <a:pt x="599569" y="105467"/>
                </a:cubicBezTo>
                <a:cubicBezTo>
                  <a:pt x="598927" y="104536"/>
                  <a:pt x="598606" y="103642"/>
                  <a:pt x="598606" y="102784"/>
                </a:cubicBezTo>
                <a:cubicBezTo>
                  <a:pt x="598606" y="101495"/>
                  <a:pt x="599571" y="99993"/>
                  <a:pt x="601502" y="98276"/>
                </a:cubicBezTo>
                <a:cubicBezTo>
                  <a:pt x="603435" y="96557"/>
                  <a:pt x="605725" y="94876"/>
                  <a:pt x="608372" y="93231"/>
                </a:cubicBezTo>
                <a:cubicBezTo>
                  <a:pt x="611021" y="91585"/>
                  <a:pt x="613705" y="90189"/>
                  <a:pt x="616424" y="89045"/>
                </a:cubicBezTo>
                <a:cubicBezTo>
                  <a:pt x="619143" y="87898"/>
                  <a:pt x="621361" y="87325"/>
                  <a:pt x="623080" y="87325"/>
                </a:cubicBezTo>
                <a:cubicBezTo>
                  <a:pt x="624797" y="87325"/>
                  <a:pt x="626299" y="87719"/>
                  <a:pt x="627588" y="88507"/>
                </a:cubicBezTo>
                <a:cubicBezTo>
                  <a:pt x="628876" y="89294"/>
                  <a:pt x="630021" y="90331"/>
                  <a:pt x="631021" y="91619"/>
                </a:cubicBezTo>
                <a:cubicBezTo>
                  <a:pt x="632023" y="92908"/>
                  <a:pt x="632883" y="94303"/>
                  <a:pt x="633599" y="95806"/>
                </a:cubicBezTo>
                <a:cubicBezTo>
                  <a:pt x="634315" y="97309"/>
                  <a:pt x="634960" y="98775"/>
                  <a:pt x="635532" y="100206"/>
                </a:cubicBezTo>
                <a:cubicBezTo>
                  <a:pt x="637248" y="98775"/>
                  <a:pt x="639430" y="97309"/>
                  <a:pt x="642077" y="95806"/>
                </a:cubicBezTo>
                <a:cubicBezTo>
                  <a:pt x="644726" y="94303"/>
                  <a:pt x="647625" y="92908"/>
                  <a:pt x="650774" y="91619"/>
                </a:cubicBezTo>
                <a:cubicBezTo>
                  <a:pt x="653924" y="90331"/>
                  <a:pt x="657323" y="89294"/>
                  <a:pt x="660972" y="88507"/>
                </a:cubicBezTo>
                <a:cubicBezTo>
                  <a:pt x="664621" y="87719"/>
                  <a:pt x="668307" y="87325"/>
                  <a:pt x="672028" y="87325"/>
                </a:cubicBezTo>
                <a:cubicBezTo>
                  <a:pt x="676752" y="87325"/>
                  <a:pt x="681082" y="88005"/>
                  <a:pt x="685017" y="89366"/>
                </a:cubicBezTo>
                <a:cubicBezTo>
                  <a:pt x="688952" y="90724"/>
                  <a:pt x="692352" y="92656"/>
                  <a:pt x="695215" y="95161"/>
                </a:cubicBezTo>
                <a:cubicBezTo>
                  <a:pt x="698078" y="97666"/>
                  <a:pt x="700332" y="100708"/>
                  <a:pt x="701976" y="104287"/>
                </a:cubicBezTo>
                <a:cubicBezTo>
                  <a:pt x="703623" y="107864"/>
                  <a:pt x="704446" y="111943"/>
                  <a:pt x="704446" y="116523"/>
                </a:cubicBezTo>
                <a:lnTo>
                  <a:pt x="704446" y="169552"/>
                </a:lnTo>
                <a:cubicBezTo>
                  <a:pt x="704446" y="172844"/>
                  <a:pt x="705197" y="175205"/>
                  <a:pt x="706700" y="176638"/>
                </a:cubicBezTo>
                <a:cubicBezTo>
                  <a:pt x="708203" y="178069"/>
                  <a:pt x="710170" y="178784"/>
                  <a:pt x="712603" y="178784"/>
                </a:cubicBezTo>
                <a:lnTo>
                  <a:pt x="717111" y="178784"/>
                </a:lnTo>
                <a:cubicBezTo>
                  <a:pt x="719116" y="178784"/>
                  <a:pt x="720118" y="179714"/>
                  <a:pt x="720118" y="181575"/>
                </a:cubicBezTo>
                <a:cubicBezTo>
                  <a:pt x="720118" y="182861"/>
                  <a:pt x="719438" y="184578"/>
                  <a:pt x="718077" y="186724"/>
                </a:cubicBezTo>
                <a:cubicBezTo>
                  <a:pt x="716719" y="188871"/>
                  <a:pt x="714966" y="191019"/>
                  <a:pt x="712819" y="193168"/>
                </a:cubicBezTo>
                <a:cubicBezTo>
                  <a:pt x="710673" y="195315"/>
                  <a:pt x="708275" y="197176"/>
                  <a:pt x="705625" y="198750"/>
                </a:cubicBezTo>
                <a:cubicBezTo>
                  <a:pt x="702979" y="200323"/>
                  <a:pt x="700367" y="201109"/>
                  <a:pt x="697790" y="201109"/>
                </a:cubicBezTo>
                <a:close/>
                <a:moveTo>
                  <a:pt x="774862" y="201109"/>
                </a:moveTo>
                <a:cubicBezTo>
                  <a:pt x="764272" y="201109"/>
                  <a:pt x="756078" y="198104"/>
                  <a:pt x="750280" y="192094"/>
                </a:cubicBezTo>
                <a:cubicBezTo>
                  <a:pt x="744483" y="186081"/>
                  <a:pt x="741585" y="178352"/>
                  <a:pt x="741585" y="168907"/>
                </a:cubicBezTo>
                <a:lnTo>
                  <a:pt x="741585" y="111586"/>
                </a:lnTo>
                <a:lnTo>
                  <a:pt x="735790" y="111586"/>
                </a:lnTo>
                <a:cubicBezTo>
                  <a:pt x="734646" y="111586"/>
                  <a:pt x="733609" y="110764"/>
                  <a:pt x="732678" y="109119"/>
                </a:cubicBezTo>
                <a:cubicBezTo>
                  <a:pt x="731748" y="107472"/>
                  <a:pt x="731283" y="104645"/>
                  <a:pt x="731283" y="100638"/>
                </a:cubicBezTo>
                <a:cubicBezTo>
                  <a:pt x="731283" y="96486"/>
                  <a:pt x="731748" y="93588"/>
                  <a:pt x="732678" y="91944"/>
                </a:cubicBezTo>
                <a:cubicBezTo>
                  <a:pt x="733609" y="90297"/>
                  <a:pt x="734646" y="89474"/>
                  <a:pt x="735790" y="89474"/>
                </a:cubicBezTo>
                <a:lnTo>
                  <a:pt x="741585" y="89474"/>
                </a:lnTo>
                <a:lnTo>
                  <a:pt x="741585" y="68862"/>
                </a:lnTo>
                <a:cubicBezTo>
                  <a:pt x="741585" y="67718"/>
                  <a:pt x="742730" y="66394"/>
                  <a:pt x="745019" y="64892"/>
                </a:cubicBezTo>
                <a:cubicBezTo>
                  <a:pt x="747309" y="63389"/>
                  <a:pt x="750030" y="61994"/>
                  <a:pt x="753179" y="60705"/>
                </a:cubicBezTo>
                <a:cubicBezTo>
                  <a:pt x="756328" y="59417"/>
                  <a:pt x="759441" y="58307"/>
                  <a:pt x="762518" y="57377"/>
                </a:cubicBezTo>
                <a:cubicBezTo>
                  <a:pt x="765595" y="56446"/>
                  <a:pt x="767993" y="55981"/>
                  <a:pt x="769712" y="55981"/>
                </a:cubicBezTo>
                <a:cubicBezTo>
                  <a:pt x="772145" y="55981"/>
                  <a:pt x="773361" y="57341"/>
                  <a:pt x="773361" y="60060"/>
                </a:cubicBezTo>
                <a:lnTo>
                  <a:pt x="773361" y="89474"/>
                </a:lnTo>
                <a:lnTo>
                  <a:pt x="792682" y="89474"/>
                </a:lnTo>
                <a:cubicBezTo>
                  <a:pt x="794971" y="89474"/>
                  <a:pt x="796116" y="90618"/>
                  <a:pt x="796116" y="92907"/>
                </a:cubicBezTo>
                <a:cubicBezTo>
                  <a:pt x="796116" y="94195"/>
                  <a:pt x="795722" y="95913"/>
                  <a:pt x="794936" y="98060"/>
                </a:cubicBezTo>
                <a:cubicBezTo>
                  <a:pt x="794150" y="100207"/>
                  <a:pt x="793113" y="102282"/>
                  <a:pt x="791824" y="104287"/>
                </a:cubicBezTo>
                <a:cubicBezTo>
                  <a:pt x="790536" y="106290"/>
                  <a:pt x="789140" y="108008"/>
                  <a:pt x="787638" y="109440"/>
                </a:cubicBezTo>
                <a:cubicBezTo>
                  <a:pt x="786135" y="110871"/>
                  <a:pt x="784667" y="111586"/>
                  <a:pt x="783235" y="111586"/>
                </a:cubicBezTo>
                <a:lnTo>
                  <a:pt x="773361" y="111586"/>
                </a:lnTo>
                <a:lnTo>
                  <a:pt x="773361" y="159459"/>
                </a:lnTo>
                <a:cubicBezTo>
                  <a:pt x="773361" y="166330"/>
                  <a:pt x="774900" y="171269"/>
                  <a:pt x="777977" y="174276"/>
                </a:cubicBezTo>
                <a:cubicBezTo>
                  <a:pt x="781054" y="177281"/>
                  <a:pt x="785026" y="178784"/>
                  <a:pt x="789891" y="178784"/>
                </a:cubicBezTo>
                <a:lnTo>
                  <a:pt x="794828" y="178784"/>
                </a:lnTo>
                <a:cubicBezTo>
                  <a:pt x="795686" y="178784"/>
                  <a:pt x="796331" y="179106"/>
                  <a:pt x="796761" y="179750"/>
                </a:cubicBezTo>
                <a:cubicBezTo>
                  <a:pt x="797191" y="180392"/>
                  <a:pt x="797406" y="181071"/>
                  <a:pt x="797406" y="181788"/>
                </a:cubicBezTo>
                <a:cubicBezTo>
                  <a:pt x="797406" y="182932"/>
                  <a:pt x="796690" y="184578"/>
                  <a:pt x="795257" y="186724"/>
                </a:cubicBezTo>
                <a:cubicBezTo>
                  <a:pt x="793827" y="188871"/>
                  <a:pt x="792038" y="191019"/>
                  <a:pt x="789891" y="193168"/>
                </a:cubicBezTo>
                <a:cubicBezTo>
                  <a:pt x="787745" y="195315"/>
                  <a:pt x="785347" y="197176"/>
                  <a:pt x="782698" y="198750"/>
                </a:cubicBezTo>
                <a:cubicBezTo>
                  <a:pt x="780051" y="200323"/>
                  <a:pt x="777439" y="201109"/>
                  <a:pt x="774862" y="201109"/>
                </a:cubicBezTo>
                <a:close/>
                <a:moveTo>
                  <a:pt x="869754" y="201109"/>
                </a:moveTo>
                <a:cubicBezTo>
                  <a:pt x="861311" y="201109"/>
                  <a:pt x="853475" y="200000"/>
                  <a:pt x="846246" y="197784"/>
                </a:cubicBezTo>
                <a:cubicBezTo>
                  <a:pt x="839020" y="195565"/>
                  <a:pt x="832793" y="192202"/>
                  <a:pt x="827567" y="187694"/>
                </a:cubicBezTo>
                <a:cubicBezTo>
                  <a:pt x="822343" y="183184"/>
                  <a:pt x="818229" y="177566"/>
                  <a:pt x="815224" y="170840"/>
                </a:cubicBezTo>
                <a:cubicBezTo>
                  <a:pt x="812219" y="164113"/>
                  <a:pt x="810716" y="156169"/>
                  <a:pt x="810716" y="147008"/>
                </a:cubicBezTo>
                <a:cubicBezTo>
                  <a:pt x="810716" y="136418"/>
                  <a:pt x="812291" y="127366"/>
                  <a:pt x="815440" y="119851"/>
                </a:cubicBezTo>
                <a:cubicBezTo>
                  <a:pt x="818589" y="112336"/>
                  <a:pt x="822776" y="106146"/>
                  <a:pt x="827999" y="101280"/>
                </a:cubicBezTo>
                <a:cubicBezTo>
                  <a:pt x="833223" y="96414"/>
                  <a:pt x="839127" y="92872"/>
                  <a:pt x="845709" y="90653"/>
                </a:cubicBezTo>
                <a:cubicBezTo>
                  <a:pt x="852293" y="88434"/>
                  <a:pt x="859021" y="87325"/>
                  <a:pt x="865891" y="87325"/>
                </a:cubicBezTo>
                <a:cubicBezTo>
                  <a:pt x="873190" y="87325"/>
                  <a:pt x="879558" y="88148"/>
                  <a:pt x="884996" y="89795"/>
                </a:cubicBezTo>
                <a:cubicBezTo>
                  <a:pt x="890436" y="91441"/>
                  <a:pt x="894981" y="93660"/>
                  <a:pt x="898630" y="96451"/>
                </a:cubicBezTo>
                <a:cubicBezTo>
                  <a:pt x="902280" y="99242"/>
                  <a:pt x="904999" y="102570"/>
                  <a:pt x="906787" y="106433"/>
                </a:cubicBezTo>
                <a:cubicBezTo>
                  <a:pt x="908578" y="110296"/>
                  <a:pt x="909474" y="114447"/>
                  <a:pt x="909474" y="118885"/>
                </a:cubicBezTo>
                <a:cubicBezTo>
                  <a:pt x="909474" y="126041"/>
                  <a:pt x="907398" y="132161"/>
                  <a:pt x="903246" y="137242"/>
                </a:cubicBezTo>
                <a:cubicBezTo>
                  <a:pt x="899095" y="142322"/>
                  <a:pt x="893870" y="146509"/>
                  <a:pt x="887571" y="149802"/>
                </a:cubicBezTo>
                <a:cubicBezTo>
                  <a:pt x="881275" y="153093"/>
                  <a:pt x="874478" y="155526"/>
                  <a:pt x="867179" y="157101"/>
                </a:cubicBezTo>
                <a:cubicBezTo>
                  <a:pt x="859880" y="158673"/>
                  <a:pt x="853010" y="159602"/>
                  <a:pt x="846567" y="159889"/>
                </a:cubicBezTo>
                <a:cubicBezTo>
                  <a:pt x="849002" y="166473"/>
                  <a:pt x="852903" y="170982"/>
                  <a:pt x="858269" y="173415"/>
                </a:cubicBezTo>
                <a:cubicBezTo>
                  <a:pt x="863637" y="175847"/>
                  <a:pt x="869398" y="177064"/>
                  <a:pt x="875552" y="177064"/>
                </a:cubicBezTo>
                <a:cubicBezTo>
                  <a:pt x="879701" y="177064"/>
                  <a:pt x="883387" y="176564"/>
                  <a:pt x="886608" y="175564"/>
                </a:cubicBezTo>
                <a:cubicBezTo>
                  <a:pt x="889829" y="174561"/>
                  <a:pt x="892656" y="173452"/>
                  <a:pt x="895089" y="172235"/>
                </a:cubicBezTo>
                <a:cubicBezTo>
                  <a:pt x="897522" y="171019"/>
                  <a:pt x="899526" y="169909"/>
                  <a:pt x="901100" y="168907"/>
                </a:cubicBezTo>
                <a:cubicBezTo>
                  <a:pt x="902675" y="167905"/>
                  <a:pt x="903892" y="167403"/>
                  <a:pt x="904750" y="167403"/>
                </a:cubicBezTo>
                <a:cubicBezTo>
                  <a:pt x="905464" y="167403"/>
                  <a:pt x="906143" y="167619"/>
                  <a:pt x="906787" y="168049"/>
                </a:cubicBezTo>
                <a:cubicBezTo>
                  <a:pt x="907432" y="168477"/>
                  <a:pt x="907754" y="169264"/>
                  <a:pt x="907754" y="170411"/>
                </a:cubicBezTo>
                <a:cubicBezTo>
                  <a:pt x="907754" y="172127"/>
                  <a:pt x="907396" y="174667"/>
                  <a:pt x="906679" y="178030"/>
                </a:cubicBezTo>
                <a:cubicBezTo>
                  <a:pt x="905965" y="181394"/>
                  <a:pt x="904964" y="184722"/>
                  <a:pt x="903675" y="188015"/>
                </a:cubicBezTo>
                <a:cubicBezTo>
                  <a:pt x="903245" y="189160"/>
                  <a:pt x="902100" y="190483"/>
                  <a:pt x="900239" y="191985"/>
                </a:cubicBezTo>
                <a:cubicBezTo>
                  <a:pt x="898380" y="193488"/>
                  <a:pt x="895984" y="194920"/>
                  <a:pt x="893048" y="196280"/>
                </a:cubicBezTo>
                <a:cubicBezTo>
                  <a:pt x="890115" y="197639"/>
                  <a:pt x="886680" y="198783"/>
                  <a:pt x="882743" y="199713"/>
                </a:cubicBezTo>
                <a:cubicBezTo>
                  <a:pt x="878807" y="200644"/>
                  <a:pt x="874478" y="201109"/>
                  <a:pt x="869754" y="201109"/>
                </a:cubicBezTo>
                <a:moveTo>
                  <a:pt x="844638" y="143575"/>
                </a:moveTo>
                <a:cubicBezTo>
                  <a:pt x="848931" y="143144"/>
                  <a:pt x="853046" y="142250"/>
                  <a:pt x="856981" y="140892"/>
                </a:cubicBezTo>
                <a:cubicBezTo>
                  <a:pt x="860917" y="139531"/>
                  <a:pt x="864423" y="137742"/>
                  <a:pt x="867500" y="135523"/>
                </a:cubicBezTo>
                <a:cubicBezTo>
                  <a:pt x="870577" y="133304"/>
                  <a:pt x="873010" y="130621"/>
                  <a:pt x="874799" y="127474"/>
                </a:cubicBezTo>
                <a:cubicBezTo>
                  <a:pt x="876589" y="124325"/>
                  <a:pt x="877485" y="120817"/>
                  <a:pt x="877485" y="116952"/>
                </a:cubicBezTo>
                <a:cubicBezTo>
                  <a:pt x="877485" y="113947"/>
                  <a:pt x="876446" y="111479"/>
                  <a:pt x="874369" y="109548"/>
                </a:cubicBezTo>
                <a:cubicBezTo>
                  <a:pt x="872295" y="107616"/>
                  <a:pt x="869826" y="106649"/>
                  <a:pt x="866963" y="106649"/>
                </a:cubicBezTo>
                <a:cubicBezTo>
                  <a:pt x="864244" y="106649"/>
                  <a:pt x="861596" y="107293"/>
                  <a:pt x="859019" y="108582"/>
                </a:cubicBezTo>
                <a:cubicBezTo>
                  <a:pt x="856444" y="109868"/>
                  <a:pt x="854118" y="111979"/>
                  <a:pt x="852041" y="114914"/>
                </a:cubicBezTo>
                <a:cubicBezTo>
                  <a:pt x="849966" y="117847"/>
                  <a:pt x="848285" y="121640"/>
                  <a:pt x="846996" y="126291"/>
                </a:cubicBezTo>
                <a:cubicBezTo>
                  <a:pt x="845710" y="130943"/>
                  <a:pt x="844924" y="136704"/>
                  <a:pt x="844638" y="143575"/>
                </a:cubicBezTo>
                <a:close/>
                <a:moveTo>
                  <a:pt x="1014883" y="198963"/>
                </a:moveTo>
                <a:cubicBezTo>
                  <a:pt x="1008443" y="198963"/>
                  <a:pt x="1003863" y="198641"/>
                  <a:pt x="1001144" y="197997"/>
                </a:cubicBezTo>
                <a:cubicBezTo>
                  <a:pt x="998425" y="197352"/>
                  <a:pt x="996708" y="196601"/>
                  <a:pt x="995991" y="195743"/>
                </a:cubicBezTo>
                <a:lnTo>
                  <a:pt x="970872" y="161608"/>
                </a:lnTo>
                <a:cubicBezTo>
                  <a:pt x="966578" y="167619"/>
                  <a:pt x="962857" y="173415"/>
                  <a:pt x="959708" y="178997"/>
                </a:cubicBezTo>
                <a:cubicBezTo>
                  <a:pt x="956561" y="184579"/>
                  <a:pt x="954629" y="189374"/>
                  <a:pt x="953913" y="193381"/>
                </a:cubicBezTo>
                <a:cubicBezTo>
                  <a:pt x="953627" y="195386"/>
                  <a:pt x="952159" y="196817"/>
                  <a:pt x="949510" y="197676"/>
                </a:cubicBezTo>
                <a:cubicBezTo>
                  <a:pt x="946863" y="198534"/>
                  <a:pt x="942319" y="198963"/>
                  <a:pt x="935879" y="198963"/>
                </a:cubicBezTo>
                <a:cubicBezTo>
                  <a:pt x="930297" y="198963"/>
                  <a:pt x="926324" y="198641"/>
                  <a:pt x="923961" y="197997"/>
                </a:cubicBezTo>
                <a:cubicBezTo>
                  <a:pt x="921601" y="197352"/>
                  <a:pt x="920420" y="195814"/>
                  <a:pt x="920420" y="193381"/>
                </a:cubicBezTo>
                <a:cubicBezTo>
                  <a:pt x="920420" y="189087"/>
                  <a:pt x="921780" y="184544"/>
                  <a:pt x="924499" y="179750"/>
                </a:cubicBezTo>
                <a:cubicBezTo>
                  <a:pt x="927220" y="174954"/>
                  <a:pt x="930548" y="170339"/>
                  <a:pt x="934484" y="165903"/>
                </a:cubicBezTo>
                <a:cubicBezTo>
                  <a:pt x="938419" y="161465"/>
                  <a:pt x="942533" y="157315"/>
                  <a:pt x="946827" y="153451"/>
                </a:cubicBezTo>
                <a:cubicBezTo>
                  <a:pt x="951121" y="149586"/>
                  <a:pt x="954771" y="146365"/>
                  <a:pt x="957778" y="143788"/>
                </a:cubicBezTo>
                <a:lnTo>
                  <a:pt x="924070" y="98060"/>
                </a:lnTo>
                <a:cubicBezTo>
                  <a:pt x="923784" y="97630"/>
                  <a:pt x="923497" y="97128"/>
                  <a:pt x="923211" y="96556"/>
                </a:cubicBezTo>
                <a:cubicBezTo>
                  <a:pt x="922639" y="95412"/>
                  <a:pt x="922353" y="94481"/>
                  <a:pt x="922353" y="93765"/>
                </a:cubicBezTo>
                <a:cubicBezTo>
                  <a:pt x="922353" y="92765"/>
                  <a:pt x="923462" y="91800"/>
                  <a:pt x="925681" y="90869"/>
                </a:cubicBezTo>
                <a:cubicBezTo>
                  <a:pt x="927900" y="89939"/>
                  <a:pt x="932087" y="89474"/>
                  <a:pt x="938241" y="89474"/>
                </a:cubicBezTo>
                <a:cubicBezTo>
                  <a:pt x="944681" y="89474"/>
                  <a:pt x="949297" y="89760"/>
                  <a:pt x="952088" y="90332"/>
                </a:cubicBezTo>
                <a:cubicBezTo>
                  <a:pt x="954879" y="90904"/>
                  <a:pt x="956632" y="91692"/>
                  <a:pt x="957346" y="92694"/>
                </a:cubicBezTo>
                <a:lnTo>
                  <a:pt x="978387" y="121246"/>
                </a:lnTo>
                <a:cubicBezTo>
                  <a:pt x="981678" y="117095"/>
                  <a:pt x="984647" y="112694"/>
                  <a:pt x="987294" y="108045"/>
                </a:cubicBezTo>
                <a:cubicBezTo>
                  <a:pt x="989943" y="103393"/>
                  <a:pt x="991626" y="98991"/>
                  <a:pt x="992342" y="94840"/>
                </a:cubicBezTo>
                <a:cubicBezTo>
                  <a:pt x="992628" y="92837"/>
                  <a:pt x="994095" y="91443"/>
                  <a:pt x="996741" y="90656"/>
                </a:cubicBezTo>
                <a:cubicBezTo>
                  <a:pt x="999391" y="89868"/>
                  <a:pt x="1003935" y="89474"/>
                  <a:pt x="1010376" y="89474"/>
                </a:cubicBezTo>
                <a:cubicBezTo>
                  <a:pt x="1015958" y="89474"/>
                  <a:pt x="1019929" y="89760"/>
                  <a:pt x="1022290" y="90332"/>
                </a:cubicBezTo>
                <a:cubicBezTo>
                  <a:pt x="1024651" y="90904"/>
                  <a:pt x="1025831" y="92407"/>
                  <a:pt x="1025831" y="94840"/>
                </a:cubicBezTo>
                <a:cubicBezTo>
                  <a:pt x="1025831" y="101710"/>
                  <a:pt x="1023756" y="107864"/>
                  <a:pt x="1019607" y="113302"/>
                </a:cubicBezTo>
                <a:cubicBezTo>
                  <a:pt x="1015886" y="118312"/>
                  <a:pt x="1011484" y="123036"/>
                  <a:pt x="1006402" y="127474"/>
                </a:cubicBezTo>
                <a:cubicBezTo>
                  <a:pt x="1001322" y="131909"/>
                  <a:pt x="996492" y="135988"/>
                  <a:pt x="991913" y="139709"/>
                </a:cubicBezTo>
                <a:lnTo>
                  <a:pt x="1029051" y="190161"/>
                </a:lnTo>
                <a:cubicBezTo>
                  <a:pt x="1029340" y="190591"/>
                  <a:pt x="1029627" y="191020"/>
                  <a:pt x="1029913" y="191448"/>
                </a:cubicBezTo>
                <a:cubicBezTo>
                  <a:pt x="1030055" y="191878"/>
                  <a:pt x="1030197" y="192345"/>
                  <a:pt x="1030339" y="192847"/>
                </a:cubicBezTo>
                <a:cubicBezTo>
                  <a:pt x="1030483" y="193347"/>
                  <a:pt x="1030555" y="193811"/>
                  <a:pt x="1030555" y="194239"/>
                </a:cubicBezTo>
                <a:cubicBezTo>
                  <a:pt x="1030555" y="195242"/>
                  <a:pt x="1029482" y="196280"/>
                  <a:pt x="1027335" y="197355"/>
                </a:cubicBezTo>
                <a:cubicBezTo>
                  <a:pt x="1025188" y="198427"/>
                  <a:pt x="1021037" y="198963"/>
                  <a:pt x="1014883" y="198963"/>
                </a:cubicBezTo>
                <a:close/>
                <a:moveTo>
                  <a:pt x="1085514" y="201109"/>
                </a:moveTo>
                <a:cubicBezTo>
                  <a:pt x="1074925" y="201109"/>
                  <a:pt x="1066731" y="198104"/>
                  <a:pt x="1060932" y="192094"/>
                </a:cubicBezTo>
                <a:cubicBezTo>
                  <a:pt x="1055136" y="186081"/>
                  <a:pt x="1052238" y="178352"/>
                  <a:pt x="1052238" y="168907"/>
                </a:cubicBezTo>
                <a:lnTo>
                  <a:pt x="1052238" y="111586"/>
                </a:lnTo>
                <a:lnTo>
                  <a:pt x="1046443" y="111586"/>
                </a:lnTo>
                <a:cubicBezTo>
                  <a:pt x="1045299" y="111586"/>
                  <a:pt x="1044261" y="110764"/>
                  <a:pt x="1043331" y="109119"/>
                </a:cubicBezTo>
                <a:cubicBezTo>
                  <a:pt x="1042401" y="107472"/>
                  <a:pt x="1041935" y="104645"/>
                  <a:pt x="1041935" y="100638"/>
                </a:cubicBezTo>
                <a:cubicBezTo>
                  <a:pt x="1041935" y="96486"/>
                  <a:pt x="1042401" y="93588"/>
                  <a:pt x="1043331" y="91944"/>
                </a:cubicBezTo>
                <a:cubicBezTo>
                  <a:pt x="1044261" y="90297"/>
                  <a:pt x="1045299" y="89474"/>
                  <a:pt x="1046443" y="89474"/>
                </a:cubicBezTo>
                <a:lnTo>
                  <a:pt x="1052238" y="89474"/>
                </a:lnTo>
                <a:lnTo>
                  <a:pt x="1052238" y="68862"/>
                </a:lnTo>
                <a:cubicBezTo>
                  <a:pt x="1052238" y="67718"/>
                  <a:pt x="1053382" y="66394"/>
                  <a:pt x="1055671" y="64892"/>
                </a:cubicBezTo>
                <a:cubicBezTo>
                  <a:pt x="1057962" y="63389"/>
                  <a:pt x="1060682" y="61994"/>
                  <a:pt x="1063831" y="60705"/>
                </a:cubicBezTo>
                <a:cubicBezTo>
                  <a:pt x="1066981" y="59417"/>
                  <a:pt x="1070094" y="58307"/>
                  <a:pt x="1073171" y="57377"/>
                </a:cubicBezTo>
                <a:cubicBezTo>
                  <a:pt x="1076248" y="56446"/>
                  <a:pt x="1078646" y="55981"/>
                  <a:pt x="1080365" y="55981"/>
                </a:cubicBezTo>
                <a:cubicBezTo>
                  <a:pt x="1082798" y="55981"/>
                  <a:pt x="1084014" y="57341"/>
                  <a:pt x="1084014" y="60060"/>
                </a:cubicBezTo>
                <a:lnTo>
                  <a:pt x="1084014" y="89474"/>
                </a:lnTo>
                <a:lnTo>
                  <a:pt x="1103335" y="89474"/>
                </a:lnTo>
                <a:cubicBezTo>
                  <a:pt x="1105624" y="89474"/>
                  <a:pt x="1106768" y="90618"/>
                  <a:pt x="1106768" y="92907"/>
                </a:cubicBezTo>
                <a:cubicBezTo>
                  <a:pt x="1106768" y="94195"/>
                  <a:pt x="1106375" y="95913"/>
                  <a:pt x="1105589" y="98060"/>
                </a:cubicBezTo>
                <a:cubicBezTo>
                  <a:pt x="1104803" y="100207"/>
                  <a:pt x="1103765" y="102282"/>
                  <a:pt x="1102477" y="104287"/>
                </a:cubicBezTo>
                <a:cubicBezTo>
                  <a:pt x="1101188" y="106290"/>
                  <a:pt x="1099793" y="108008"/>
                  <a:pt x="1098290" y="109440"/>
                </a:cubicBezTo>
                <a:cubicBezTo>
                  <a:pt x="1096788" y="110871"/>
                  <a:pt x="1095320" y="111586"/>
                  <a:pt x="1093887" y="111586"/>
                </a:cubicBezTo>
                <a:lnTo>
                  <a:pt x="1084014" y="111586"/>
                </a:lnTo>
                <a:lnTo>
                  <a:pt x="1084014" y="159459"/>
                </a:lnTo>
                <a:cubicBezTo>
                  <a:pt x="1084014" y="166330"/>
                  <a:pt x="1085553" y="171269"/>
                  <a:pt x="1088630" y="174276"/>
                </a:cubicBezTo>
                <a:cubicBezTo>
                  <a:pt x="1091707" y="177281"/>
                  <a:pt x="1095678" y="178784"/>
                  <a:pt x="1100544" y="178784"/>
                </a:cubicBezTo>
                <a:lnTo>
                  <a:pt x="1105481" y="178784"/>
                </a:lnTo>
                <a:cubicBezTo>
                  <a:pt x="1106339" y="178784"/>
                  <a:pt x="1106983" y="179106"/>
                  <a:pt x="1107414" y="179750"/>
                </a:cubicBezTo>
                <a:cubicBezTo>
                  <a:pt x="1107844" y="180392"/>
                  <a:pt x="1108059" y="181071"/>
                  <a:pt x="1108059" y="181788"/>
                </a:cubicBezTo>
                <a:cubicBezTo>
                  <a:pt x="1108059" y="182932"/>
                  <a:pt x="1107343" y="184578"/>
                  <a:pt x="1105910" y="186724"/>
                </a:cubicBezTo>
                <a:cubicBezTo>
                  <a:pt x="1104479" y="188871"/>
                  <a:pt x="1102691" y="191019"/>
                  <a:pt x="1100544" y="193168"/>
                </a:cubicBezTo>
                <a:cubicBezTo>
                  <a:pt x="1098397" y="195315"/>
                  <a:pt x="1095999" y="197176"/>
                  <a:pt x="1093350" y="198750"/>
                </a:cubicBezTo>
                <a:cubicBezTo>
                  <a:pt x="1090703" y="200323"/>
                  <a:pt x="1088091" y="201109"/>
                  <a:pt x="1085514" y="201109"/>
                </a:cubicBezTo>
                <a:close/>
                <a:moveTo>
                  <a:pt x="1213249" y="201109"/>
                </a:moveTo>
                <a:cubicBezTo>
                  <a:pt x="1206950" y="201109"/>
                  <a:pt x="1201046" y="200323"/>
                  <a:pt x="1195536" y="198750"/>
                </a:cubicBezTo>
                <a:cubicBezTo>
                  <a:pt x="1190026" y="197176"/>
                  <a:pt x="1185231" y="195351"/>
                  <a:pt x="1181152" y="193276"/>
                </a:cubicBezTo>
                <a:cubicBezTo>
                  <a:pt x="1177072" y="191199"/>
                  <a:pt x="1173887" y="189123"/>
                  <a:pt x="1171596" y="187049"/>
                </a:cubicBezTo>
                <a:cubicBezTo>
                  <a:pt x="1169307" y="184972"/>
                  <a:pt x="1168163" y="183361"/>
                  <a:pt x="1168163" y="182217"/>
                </a:cubicBezTo>
                <a:cubicBezTo>
                  <a:pt x="1168163" y="181072"/>
                  <a:pt x="1168735" y="179534"/>
                  <a:pt x="1169879" y="177601"/>
                </a:cubicBezTo>
                <a:cubicBezTo>
                  <a:pt x="1171026" y="175668"/>
                  <a:pt x="1172421" y="173772"/>
                  <a:pt x="1174066" y="171911"/>
                </a:cubicBezTo>
                <a:cubicBezTo>
                  <a:pt x="1175713" y="170050"/>
                  <a:pt x="1177358" y="168441"/>
                  <a:pt x="1179003" y="167082"/>
                </a:cubicBezTo>
                <a:cubicBezTo>
                  <a:pt x="1180649" y="165722"/>
                  <a:pt x="1181903" y="165041"/>
                  <a:pt x="1182763" y="165041"/>
                </a:cubicBezTo>
                <a:cubicBezTo>
                  <a:pt x="1183764" y="165041"/>
                  <a:pt x="1185230" y="165758"/>
                  <a:pt x="1187163" y="167190"/>
                </a:cubicBezTo>
                <a:cubicBezTo>
                  <a:pt x="1189096" y="168621"/>
                  <a:pt x="1191421" y="170230"/>
                  <a:pt x="1194140" y="172019"/>
                </a:cubicBezTo>
                <a:cubicBezTo>
                  <a:pt x="1196859" y="173808"/>
                  <a:pt x="1199901" y="175418"/>
                  <a:pt x="1203264" y="176851"/>
                </a:cubicBezTo>
                <a:cubicBezTo>
                  <a:pt x="1206627" y="178281"/>
                  <a:pt x="1210241" y="178997"/>
                  <a:pt x="1214107" y="178997"/>
                </a:cubicBezTo>
                <a:cubicBezTo>
                  <a:pt x="1217970" y="178997"/>
                  <a:pt x="1220868" y="178066"/>
                  <a:pt x="1222801" y="176206"/>
                </a:cubicBezTo>
                <a:cubicBezTo>
                  <a:pt x="1224734" y="174345"/>
                  <a:pt x="1225700" y="171840"/>
                  <a:pt x="1225700" y="168691"/>
                </a:cubicBezTo>
                <a:cubicBezTo>
                  <a:pt x="1225700" y="166688"/>
                  <a:pt x="1225056" y="164936"/>
                  <a:pt x="1223767" y="163433"/>
                </a:cubicBezTo>
                <a:cubicBezTo>
                  <a:pt x="1222479" y="161931"/>
                  <a:pt x="1220797" y="160607"/>
                  <a:pt x="1218723" y="159463"/>
                </a:cubicBezTo>
                <a:cubicBezTo>
                  <a:pt x="1216648" y="158316"/>
                  <a:pt x="1214215" y="157243"/>
                  <a:pt x="1211424" y="156243"/>
                </a:cubicBezTo>
                <a:cubicBezTo>
                  <a:pt x="1208633" y="155240"/>
                  <a:pt x="1205735" y="154238"/>
                  <a:pt x="1202730" y="153235"/>
                </a:cubicBezTo>
                <a:cubicBezTo>
                  <a:pt x="1199150" y="151947"/>
                  <a:pt x="1195500" y="150480"/>
                  <a:pt x="1191779" y="148836"/>
                </a:cubicBezTo>
                <a:cubicBezTo>
                  <a:pt x="1188057" y="147189"/>
                  <a:pt x="1184765" y="145185"/>
                  <a:pt x="1181902" y="142825"/>
                </a:cubicBezTo>
                <a:cubicBezTo>
                  <a:pt x="1179041" y="140462"/>
                  <a:pt x="1176680" y="137634"/>
                  <a:pt x="1174819" y="134343"/>
                </a:cubicBezTo>
                <a:cubicBezTo>
                  <a:pt x="1172959" y="131050"/>
                  <a:pt x="1172028" y="127186"/>
                  <a:pt x="1172028" y="122750"/>
                </a:cubicBezTo>
                <a:cubicBezTo>
                  <a:pt x="1172028" y="117310"/>
                  <a:pt x="1173137" y="112443"/>
                  <a:pt x="1175353" y="108149"/>
                </a:cubicBezTo>
                <a:cubicBezTo>
                  <a:pt x="1177572" y="103856"/>
                  <a:pt x="1180685" y="100136"/>
                  <a:pt x="1184693" y="96989"/>
                </a:cubicBezTo>
                <a:cubicBezTo>
                  <a:pt x="1188703" y="93839"/>
                  <a:pt x="1193533" y="91441"/>
                  <a:pt x="1199185" y="89795"/>
                </a:cubicBezTo>
                <a:cubicBezTo>
                  <a:pt x="1204839" y="88148"/>
                  <a:pt x="1211030" y="87325"/>
                  <a:pt x="1217756" y="87325"/>
                </a:cubicBezTo>
                <a:cubicBezTo>
                  <a:pt x="1223768" y="87325"/>
                  <a:pt x="1228992" y="87862"/>
                  <a:pt x="1233428" y="88937"/>
                </a:cubicBezTo>
                <a:cubicBezTo>
                  <a:pt x="1237866" y="90009"/>
                  <a:pt x="1241587" y="91332"/>
                  <a:pt x="1244592" y="92907"/>
                </a:cubicBezTo>
                <a:cubicBezTo>
                  <a:pt x="1247597" y="94481"/>
                  <a:pt x="1249815" y="96092"/>
                  <a:pt x="1251245" y="97739"/>
                </a:cubicBezTo>
                <a:cubicBezTo>
                  <a:pt x="1252678" y="99383"/>
                  <a:pt x="1253394" y="100850"/>
                  <a:pt x="1253394" y="102138"/>
                </a:cubicBezTo>
                <a:cubicBezTo>
                  <a:pt x="1253394" y="103285"/>
                  <a:pt x="1252821" y="104824"/>
                  <a:pt x="1251675" y="106757"/>
                </a:cubicBezTo>
                <a:cubicBezTo>
                  <a:pt x="1250530" y="108688"/>
                  <a:pt x="1249207" y="110583"/>
                  <a:pt x="1247704" y="112444"/>
                </a:cubicBezTo>
                <a:cubicBezTo>
                  <a:pt x="1246202" y="114305"/>
                  <a:pt x="1244627" y="115915"/>
                  <a:pt x="1242980" y="117276"/>
                </a:cubicBezTo>
                <a:cubicBezTo>
                  <a:pt x="1241336" y="118634"/>
                  <a:pt x="1239941" y="119314"/>
                  <a:pt x="1238797" y="119314"/>
                </a:cubicBezTo>
                <a:cubicBezTo>
                  <a:pt x="1238081" y="119314"/>
                  <a:pt x="1237042" y="118741"/>
                  <a:pt x="1235682" y="117597"/>
                </a:cubicBezTo>
                <a:cubicBezTo>
                  <a:pt x="1234323" y="116453"/>
                  <a:pt x="1232642" y="115165"/>
                  <a:pt x="1230637" y="113735"/>
                </a:cubicBezTo>
                <a:cubicBezTo>
                  <a:pt x="1228634" y="112302"/>
                  <a:pt x="1226344" y="111014"/>
                  <a:pt x="1223767" y="109869"/>
                </a:cubicBezTo>
                <a:cubicBezTo>
                  <a:pt x="1221190" y="108723"/>
                  <a:pt x="1218256" y="108149"/>
                  <a:pt x="1214965" y="108149"/>
                </a:cubicBezTo>
                <a:cubicBezTo>
                  <a:pt x="1211388" y="108149"/>
                  <a:pt x="1208526" y="109116"/>
                  <a:pt x="1206379" y="111049"/>
                </a:cubicBezTo>
                <a:cubicBezTo>
                  <a:pt x="1204232" y="112981"/>
                  <a:pt x="1203159" y="115378"/>
                  <a:pt x="1203159" y="118239"/>
                </a:cubicBezTo>
                <a:cubicBezTo>
                  <a:pt x="1203159" y="120100"/>
                  <a:pt x="1203659" y="121710"/>
                  <a:pt x="1204659" y="123071"/>
                </a:cubicBezTo>
                <a:cubicBezTo>
                  <a:pt x="1205662" y="124432"/>
                  <a:pt x="1206985" y="125613"/>
                  <a:pt x="1208630" y="126616"/>
                </a:cubicBezTo>
                <a:cubicBezTo>
                  <a:pt x="1210276" y="127616"/>
                  <a:pt x="1212209" y="128546"/>
                  <a:pt x="1214428" y="129407"/>
                </a:cubicBezTo>
                <a:cubicBezTo>
                  <a:pt x="1216647" y="130265"/>
                  <a:pt x="1219045" y="131123"/>
                  <a:pt x="1221622" y="131981"/>
                </a:cubicBezTo>
                <a:cubicBezTo>
                  <a:pt x="1225485" y="133270"/>
                  <a:pt x="1229527" y="134701"/>
                  <a:pt x="1233749" y="136276"/>
                </a:cubicBezTo>
                <a:cubicBezTo>
                  <a:pt x="1237973" y="137849"/>
                  <a:pt x="1241837" y="139852"/>
                  <a:pt x="1245342" y="142287"/>
                </a:cubicBezTo>
                <a:cubicBezTo>
                  <a:pt x="1248850" y="144720"/>
                  <a:pt x="1251713" y="147725"/>
                  <a:pt x="1253932" y="151302"/>
                </a:cubicBezTo>
                <a:cubicBezTo>
                  <a:pt x="1256150" y="154880"/>
                  <a:pt x="1257260" y="159388"/>
                  <a:pt x="1257260" y="164829"/>
                </a:cubicBezTo>
                <a:cubicBezTo>
                  <a:pt x="1257260" y="170266"/>
                  <a:pt x="1256150" y="175204"/>
                  <a:pt x="1253932" y="179642"/>
                </a:cubicBezTo>
                <a:cubicBezTo>
                  <a:pt x="1251713" y="184078"/>
                  <a:pt x="1248671" y="187906"/>
                  <a:pt x="1244805" y="191127"/>
                </a:cubicBezTo>
                <a:cubicBezTo>
                  <a:pt x="1240942" y="194346"/>
                  <a:pt x="1236326" y="196815"/>
                  <a:pt x="1230958" y="198534"/>
                </a:cubicBezTo>
                <a:cubicBezTo>
                  <a:pt x="1225592" y="200251"/>
                  <a:pt x="1219689" y="201109"/>
                  <a:pt x="1213249" y="201109"/>
                </a:cubicBezTo>
                <a:close/>
                <a:moveTo>
                  <a:pt x="1314579" y="201109"/>
                </a:moveTo>
                <a:cubicBezTo>
                  <a:pt x="1303989" y="201109"/>
                  <a:pt x="1295795" y="198104"/>
                  <a:pt x="1289997" y="192094"/>
                </a:cubicBezTo>
                <a:cubicBezTo>
                  <a:pt x="1284201" y="186081"/>
                  <a:pt x="1281303" y="178352"/>
                  <a:pt x="1281303" y="168907"/>
                </a:cubicBezTo>
                <a:lnTo>
                  <a:pt x="1281303" y="111586"/>
                </a:lnTo>
                <a:lnTo>
                  <a:pt x="1275508" y="111586"/>
                </a:lnTo>
                <a:cubicBezTo>
                  <a:pt x="1274363" y="111586"/>
                  <a:pt x="1273326" y="110764"/>
                  <a:pt x="1272396" y="109119"/>
                </a:cubicBezTo>
                <a:cubicBezTo>
                  <a:pt x="1271465" y="107472"/>
                  <a:pt x="1271000" y="104645"/>
                  <a:pt x="1271000" y="100638"/>
                </a:cubicBezTo>
                <a:cubicBezTo>
                  <a:pt x="1271000" y="96486"/>
                  <a:pt x="1271465" y="93588"/>
                  <a:pt x="1272396" y="91944"/>
                </a:cubicBezTo>
                <a:cubicBezTo>
                  <a:pt x="1273326" y="90297"/>
                  <a:pt x="1274363" y="89474"/>
                  <a:pt x="1275508" y="89474"/>
                </a:cubicBezTo>
                <a:lnTo>
                  <a:pt x="1281303" y="89474"/>
                </a:lnTo>
                <a:lnTo>
                  <a:pt x="1281303" y="68862"/>
                </a:lnTo>
                <a:cubicBezTo>
                  <a:pt x="1281303" y="67718"/>
                  <a:pt x="1282447" y="66394"/>
                  <a:pt x="1284736" y="64892"/>
                </a:cubicBezTo>
                <a:cubicBezTo>
                  <a:pt x="1287027" y="63389"/>
                  <a:pt x="1289747" y="61994"/>
                  <a:pt x="1292896" y="60705"/>
                </a:cubicBezTo>
                <a:cubicBezTo>
                  <a:pt x="1296045" y="59417"/>
                  <a:pt x="1299158" y="58307"/>
                  <a:pt x="1302235" y="57377"/>
                </a:cubicBezTo>
                <a:cubicBezTo>
                  <a:pt x="1305313" y="56446"/>
                  <a:pt x="1307711" y="55981"/>
                  <a:pt x="1309429" y="55981"/>
                </a:cubicBezTo>
                <a:cubicBezTo>
                  <a:pt x="1311862" y="55981"/>
                  <a:pt x="1313079" y="57341"/>
                  <a:pt x="1313079" y="60060"/>
                </a:cubicBezTo>
                <a:lnTo>
                  <a:pt x="1313079" y="89474"/>
                </a:lnTo>
                <a:lnTo>
                  <a:pt x="1332400" y="89474"/>
                </a:lnTo>
                <a:cubicBezTo>
                  <a:pt x="1334688" y="89474"/>
                  <a:pt x="1335833" y="90618"/>
                  <a:pt x="1335833" y="92907"/>
                </a:cubicBezTo>
                <a:cubicBezTo>
                  <a:pt x="1335833" y="94195"/>
                  <a:pt x="1335440" y="95913"/>
                  <a:pt x="1334653" y="98060"/>
                </a:cubicBezTo>
                <a:cubicBezTo>
                  <a:pt x="1333867" y="100207"/>
                  <a:pt x="1332830" y="102282"/>
                  <a:pt x="1331541" y="104287"/>
                </a:cubicBezTo>
                <a:cubicBezTo>
                  <a:pt x="1330253" y="106290"/>
                  <a:pt x="1328857" y="108008"/>
                  <a:pt x="1327355" y="109440"/>
                </a:cubicBezTo>
                <a:cubicBezTo>
                  <a:pt x="1325852" y="110871"/>
                  <a:pt x="1324385" y="111586"/>
                  <a:pt x="1322952" y="111586"/>
                </a:cubicBezTo>
                <a:lnTo>
                  <a:pt x="1313079" y="111586"/>
                </a:lnTo>
                <a:lnTo>
                  <a:pt x="1313079" y="159459"/>
                </a:lnTo>
                <a:cubicBezTo>
                  <a:pt x="1313079" y="166330"/>
                  <a:pt x="1314617" y="171269"/>
                  <a:pt x="1317694" y="174276"/>
                </a:cubicBezTo>
                <a:cubicBezTo>
                  <a:pt x="1320771" y="177281"/>
                  <a:pt x="1324743" y="178784"/>
                  <a:pt x="1329609" y="178784"/>
                </a:cubicBezTo>
                <a:lnTo>
                  <a:pt x="1334545" y="178784"/>
                </a:lnTo>
                <a:cubicBezTo>
                  <a:pt x="1335404" y="178784"/>
                  <a:pt x="1336048" y="179106"/>
                  <a:pt x="1336478" y="179750"/>
                </a:cubicBezTo>
                <a:cubicBezTo>
                  <a:pt x="1336908" y="180392"/>
                  <a:pt x="1337123" y="181071"/>
                  <a:pt x="1337123" y="181788"/>
                </a:cubicBezTo>
                <a:cubicBezTo>
                  <a:pt x="1337123" y="182932"/>
                  <a:pt x="1336407" y="184578"/>
                  <a:pt x="1334974" y="186724"/>
                </a:cubicBezTo>
                <a:cubicBezTo>
                  <a:pt x="1333544" y="188871"/>
                  <a:pt x="1331755" y="191019"/>
                  <a:pt x="1329609" y="193168"/>
                </a:cubicBezTo>
                <a:cubicBezTo>
                  <a:pt x="1327462" y="195315"/>
                  <a:pt x="1325064" y="197176"/>
                  <a:pt x="1322415" y="198750"/>
                </a:cubicBezTo>
                <a:cubicBezTo>
                  <a:pt x="1319768" y="200323"/>
                  <a:pt x="1317156" y="201109"/>
                  <a:pt x="1314579" y="201109"/>
                </a:cubicBezTo>
                <a:close/>
                <a:moveTo>
                  <a:pt x="1438240" y="201109"/>
                </a:moveTo>
                <a:cubicBezTo>
                  <a:pt x="1435090" y="201109"/>
                  <a:pt x="1432263" y="200537"/>
                  <a:pt x="1429758" y="199392"/>
                </a:cubicBezTo>
                <a:cubicBezTo>
                  <a:pt x="1427256" y="198248"/>
                  <a:pt x="1425074" y="196959"/>
                  <a:pt x="1423213" y="195527"/>
                </a:cubicBezTo>
                <a:cubicBezTo>
                  <a:pt x="1421066" y="193954"/>
                  <a:pt x="1419206" y="192166"/>
                  <a:pt x="1417631" y="190161"/>
                </a:cubicBezTo>
                <a:cubicBezTo>
                  <a:pt x="1413624" y="193024"/>
                  <a:pt x="1408972" y="195565"/>
                  <a:pt x="1403676" y="197784"/>
                </a:cubicBezTo>
                <a:cubicBezTo>
                  <a:pt x="1398380" y="200000"/>
                  <a:pt x="1392083" y="201109"/>
                  <a:pt x="1384784" y="201109"/>
                </a:cubicBezTo>
                <a:cubicBezTo>
                  <a:pt x="1379630" y="201109"/>
                  <a:pt x="1374870" y="200394"/>
                  <a:pt x="1370504" y="198963"/>
                </a:cubicBezTo>
                <a:cubicBezTo>
                  <a:pt x="1366141" y="197533"/>
                  <a:pt x="1362349" y="195494"/>
                  <a:pt x="1359127" y="192847"/>
                </a:cubicBezTo>
                <a:cubicBezTo>
                  <a:pt x="1355908" y="190198"/>
                  <a:pt x="1353403" y="186906"/>
                  <a:pt x="1351612" y="182970"/>
                </a:cubicBezTo>
                <a:cubicBezTo>
                  <a:pt x="1349824" y="179033"/>
                  <a:pt x="1348930" y="174560"/>
                  <a:pt x="1348930" y="169552"/>
                </a:cubicBezTo>
                <a:cubicBezTo>
                  <a:pt x="1348930" y="163254"/>
                  <a:pt x="1349967" y="157922"/>
                  <a:pt x="1352042" y="153556"/>
                </a:cubicBezTo>
                <a:cubicBezTo>
                  <a:pt x="1354119" y="149191"/>
                  <a:pt x="1357196" y="145469"/>
                  <a:pt x="1361273" y="142392"/>
                </a:cubicBezTo>
                <a:cubicBezTo>
                  <a:pt x="1365353" y="139315"/>
                  <a:pt x="1370397" y="136703"/>
                  <a:pt x="1376408" y="134556"/>
                </a:cubicBezTo>
                <a:cubicBezTo>
                  <a:pt x="1382420" y="132409"/>
                  <a:pt x="1389290" y="130406"/>
                  <a:pt x="1397019" y="128545"/>
                </a:cubicBezTo>
                <a:cubicBezTo>
                  <a:pt x="1402173" y="127401"/>
                  <a:pt x="1406038" y="126256"/>
                  <a:pt x="1408613" y="125112"/>
                </a:cubicBezTo>
                <a:cubicBezTo>
                  <a:pt x="1411190" y="123965"/>
                  <a:pt x="1412478" y="122605"/>
                  <a:pt x="1412478" y="121030"/>
                </a:cubicBezTo>
                <a:cubicBezTo>
                  <a:pt x="1412478" y="117883"/>
                  <a:pt x="1411047" y="115343"/>
                  <a:pt x="1408183" y="113411"/>
                </a:cubicBezTo>
                <a:cubicBezTo>
                  <a:pt x="1405320" y="111478"/>
                  <a:pt x="1400884" y="110511"/>
                  <a:pt x="1394874" y="110511"/>
                </a:cubicBezTo>
                <a:cubicBezTo>
                  <a:pt x="1390722" y="110511"/>
                  <a:pt x="1386785" y="111013"/>
                  <a:pt x="1383064" y="112015"/>
                </a:cubicBezTo>
                <a:cubicBezTo>
                  <a:pt x="1379345" y="113017"/>
                  <a:pt x="1376018" y="114163"/>
                  <a:pt x="1373083" y="115451"/>
                </a:cubicBezTo>
                <a:cubicBezTo>
                  <a:pt x="1370150" y="116738"/>
                  <a:pt x="1367681" y="117882"/>
                  <a:pt x="1365676" y="118885"/>
                </a:cubicBezTo>
                <a:cubicBezTo>
                  <a:pt x="1363673" y="119887"/>
                  <a:pt x="1362242" y="120388"/>
                  <a:pt x="1361381" y="120388"/>
                </a:cubicBezTo>
                <a:cubicBezTo>
                  <a:pt x="1359520" y="120388"/>
                  <a:pt x="1358590" y="119315"/>
                  <a:pt x="1358590" y="117168"/>
                </a:cubicBezTo>
                <a:cubicBezTo>
                  <a:pt x="1358590" y="115449"/>
                  <a:pt x="1358948" y="112944"/>
                  <a:pt x="1359665" y="109653"/>
                </a:cubicBezTo>
                <a:cubicBezTo>
                  <a:pt x="1360381" y="106362"/>
                  <a:pt x="1361526" y="102927"/>
                  <a:pt x="1363101" y="99347"/>
                </a:cubicBezTo>
                <a:cubicBezTo>
                  <a:pt x="1363673" y="98203"/>
                  <a:pt x="1364997" y="96915"/>
                  <a:pt x="1367071" y="95485"/>
                </a:cubicBezTo>
                <a:cubicBezTo>
                  <a:pt x="1369146" y="94052"/>
                  <a:pt x="1371793" y="92728"/>
                  <a:pt x="1375012" y="91511"/>
                </a:cubicBezTo>
                <a:cubicBezTo>
                  <a:pt x="1378233" y="90295"/>
                  <a:pt x="1381919" y="89294"/>
                  <a:pt x="1386068" y="88507"/>
                </a:cubicBezTo>
                <a:cubicBezTo>
                  <a:pt x="1390220" y="87719"/>
                  <a:pt x="1394657" y="87325"/>
                  <a:pt x="1399381" y="87325"/>
                </a:cubicBezTo>
                <a:cubicBezTo>
                  <a:pt x="1415841" y="87325"/>
                  <a:pt x="1427506" y="90903"/>
                  <a:pt x="1434374" y="98060"/>
                </a:cubicBezTo>
                <a:cubicBezTo>
                  <a:pt x="1441245" y="105216"/>
                  <a:pt x="1444680" y="116022"/>
                  <a:pt x="1444680" y="130478"/>
                </a:cubicBezTo>
                <a:lnTo>
                  <a:pt x="1444680" y="169552"/>
                </a:lnTo>
                <a:cubicBezTo>
                  <a:pt x="1444680" y="172844"/>
                  <a:pt x="1445431" y="175205"/>
                  <a:pt x="1446934" y="176638"/>
                </a:cubicBezTo>
                <a:cubicBezTo>
                  <a:pt x="1448438" y="178069"/>
                  <a:pt x="1450478" y="178784"/>
                  <a:pt x="1453053" y="178784"/>
                </a:cubicBezTo>
                <a:lnTo>
                  <a:pt x="1457348" y="178784"/>
                </a:lnTo>
                <a:cubicBezTo>
                  <a:pt x="1459350" y="178784"/>
                  <a:pt x="1460352" y="179714"/>
                  <a:pt x="1460352" y="181575"/>
                </a:cubicBezTo>
                <a:cubicBezTo>
                  <a:pt x="1460352" y="182861"/>
                  <a:pt x="1459671" y="184614"/>
                  <a:pt x="1458311" y="186833"/>
                </a:cubicBezTo>
                <a:cubicBezTo>
                  <a:pt x="1456952" y="189051"/>
                  <a:pt x="1455236" y="191199"/>
                  <a:pt x="1453161" y="193276"/>
                </a:cubicBezTo>
                <a:cubicBezTo>
                  <a:pt x="1451086" y="195351"/>
                  <a:pt x="1448725" y="197176"/>
                  <a:pt x="1446075" y="198750"/>
                </a:cubicBezTo>
                <a:cubicBezTo>
                  <a:pt x="1443429" y="200323"/>
                  <a:pt x="1440817" y="201109"/>
                  <a:pt x="1438240" y="201109"/>
                </a:cubicBezTo>
                <a:moveTo>
                  <a:pt x="1379844" y="165471"/>
                </a:moveTo>
                <a:cubicBezTo>
                  <a:pt x="1379844" y="170052"/>
                  <a:pt x="1381419" y="173524"/>
                  <a:pt x="1384568" y="175885"/>
                </a:cubicBezTo>
                <a:cubicBezTo>
                  <a:pt x="1387717" y="178245"/>
                  <a:pt x="1391796" y="179426"/>
                  <a:pt x="1396806" y="179426"/>
                </a:cubicBezTo>
                <a:cubicBezTo>
                  <a:pt x="1401528" y="179426"/>
                  <a:pt x="1405391" y="178281"/>
                  <a:pt x="1408396" y="175993"/>
                </a:cubicBezTo>
                <a:cubicBezTo>
                  <a:pt x="1411404" y="173702"/>
                  <a:pt x="1412907" y="171555"/>
                  <a:pt x="1412907" y="169552"/>
                </a:cubicBezTo>
                <a:lnTo>
                  <a:pt x="1412907" y="146579"/>
                </a:lnTo>
                <a:cubicBezTo>
                  <a:pt x="1412907" y="145004"/>
                  <a:pt x="1412120" y="144217"/>
                  <a:pt x="1410545" y="144217"/>
                </a:cubicBezTo>
                <a:cubicBezTo>
                  <a:pt x="1407396" y="144217"/>
                  <a:pt x="1403461" y="145290"/>
                  <a:pt x="1398739" y="147437"/>
                </a:cubicBezTo>
                <a:cubicBezTo>
                  <a:pt x="1396448" y="148297"/>
                  <a:pt x="1394193" y="149229"/>
                  <a:pt x="1391974" y="150231"/>
                </a:cubicBezTo>
                <a:cubicBezTo>
                  <a:pt x="1389756" y="151232"/>
                  <a:pt x="1387752" y="152448"/>
                  <a:pt x="1385963" y="153881"/>
                </a:cubicBezTo>
                <a:cubicBezTo>
                  <a:pt x="1384175" y="155311"/>
                  <a:pt x="1382707" y="156993"/>
                  <a:pt x="1381560" y="158925"/>
                </a:cubicBezTo>
                <a:cubicBezTo>
                  <a:pt x="1380416" y="160856"/>
                  <a:pt x="1379844" y="163038"/>
                  <a:pt x="1379844" y="165471"/>
                </a:cubicBezTo>
                <a:close/>
                <a:moveTo>
                  <a:pt x="1515097" y="201109"/>
                </a:moveTo>
                <a:cubicBezTo>
                  <a:pt x="1504507" y="201109"/>
                  <a:pt x="1496313" y="198104"/>
                  <a:pt x="1490515" y="192094"/>
                </a:cubicBezTo>
                <a:cubicBezTo>
                  <a:pt x="1484719" y="186081"/>
                  <a:pt x="1481821" y="178352"/>
                  <a:pt x="1481821" y="168907"/>
                </a:cubicBezTo>
                <a:lnTo>
                  <a:pt x="1481821" y="111586"/>
                </a:lnTo>
                <a:lnTo>
                  <a:pt x="1476026" y="111586"/>
                </a:lnTo>
                <a:cubicBezTo>
                  <a:pt x="1474881" y="111586"/>
                  <a:pt x="1473844" y="110764"/>
                  <a:pt x="1472913" y="109119"/>
                </a:cubicBezTo>
                <a:cubicBezTo>
                  <a:pt x="1471983" y="107472"/>
                  <a:pt x="1471518" y="104645"/>
                  <a:pt x="1471518" y="100638"/>
                </a:cubicBezTo>
                <a:cubicBezTo>
                  <a:pt x="1471518" y="96486"/>
                  <a:pt x="1471983" y="93588"/>
                  <a:pt x="1472913" y="91944"/>
                </a:cubicBezTo>
                <a:cubicBezTo>
                  <a:pt x="1473844" y="90297"/>
                  <a:pt x="1474881" y="89474"/>
                  <a:pt x="1476026" y="89474"/>
                </a:cubicBezTo>
                <a:lnTo>
                  <a:pt x="1481821" y="89474"/>
                </a:lnTo>
                <a:lnTo>
                  <a:pt x="1481821" y="68862"/>
                </a:lnTo>
                <a:cubicBezTo>
                  <a:pt x="1481821" y="67718"/>
                  <a:pt x="1482965" y="66394"/>
                  <a:pt x="1485254" y="64892"/>
                </a:cubicBezTo>
                <a:cubicBezTo>
                  <a:pt x="1487545" y="63389"/>
                  <a:pt x="1490265" y="61994"/>
                  <a:pt x="1493414" y="60705"/>
                </a:cubicBezTo>
                <a:cubicBezTo>
                  <a:pt x="1496563" y="59417"/>
                  <a:pt x="1499676" y="58307"/>
                  <a:pt x="1502753" y="57377"/>
                </a:cubicBezTo>
                <a:cubicBezTo>
                  <a:pt x="1505831" y="56446"/>
                  <a:pt x="1508228" y="55981"/>
                  <a:pt x="1509947" y="55981"/>
                </a:cubicBezTo>
                <a:cubicBezTo>
                  <a:pt x="1512380" y="55981"/>
                  <a:pt x="1513596" y="57341"/>
                  <a:pt x="1513596" y="60060"/>
                </a:cubicBezTo>
                <a:lnTo>
                  <a:pt x="1513596" y="89474"/>
                </a:lnTo>
                <a:lnTo>
                  <a:pt x="1532918" y="89474"/>
                </a:lnTo>
                <a:cubicBezTo>
                  <a:pt x="1535206" y="89474"/>
                  <a:pt x="1536351" y="90618"/>
                  <a:pt x="1536351" y="92907"/>
                </a:cubicBezTo>
                <a:cubicBezTo>
                  <a:pt x="1536351" y="94195"/>
                  <a:pt x="1535958" y="95913"/>
                  <a:pt x="1535171" y="98060"/>
                </a:cubicBezTo>
                <a:cubicBezTo>
                  <a:pt x="1534385" y="100207"/>
                  <a:pt x="1533348" y="102282"/>
                  <a:pt x="1532059" y="104287"/>
                </a:cubicBezTo>
                <a:cubicBezTo>
                  <a:pt x="1530771" y="106290"/>
                  <a:pt x="1529375" y="108008"/>
                  <a:pt x="1527873" y="109440"/>
                </a:cubicBezTo>
                <a:cubicBezTo>
                  <a:pt x="1526370" y="110871"/>
                  <a:pt x="1524903" y="111586"/>
                  <a:pt x="1523470" y="111586"/>
                </a:cubicBezTo>
                <a:lnTo>
                  <a:pt x="1513596" y="111586"/>
                </a:lnTo>
                <a:lnTo>
                  <a:pt x="1513596" y="159459"/>
                </a:lnTo>
                <a:cubicBezTo>
                  <a:pt x="1513596" y="166330"/>
                  <a:pt x="1515135" y="171269"/>
                  <a:pt x="1518212" y="174276"/>
                </a:cubicBezTo>
                <a:cubicBezTo>
                  <a:pt x="1521289" y="177281"/>
                  <a:pt x="1525261" y="178784"/>
                  <a:pt x="1530127" y="178784"/>
                </a:cubicBezTo>
                <a:lnTo>
                  <a:pt x="1535063" y="178784"/>
                </a:lnTo>
                <a:cubicBezTo>
                  <a:pt x="1535922" y="178784"/>
                  <a:pt x="1536566" y="179106"/>
                  <a:pt x="1536996" y="179750"/>
                </a:cubicBezTo>
                <a:cubicBezTo>
                  <a:pt x="1537426" y="180392"/>
                  <a:pt x="1537641" y="181071"/>
                  <a:pt x="1537641" y="181788"/>
                </a:cubicBezTo>
                <a:cubicBezTo>
                  <a:pt x="1537641" y="182932"/>
                  <a:pt x="1536925" y="184578"/>
                  <a:pt x="1535492" y="186724"/>
                </a:cubicBezTo>
                <a:cubicBezTo>
                  <a:pt x="1534062" y="188871"/>
                  <a:pt x="1532273" y="191019"/>
                  <a:pt x="1530127" y="193168"/>
                </a:cubicBezTo>
                <a:cubicBezTo>
                  <a:pt x="1527980" y="195315"/>
                  <a:pt x="1525582" y="197176"/>
                  <a:pt x="1522933" y="198750"/>
                </a:cubicBezTo>
                <a:cubicBezTo>
                  <a:pt x="1520286" y="200323"/>
                  <a:pt x="1517674" y="201109"/>
                  <a:pt x="1515097" y="201109"/>
                </a:cubicBezTo>
                <a:close/>
                <a:moveTo>
                  <a:pt x="1609989" y="201109"/>
                </a:moveTo>
                <a:cubicBezTo>
                  <a:pt x="1601546" y="201109"/>
                  <a:pt x="1593710" y="200000"/>
                  <a:pt x="1586481" y="197784"/>
                </a:cubicBezTo>
                <a:cubicBezTo>
                  <a:pt x="1579255" y="195565"/>
                  <a:pt x="1573028" y="192202"/>
                  <a:pt x="1567802" y="187694"/>
                </a:cubicBezTo>
                <a:cubicBezTo>
                  <a:pt x="1562578" y="183184"/>
                  <a:pt x="1558464" y="177566"/>
                  <a:pt x="1555459" y="170840"/>
                </a:cubicBezTo>
                <a:cubicBezTo>
                  <a:pt x="1552454" y="164113"/>
                  <a:pt x="1550951" y="156169"/>
                  <a:pt x="1550951" y="147008"/>
                </a:cubicBezTo>
                <a:cubicBezTo>
                  <a:pt x="1550951" y="136418"/>
                  <a:pt x="1552526" y="127366"/>
                  <a:pt x="1555675" y="119851"/>
                </a:cubicBezTo>
                <a:cubicBezTo>
                  <a:pt x="1558824" y="112336"/>
                  <a:pt x="1563011" y="106146"/>
                  <a:pt x="1568234" y="101280"/>
                </a:cubicBezTo>
                <a:cubicBezTo>
                  <a:pt x="1573458" y="96414"/>
                  <a:pt x="1579362" y="92872"/>
                  <a:pt x="1585944" y="90653"/>
                </a:cubicBezTo>
                <a:cubicBezTo>
                  <a:pt x="1592528" y="88434"/>
                  <a:pt x="1599256" y="87325"/>
                  <a:pt x="1606126" y="87325"/>
                </a:cubicBezTo>
                <a:cubicBezTo>
                  <a:pt x="1613425" y="87325"/>
                  <a:pt x="1619793" y="88148"/>
                  <a:pt x="1625231" y="89795"/>
                </a:cubicBezTo>
                <a:cubicBezTo>
                  <a:pt x="1630671" y="91441"/>
                  <a:pt x="1635216" y="93660"/>
                  <a:pt x="1638865" y="96451"/>
                </a:cubicBezTo>
                <a:cubicBezTo>
                  <a:pt x="1642515" y="99242"/>
                  <a:pt x="1645234" y="102570"/>
                  <a:pt x="1647022" y="106433"/>
                </a:cubicBezTo>
                <a:cubicBezTo>
                  <a:pt x="1648813" y="110296"/>
                  <a:pt x="1649709" y="114447"/>
                  <a:pt x="1649709" y="118885"/>
                </a:cubicBezTo>
                <a:cubicBezTo>
                  <a:pt x="1649709" y="126041"/>
                  <a:pt x="1647633" y="132161"/>
                  <a:pt x="1643481" y="137242"/>
                </a:cubicBezTo>
                <a:cubicBezTo>
                  <a:pt x="1639330" y="142322"/>
                  <a:pt x="1634105" y="146509"/>
                  <a:pt x="1627806" y="149802"/>
                </a:cubicBezTo>
                <a:cubicBezTo>
                  <a:pt x="1621510" y="153093"/>
                  <a:pt x="1614713" y="155526"/>
                  <a:pt x="1607414" y="157101"/>
                </a:cubicBezTo>
                <a:cubicBezTo>
                  <a:pt x="1600115" y="158673"/>
                  <a:pt x="1593245" y="159602"/>
                  <a:pt x="1586802" y="159889"/>
                </a:cubicBezTo>
                <a:cubicBezTo>
                  <a:pt x="1589237" y="166473"/>
                  <a:pt x="1593138" y="170982"/>
                  <a:pt x="1598504" y="173415"/>
                </a:cubicBezTo>
                <a:cubicBezTo>
                  <a:pt x="1603872" y="175847"/>
                  <a:pt x="1609633" y="177064"/>
                  <a:pt x="1615787" y="177064"/>
                </a:cubicBezTo>
                <a:cubicBezTo>
                  <a:pt x="1619936" y="177064"/>
                  <a:pt x="1623622" y="176564"/>
                  <a:pt x="1626843" y="175564"/>
                </a:cubicBezTo>
                <a:cubicBezTo>
                  <a:pt x="1630064" y="174561"/>
                  <a:pt x="1632891" y="173452"/>
                  <a:pt x="1635324" y="172235"/>
                </a:cubicBezTo>
                <a:cubicBezTo>
                  <a:pt x="1637757" y="171019"/>
                  <a:pt x="1639761" y="169909"/>
                  <a:pt x="1641335" y="168907"/>
                </a:cubicBezTo>
                <a:cubicBezTo>
                  <a:pt x="1642910" y="167905"/>
                  <a:pt x="1644127" y="167403"/>
                  <a:pt x="1644985" y="167403"/>
                </a:cubicBezTo>
                <a:cubicBezTo>
                  <a:pt x="1645699" y="167403"/>
                  <a:pt x="1646378" y="167619"/>
                  <a:pt x="1647022" y="168049"/>
                </a:cubicBezTo>
                <a:cubicBezTo>
                  <a:pt x="1647667" y="168477"/>
                  <a:pt x="1647989" y="169264"/>
                  <a:pt x="1647989" y="170411"/>
                </a:cubicBezTo>
                <a:cubicBezTo>
                  <a:pt x="1647989" y="172127"/>
                  <a:pt x="1647631" y="174667"/>
                  <a:pt x="1646914" y="178030"/>
                </a:cubicBezTo>
                <a:cubicBezTo>
                  <a:pt x="1646200" y="181394"/>
                  <a:pt x="1645199" y="184722"/>
                  <a:pt x="1643910" y="188015"/>
                </a:cubicBezTo>
                <a:cubicBezTo>
                  <a:pt x="1643480" y="189160"/>
                  <a:pt x="1642335" y="190483"/>
                  <a:pt x="1640474" y="191985"/>
                </a:cubicBezTo>
                <a:cubicBezTo>
                  <a:pt x="1638615" y="193488"/>
                  <a:pt x="1636219" y="194920"/>
                  <a:pt x="1633283" y="196280"/>
                </a:cubicBezTo>
                <a:cubicBezTo>
                  <a:pt x="1630350" y="197639"/>
                  <a:pt x="1626915" y="198783"/>
                  <a:pt x="1622978" y="199713"/>
                </a:cubicBezTo>
                <a:cubicBezTo>
                  <a:pt x="1619042" y="200644"/>
                  <a:pt x="1614713" y="201109"/>
                  <a:pt x="1609989" y="201109"/>
                </a:cubicBezTo>
                <a:moveTo>
                  <a:pt x="1584873" y="143575"/>
                </a:moveTo>
                <a:cubicBezTo>
                  <a:pt x="1589166" y="143144"/>
                  <a:pt x="1593281" y="142250"/>
                  <a:pt x="1597216" y="140892"/>
                </a:cubicBezTo>
                <a:cubicBezTo>
                  <a:pt x="1601152" y="139531"/>
                  <a:pt x="1604658" y="137742"/>
                  <a:pt x="1607735" y="135523"/>
                </a:cubicBezTo>
                <a:cubicBezTo>
                  <a:pt x="1610812" y="133304"/>
                  <a:pt x="1613245" y="130621"/>
                  <a:pt x="1615034" y="127474"/>
                </a:cubicBezTo>
                <a:cubicBezTo>
                  <a:pt x="1616824" y="124325"/>
                  <a:pt x="1617720" y="120817"/>
                  <a:pt x="1617720" y="116952"/>
                </a:cubicBezTo>
                <a:cubicBezTo>
                  <a:pt x="1617720" y="113947"/>
                  <a:pt x="1616681" y="111479"/>
                  <a:pt x="1614604" y="109548"/>
                </a:cubicBezTo>
                <a:cubicBezTo>
                  <a:pt x="1612530" y="107616"/>
                  <a:pt x="1610061" y="106649"/>
                  <a:pt x="1607198" y="106649"/>
                </a:cubicBezTo>
                <a:cubicBezTo>
                  <a:pt x="1604479" y="106649"/>
                  <a:pt x="1601831" y="107293"/>
                  <a:pt x="1599254" y="108582"/>
                </a:cubicBezTo>
                <a:cubicBezTo>
                  <a:pt x="1596679" y="109868"/>
                  <a:pt x="1594353" y="111979"/>
                  <a:pt x="1592276" y="114914"/>
                </a:cubicBezTo>
                <a:cubicBezTo>
                  <a:pt x="1590201" y="117847"/>
                  <a:pt x="1588520" y="121640"/>
                  <a:pt x="1587231" y="126291"/>
                </a:cubicBezTo>
                <a:cubicBezTo>
                  <a:pt x="1585945" y="130943"/>
                  <a:pt x="1585159" y="136704"/>
                  <a:pt x="1584873" y="143575"/>
                </a:cubicBezTo>
                <a:close/>
                <a:moveTo>
                  <a:pt x="1711699" y="135844"/>
                </a:moveTo>
                <a:cubicBezTo>
                  <a:pt x="1711699" y="123965"/>
                  <a:pt x="1713273" y="112981"/>
                  <a:pt x="1716422" y="102892"/>
                </a:cubicBezTo>
                <a:cubicBezTo>
                  <a:pt x="1719572" y="92800"/>
                  <a:pt x="1723185" y="83998"/>
                  <a:pt x="1727262" y="76485"/>
                </a:cubicBezTo>
                <a:cubicBezTo>
                  <a:pt x="1731342" y="68970"/>
                  <a:pt x="1735278" y="62816"/>
                  <a:pt x="1739072" y="58022"/>
                </a:cubicBezTo>
                <a:cubicBezTo>
                  <a:pt x="1742865" y="53226"/>
                  <a:pt x="1745334" y="50113"/>
                  <a:pt x="1746479" y="48683"/>
                </a:cubicBezTo>
                <a:cubicBezTo>
                  <a:pt x="1747193" y="47824"/>
                  <a:pt x="1748730" y="46894"/>
                  <a:pt x="1751091" y="45892"/>
                </a:cubicBezTo>
                <a:cubicBezTo>
                  <a:pt x="1753454" y="44889"/>
                  <a:pt x="1757140" y="44388"/>
                  <a:pt x="1762150" y="44388"/>
                </a:cubicBezTo>
                <a:cubicBezTo>
                  <a:pt x="1767016" y="44388"/>
                  <a:pt x="1770271" y="44782"/>
                  <a:pt x="1771916" y="45571"/>
                </a:cubicBezTo>
                <a:cubicBezTo>
                  <a:pt x="1773562" y="46357"/>
                  <a:pt x="1774386" y="47251"/>
                  <a:pt x="1774386" y="48254"/>
                </a:cubicBezTo>
                <a:cubicBezTo>
                  <a:pt x="1774386" y="48968"/>
                  <a:pt x="1774171" y="49612"/>
                  <a:pt x="1773740" y="50186"/>
                </a:cubicBezTo>
                <a:cubicBezTo>
                  <a:pt x="1773312" y="50758"/>
                  <a:pt x="1772741" y="51474"/>
                  <a:pt x="1772027" y="52332"/>
                </a:cubicBezTo>
                <a:cubicBezTo>
                  <a:pt x="1770880" y="53620"/>
                  <a:pt x="1768483" y="56770"/>
                  <a:pt x="1764833" y="61780"/>
                </a:cubicBezTo>
                <a:cubicBezTo>
                  <a:pt x="1761184" y="66787"/>
                  <a:pt x="1757426" y="73049"/>
                  <a:pt x="1753561" y="80563"/>
                </a:cubicBezTo>
                <a:cubicBezTo>
                  <a:pt x="1749698" y="88078"/>
                  <a:pt x="1746227" y="96594"/>
                  <a:pt x="1743150" y="106112"/>
                </a:cubicBezTo>
                <a:cubicBezTo>
                  <a:pt x="1740073" y="115629"/>
                  <a:pt x="1738535" y="125540"/>
                  <a:pt x="1738535" y="135844"/>
                </a:cubicBezTo>
                <a:cubicBezTo>
                  <a:pt x="1738535" y="146150"/>
                  <a:pt x="1740073" y="156061"/>
                  <a:pt x="1743150" y="165579"/>
                </a:cubicBezTo>
                <a:cubicBezTo>
                  <a:pt x="1746227" y="175096"/>
                  <a:pt x="1749698" y="183612"/>
                  <a:pt x="1753561" y="191127"/>
                </a:cubicBezTo>
                <a:cubicBezTo>
                  <a:pt x="1757426" y="198642"/>
                  <a:pt x="1761184" y="204903"/>
                  <a:pt x="1764833" y="209911"/>
                </a:cubicBezTo>
                <a:cubicBezTo>
                  <a:pt x="1768483" y="214921"/>
                  <a:pt x="1770880" y="218070"/>
                  <a:pt x="1772027" y="219359"/>
                </a:cubicBezTo>
                <a:cubicBezTo>
                  <a:pt x="1772741" y="220217"/>
                  <a:pt x="1773312" y="220932"/>
                  <a:pt x="1773740" y="221504"/>
                </a:cubicBezTo>
                <a:cubicBezTo>
                  <a:pt x="1774171" y="222077"/>
                  <a:pt x="1774386" y="222721"/>
                  <a:pt x="1774386" y="223437"/>
                </a:cubicBezTo>
                <a:cubicBezTo>
                  <a:pt x="1774386" y="224440"/>
                  <a:pt x="1773562" y="225334"/>
                  <a:pt x="1771916" y="226120"/>
                </a:cubicBezTo>
                <a:cubicBezTo>
                  <a:pt x="1770271" y="226908"/>
                  <a:pt x="1767016" y="227303"/>
                  <a:pt x="1762150" y="227303"/>
                </a:cubicBezTo>
                <a:cubicBezTo>
                  <a:pt x="1757140" y="227303"/>
                  <a:pt x="1753454" y="226801"/>
                  <a:pt x="1751091" y="225799"/>
                </a:cubicBezTo>
                <a:cubicBezTo>
                  <a:pt x="1748730" y="224797"/>
                  <a:pt x="1747193" y="223866"/>
                  <a:pt x="1746479" y="223008"/>
                </a:cubicBezTo>
                <a:cubicBezTo>
                  <a:pt x="1745334" y="221578"/>
                  <a:pt x="1742865" y="218464"/>
                  <a:pt x="1739072" y="213668"/>
                </a:cubicBezTo>
                <a:cubicBezTo>
                  <a:pt x="1735278" y="208875"/>
                  <a:pt x="1731342" y="202721"/>
                  <a:pt x="1727262" y="195206"/>
                </a:cubicBezTo>
                <a:cubicBezTo>
                  <a:pt x="1723185" y="187691"/>
                  <a:pt x="1719572" y="178889"/>
                  <a:pt x="1716422" y="168799"/>
                </a:cubicBezTo>
                <a:cubicBezTo>
                  <a:pt x="1713273" y="158709"/>
                  <a:pt x="1711699" y="147724"/>
                  <a:pt x="1711699" y="135844"/>
                </a:cubicBezTo>
                <a:close/>
                <a:moveTo>
                  <a:pt x="1857577" y="139735"/>
                </a:moveTo>
                <a:cubicBezTo>
                  <a:pt x="1860023" y="154481"/>
                  <a:pt x="1862032" y="165051"/>
                  <a:pt x="1863605" y="171446"/>
                </a:cubicBezTo>
                <a:cubicBezTo>
                  <a:pt x="1865177" y="177840"/>
                  <a:pt x="1866802" y="181981"/>
                  <a:pt x="1868479" y="183868"/>
                </a:cubicBezTo>
                <a:cubicBezTo>
                  <a:pt x="1869457" y="184916"/>
                  <a:pt x="1870646" y="185440"/>
                  <a:pt x="1872043" y="185440"/>
                </a:cubicBezTo>
                <a:cubicBezTo>
                  <a:pt x="1873790" y="185440"/>
                  <a:pt x="1875415" y="184759"/>
                  <a:pt x="1876918" y="183396"/>
                </a:cubicBezTo>
                <a:cubicBezTo>
                  <a:pt x="1878420" y="182033"/>
                  <a:pt x="1880360" y="178976"/>
                  <a:pt x="1882736" y="174224"/>
                </a:cubicBezTo>
                <a:lnTo>
                  <a:pt x="1892275" y="178627"/>
                </a:lnTo>
                <a:cubicBezTo>
                  <a:pt x="1888222" y="186034"/>
                  <a:pt x="1883627" y="191555"/>
                  <a:pt x="1878490" y="195189"/>
                </a:cubicBezTo>
                <a:cubicBezTo>
                  <a:pt x="1873354" y="198823"/>
                  <a:pt x="1867326" y="200640"/>
                  <a:pt x="1860407" y="200640"/>
                </a:cubicBezTo>
                <a:cubicBezTo>
                  <a:pt x="1856144" y="200640"/>
                  <a:pt x="1852737" y="200099"/>
                  <a:pt x="1850187" y="199016"/>
                </a:cubicBezTo>
                <a:cubicBezTo>
                  <a:pt x="1847636" y="197932"/>
                  <a:pt x="1845469" y="196133"/>
                  <a:pt x="1843687" y="193617"/>
                </a:cubicBezTo>
                <a:cubicBezTo>
                  <a:pt x="1841905" y="191101"/>
                  <a:pt x="1840333" y="187554"/>
                  <a:pt x="1838970" y="182977"/>
                </a:cubicBezTo>
                <a:cubicBezTo>
                  <a:pt x="1837607" y="178399"/>
                  <a:pt x="1836332" y="172407"/>
                  <a:pt x="1835144" y="164999"/>
                </a:cubicBezTo>
                <a:lnTo>
                  <a:pt x="1834096" y="164999"/>
                </a:lnTo>
                <a:cubicBezTo>
                  <a:pt x="1828155" y="173525"/>
                  <a:pt x="1823403" y="180024"/>
                  <a:pt x="1819839" y="184497"/>
                </a:cubicBezTo>
                <a:cubicBezTo>
                  <a:pt x="1816275" y="188970"/>
                  <a:pt x="1813217" y="192324"/>
                  <a:pt x="1810667" y="194560"/>
                </a:cubicBezTo>
                <a:cubicBezTo>
                  <a:pt x="1808116" y="196797"/>
                  <a:pt x="1805670" y="198369"/>
                  <a:pt x="1803329" y="199278"/>
                </a:cubicBezTo>
                <a:cubicBezTo>
                  <a:pt x="1800987" y="200186"/>
                  <a:pt x="1798175" y="200640"/>
                  <a:pt x="1794890" y="200640"/>
                </a:cubicBezTo>
                <a:cubicBezTo>
                  <a:pt x="1793353" y="200640"/>
                  <a:pt x="1791483" y="200448"/>
                  <a:pt x="1789282" y="200064"/>
                </a:cubicBezTo>
                <a:cubicBezTo>
                  <a:pt x="1787080" y="199679"/>
                  <a:pt x="1785421" y="199278"/>
                  <a:pt x="1784302" y="198858"/>
                </a:cubicBezTo>
                <a:lnTo>
                  <a:pt x="1789229" y="176111"/>
                </a:lnTo>
                <a:lnTo>
                  <a:pt x="1798664" y="176111"/>
                </a:lnTo>
                <a:cubicBezTo>
                  <a:pt x="1798734" y="177578"/>
                  <a:pt x="1799101" y="178679"/>
                  <a:pt x="1799765" y="179413"/>
                </a:cubicBezTo>
                <a:cubicBezTo>
                  <a:pt x="1800428" y="180147"/>
                  <a:pt x="1801285" y="180513"/>
                  <a:pt x="1802333" y="180513"/>
                </a:cubicBezTo>
                <a:cubicBezTo>
                  <a:pt x="1803591" y="180513"/>
                  <a:pt x="1804761" y="180251"/>
                  <a:pt x="1805845" y="179727"/>
                </a:cubicBezTo>
                <a:cubicBezTo>
                  <a:pt x="1806928" y="179203"/>
                  <a:pt x="1808430" y="178032"/>
                  <a:pt x="1810352" y="176215"/>
                </a:cubicBezTo>
                <a:cubicBezTo>
                  <a:pt x="1812274" y="174398"/>
                  <a:pt x="1814702" y="171725"/>
                  <a:pt x="1817638" y="168196"/>
                </a:cubicBezTo>
                <a:cubicBezTo>
                  <a:pt x="1820573" y="164667"/>
                  <a:pt x="1825535" y="158465"/>
                  <a:pt x="1832523" y="149589"/>
                </a:cubicBezTo>
                <a:cubicBezTo>
                  <a:pt x="1831056" y="141343"/>
                  <a:pt x="1829675" y="134232"/>
                  <a:pt x="1828382" y="128257"/>
                </a:cubicBezTo>
                <a:cubicBezTo>
                  <a:pt x="1827090" y="122282"/>
                  <a:pt x="1825919" y="117949"/>
                  <a:pt x="1824871" y="115258"/>
                </a:cubicBezTo>
                <a:cubicBezTo>
                  <a:pt x="1823822" y="112568"/>
                  <a:pt x="1822827" y="110768"/>
                  <a:pt x="1821883" y="109859"/>
                </a:cubicBezTo>
                <a:cubicBezTo>
                  <a:pt x="1820940" y="108951"/>
                  <a:pt x="1819874" y="108497"/>
                  <a:pt x="1818686" y="108497"/>
                </a:cubicBezTo>
                <a:cubicBezTo>
                  <a:pt x="1817288" y="108497"/>
                  <a:pt x="1816065" y="108864"/>
                  <a:pt x="1815017" y="109597"/>
                </a:cubicBezTo>
                <a:cubicBezTo>
                  <a:pt x="1813969" y="110331"/>
                  <a:pt x="1812868" y="111519"/>
                  <a:pt x="1811715" y="113162"/>
                </a:cubicBezTo>
                <a:cubicBezTo>
                  <a:pt x="1810562" y="114804"/>
                  <a:pt x="1809321" y="116988"/>
                  <a:pt x="1807993" y="119713"/>
                </a:cubicBezTo>
                <a:lnTo>
                  <a:pt x="1798454" y="115311"/>
                </a:lnTo>
                <a:cubicBezTo>
                  <a:pt x="1802507" y="107903"/>
                  <a:pt x="1807068" y="102382"/>
                  <a:pt x="1812134" y="98748"/>
                </a:cubicBezTo>
                <a:cubicBezTo>
                  <a:pt x="1817201" y="95114"/>
                  <a:pt x="1822984" y="93297"/>
                  <a:pt x="1829483" y="93297"/>
                </a:cubicBezTo>
                <a:cubicBezTo>
                  <a:pt x="1835074" y="93297"/>
                  <a:pt x="1839337" y="94135"/>
                  <a:pt x="1842272" y="95813"/>
                </a:cubicBezTo>
                <a:cubicBezTo>
                  <a:pt x="1845207" y="97490"/>
                  <a:pt x="1847618" y="100408"/>
                  <a:pt x="1849505" y="104566"/>
                </a:cubicBezTo>
                <a:cubicBezTo>
                  <a:pt x="1851392" y="108724"/>
                  <a:pt x="1853174" y="115380"/>
                  <a:pt x="1854851" y="124535"/>
                </a:cubicBezTo>
                <a:lnTo>
                  <a:pt x="1855900" y="124535"/>
                </a:lnTo>
                <a:cubicBezTo>
                  <a:pt x="1861071" y="117267"/>
                  <a:pt x="1865090" y="111799"/>
                  <a:pt x="1867955" y="108130"/>
                </a:cubicBezTo>
                <a:cubicBezTo>
                  <a:pt x="1870820" y="104461"/>
                  <a:pt x="1873476" y="101526"/>
                  <a:pt x="1875922" y="99324"/>
                </a:cubicBezTo>
                <a:cubicBezTo>
                  <a:pt x="1878368" y="97123"/>
                  <a:pt x="1880744" y="95568"/>
                  <a:pt x="1883050" y="94659"/>
                </a:cubicBezTo>
                <a:cubicBezTo>
                  <a:pt x="1885356" y="93751"/>
                  <a:pt x="1888082" y="93297"/>
                  <a:pt x="1891227" y="93297"/>
                </a:cubicBezTo>
                <a:cubicBezTo>
                  <a:pt x="1894721" y="93297"/>
                  <a:pt x="1898250" y="93926"/>
                  <a:pt x="1901814" y="95184"/>
                </a:cubicBezTo>
                <a:lnTo>
                  <a:pt x="1896887" y="117826"/>
                </a:lnTo>
                <a:lnTo>
                  <a:pt x="1887453" y="117826"/>
                </a:lnTo>
                <a:cubicBezTo>
                  <a:pt x="1887104" y="114891"/>
                  <a:pt x="1885811" y="113424"/>
                  <a:pt x="1883574" y="113424"/>
                </a:cubicBezTo>
                <a:cubicBezTo>
                  <a:pt x="1882596" y="113424"/>
                  <a:pt x="1881565" y="113668"/>
                  <a:pt x="1880482" y="114157"/>
                </a:cubicBezTo>
                <a:cubicBezTo>
                  <a:pt x="1879399" y="114647"/>
                  <a:pt x="1877966" y="115747"/>
                  <a:pt x="1876184" y="117460"/>
                </a:cubicBezTo>
                <a:cubicBezTo>
                  <a:pt x="1874402" y="119172"/>
                  <a:pt x="1872183" y="121653"/>
                  <a:pt x="1869527" y="124902"/>
                </a:cubicBezTo>
                <a:cubicBezTo>
                  <a:pt x="1866872" y="128152"/>
                  <a:pt x="1862888" y="133096"/>
                  <a:pt x="1857577" y="139735"/>
                </a:cubicBezTo>
                <a:close/>
                <a:moveTo>
                  <a:pt x="1973961" y="135844"/>
                </a:moveTo>
                <a:cubicBezTo>
                  <a:pt x="1973961" y="147724"/>
                  <a:pt x="1972386" y="158709"/>
                  <a:pt x="1969237" y="168799"/>
                </a:cubicBezTo>
                <a:cubicBezTo>
                  <a:pt x="1966088" y="178889"/>
                  <a:pt x="1962473" y="187691"/>
                  <a:pt x="1958394" y="195206"/>
                </a:cubicBezTo>
                <a:cubicBezTo>
                  <a:pt x="1954314" y="202721"/>
                  <a:pt x="1950378" y="208875"/>
                  <a:pt x="1946584" y="213668"/>
                </a:cubicBezTo>
                <a:cubicBezTo>
                  <a:pt x="1942793" y="218464"/>
                  <a:pt x="1940325" y="221578"/>
                  <a:pt x="1939181" y="223008"/>
                </a:cubicBezTo>
                <a:cubicBezTo>
                  <a:pt x="1938465" y="223866"/>
                  <a:pt x="1936925" y="224797"/>
                  <a:pt x="1934562" y="225799"/>
                </a:cubicBezTo>
                <a:cubicBezTo>
                  <a:pt x="1932201" y="226801"/>
                  <a:pt x="1928517" y="227303"/>
                  <a:pt x="1923509" y="227303"/>
                </a:cubicBezTo>
                <a:cubicBezTo>
                  <a:pt x="1918641" y="227303"/>
                  <a:pt x="1915384" y="226908"/>
                  <a:pt x="1913737" y="226120"/>
                </a:cubicBezTo>
                <a:cubicBezTo>
                  <a:pt x="1912093" y="225334"/>
                  <a:pt x="1911271" y="224440"/>
                  <a:pt x="1911271" y="223437"/>
                </a:cubicBezTo>
                <a:cubicBezTo>
                  <a:pt x="1911271" y="222721"/>
                  <a:pt x="1911485" y="222077"/>
                  <a:pt x="1911913" y="221504"/>
                </a:cubicBezTo>
                <a:cubicBezTo>
                  <a:pt x="1912343" y="220932"/>
                  <a:pt x="1912916" y="220217"/>
                  <a:pt x="1913632" y="219359"/>
                </a:cubicBezTo>
                <a:cubicBezTo>
                  <a:pt x="1914777" y="218070"/>
                  <a:pt x="1917174" y="214921"/>
                  <a:pt x="1920823" y="209911"/>
                </a:cubicBezTo>
                <a:cubicBezTo>
                  <a:pt x="1924474" y="204903"/>
                  <a:pt x="1928232" y="198642"/>
                  <a:pt x="1932095" y="191127"/>
                </a:cubicBezTo>
                <a:cubicBezTo>
                  <a:pt x="1935961" y="183612"/>
                  <a:pt x="1939432" y="175096"/>
                  <a:pt x="1942509" y="165579"/>
                </a:cubicBezTo>
                <a:cubicBezTo>
                  <a:pt x="1945586" y="156061"/>
                  <a:pt x="1947125" y="146150"/>
                  <a:pt x="1947125" y="135844"/>
                </a:cubicBezTo>
                <a:cubicBezTo>
                  <a:pt x="1947125" y="125540"/>
                  <a:pt x="1945586" y="115629"/>
                  <a:pt x="1942509" y="106112"/>
                </a:cubicBezTo>
                <a:cubicBezTo>
                  <a:pt x="1939432" y="96594"/>
                  <a:pt x="1935961" y="88078"/>
                  <a:pt x="1932095" y="80563"/>
                </a:cubicBezTo>
                <a:cubicBezTo>
                  <a:pt x="1928232" y="73049"/>
                  <a:pt x="1924474" y="66787"/>
                  <a:pt x="1920823" y="61780"/>
                </a:cubicBezTo>
                <a:cubicBezTo>
                  <a:pt x="1917174" y="56770"/>
                  <a:pt x="1914777" y="53620"/>
                  <a:pt x="1913632" y="52332"/>
                </a:cubicBezTo>
                <a:cubicBezTo>
                  <a:pt x="1912916" y="51474"/>
                  <a:pt x="1912343" y="50758"/>
                  <a:pt x="1911913" y="50186"/>
                </a:cubicBezTo>
                <a:cubicBezTo>
                  <a:pt x="1911485" y="49612"/>
                  <a:pt x="1911271" y="48968"/>
                  <a:pt x="1911271" y="48254"/>
                </a:cubicBezTo>
                <a:cubicBezTo>
                  <a:pt x="1911271" y="47251"/>
                  <a:pt x="1912093" y="46357"/>
                  <a:pt x="1913737" y="45571"/>
                </a:cubicBezTo>
                <a:cubicBezTo>
                  <a:pt x="1915384" y="44782"/>
                  <a:pt x="1918641" y="44388"/>
                  <a:pt x="1923509" y="44388"/>
                </a:cubicBezTo>
                <a:cubicBezTo>
                  <a:pt x="1928517" y="44388"/>
                  <a:pt x="1932201" y="44889"/>
                  <a:pt x="1934562" y="45892"/>
                </a:cubicBezTo>
                <a:cubicBezTo>
                  <a:pt x="1936925" y="46894"/>
                  <a:pt x="1938465" y="47824"/>
                  <a:pt x="1939181" y="48683"/>
                </a:cubicBezTo>
                <a:cubicBezTo>
                  <a:pt x="1940325" y="50113"/>
                  <a:pt x="1942793" y="53226"/>
                  <a:pt x="1946584" y="58022"/>
                </a:cubicBezTo>
                <a:cubicBezTo>
                  <a:pt x="1950378" y="62816"/>
                  <a:pt x="1954314" y="68970"/>
                  <a:pt x="1958394" y="76485"/>
                </a:cubicBezTo>
                <a:cubicBezTo>
                  <a:pt x="1962473" y="83998"/>
                  <a:pt x="1966088" y="92800"/>
                  <a:pt x="1969237" y="102892"/>
                </a:cubicBezTo>
                <a:cubicBezTo>
                  <a:pt x="1972386" y="112981"/>
                  <a:pt x="1973961" y="123965"/>
                  <a:pt x="1973961" y="135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7f636e45f4069"/>
          <a:stretch xmlns:a="http://schemas.openxmlformats.org/drawingml/2006/main"/>
        </p:blipFill>
        <p:spPr>
          <a:xfrm xmlns:a="http://schemas.openxmlformats.org/drawingml/2006/main">
            <a:off x="2330943" y="285017"/>
            <a:ext cx="557854" cy="534610"/>
          </a:xfrm>
          <a:prstGeom xmlns:a="http://schemas.openxmlformats.org/drawingml/2006/main" prst="rect">
            <a:avLst/>
          </a:prstGeom>
        </p:spPr>
      </p:pic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234BB-B277-40EC-A125-E11C1B02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940" y="198777"/>
            <a:ext cx="3436252" cy="697911"/>
          </a:xfrm>
          <a:custGeom xmlns:a="http://schemas.openxmlformats.org/drawingml/2006/main">
            <a:pathLst>
              <a:path w="3436252" h="697911">
                <a:moveTo>
                  <a:pt x="0" y="581565"/>
                </a:moveTo>
                <a:lnTo>
                  <a:pt x="0" y="116345"/>
                </a:lnTo>
                <a:cubicBezTo>
                  <a:pt x="0" y="52094"/>
                  <a:pt x="52013" y="0"/>
                  <a:pt x="116265" y="0"/>
                </a:cubicBezTo>
                <a:lnTo>
                  <a:pt x="3319988" y="0"/>
                </a:lnTo>
                <a:cubicBezTo>
                  <a:pt x="3384239" y="0"/>
                  <a:pt x="3436252" y="52094"/>
                  <a:pt x="3436252" y="116345"/>
                </a:cubicBezTo>
                <a:lnTo>
                  <a:pt x="3436252" y="581565"/>
                </a:lnTo>
                <a:cubicBezTo>
                  <a:pt x="3436252" y="645817"/>
                  <a:pt x="3384239" y="697911"/>
                  <a:pt x="3319988" y="697911"/>
                </a:cubicBezTo>
                <a:lnTo>
                  <a:pt x="116265" y="697911"/>
                </a:lnTo>
                <a:cubicBezTo>
                  <a:pt x="52013" y="697911"/>
                  <a:pt x="0" y="645817"/>
                  <a:pt x="0" y="581565"/>
                </a:cubicBezTo>
                <a:close/>
              </a:path>
            </a:pathLst>
          </a:custGeom>
          <a:solidFill xmlns:a="http://schemas.openxmlformats.org/drawingml/2006/main">
            <a:srgbClr val="2CBEC3">
              <a:alpha val="1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4982E-F31B-4DFD-A848-C9E81DC6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940" y="198777"/>
            <a:ext cx="3436252" cy="697911"/>
          </a:xfrm>
          <a:custGeom xmlns:a="http://schemas.openxmlformats.org/drawingml/2006/main">
            <a:pathLst>
              <a:path w="3436252" h="697911" fill="none">
                <a:moveTo>
                  <a:pt x="0" y="581565"/>
                </a:moveTo>
                <a:cubicBezTo>
                  <a:pt x="0" y="645817"/>
                  <a:pt x="52013" y="697911"/>
                  <a:pt x="116265" y="697911"/>
                </a:cubicBezTo>
                <a:lnTo>
                  <a:pt x="3319988" y="697911"/>
                </a:lnTo>
                <a:cubicBezTo>
                  <a:pt x="3384239" y="697911"/>
                  <a:pt x="3436252" y="645817"/>
                  <a:pt x="3436252" y="581565"/>
                </a:cubicBezTo>
                <a:lnTo>
                  <a:pt x="3436252" y="116345"/>
                </a:lnTo>
                <a:cubicBezTo>
                  <a:pt x="3436252" y="52094"/>
                  <a:pt x="3384239" y="0"/>
                  <a:pt x="3319988" y="0"/>
                </a:cubicBezTo>
                <a:lnTo>
                  <a:pt x="116265" y="0"/>
                </a:lnTo>
                <a:cubicBezTo>
                  <a:pt x="52013" y="0"/>
                  <a:pt x="0" y="52094"/>
                  <a:pt x="0" y="116345"/>
                </a:cubicBezTo>
                <a:lnTo>
                  <a:pt x="0" y="5815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78B6E8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94211-C75B-4646-84AC-5180710D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535" y="257634"/>
            <a:ext cx="3371598" cy="660632"/>
          </a:xfrm>
          <a:custGeom xmlns:a="http://schemas.openxmlformats.org/drawingml/2006/main">
            <a:pathLst>
              <a:path w="3371598" h="660632">
                <a:moveTo>
                  <a:pt x="0" y="550486"/>
                </a:moveTo>
                <a:lnTo>
                  <a:pt x="0" y="110065"/>
                </a:lnTo>
                <a:cubicBezTo>
                  <a:pt x="0" y="49276"/>
                  <a:pt x="49276" y="0"/>
                  <a:pt x="110065" y="0"/>
                </a:cubicBezTo>
                <a:lnTo>
                  <a:pt x="3261453" y="0"/>
                </a:lnTo>
                <a:cubicBezTo>
                  <a:pt x="3322323" y="0"/>
                  <a:pt x="3371598" y="49276"/>
                  <a:pt x="3371598" y="110065"/>
                </a:cubicBezTo>
                <a:lnTo>
                  <a:pt x="3371598" y="550486"/>
                </a:lnTo>
                <a:cubicBezTo>
                  <a:pt x="3371598" y="611276"/>
                  <a:pt x="3322323" y="660632"/>
                  <a:pt x="3261453" y="660632"/>
                </a:cubicBezTo>
                <a:lnTo>
                  <a:pt x="110065" y="660632"/>
                </a:lnTo>
                <a:cubicBezTo>
                  <a:pt x="49276" y="660632"/>
                  <a:pt x="0" y="611276"/>
                  <a:pt x="0" y="550486"/>
                </a:cubicBezTo>
                <a:close/>
              </a:path>
            </a:pathLst>
          </a:custGeom>
          <a:solidFill xmlns:a="http://schemas.openxmlformats.org/drawingml/2006/main">
            <a:srgbClr val="FF8857">
              <a:alpha val="6078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A10E2-9BBC-46DA-970A-F38FC8A8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535" y="257634"/>
            <a:ext cx="3371598" cy="660632"/>
          </a:xfrm>
          <a:custGeom xmlns:a="http://schemas.openxmlformats.org/drawingml/2006/main">
            <a:pathLst>
              <a:path w="3371598" h="660632" fill="none">
                <a:moveTo>
                  <a:pt x="0" y="550486"/>
                </a:moveTo>
                <a:cubicBezTo>
                  <a:pt x="0" y="611276"/>
                  <a:pt x="49276" y="660632"/>
                  <a:pt x="110065" y="660632"/>
                </a:cubicBezTo>
                <a:lnTo>
                  <a:pt x="3261453" y="660632"/>
                </a:lnTo>
                <a:cubicBezTo>
                  <a:pt x="3322323" y="660632"/>
                  <a:pt x="3371598" y="611276"/>
                  <a:pt x="3371598" y="550486"/>
                </a:cubicBezTo>
                <a:lnTo>
                  <a:pt x="3371598" y="110065"/>
                </a:lnTo>
                <a:cubicBezTo>
                  <a:pt x="3371598" y="49276"/>
                  <a:pt x="3322323" y="0"/>
                  <a:pt x="3261453" y="0"/>
                </a:cubicBezTo>
                <a:lnTo>
                  <a:pt x="110065" y="0"/>
                </a:lnTo>
                <a:cubicBezTo>
                  <a:pt x="49276" y="0"/>
                  <a:pt x="0" y="49276"/>
                  <a:pt x="0" y="110065"/>
                </a:cubicBezTo>
                <a:lnTo>
                  <a:pt x="0" y="5504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595959"/>
            </a:solidFill>
            <a:miter/>
          </a:ln>
        </p:spPr>
      </p:sp>
      <p:sp>
        <p:nvSpPr>
          <p:cNvPr id="48" name="Text Ineedtowriteabouthowoptimism">
            <a:extLst xmlns:a="http://schemas.openxmlformats.org/drawingml/2006/main">
              <a:ext uri="{FF2B5EF4-FFF2-40B4-BE49-F238E27FC236}">
                <a16:creationId xmlns:a16="http://schemas.microsoft.com/office/drawing/2014/main" id="{04AD46FD-9B8D-4234-9065-C9280867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628" y="385396"/>
            <a:ext cx="3186005" cy="191532"/>
          </a:xfrm>
          <a:custGeom xmlns:a="http://schemas.openxmlformats.org/drawingml/2006/main">
            <a:pathLst>
              <a:path w="3186005" h="191532">
                <a:moveTo>
                  <a:pt x="10895" y="142610"/>
                </a:moveTo>
                <a:cubicBezTo>
                  <a:pt x="6273" y="142610"/>
                  <a:pt x="3301" y="142313"/>
                  <a:pt x="1980" y="141718"/>
                </a:cubicBezTo>
                <a:cubicBezTo>
                  <a:pt x="660" y="141124"/>
                  <a:pt x="0" y="140299"/>
                  <a:pt x="0" y="139243"/>
                </a:cubicBezTo>
                <a:lnTo>
                  <a:pt x="0" y="13271"/>
                </a:lnTo>
                <a:cubicBezTo>
                  <a:pt x="0" y="12215"/>
                  <a:pt x="660" y="11390"/>
                  <a:pt x="1980" y="10796"/>
                </a:cubicBezTo>
                <a:cubicBezTo>
                  <a:pt x="3301" y="10201"/>
                  <a:pt x="6273" y="9904"/>
                  <a:pt x="10895" y="9904"/>
                </a:cubicBezTo>
                <a:cubicBezTo>
                  <a:pt x="15251" y="9904"/>
                  <a:pt x="18123" y="10201"/>
                  <a:pt x="19509" y="10796"/>
                </a:cubicBezTo>
                <a:cubicBezTo>
                  <a:pt x="20897" y="11390"/>
                  <a:pt x="21591" y="12215"/>
                  <a:pt x="21591" y="13271"/>
                </a:cubicBezTo>
                <a:lnTo>
                  <a:pt x="21591" y="139243"/>
                </a:lnTo>
                <a:cubicBezTo>
                  <a:pt x="21591" y="140168"/>
                  <a:pt x="20897" y="140961"/>
                  <a:pt x="19509" y="141621"/>
                </a:cubicBezTo>
                <a:cubicBezTo>
                  <a:pt x="18123" y="142280"/>
                  <a:pt x="15251" y="142610"/>
                  <a:pt x="10895" y="142610"/>
                </a:cubicBezTo>
                <a:close/>
                <a:moveTo>
                  <a:pt x="164855" y="75267"/>
                </a:moveTo>
                <a:cubicBezTo>
                  <a:pt x="164855" y="63118"/>
                  <a:pt x="159046" y="57043"/>
                  <a:pt x="147426" y="57043"/>
                </a:cubicBezTo>
                <a:cubicBezTo>
                  <a:pt x="144126" y="57043"/>
                  <a:pt x="140891" y="57802"/>
                  <a:pt x="137721" y="59322"/>
                </a:cubicBezTo>
                <a:cubicBezTo>
                  <a:pt x="134552" y="60841"/>
                  <a:pt x="131745" y="62624"/>
                  <a:pt x="129301" y="64671"/>
                </a:cubicBezTo>
                <a:cubicBezTo>
                  <a:pt x="126859" y="66716"/>
                  <a:pt x="124912" y="68829"/>
                  <a:pt x="123459" y="71009"/>
                </a:cubicBezTo>
                <a:cubicBezTo>
                  <a:pt x="122006" y="73187"/>
                  <a:pt x="121280" y="74870"/>
                  <a:pt x="121280" y="76059"/>
                </a:cubicBezTo>
                <a:lnTo>
                  <a:pt x="121280" y="139043"/>
                </a:lnTo>
                <a:cubicBezTo>
                  <a:pt x="121280" y="140101"/>
                  <a:pt x="120620" y="140961"/>
                  <a:pt x="119300" y="141621"/>
                </a:cubicBezTo>
                <a:cubicBezTo>
                  <a:pt x="117981" y="142280"/>
                  <a:pt x="115075" y="142610"/>
                  <a:pt x="110584" y="142610"/>
                </a:cubicBezTo>
                <a:cubicBezTo>
                  <a:pt x="106095" y="142610"/>
                  <a:pt x="103190" y="142280"/>
                  <a:pt x="101868" y="141621"/>
                </a:cubicBezTo>
                <a:cubicBezTo>
                  <a:pt x="100548" y="140961"/>
                  <a:pt x="99888" y="140101"/>
                  <a:pt x="99888" y="139043"/>
                </a:cubicBezTo>
                <a:lnTo>
                  <a:pt x="99888" y="65560"/>
                </a:lnTo>
                <a:cubicBezTo>
                  <a:pt x="99888" y="63051"/>
                  <a:pt x="99591" y="60972"/>
                  <a:pt x="98997" y="59322"/>
                </a:cubicBezTo>
                <a:cubicBezTo>
                  <a:pt x="98404" y="57671"/>
                  <a:pt x="97744" y="56285"/>
                  <a:pt x="97017" y="55163"/>
                </a:cubicBezTo>
                <a:cubicBezTo>
                  <a:pt x="96292" y="54041"/>
                  <a:pt x="95632" y="53149"/>
                  <a:pt x="95038" y="52488"/>
                </a:cubicBezTo>
                <a:cubicBezTo>
                  <a:pt x="94443" y="51827"/>
                  <a:pt x="94146" y="51167"/>
                  <a:pt x="94146" y="50509"/>
                </a:cubicBezTo>
                <a:cubicBezTo>
                  <a:pt x="94146" y="49717"/>
                  <a:pt x="94806" y="48726"/>
                  <a:pt x="96126" y="47538"/>
                </a:cubicBezTo>
                <a:cubicBezTo>
                  <a:pt x="97447" y="46349"/>
                  <a:pt x="98999" y="45193"/>
                  <a:pt x="100780" y="44071"/>
                </a:cubicBezTo>
                <a:cubicBezTo>
                  <a:pt x="102563" y="42949"/>
                  <a:pt x="104378" y="41992"/>
                  <a:pt x="106226" y="41200"/>
                </a:cubicBezTo>
                <a:cubicBezTo>
                  <a:pt x="108076" y="40406"/>
                  <a:pt x="109528" y="40009"/>
                  <a:pt x="110584" y="40009"/>
                </a:cubicBezTo>
                <a:cubicBezTo>
                  <a:pt x="113095" y="40009"/>
                  <a:pt x="115142" y="41132"/>
                  <a:pt x="116725" y="43379"/>
                </a:cubicBezTo>
                <a:cubicBezTo>
                  <a:pt x="118309" y="45623"/>
                  <a:pt x="119563" y="48726"/>
                  <a:pt x="120488" y="52688"/>
                </a:cubicBezTo>
                <a:cubicBezTo>
                  <a:pt x="120621" y="52952"/>
                  <a:pt x="120720" y="53347"/>
                  <a:pt x="120784" y="53875"/>
                </a:cubicBezTo>
                <a:cubicBezTo>
                  <a:pt x="120851" y="54403"/>
                  <a:pt x="120951" y="54799"/>
                  <a:pt x="121084" y="55063"/>
                </a:cubicBezTo>
                <a:cubicBezTo>
                  <a:pt x="122272" y="54007"/>
                  <a:pt x="124021" y="52654"/>
                  <a:pt x="126330" y="51004"/>
                </a:cubicBezTo>
                <a:cubicBezTo>
                  <a:pt x="128641" y="49352"/>
                  <a:pt x="131348" y="47668"/>
                  <a:pt x="134451" y="45951"/>
                </a:cubicBezTo>
                <a:cubicBezTo>
                  <a:pt x="137556" y="44234"/>
                  <a:pt x="140989" y="42783"/>
                  <a:pt x="144751" y="41596"/>
                </a:cubicBezTo>
                <a:cubicBezTo>
                  <a:pt x="148515" y="40407"/>
                  <a:pt x="152444" y="39813"/>
                  <a:pt x="156538" y="39813"/>
                </a:cubicBezTo>
                <a:cubicBezTo>
                  <a:pt x="165649" y="39813"/>
                  <a:pt x="172879" y="42354"/>
                  <a:pt x="178226" y="47438"/>
                </a:cubicBezTo>
                <a:cubicBezTo>
                  <a:pt x="183574" y="52521"/>
                  <a:pt x="186247" y="59024"/>
                  <a:pt x="186247" y="66947"/>
                </a:cubicBezTo>
                <a:lnTo>
                  <a:pt x="186247" y="118842"/>
                </a:lnTo>
                <a:cubicBezTo>
                  <a:pt x="186247" y="122143"/>
                  <a:pt x="186874" y="124454"/>
                  <a:pt x="188127" y="125776"/>
                </a:cubicBezTo>
                <a:cubicBezTo>
                  <a:pt x="189382" y="127095"/>
                  <a:pt x="191331" y="127755"/>
                  <a:pt x="193972" y="127755"/>
                </a:cubicBezTo>
                <a:lnTo>
                  <a:pt x="194764" y="127755"/>
                </a:lnTo>
                <a:cubicBezTo>
                  <a:pt x="195292" y="127755"/>
                  <a:pt x="195820" y="127755"/>
                  <a:pt x="196348" y="127755"/>
                </a:cubicBezTo>
                <a:cubicBezTo>
                  <a:pt x="196878" y="127755"/>
                  <a:pt x="197373" y="127788"/>
                  <a:pt x="197835" y="127855"/>
                </a:cubicBezTo>
                <a:lnTo>
                  <a:pt x="198527" y="127952"/>
                </a:lnTo>
                <a:cubicBezTo>
                  <a:pt x="199057" y="128085"/>
                  <a:pt x="199322" y="128415"/>
                  <a:pt x="199322" y="128943"/>
                </a:cubicBezTo>
                <a:cubicBezTo>
                  <a:pt x="199322" y="130263"/>
                  <a:pt x="198826" y="131781"/>
                  <a:pt x="197835" y="133498"/>
                </a:cubicBezTo>
                <a:cubicBezTo>
                  <a:pt x="196845" y="135214"/>
                  <a:pt x="195591" y="136832"/>
                  <a:pt x="194072" y="138351"/>
                </a:cubicBezTo>
                <a:cubicBezTo>
                  <a:pt x="192553" y="139871"/>
                  <a:pt x="190902" y="141191"/>
                  <a:pt x="189118" y="142314"/>
                </a:cubicBezTo>
                <a:cubicBezTo>
                  <a:pt x="187337" y="143436"/>
                  <a:pt x="185588" y="144062"/>
                  <a:pt x="183872" y="144193"/>
                </a:cubicBezTo>
                <a:cubicBezTo>
                  <a:pt x="177930" y="144193"/>
                  <a:pt x="173275" y="142313"/>
                  <a:pt x="169906" y="138551"/>
                </a:cubicBezTo>
                <a:cubicBezTo>
                  <a:pt x="166539" y="134787"/>
                  <a:pt x="164855" y="129669"/>
                  <a:pt x="164855" y="123198"/>
                </a:cubicBezTo>
                <a:lnTo>
                  <a:pt x="164855" y="75267"/>
                </a:lnTo>
                <a:close/>
                <a:moveTo>
                  <a:pt x="265474" y="144393"/>
                </a:moveTo>
                <a:cubicBezTo>
                  <a:pt x="258610" y="144393"/>
                  <a:pt x="252107" y="143469"/>
                  <a:pt x="245965" y="141621"/>
                </a:cubicBezTo>
                <a:cubicBezTo>
                  <a:pt x="239826" y="139772"/>
                  <a:pt x="234412" y="136866"/>
                  <a:pt x="229724" y="132905"/>
                </a:cubicBezTo>
                <a:cubicBezTo>
                  <a:pt x="225037" y="128944"/>
                  <a:pt x="221340" y="123894"/>
                  <a:pt x="218632" y="117754"/>
                </a:cubicBezTo>
                <a:cubicBezTo>
                  <a:pt x="215926" y="111613"/>
                  <a:pt x="214573" y="104251"/>
                  <a:pt x="214573" y="95668"/>
                </a:cubicBezTo>
                <a:cubicBezTo>
                  <a:pt x="214573" y="85765"/>
                  <a:pt x="215992" y="77281"/>
                  <a:pt x="218831" y="70217"/>
                </a:cubicBezTo>
                <a:cubicBezTo>
                  <a:pt x="221670" y="63151"/>
                  <a:pt x="225433" y="57373"/>
                  <a:pt x="230119" y="52884"/>
                </a:cubicBezTo>
                <a:cubicBezTo>
                  <a:pt x="234808" y="48395"/>
                  <a:pt x="240057" y="45095"/>
                  <a:pt x="245866" y="42983"/>
                </a:cubicBezTo>
                <a:cubicBezTo>
                  <a:pt x="251676" y="40869"/>
                  <a:pt x="257553" y="39813"/>
                  <a:pt x="263495" y="39813"/>
                </a:cubicBezTo>
                <a:cubicBezTo>
                  <a:pt x="269569" y="39813"/>
                  <a:pt x="274885" y="40539"/>
                  <a:pt x="279440" y="41992"/>
                </a:cubicBezTo>
                <a:cubicBezTo>
                  <a:pt x="283996" y="43444"/>
                  <a:pt x="287792" y="45425"/>
                  <a:pt x="290828" y="47934"/>
                </a:cubicBezTo>
                <a:cubicBezTo>
                  <a:pt x="293865" y="50442"/>
                  <a:pt x="296142" y="53380"/>
                  <a:pt x="297662" y="56747"/>
                </a:cubicBezTo>
                <a:cubicBezTo>
                  <a:pt x="299181" y="60113"/>
                  <a:pt x="299940" y="63777"/>
                  <a:pt x="299940" y="67739"/>
                </a:cubicBezTo>
                <a:cubicBezTo>
                  <a:pt x="299940" y="74474"/>
                  <a:pt x="297927" y="80252"/>
                  <a:pt x="293899" y="85071"/>
                </a:cubicBezTo>
                <a:cubicBezTo>
                  <a:pt x="289871" y="89891"/>
                  <a:pt x="284820" y="93820"/>
                  <a:pt x="278745" y="96858"/>
                </a:cubicBezTo>
                <a:cubicBezTo>
                  <a:pt x="272672" y="99895"/>
                  <a:pt x="266071" y="102173"/>
                  <a:pt x="258940" y="103692"/>
                </a:cubicBezTo>
                <a:cubicBezTo>
                  <a:pt x="251809" y="105209"/>
                  <a:pt x="245141" y="106100"/>
                  <a:pt x="238935" y="106363"/>
                </a:cubicBezTo>
                <a:cubicBezTo>
                  <a:pt x="240783" y="113889"/>
                  <a:pt x="244414" y="119204"/>
                  <a:pt x="249828" y="122309"/>
                </a:cubicBezTo>
                <a:cubicBezTo>
                  <a:pt x="255242" y="125412"/>
                  <a:pt x="261382" y="126963"/>
                  <a:pt x="268249" y="126963"/>
                </a:cubicBezTo>
                <a:cubicBezTo>
                  <a:pt x="272210" y="126963"/>
                  <a:pt x="275709" y="126567"/>
                  <a:pt x="278745" y="125776"/>
                </a:cubicBezTo>
                <a:cubicBezTo>
                  <a:pt x="281783" y="124982"/>
                  <a:pt x="284392" y="124090"/>
                  <a:pt x="286570" y="123101"/>
                </a:cubicBezTo>
                <a:cubicBezTo>
                  <a:pt x="288748" y="122110"/>
                  <a:pt x="290563" y="121153"/>
                  <a:pt x="292016" y="120230"/>
                </a:cubicBezTo>
                <a:cubicBezTo>
                  <a:pt x="293469" y="119305"/>
                  <a:pt x="294591" y="118776"/>
                  <a:pt x="295383" y="118643"/>
                </a:cubicBezTo>
                <a:cubicBezTo>
                  <a:pt x="297496" y="117982"/>
                  <a:pt x="298553" y="118643"/>
                  <a:pt x="298553" y="120626"/>
                </a:cubicBezTo>
                <a:cubicBezTo>
                  <a:pt x="298553" y="122209"/>
                  <a:pt x="298256" y="124058"/>
                  <a:pt x="297662" y="126172"/>
                </a:cubicBezTo>
                <a:cubicBezTo>
                  <a:pt x="297067" y="128283"/>
                  <a:pt x="296242" y="130528"/>
                  <a:pt x="295186" y="132905"/>
                </a:cubicBezTo>
                <a:cubicBezTo>
                  <a:pt x="294658" y="133828"/>
                  <a:pt x="293536" y="134950"/>
                  <a:pt x="291819" y="136272"/>
                </a:cubicBezTo>
                <a:cubicBezTo>
                  <a:pt x="290103" y="137592"/>
                  <a:pt x="287957" y="138846"/>
                  <a:pt x="285382" y="140035"/>
                </a:cubicBezTo>
                <a:cubicBezTo>
                  <a:pt x="282807" y="141224"/>
                  <a:pt x="279803" y="142247"/>
                  <a:pt x="276370" y="143105"/>
                </a:cubicBezTo>
                <a:cubicBezTo>
                  <a:pt x="272936" y="143964"/>
                  <a:pt x="269304" y="144393"/>
                  <a:pt x="265474" y="144393"/>
                </a:cubicBezTo>
                <a:moveTo>
                  <a:pt x="237745" y="94084"/>
                </a:moveTo>
                <a:cubicBezTo>
                  <a:pt x="242500" y="93820"/>
                  <a:pt x="247287" y="93060"/>
                  <a:pt x="252107" y="91805"/>
                </a:cubicBezTo>
                <a:cubicBezTo>
                  <a:pt x="256926" y="90550"/>
                  <a:pt x="261283" y="88768"/>
                  <a:pt x="265178" y="86459"/>
                </a:cubicBezTo>
                <a:cubicBezTo>
                  <a:pt x="269073" y="84148"/>
                  <a:pt x="272209" y="81342"/>
                  <a:pt x="274586" y="78042"/>
                </a:cubicBezTo>
                <a:cubicBezTo>
                  <a:pt x="276964" y="74739"/>
                  <a:pt x="278153" y="70909"/>
                  <a:pt x="278153" y="66551"/>
                </a:cubicBezTo>
                <a:cubicBezTo>
                  <a:pt x="278153" y="62987"/>
                  <a:pt x="276897" y="60016"/>
                  <a:pt x="274387" y="57638"/>
                </a:cubicBezTo>
                <a:cubicBezTo>
                  <a:pt x="271878" y="55261"/>
                  <a:pt x="268512" y="54072"/>
                  <a:pt x="264286" y="54072"/>
                </a:cubicBezTo>
                <a:cubicBezTo>
                  <a:pt x="260986" y="54072"/>
                  <a:pt x="257784" y="54766"/>
                  <a:pt x="254682" y="56154"/>
                </a:cubicBezTo>
                <a:cubicBezTo>
                  <a:pt x="251579" y="57540"/>
                  <a:pt x="248805" y="59818"/>
                  <a:pt x="246361" y="62988"/>
                </a:cubicBezTo>
                <a:cubicBezTo>
                  <a:pt x="243919" y="66155"/>
                  <a:pt x="241905" y="70281"/>
                  <a:pt x="240320" y="75367"/>
                </a:cubicBezTo>
                <a:cubicBezTo>
                  <a:pt x="238736" y="80450"/>
                  <a:pt x="237878" y="86689"/>
                  <a:pt x="237745" y="94084"/>
                </a:cubicBezTo>
                <a:close/>
                <a:moveTo>
                  <a:pt x="368074" y="144393"/>
                </a:moveTo>
                <a:cubicBezTo>
                  <a:pt x="361209" y="144393"/>
                  <a:pt x="354706" y="143469"/>
                  <a:pt x="348565" y="141621"/>
                </a:cubicBezTo>
                <a:cubicBezTo>
                  <a:pt x="342425" y="139772"/>
                  <a:pt x="337012" y="136866"/>
                  <a:pt x="332323" y="132905"/>
                </a:cubicBezTo>
                <a:cubicBezTo>
                  <a:pt x="327636" y="128944"/>
                  <a:pt x="323939" y="123894"/>
                  <a:pt x="321231" y="117754"/>
                </a:cubicBezTo>
                <a:cubicBezTo>
                  <a:pt x="318525" y="111613"/>
                  <a:pt x="317172" y="104251"/>
                  <a:pt x="317172" y="95668"/>
                </a:cubicBezTo>
                <a:cubicBezTo>
                  <a:pt x="317172" y="85765"/>
                  <a:pt x="318592" y="77281"/>
                  <a:pt x="321431" y="70217"/>
                </a:cubicBezTo>
                <a:cubicBezTo>
                  <a:pt x="324270" y="63151"/>
                  <a:pt x="328032" y="57373"/>
                  <a:pt x="332719" y="52884"/>
                </a:cubicBezTo>
                <a:cubicBezTo>
                  <a:pt x="337407" y="48395"/>
                  <a:pt x="342656" y="45095"/>
                  <a:pt x="348465" y="42983"/>
                </a:cubicBezTo>
                <a:cubicBezTo>
                  <a:pt x="354276" y="40869"/>
                  <a:pt x="360152" y="39813"/>
                  <a:pt x="366094" y="39813"/>
                </a:cubicBezTo>
                <a:cubicBezTo>
                  <a:pt x="372169" y="39813"/>
                  <a:pt x="377484" y="40539"/>
                  <a:pt x="382040" y="41992"/>
                </a:cubicBezTo>
                <a:cubicBezTo>
                  <a:pt x="386595" y="43444"/>
                  <a:pt x="390391" y="45425"/>
                  <a:pt x="393428" y="47934"/>
                </a:cubicBezTo>
                <a:cubicBezTo>
                  <a:pt x="396464" y="50442"/>
                  <a:pt x="398742" y="53380"/>
                  <a:pt x="400261" y="56747"/>
                </a:cubicBezTo>
                <a:cubicBezTo>
                  <a:pt x="401780" y="60113"/>
                  <a:pt x="402540" y="63777"/>
                  <a:pt x="402540" y="67739"/>
                </a:cubicBezTo>
                <a:cubicBezTo>
                  <a:pt x="402540" y="74474"/>
                  <a:pt x="400526" y="80252"/>
                  <a:pt x="396498" y="85071"/>
                </a:cubicBezTo>
                <a:cubicBezTo>
                  <a:pt x="392471" y="89891"/>
                  <a:pt x="387419" y="93820"/>
                  <a:pt x="381345" y="96858"/>
                </a:cubicBezTo>
                <a:cubicBezTo>
                  <a:pt x="375272" y="99895"/>
                  <a:pt x="368670" y="102173"/>
                  <a:pt x="361539" y="103692"/>
                </a:cubicBezTo>
                <a:cubicBezTo>
                  <a:pt x="354409" y="105209"/>
                  <a:pt x="347741" y="106100"/>
                  <a:pt x="341535" y="106363"/>
                </a:cubicBezTo>
                <a:cubicBezTo>
                  <a:pt x="343383" y="113889"/>
                  <a:pt x="347013" y="119204"/>
                  <a:pt x="352427" y="122309"/>
                </a:cubicBezTo>
                <a:cubicBezTo>
                  <a:pt x="357841" y="125412"/>
                  <a:pt x="363981" y="126963"/>
                  <a:pt x="370848" y="126963"/>
                </a:cubicBezTo>
                <a:cubicBezTo>
                  <a:pt x="374809" y="126963"/>
                  <a:pt x="378308" y="126567"/>
                  <a:pt x="381345" y="125776"/>
                </a:cubicBezTo>
                <a:cubicBezTo>
                  <a:pt x="384383" y="124982"/>
                  <a:pt x="386991" y="124090"/>
                  <a:pt x="389169" y="123101"/>
                </a:cubicBezTo>
                <a:cubicBezTo>
                  <a:pt x="391347" y="122110"/>
                  <a:pt x="393163" y="121153"/>
                  <a:pt x="394615" y="120230"/>
                </a:cubicBezTo>
                <a:cubicBezTo>
                  <a:pt x="396068" y="119305"/>
                  <a:pt x="397190" y="118776"/>
                  <a:pt x="397982" y="118643"/>
                </a:cubicBezTo>
                <a:cubicBezTo>
                  <a:pt x="400096" y="117982"/>
                  <a:pt x="401153" y="118643"/>
                  <a:pt x="401153" y="120626"/>
                </a:cubicBezTo>
                <a:cubicBezTo>
                  <a:pt x="401153" y="122209"/>
                  <a:pt x="400855" y="124058"/>
                  <a:pt x="400261" y="126172"/>
                </a:cubicBezTo>
                <a:cubicBezTo>
                  <a:pt x="399667" y="128283"/>
                  <a:pt x="398842" y="130528"/>
                  <a:pt x="397786" y="132905"/>
                </a:cubicBezTo>
                <a:cubicBezTo>
                  <a:pt x="397258" y="133828"/>
                  <a:pt x="396136" y="134950"/>
                  <a:pt x="394419" y="136272"/>
                </a:cubicBezTo>
                <a:cubicBezTo>
                  <a:pt x="392702" y="137592"/>
                  <a:pt x="390556" y="138846"/>
                  <a:pt x="387981" y="140035"/>
                </a:cubicBezTo>
                <a:cubicBezTo>
                  <a:pt x="385406" y="141224"/>
                  <a:pt x="382402" y="142247"/>
                  <a:pt x="378969" y="143105"/>
                </a:cubicBezTo>
                <a:cubicBezTo>
                  <a:pt x="375536" y="143964"/>
                  <a:pt x="371904" y="144393"/>
                  <a:pt x="368074" y="144393"/>
                </a:cubicBezTo>
                <a:moveTo>
                  <a:pt x="340344" y="94084"/>
                </a:moveTo>
                <a:cubicBezTo>
                  <a:pt x="345099" y="93820"/>
                  <a:pt x="349886" y="93060"/>
                  <a:pt x="354706" y="91805"/>
                </a:cubicBezTo>
                <a:cubicBezTo>
                  <a:pt x="359526" y="90550"/>
                  <a:pt x="363883" y="88768"/>
                  <a:pt x="367777" y="86459"/>
                </a:cubicBezTo>
                <a:cubicBezTo>
                  <a:pt x="371672" y="84148"/>
                  <a:pt x="374808" y="81342"/>
                  <a:pt x="377186" y="78042"/>
                </a:cubicBezTo>
                <a:cubicBezTo>
                  <a:pt x="379563" y="74739"/>
                  <a:pt x="380752" y="70909"/>
                  <a:pt x="380752" y="66551"/>
                </a:cubicBezTo>
                <a:cubicBezTo>
                  <a:pt x="380752" y="62987"/>
                  <a:pt x="379497" y="60016"/>
                  <a:pt x="376986" y="57638"/>
                </a:cubicBezTo>
                <a:cubicBezTo>
                  <a:pt x="374478" y="55261"/>
                  <a:pt x="371111" y="54072"/>
                  <a:pt x="366886" y="54072"/>
                </a:cubicBezTo>
                <a:cubicBezTo>
                  <a:pt x="363586" y="54072"/>
                  <a:pt x="360384" y="54766"/>
                  <a:pt x="357281" y="56154"/>
                </a:cubicBezTo>
                <a:cubicBezTo>
                  <a:pt x="354178" y="57540"/>
                  <a:pt x="351405" y="59818"/>
                  <a:pt x="348961" y="62988"/>
                </a:cubicBezTo>
                <a:cubicBezTo>
                  <a:pt x="346519" y="66155"/>
                  <a:pt x="344505" y="70281"/>
                  <a:pt x="342919" y="75367"/>
                </a:cubicBezTo>
                <a:cubicBezTo>
                  <a:pt x="341335" y="80450"/>
                  <a:pt x="340477" y="86689"/>
                  <a:pt x="340344" y="94084"/>
                </a:cubicBezTo>
                <a:close/>
                <a:moveTo>
                  <a:pt x="461168" y="144393"/>
                </a:moveTo>
                <a:cubicBezTo>
                  <a:pt x="456282" y="144393"/>
                  <a:pt x="451363" y="143535"/>
                  <a:pt x="446410" y="141818"/>
                </a:cubicBezTo>
                <a:cubicBezTo>
                  <a:pt x="441460" y="140101"/>
                  <a:pt x="437004" y="137394"/>
                  <a:pt x="433042" y="133697"/>
                </a:cubicBezTo>
                <a:cubicBezTo>
                  <a:pt x="429081" y="130000"/>
                  <a:pt x="425879" y="125180"/>
                  <a:pt x="423435" y="119238"/>
                </a:cubicBezTo>
                <a:cubicBezTo>
                  <a:pt x="420993" y="113297"/>
                  <a:pt x="419772" y="106100"/>
                  <a:pt x="419772" y="97647"/>
                </a:cubicBezTo>
                <a:cubicBezTo>
                  <a:pt x="419772" y="86952"/>
                  <a:pt x="421389" y="77941"/>
                  <a:pt x="424622" y="70613"/>
                </a:cubicBezTo>
                <a:cubicBezTo>
                  <a:pt x="427858" y="63283"/>
                  <a:pt x="431886" y="57340"/>
                  <a:pt x="436706" y="52784"/>
                </a:cubicBezTo>
                <a:cubicBezTo>
                  <a:pt x="441525" y="48229"/>
                  <a:pt x="446839" y="44928"/>
                  <a:pt x="452648" y="42883"/>
                </a:cubicBezTo>
                <a:cubicBezTo>
                  <a:pt x="458459" y="40836"/>
                  <a:pt x="463939" y="39813"/>
                  <a:pt x="469089" y="39813"/>
                </a:cubicBezTo>
                <a:cubicBezTo>
                  <a:pt x="471467" y="39813"/>
                  <a:pt x="473778" y="40011"/>
                  <a:pt x="476022" y="40408"/>
                </a:cubicBezTo>
                <a:cubicBezTo>
                  <a:pt x="478267" y="40803"/>
                  <a:pt x="480248" y="41298"/>
                  <a:pt x="481964" y="41892"/>
                </a:cubicBezTo>
                <a:cubicBezTo>
                  <a:pt x="483681" y="42486"/>
                  <a:pt x="485100" y="43047"/>
                  <a:pt x="486223" y="43575"/>
                </a:cubicBezTo>
                <a:cubicBezTo>
                  <a:pt x="487345" y="44103"/>
                  <a:pt x="488038" y="44566"/>
                  <a:pt x="488302" y="44963"/>
                </a:cubicBezTo>
                <a:lnTo>
                  <a:pt x="488302" y="3566"/>
                </a:lnTo>
                <a:cubicBezTo>
                  <a:pt x="488302" y="2509"/>
                  <a:pt x="488962" y="1650"/>
                  <a:pt x="490282" y="991"/>
                </a:cubicBezTo>
                <a:cubicBezTo>
                  <a:pt x="491603" y="330"/>
                  <a:pt x="494509" y="0"/>
                  <a:pt x="498998" y="0"/>
                </a:cubicBezTo>
                <a:cubicBezTo>
                  <a:pt x="503487" y="0"/>
                  <a:pt x="506391" y="330"/>
                  <a:pt x="507711" y="991"/>
                </a:cubicBezTo>
                <a:cubicBezTo>
                  <a:pt x="509033" y="1650"/>
                  <a:pt x="509694" y="2509"/>
                  <a:pt x="509694" y="3566"/>
                </a:cubicBezTo>
                <a:lnTo>
                  <a:pt x="509694" y="119039"/>
                </a:lnTo>
                <a:cubicBezTo>
                  <a:pt x="509694" y="124453"/>
                  <a:pt x="511873" y="127358"/>
                  <a:pt x="516231" y="127755"/>
                </a:cubicBezTo>
                <a:cubicBezTo>
                  <a:pt x="516495" y="127886"/>
                  <a:pt x="517386" y="127952"/>
                  <a:pt x="518903" y="127952"/>
                </a:cubicBezTo>
                <a:cubicBezTo>
                  <a:pt x="520422" y="127952"/>
                  <a:pt x="521314" y="127952"/>
                  <a:pt x="521577" y="127952"/>
                </a:cubicBezTo>
                <a:cubicBezTo>
                  <a:pt x="522899" y="127952"/>
                  <a:pt x="523560" y="128481"/>
                  <a:pt x="523560" y="129538"/>
                </a:cubicBezTo>
                <a:cubicBezTo>
                  <a:pt x="523560" y="130461"/>
                  <a:pt x="523064" y="131749"/>
                  <a:pt x="522073" y="133401"/>
                </a:cubicBezTo>
                <a:cubicBezTo>
                  <a:pt x="521084" y="135051"/>
                  <a:pt x="519863" y="136669"/>
                  <a:pt x="518410" y="138255"/>
                </a:cubicBezTo>
                <a:cubicBezTo>
                  <a:pt x="516957" y="139838"/>
                  <a:pt x="515306" y="141225"/>
                  <a:pt x="513457" y="142413"/>
                </a:cubicBezTo>
                <a:cubicBezTo>
                  <a:pt x="511609" y="143600"/>
                  <a:pt x="509827" y="144193"/>
                  <a:pt x="508110" y="144193"/>
                </a:cubicBezTo>
                <a:cubicBezTo>
                  <a:pt x="505072" y="144193"/>
                  <a:pt x="502463" y="143698"/>
                  <a:pt x="500285" y="142706"/>
                </a:cubicBezTo>
                <a:cubicBezTo>
                  <a:pt x="498107" y="141717"/>
                  <a:pt x="496259" y="140596"/>
                  <a:pt x="494740" y="139343"/>
                </a:cubicBezTo>
                <a:cubicBezTo>
                  <a:pt x="493220" y="138087"/>
                  <a:pt x="492098" y="136865"/>
                  <a:pt x="491373" y="135677"/>
                </a:cubicBezTo>
                <a:cubicBezTo>
                  <a:pt x="490647" y="134488"/>
                  <a:pt x="490218" y="133696"/>
                  <a:pt x="490085" y="133301"/>
                </a:cubicBezTo>
                <a:cubicBezTo>
                  <a:pt x="489821" y="133565"/>
                  <a:pt x="488930" y="134291"/>
                  <a:pt x="487410" y="135480"/>
                </a:cubicBezTo>
                <a:cubicBezTo>
                  <a:pt x="485893" y="136669"/>
                  <a:pt x="483913" y="137923"/>
                  <a:pt x="481469" y="139243"/>
                </a:cubicBezTo>
                <a:cubicBezTo>
                  <a:pt x="479027" y="140563"/>
                  <a:pt x="476089" y="141750"/>
                  <a:pt x="472656" y="142806"/>
                </a:cubicBezTo>
                <a:cubicBezTo>
                  <a:pt x="469222" y="143864"/>
                  <a:pt x="465393" y="144393"/>
                  <a:pt x="461168" y="144393"/>
                </a:cubicBezTo>
                <a:moveTo>
                  <a:pt x="488302" y="66354"/>
                </a:moveTo>
                <a:cubicBezTo>
                  <a:pt x="488302" y="63713"/>
                  <a:pt x="486784" y="61369"/>
                  <a:pt x="483747" y="59322"/>
                </a:cubicBezTo>
                <a:cubicBezTo>
                  <a:pt x="480711" y="57274"/>
                  <a:pt x="477146" y="56251"/>
                  <a:pt x="473052" y="56251"/>
                </a:cubicBezTo>
                <a:cubicBezTo>
                  <a:pt x="469354" y="56251"/>
                  <a:pt x="465723" y="56945"/>
                  <a:pt x="462156" y="58333"/>
                </a:cubicBezTo>
                <a:cubicBezTo>
                  <a:pt x="458592" y="59719"/>
                  <a:pt x="455390" y="61997"/>
                  <a:pt x="452551" y="65167"/>
                </a:cubicBezTo>
                <a:cubicBezTo>
                  <a:pt x="449712" y="68334"/>
                  <a:pt x="447435" y="72460"/>
                  <a:pt x="445718" y="77546"/>
                </a:cubicBezTo>
                <a:cubicBezTo>
                  <a:pt x="444001" y="82629"/>
                  <a:pt x="443143" y="88868"/>
                  <a:pt x="443143" y="96263"/>
                </a:cubicBezTo>
                <a:cubicBezTo>
                  <a:pt x="443143" y="102336"/>
                  <a:pt x="443902" y="107452"/>
                  <a:pt x="445419" y="111613"/>
                </a:cubicBezTo>
                <a:cubicBezTo>
                  <a:pt x="446938" y="115772"/>
                  <a:pt x="448919" y="119105"/>
                  <a:pt x="451361" y="121614"/>
                </a:cubicBezTo>
                <a:cubicBezTo>
                  <a:pt x="453805" y="124122"/>
                  <a:pt x="456545" y="125906"/>
                  <a:pt x="459581" y="126963"/>
                </a:cubicBezTo>
                <a:cubicBezTo>
                  <a:pt x="462620" y="128019"/>
                  <a:pt x="465592" y="128547"/>
                  <a:pt x="468497" y="128547"/>
                </a:cubicBezTo>
                <a:cubicBezTo>
                  <a:pt x="471269" y="128547"/>
                  <a:pt x="473877" y="128085"/>
                  <a:pt x="476319" y="127160"/>
                </a:cubicBezTo>
                <a:cubicBezTo>
                  <a:pt x="478763" y="126235"/>
                  <a:pt x="480875" y="125079"/>
                  <a:pt x="482656" y="123693"/>
                </a:cubicBezTo>
                <a:cubicBezTo>
                  <a:pt x="484440" y="122307"/>
                  <a:pt x="485826" y="120888"/>
                  <a:pt x="486815" y="119435"/>
                </a:cubicBezTo>
                <a:cubicBezTo>
                  <a:pt x="487806" y="117982"/>
                  <a:pt x="488302" y="116662"/>
                  <a:pt x="488302" y="115476"/>
                </a:cubicBezTo>
                <a:lnTo>
                  <a:pt x="488302" y="66354"/>
                </a:lnTo>
                <a:close/>
                <a:moveTo>
                  <a:pt x="619854" y="144193"/>
                </a:moveTo>
                <a:cubicBezTo>
                  <a:pt x="610876" y="144193"/>
                  <a:pt x="603911" y="141520"/>
                  <a:pt x="598958" y="136172"/>
                </a:cubicBezTo>
                <a:cubicBezTo>
                  <a:pt x="594006" y="130825"/>
                  <a:pt x="591529" y="123926"/>
                  <a:pt x="591529" y="115476"/>
                </a:cubicBezTo>
                <a:lnTo>
                  <a:pt x="591529" y="57838"/>
                </a:lnTo>
                <a:lnTo>
                  <a:pt x="584200" y="57838"/>
                </a:lnTo>
                <a:cubicBezTo>
                  <a:pt x="583277" y="57838"/>
                  <a:pt x="582486" y="57243"/>
                  <a:pt x="581825" y="56054"/>
                </a:cubicBezTo>
                <a:cubicBezTo>
                  <a:pt x="581164" y="54866"/>
                  <a:pt x="580833" y="52753"/>
                  <a:pt x="580833" y="49717"/>
                </a:cubicBezTo>
                <a:cubicBezTo>
                  <a:pt x="580833" y="46547"/>
                  <a:pt x="581164" y="44401"/>
                  <a:pt x="581825" y="43279"/>
                </a:cubicBezTo>
                <a:cubicBezTo>
                  <a:pt x="582486" y="42157"/>
                  <a:pt x="583344" y="41596"/>
                  <a:pt x="584400" y="41596"/>
                </a:cubicBezTo>
                <a:lnTo>
                  <a:pt x="591529" y="41596"/>
                </a:lnTo>
                <a:lnTo>
                  <a:pt x="591529" y="21987"/>
                </a:lnTo>
                <a:cubicBezTo>
                  <a:pt x="591529" y="20929"/>
                  <a:pt x="592256" y="19839"/>
                  <a:pt x="593708" y="18717"/>
                </a:cubicBezTo>
                <a:cubicBezTo>
                  <a:pt x="595161" y="17595"/>
                  <a:pt x="596911" y="16539"/>
                  <a:pt x="598958" y="15550"/>
                </a:cubicBezTo>
                <a:cubicBezTo>
                  <a:pt x="601005" y="14558"/>
                  <a:pt x="603084" y="13733"/>
                  <a:pt x="605196" y="13074"/>
                </a:cubicBezTo>
                <a:cubicBezTo>
                  <a:pt x="607310" y="12414"/>
                  <a:pt x="608961" y="12083"/>
                  <a:pt x="610150" y="12083"/>
                </a:cubicBezTo>
                <a:cubicBezTo>
                  <a:pt x="611997" y="12083"/>
                  <a:pt x="612921" y="13139"/>
                  <a:pt x="612921" y="15250"/>
                </a:cubicBezTo>
                <a:lnTo>
                  <a:pt x="612921" y="41596"/>
                </a:lnTo>
                <a:lnTo>
                  <a:pt x="633321" y="41596"/>
                </a:lnTo>
                <a:cubicBezTo>
                  <a:pt x="635171" y="41596"/>
                  <a:pt x="636096" y="42520"/>
                  <a:pt x="636096" y="44367"/>
                </a:cubicBezTo>
                <a:cubicBezTo>
                  <a:pt x="636096" y="45423"/>
                  <a:pt x="635766" y="46710"/>
                  <a:pt x="635105" y="48230"/>
                </a:cubicBezTo>
                <a:cubicBezTo>
                  <a:pt x="634446" y="49749"/>
                  <a:pt x="633621" y="51235"/>
                  <a:pt x="632629" y="52688"/>
                </a:cubicBezTo>
                <a:cubicBezTo>
                  <a:pt x="631640" y="54140"/>
                  <a:pt x="630518" y="55362"/>
                  <a:pt x="629263" y="56354"/>
                </a:cubicBezTo>
                <a:cubicBezTo>
                  <a:pt x="628007" y="57343"/>
                  <a:pt x="626852" y="57838"/>
                  <a:pt x="625796" y="57838"/>
                </a:cubicBezTo>
                <a:lnTo>
                  <a:pt x="612921" y="57838"/>
                </a:lnTo>
                <a:lnTo>
                  <a:pt x="612921" y="107551"/>
                </a:lnTo>
                <a:cubicBezTo>
                  <a:pt x="612921" y="114418"/>
                  <a:pt x="614374" y="119469"/>
                  <a:pt x="617279" y="122705"/>
                </a:cubicBezTo>
                <a:cubicBezTo>
                  <a:pt x="620185" y="125939"/>
                  <a:pt x="624080" y="127556"/>
                  <a:pt x="628966" y="127556"/>
                </a:cubicBezTo>
                <a:cubicBezTo>
                  <a:pt x="629625" y="127556"/>
                  <a:pt x="630813" y="127490"/>
                  <a:pt x="632530" y="127359"/>
                </a:cubicBezTo>
                <a:cubicBezTo>
                  <a:pt x="634246" y="127226"/>
                  <a:pt x="635171" y="127160"/>
                  <a:pt x="635304" y="127160"/>
                </a:cubicBezTo>
                <a:cubicBezTo>
                  <a:pt x="636493" y="127160"/>
                  <a:pt x="637087" y="127821"/>
                  <a:pt x="637087" y="129142"/>
                </a:cubicBezTo>
                <a:cubicBezTo>
                  <a:pt x="637087" y="130065"/>
                  <a:pt x="636558" y="131385"/>
                  <a:pt x="635501" y="133102"/>
                </a:cubicBezTo>
                <a:cubicBezTo>
                  <a:pt x="634445" y="134818"/>
                  <a:pt x="633092" y="136503"/>
                  <a:pt x="631442" y="138155"/>
                </a:cubicBezTo>
                <a:cubicBezTo>
                  <a:pt x="629791" y="139805"/>
                  <a:pt x="627943" y="141225"/>
                  <a:pt x="625896" y="142413"/>
                </a:cubicBezTo>
                <a:cubicBezTo>
                  <a:pt x="623849" y="143600"/>
                  <a:pt x="621835" y="144193"/>
                  <a:pt x="619854" y="144193"/>
                </a:cubicBezTo>
                <a:close/>
                <a:moveTo>
                  <a:pt x="700712" y="144193"/>
                </a:moveTo>
                <a:cubicBezTo>
                  <a:pt x="694373" y="144193"/>
                  <a:pt x="688265" y="143171"/>
                  <a:pt x="682387" y="141126"/>
                </a:cubicBezTo>
                <a:cubicBezTo>
                  <a:pt x="676512" y="139079"/>
                  <a:pt x="671297" y="135909"/>
                  <a:pt x="666741" y="131618"/>
                </a:cubicBezTo>
                <a:cubicBezTo>
                  <a:pt x="662185" y="127326"/>
                  <a:pt x="658554" y="121879"/>
                  <a:pt x="655846" y="115276"/>
                </a:cubicBezTo>
                <a:cubicBezTo>
                  <a:pt x="653140" y="108673"/>
                  <a:pt x="651787" y="100817"/>
                  <a:pt x="651787" y="91705"/>
                </a:cubicBezTo>
                <a:cubicBezTo>
                  <a:pt x="651787" y="82594"/>
                  <a:pt x="653140" y="74770"/>
                  <a:pt x="655846" y="68234"/>
                </a:cubicBezTo>
                <a:cubicBezTo>
                  <a:pt x="658554" y="61698"/>
                  <a:pt x="662185" y="56317"/>
                  <a:pt x="666741" y="52092"/>
                </a:cubicBezTo>
                <a:cubicBezTo>
                  <a:pt x="671297" y="47867"/>
                  <a:pt x="676512" y="44764"/>
                  <a:pt x="682387" y="42784"/>
                </a:cubicBezTo>
                <a:cubicBezTo>
                  <a:pt x="688265" y="40803"/>
                  <a:pt x="694373" y="39813"/>
                  <a:pt x="700712" y="39813"/>
                </a:cubicBezTo>
                <a:cubicBezTo>
                  <a:pt x="706917" y="39813"/>
                  <a:pt x="712958" y="40803"/>
                  <a:pt x="718833" y="42784"/>
                </a:cubicBezTo>
                <a:cubicBezTo>
                  <a:pt x="724709" y="44764"/>
                  <a:pt x="729891" y="47867"/>
                  <a:pt x="734380" y="52092"/>
                </a:cubicBezTo>
                <a:cubicBezTo>
                  <a:pt x="738871" y="56317"/>
                  <a:pt x="742470" y="61698"/>
                  <a:pt x="745176" y="68234"/>
                </a:cubicBezTo>
                <a:cubicBezTo>
                  <a:pt x="747883" y="74770"/>
                  <a:pt x="749237" y="82594"/>
                  <a:pt x="749237" y="91705"/>
                </a:cubicBezTo>
                <a:cubicBezTo>
                  <a:pt x="749237" y="100817"/>
                  <a:pt x="747883" y="108673"/>
                  <a:pt x="745176" y="115276"/>
                </a:cubicBezTo>
                <a:cubicBezTo>
                  <a:pt x="742470" y="121879"/>
                  <a:pt x="738871" y="127326"/>
                  <a:pt x="734380" y="131618"/>
                </a:cubicBezTo>
                <a:cubicBezTo>
                  <a:pt x="729891" y="135909"/>
                  <a:pt x="724709" y="139079"/>
                  <a:pt x="718833" y="141126"/>
                </a:cubicBezTo>
                <a:cubicBezTo>
                  <a:pt x="712958" y="143171"/>
                  <a:pt x="706917" y="144193"/>
                  <a:pt x="700712" y="144193"/>
                </a:cubicBezTo>
                <a:moveTo>
                  <a:pt x="700712" y="128547"/>
                </a:moveTo>
                <a:cubicBezTo>
                  <a:pt x="704143" y="128547"/>
                  <a:pt x="707377" y="127854"/>
                  <a:pt x="710413" y="126468"/>
                </a:cubicBezTo>
                <a:cubicBezTo>
                  <a:pt x="713452" y="125082"/>
                  <a:pt x="716126" y="122903"/>
                  <a:pt x="718437" y="119934"/>
                </a:cubicBezTo>
                <a:cubicBezTo>
                  <a:pt x="720748" y="116962"/>
                  <a:pt x="722597" y="113132"/>
                  <a:pt x="723983" y="108446"/>
                </a:cubicBezTo>
                <a:cubicBezTo>
                  <a:pt x="725369" y="103757"/>
                  <a:pt x="726063" y="98045"/>
                  <a:pt x="726063" y="91309"/>
                </a:cubicBezTo>
                <a:cubicBezTo>
                  <a:pt x="726063" y="84576"/>
                  <a:pt x="725369" y="78866"/>
                  <a:pt x="723983" y="74179"/>
                </a:cubicBezTo>
                <a:cubicBezTo>
                  <a:pt x="722597" y="69491"/>
                  <a:pt x="720748" y="65694"/>
                  <a:pt x="718437" y="62788"/>
                </a:cubicBezTo>
                <a:cubicBezTo>
                  <a:pt x="716126" y="59883"/>
                  <a:pt x="713452" y="57770"/>
                  <a:pt x="710413" y="56450"/>
                </a:cubicBezTo>
                <a:cubicBezTo>
                  <a:pt x="707377" y="55129"/>
                  <a:pt x="704143" y="54468"/>
                  <a:pt x="700712" y="54468"/>
                </a:cubicBezTo>
                <a:cubicBezTo>
                  <a:pt x="697278" y="54468"/>
                  <a:pt x="694009" y="55129"/>
                  <a:pt x="690904" y="56450"/>
                </a:cubicBezTo>
                <a:cubicBezTo>
                  <a:pt x="687801" y="57770"/>
                  <a:pt x="685061" y="59883"/>
                  <a:pt x="682684" y="62788"/>
                </a:cubicBezTo>
                <a:cubicBezTo>
                  <a:pt x="680308" y="65694"/>
                  <a:pt x="678427" y="69491"/>
                  <a:pt x="677041" y="74179"/>
                </a:cubicBezTo>
                <a:cubicBezTo>
                  <a:pt x="675655" y="78866"/>
                  <a:pt x="674962" y="84576"/>
                  <a:pt x="674962" y="91309"/>
                </a:cubicBezTo>
                <a:cubicBezTo>
                  <a:pt x="674962" y="98045"/>
                  <a:pt x="675655" y="103757"/>
                  <a:pt x="677041" y="108446"/>
                </a:cubicBezTo>
                <a:cubicBezTo>
                  <a:pt x="678427" y="113132"/>
                  <a:pt x="680308" y="116962"/>
                  <a:pt x="682684" y="119934"/>
                </a:cubicBezTo>
                <a:cubicBezTo>
                  <a:pt x="685061" y="122903"/>
                  <a:pt x="687801" y="125082"/>
                  <a:pt x="690904" y="126468"/>
                </a:cubicBezTo>
                <a:cubicBezTo>
                  <a:pt x="694009" y="127854"/>
                  <a:pt x="697278" y="128547"/>
                  <a:pt x="700712" y="128547"/>
                </a:cubicBezTo>
                <a:close/>
                <a:moveTo>
                  <a:pt x="849982" y="144393"/>
                </a:moveTo>
                <a:cubicBezTo>
                  <a:pt x="839418" y="144393"/>
                  <a:pt x="831000" y="141323"/>
                  <a:pt x="824728" y="135184"/>
                </a:cubicBezTo>
                <a:cubicBezTo>
                  <a:pt x="818456" y="129043"/>
                  <a:pt x="815319" y="120096"/>
                  <a:pt x="815319" y="108343"/>
                </a:cubicBezTo>
                <a:lnTo>
                  <a:pt x="815319" y="45159"/>
                </a:lnTo>
                <a:cubicBezTo>
                  <a:pt x="815319" y="44103"/>
                  <a:pt x="815979" y="43246"/>
                  <a:pt x="817299" y="42587"/>
                </a:cubicBezTo>
                <a:cubicBezTo>
                  <a:pt x="818621" y="41926"/>
                  <a:pt x="821526" y="41596"/>
                  <a:pt x="826015" y="41596"/>
                </a:cubicBezTo>
                <a:cubicBezTo>
                  <a:pt x="830504" y="41596"/>
                  <a:pt x="833409" y="41926"/>
                  <a:pt x="834729" y="42587"/>
                </a:cubicBezTo>
                <a:cubicBezTo>
                  <a:pt x="836050" y="43246"/>
                  <a:pt x="836711" y="44103"/>
                  <a:pt x="836711" y="45159"/>
                </a:cubicBezTo>
                <a:lnTo>
                  <a:pt x="836711" y="102005"/>
                </a:lnTo>
                <a:cubicBezTo>
                  <a:pt x="836711" y="111249"/>
                  <a:pt x="838493" y="117621"/>
                  <a:pt x="842058" y="121121"/>
                </a:cubicBezTo>
                <a:cubicBezTo>
                  <a:pt x="845624" y="124619"/>
                  <a:pt x="850246" y="126368"/>
                  <a:pt x="855924" y="126368"/>
                </a:cubicBezTo>
                <a:cubicBezTo>
                  <a:pt x="858829" y="126368"/>
                  <a:pt x="861536" y="125840"/>
                  <a:pt x="864045" y="124784"/>
                </a:cubicBezTo>
                <a:cubicBezTo>
                  <a:pt x="866553" y="123727"/>
                  <a:pt x="868765" y="122307"/>
                  <a:pt x="870679" y="120526"/>
                </a:cubicBezTo>
                <a:cubicBezTo>
                  <a:pt x="872595" y="118743"/>
                  <a:pt x="874114" y="116696"/>
                  <a:pt x="875236" y="114385"/>
                </a:cubicBezTo>
                <a:cubicBezTo>
                  <a:pt x="876359" y="112074"/>
                  <a:pt x="876920" y="109598"/>
                  <a:pt x="876920" y="106959"/>
                </a:cubicBezTo>
                <a:lnTo>
                  <a:pt x="876920" y="45159"/>
                </a:lnTo>
                <a:cubicBezTo>
                  <a:pt x="876920" y="44103"/>
                  <a:pt x="877580" y="43246"/>
                  <a:pt x="878899" y="42587"/>
                </a:cubicBezTo>
                <a:cubicBezTo>
                  <a:pt x="880219" y="41926"/>
                  <a:pt x="883124" y="41596"/>
                  <a:pt x="887616" y="41596"/>
                </a:cubicBezTo>
                <a:cubicBezTo>
                  <a:pt x="892105" y="41596"/>
                  <a:pt x="895009" y="41926"/>
                  <a:pt x="896329" y="42587"/>
                </a:cubicBezTo>
                <a:cubicBezTo>
                  <a:pt x="897651" y="43246"/>
                  <a:pt x="898311" y="44103"/>
                  <a:pt x="898311" y="45159"/>
                </a:cubicBezTo>
                <a:lnTo>
                  <a:pt x="898311" y="107551"/>
                </a:lnTo>
                <a:cubicBezTo>
                  <a:pt x="898311" y="113362"/>
                  <a:pt x="899895" y="117951"/>
                  <a:pt x="903063" y="121318"/>
                </a:cubicBezTo>
                <a:cubicBezTo>
                  <a:pt x="906232" y="124685"/>
                  <a:pt x="910722" y="126368"/>
                  <a:pt x="916533" y="126368"/>
                </a:cubicBezTo>
                <a:cubicBezTo>
                  <a:pt x="920361" y="126368"/>
                  <a:pt x="923728" y="125378"/>
                  <a:pt x="926633" y="123397"/>
                </a:cubicBezTo>
                <a:cubicBezTo>
                  <a:pt x="929539" y="121416"/>
                  <a:pt x="931982" y="118611"/>
                  <a:pt x="933962" y="114980"/>
                </a:cubicBezTo>
                <a:cubicBezTo>
                  <a:pt x="935943" y="111347"/>
                  <a:pt x="937428" y="106957"/>
                  <a:pt x="938417" y="101809"/>
                </a:cubicBezTo>
                <a:cubicBezTo>
                  <a:pt x="939409" y="96659"/>
                  <a:pt x="939904" y="90980"/>
                  <a:pt x="939904" y="84772"/>
                </a:cubicBezTo>
                <a:cubicBezTo>
                  <a:pt x="939904" y="78830"/>
                  <a:pt x="939409" y="73582"/>
                  <a:pt x="938417" y="69026"/>
                </a:cubicBezTo>
                <a:cubicBezTo>
                  <a:pt x="937428" y="64470"/>
                  <a:pt x="936339" y="60576"/>
                  <a:pt x="935150" y="57342"/>
                </a:cubicBezTo>
                <a:cubicBezTo>
                  <a:pt x="933961" y="54106"/>
                  <a:pt x="932871" y="51498"/>
                  <a:pt x="931880" y="49517"/>
                </a:cubicBezTo>
                <a:cubicBezTo>
                  <a:pt x="930891" y="47537"/>
                  <a:pt x="930396" y="46216"/>
                  <a:pt x="930396" y="45555"/>
                </a:cubicBezTo>
                <a:cubicBezTo>
                  <a:pt x="930396" y="42916"/>
                  <a:pt x="933302" y="41596"/>
                  <a:pt x="939112" y="41596"/>
                </a:cubicBezTo>
                <a:cubicBezTo>
                  <a:pt x="943734" y="41596"/>
                  <a:pt x="947168" y="42322"/>
                  <a:pt x="949412" y="43775"/>
                </a:cubicBezTo>
                <a:cubicBezTo>
                  <a:pt x="951657" y="45226"/>
                  <a:pt x="953307" y="47074"/>
                  <a:pt x="954363" y="49321"/>
                </a:cubicBezTo>
                <a:cubicBezTo>
                  <a:pt x="956080" y="53413"/>
                  <a:pt x="957697" y="58101"/>
                  <a:pt x="959217" y="63383"/>
                </a:cubicBezTo>
                <a:cubicBezTo>
                  <a:pt x="960736" y="68664"/>
                  <a:pt x="961495" y="75201"/>
                  <a:pt x="961495" y="82992"/>
                </a:cubicBezTo>
                <a:cubicBezTo>
                  <a:pt x="961495" y="91706"/>
                  <a:pt x="960472" y="99794"/>
                  <a:pt x="958425" y="107255"/>
                </a:cubicBezTo>
                <a:cubicBezTo>
                  <a:pt x="956378" y="114716"/>
                  <a:pt x="953374" y="121187"/>
                  <a:pt x="949412" y="126667"/>
                </a:cubicBezTo>
                <a:cubicBezTo>
                  <a:pt x="945451" y="132146"/>
                  <a:pt x="940500" y="136469"/>
                  <a:pt x="934558" y="139639"/>
                </a:cubicBezTo>
                <a:cubicBezTo>
                  <a:pt x="928616" y="142808"/>
                  <a:pt x="921749" y="144393"/>
                  <a:pt x="913958" y="144393"/>
                </a:cubicBezTo>
                <a:cubicBezTo>
                  <a:pt x="908808" y="144393"/>
                  <a:pt x="904285" y="143733"/>
                  <a:pt x="900388" y="142413"/>
                </a:cubicBezTo>
                <a:cubicBezTo>
                  <a:pt x="896493" y="141092"/>
                  <a:pt x="893258" y="139606"/>
                  <a:pt x="890683" y="137955"/>
                </a:cubicBezTo>
                <a:cubicBezTo>
                  <a:pt x="888110" y="136305"/>
                  <a:pt x="886130" y="134721"/>
                  <a:pt x="884741" y="133201"/>
                </a:cubicBezTo>
                <a:cubicBezTo>
                  <a:pt x="883355" y="131682"/>
                  <a:pt x="882530" y="130659"/>
                  <a:pt x="882266" y="130131"/>
                </a:cubicBezTo>
                <a:cubicBezTo>
                  <a:pt x="881871" y="130528"/>
                  <a:pt x="880881" y="131519"/>
                  <a:pt x="879295" y="133105"/>
                </a:cubicBezTo>
                <a:cubicBezTo>
                  <a:pt x="877712" y="134688"/>
                  <a:pt x="875532" y="136305"/>
                  <a:pt x="872758" y="137955"/>
                </a:cubicBezTo>
                <a:cubicBezTo>
                  <a:pt x="869986" y="139606"/>
                  <a:pt x="866684" y="141092"/>
                  <a:pt x="862854" y="142413"/>
                </a:cubicBezTo>
                <a:cubicBezTo>
                  <a:pt x="859026" y="143733"/>
                  <a:pt x="854735" y="144393"/>
                  <a:pt x="849982" y="144393"/>
                </a:cubicBezTo>
                <a:close/>
                <a:moveTo>
                  <a:pt x="995362" y="142610"/>
                </a:moveTo>
                <a:cubicBezTo>
                  <a:pt x="990873" y="142610"/>
                  <a:pt x="987968" y="142280"/>
                  <a:pt x="986646" y="141621"/>
                </a:cubicBezTo>
                <a:cubicBezTo>
                  <a:pt x="985326" y="140961"/>
                  <a:pt x="984667" y="140101"/>
                  <a:pt x="984667" y="139043"/>
                </a:cubicBezTo>
                <a:lnTo>
                  <a:pt x="984667" y="65560"/>
                </a:lnTo>
                <a:cubicBezTo>
                  <a:pt x="984667" y="63051"/>
                  <a:pt x="984369" y="60972"/>
                  <a:pt x="983775" y="59322"/>
                </a:cubicBezTo>
                <a:cubicBezTo>
                  <a:pt x="983183" y="57671"/>
                  <a:pt x="982523" y="56285"/>
                  <a:pt x="981795" y="55163"/>
                </a:cubicBezTo>
                <a:cubicBezTo>
                  <a:pt x="981070" y="54041"/>
                  <a:pt x="980410" y="53149"/>
                  <a:pt x="979816" y="52488"/>
                </a:cubicBezTo>
                <a:cubicBezTo>
                  <a:pt x="979221" y="51827"/>
                  <a:pt x="978924" y="51167"/>
                  <a:pt x="978924" y="50509"/>
                </a:cubicBezTo>
                <a:cubicBezTo>
                  <a:pt x="978924" y="49717"/>
                  <a:pt x="979584" y="48726"/>
                  <a:pt x="980904" y="47538"/>
                </a:cubicBezTo>
                <a:cubicBezTo>
                  <a:pt x="982226" y="46349"/>
                  <a:pt x="983777" y="45193"/>
                  <a:pt x="985558" y="44071"/>
                </a:cubicBezTo>
                <a:cubicBezTo>
                  <a:pt x="987341" y="42949"/>
                  <a:pt x="989157" y="41992"/>
                  <a:pt x="991004" y="41200"/>
                </a:cubicBezTo>
                <a:cubicBezTo>
                  <a:pt x="992854" y="40406"/>
                  <a:pt x="994307" y="40009"/>
                  <a:pt x="995362" y="40009"/>
                </a:cubicBezTo>
                <a:cubicBezTo>
                  <a:pt x="998004" y="40009"/>
                  <a:pt x="1000150" y="41264"/>
                  <a:pt x="1001800" y="43775"/>
                </a:cubicBezTo>
                <a:cubicBezTo>
                  <a:pt x="1003452" y="46283"/>
                  <a:pt x="1004806" y="49650"/>
                  <a:pt x="1005862" y="53875"/>
                </a:cubicBezTo>
                <a:cubicBezTo>
                  <a:pt x="1007974" y="51234"/>
                  <a:pt x="1010350" y="48857"/>
                  <a:pt x="1012992" y="46746"/>
                </a:cubicBezTo>
                <a:cubicBezTo>
                  <a:pt x="1015236" y="45029"/>
                  <a:pt x="1017910" y="43444"/>
                  <a:pt x="1021013" y="41992"/>
                </a:cubicBezTo>
                <a:cubicBezTo>
                  <a:pt x="1024116" y="40539"/>
                  <a:pt x="1027450" y="39813"/>
                  <a:pt x="1031016" y="39813"/>
                </a:cubicBezTo>
                <a:cubicBezTo>
                  <a:pt x="1033261" y="39813"/>
                  <a:pt x="1035407" y="40011"/>
                  <a:pt x="1037454" y="40408"/>
                </a:cubicBezTo>
                <a:cubicBezTo>
                  <a:pt x="1039501" y="40803"/>
                  <a:pt x="1041350" y="41364"/>
                  <a:pt x="1043000" y="42091"/>
                </a:cubicBezTo>
                <a:cubicBezTo>
                  <a:pt x="1044650" y="42817"/>
                  <a:pt x="1045970" y="43609"/>
                  <a:pt x="1046959" y="44467"/>
                </a:cubicBezTo>
                <a:cubicBezTo>
                  <a:pt x="1047950" y="45325"/>
                  <a:pt x="1048446" y="46217"/>
                  <a:pt x="1048446" y="47142"/>
                </a:cubicBezTo>
                <a:cubicBezTo>
                  <a:pt x="1048446" y="47934"/>
                  <a:pt x="1048017" y="49221"/>
                  <a:pt x="1047159" y="51004"/>
                </a:cubicBezTo>
                <a:cubicBezTo>
                  <a:pt x="1046300" y="52785"/>
                  <a:pt x="1045210" y="54601"/>
                  <a:pt x="1043888" y="56450"/>
                </a:cubicBezTo>
                <a:cubicBezTo>
                  <a:pt x="1042569" y="58298"/>
                  <a:pt x="1041249" y="59916"/>
                  <a:pt x="1039929" y="61304"/>
                </a:cubicBezTo>
                <a:cubicBezTo>
                  <a:pt x="1038609" y="62690"/>
                  <a:pt x="1037421" y="63383"/>
                  <a:pt x="1036363" y="63383"/>
                </a:cubicBezTo>
                <a:cubicBezTo>
                  <a:pt x="1035704" y="63383"/>
                  <a:pt x="1034978" y="63120"/>
                  <a:pt x="1034184" y="62592"/>
                </a:cubicBezTo>
                <a:cubicBezTo>
                  <a:pt x="1033392" y="62062"/>
                  <a:pt x="1032468" y="61500"/>
                  <a:pt x="1031412" y="60905"/>
                </a:cubicBezTo>
                <a:cubicBezTo>
                  <a:pt x="1030357" y="60311"/>
                  <a:pt x="1029168" y="59750"/>
                  <a:pt x="1027846" y="59222"/>
                </a:cubicBezTo>
                <a:cubicBezTo>
                  <a:pt x="1026526" y="58694"/>
                  <a:pt x="1024942" y="58430"/>
                  <a:pt x="1023092" y="58430"/>
                </a:cubicBezTo>
                <a:cubicBezTo>
                  <a:pt x="1020847" y="58430"/>
                  <a:pt x="1018702" y="58991"/>
                  <a:pt x="1016655" y="60113"/>
                </a:cubicBezTo>
                <a:cubicBezTo>
                  <a:pt x="1014609" y="61236"/>
                  <a:pt x="1012794" y="62722"/>
                  <a:pt x="1011208" y="64571"/>
                </a:cubicBezTo>
                <a:cubicBezTo>
                  <a:pt x="1009625" y="66419"/>
                  <a:pt x="1008370" y="68433"/>
                  <a:pt x="1007446" y="70613"/>
                </a:cubicBezTo>
                <a:cubicBezTo>
                  <a:pt x="1006521" y="72791"/>
                  <a:pt x="1006058" y="75002"/>
                  <a:pt x="1006058" y="77247"/>
                </a:cubicBezTo>
                <a:lnTo>
                  <a:pt x="1006058" y="139043"/>
                </a:lnTo>
                <a:cubicBezTo>
                  <a:pt x="1006058" y="140101"/>
                  <a:pt x="1005399" y="140961"/>
                  <a:pt x="1004079" y="141621"/>
                </a:cubicBezTo>
                <a:cubicBezTo>
                  <a:pt x="1002759" y="142280"/>
                  <a:pt x="999854" y="142610"/>
                  <a:pt x="995362" y="142610"/>
                </a:cubicBezTo>
                <a:close/>
                <a:moveTo>
                  <a:pt x="1075779" y="1980"/>
                </a:moveTo>
                <a:cubicBezTo>
                  <a:pt x="1079609" y="1980"/>
                  <a:pt x="1082613" y="3003"/>
                  <a:pt x="1084791" y="5050"/>
                </a:cubicBezTo>
                <a:cubicBezTo>
                  <a:pt x="1086969" y="7097"/>
                  <a:pt x="1088058" y="10497"/>
                  <a:pt x="1088058" y="15250"/>
                </a:cubicBezTo>
                <a:cubicBezTo>
                  <a:pt x="1088058" y="20006"/>
                  <a:pt x="1086969" y="23340"/>
                  <a:pt x="1084791" y="25254"/>
                </a:cubicBezTo>
                <a:cubicBezTo>
                  <a:pt x="1082613" y="27168"/>
                  <a:pt x="1079609" y="28125"/>
                  <a:pt x="1075779" y="28125"/>
                </a:cubicBezTo>
                <a:cubicBezTo>
                  <a:pt x="1071951" y="28125"/>
                  <a:pt x="1068946" y="27168"/>
                  <a:pt x="1066766" y="25254"/>
                </a:cubicBezTo>
                <a:cubicBezTo>
                  <a:pt x="1064588" y="23340"/>
                  <a:pt x="1063499" y="20006"/>
                  <a:pt x="1063499" y="15250"/>
                </a:cubicBezTo>
                <a:cubicBezTo>
                  <a:pt x="1063499" y="10497"/>
                  <a:pt x="1064588" y="7097"/>
                  <a:pt x="1066766" y="5050"/>
                </a:cubicBezTo>
                <a:cubicBezTo>
                  <a:pt x="1068946" y="3003"/>
                  <a:pt x="1071951" y="1980"/>
                  <a:pt x="1075779" y="1980"/>
                </a:cubicBezTo>
                <a:moveTo>
                  <a:pt x="1065083" y="45159"/>
                </a:moveTo>
                <a:cubicBezTo>
                  <a:pt x="1065083" y="44103"/>
                  <a:pt x="1065743" y="43246"/>
                  <a:pt x="1067063" y="42587"/>
                </a:cubicBezTo>
                <a:cubicBezTo>
                  <a:pt x="1068384" y="41926"/>
                  <a:pt x="1071290" y="41596"/>
                  <a:pt x="1075779" y="41596"/>
                </a:cubicBezTo>
                <a:cubicBezTo>
                  <a:pt x="1080268" y="41596"/>
                  <a:pt x="1083172" y="41926"/>
                  <a:pt x="1084492" y="42587"/>
                </a:cubicBezTo>
                <a:cubicBezTo>
                  <a:pt x="1085814" y="43246"/>
                  <a:pt x="1086475" y="44103"/>
                  <a:pt x="1086475" y="45159"/>
                </a:cubicBezTo>
                <a:lnTo>
                  <a:pt x="1086475" y="118051"/>
                </a:lnTo>
                <a:cubicBezTo>
                  <a:pt x="1086475" y="121351"/>
                  <a:pt x="1087101" y="123662"/>
                  <a:pt x="1088355" y="124984"/>
                </a:cubicBezTo>
                <a:cubicBezTo>
                  <a:pt x="1089610" y="126304"/>
                  <a:pt x="1091558" y="126963"/>
                  <a:pt x="1094200" y="126963"/>
                </a:cubicBezTo>
                <a:lnTo>
                  <a:pt x="1094992" y="126963"/>
                </a:lnTo>
                <a:cubicBezTo>
                  <a:pt x="1095519" y="126963"/>
                  <a:pt x="1096047" y="126963"/>
                  <a:pt x="1096575" y="126963"/>
                </a:cubicBezTo>
                <a:cubicBezTo>
                  <a:pt x="1097105" y="126963"/>
                  <a:pt x="1097601" y="126997"/>
                  <a:pt x="1098062" y="127063"/>
                </a:cubicBezTo>
                <a:lnTo>
                  <a:pt x="1098754" y="127160"/>
                </a:lnTo>
                <a:cubicBezTo>
                  <a:pt x="1099284" y="127293"/>
                  <a:pt x="1099549" y="127623"/>
                  <a:pt x="1099549" y="128151"/>
                </a:cubicBezTo>
                <a:cubicBezTo>
                  <a:pt x="1099549" y="129471"/>
                  <a:pt x="1099053" y="130989"/>
                  <a:pt x="1098062" y="132706"/>
                </a:cubicBezTo>
                <a:cubicBezTo>
                  <a:pt x="1097073" y="134422"/>
                  <a:pt x="1095819" y="136040"/>
                  <a:pt x="1094299" y="137560"/>
                </a:cubicBezTo>
                <a:cubicBezTo>
                  <a:pt x="1092780" y="139077"/>
                  <a:pt x="1091129" y="140397"/>
                  <a:pt x="1089346" y="141522"/>
                </a:cubicBezTo>
                <a:cubicBezTo>
                  <a:pt x="1087565" y="142644"/>
                  <a:pt x="1085816" y="143271"/>
                  <a:pt x="1084099" y="143402"/>
                </a:cubicBezTo>
                <a:cubicBezTo>
                  <a:pt x="1078157" y="143402"/>
                  <a:pt x="1073502" y="141521"/>
                  <a:pt x="1070133" y="137759"/>
                </a:cubicBezTo>
                <a:cubicBezTo>
                  <a:pt x="1066766" y="133995"/>
                  <a:pt x="1065083" y="128878"/>
                  <a:pt x="1065083" y="122406"/>
                </a:cubicBezTo>
                <a:lnTo>
                  <a:pt x="1065083" y="45159"/>
                </a:lnTo>
                <a:close/>
                <a:moveTo>
                  <a:pt x="1152630" y="144193"/>
                </a:moveTo>
                <a:cubicBezTo>
                  <a:pt x="1143652" y="144193"/>
                  <a:pt x="1136687" y="141520"/>
                  <a:pt x="1131734" y="136172"/>
                </a:cubicBezTo>
                <a:cubicBezTo>
                  <a:pt x="1126782" y="130825"/>
                  <a:pt x="1124306" y="123926"/>
                  <a:pt x="1124306" y="115476"/>
                </a:cubicBezTo>
                <a:lnTo>
                  <a:pt x="1124306" y="57838"/>
                </a:lnTo>
                <a:lnTo>
                  <a:pt x="1116977" y="57838"/>
                </a:lnTo>
                <a:cubicBezTo>
                  <a:pt x="1116054" y="57838"/>
                  <a:pt x="1115262" y="57243"/>
                  <a:pt x="1114601" y="56054"/>
                </a:cubicBezTo>
                <a:cubicBezTo>
                  <a:pt x="1113940" y="54866"/>
                  <a:pt x="1113610" y="52753"/>
                  <a:pt x="1113610" y="49717"/>
                </a:cubicBezTo>
                <a:cubicBezTo>
                  <a:pt x="1113610" y="46547"/>
                  <a:pt x="1113940" y="44401"/>
                  <a:pt x="1114601" y="43279"/>
                </a:cubicBezTo>
                <a:cubicBezTo>
                  <a:pt x="1115262" y="42157"/>
                  <a:pt x="1116120" y="41596"/>
                  <a:pt x="1117176" y="41596"/>
                </a:cubicBezTo>
                <a:lnTo>
                  <a:pt x="1124306" y="41596"/>
                </a:lnTo>
                <a:lnTo>
                  <a:pt x="1124306" y="21987"/>
                </a:lnTo>
                <a:cubicBezTo>
                  <a:pt x="1124306" y="20929"/>
                  <a:pt x="1125032" y="19839"/>
                  <a:pt x="1126485" y="18717"/>
                </a:cubicBezTo>
                <a:cubicBezTo>
                  <a:pt x="1127937" y="17595"/>
                  <a:pt x="1129687" y="16539"/>
                  <a:pt x="1131734" y="15550"/>
                </a:cubicBezTo>
                <a:cubicBezTo>
                  <a:pt x="1133781" y="14558"/>
                  <a:pt x="1135861" y="13733"/>
                  <a:pt x="1137972" y="13074"/>
                </a:cubicBezTo>
                <a:cubicBezTo>
                  <a:pt x="1140086" y="12414"/>
                  <a:pt x="1141737" y="12083"/>
                  <a:pt x="1142926" y="12083"/>
                </a:cubicBezTo>
                <a:cubicBezTo>
                  <a:pt x="1144774" y="12083"/>
                  <a:pt x="1145697" y="13139"/>
                  <a:pt x="1145697" y="15250"/>
                </a:cubicBezTo>
                <a:lnTo>
                  <a:pt x="1145697" y="41596"/>
                </a:lnTo>
                <a:lnTo>
                  <a:pt x="1166098" y="41596"/>
                </a:lnTo>
                <a:cubicBezTo>
                  <a:pt x="1167947" y="41596"/>
                  <a:pt x="1168872" y="42520"/>
                  <a:pt x="1168872" y="44367"/>
                </a:cubicBezTo>
                <a:cubicBezTo>
                  <a:pt x="1168872" y="45423"/>
                  <a:pt x="1168542" y="46710"/>
                  <a:pt x="1167881" y="48230"/>
                </a:cubicBezTo>
                <a:cubicBezTo>
                  <a:pt x="1167222" y="49749"/>
                  <a:pt x="1166397" y="51235"/>
                  <a:pt x="1165406" y="52688"/>
                </a:cubicBezTo>
                <a:cubicBezTo>
                  <a:pt x="1164416" y="54140"/>
                  <a:pt x="1163294" y="55362"/>
                  <a:pt x="1162039" y="56354"/>
                </a:cubicBezTo>
                <a:cubicBezTo>
                  <a:pt x="1160784" y="57343"/>
                  <a:pt x="1159628" y="57838"/>
                  <a:pt x="1158572" y="57838"/>
                </a:cubicBezTo>
                <a:lnTo>
                  <a:pt x="1145697" y="57838"/>
                </a:lnTo>
                <a:lnTo>
                  <a:pt x="1145697" y="107551"/>
                </a:lnTo>
                <a:cubicBezTo>
                  <a:pt x="1145697" y="114418"/>
                  <a:pt x="1147150" y="119469"/>
                  <a:pt x="1150055" y="122705"/>
                </a:cubicBezTo>
                <a:cubicBezTo>
                  <a:pt x="1152961" y="125939"/>
                  <a:pt x="1156857" y="127556"/>
                  <a:pt x="1161743" y="127556"/>
                </a:cubicBezTo>
                <a:cubicBezTo>
                  <a:pt x="1162402" y="127556"/>
                  <a:pt x="1163589" y="127490"/>
                  <a:pt x="1165306" y="127359"/>
                </a:cubicBezTo>
                <a:cubicBezTo>
                  <a:pt x="1167023" y="127226"/>
                  <a:pt x="1167947" y="127160"/>
                  <a:pt x="1168080" y="127160"/>
                </a:cubicBezTo>
                <a:cubicBezTo>
                  <a:pt x="1169269" y="127160"/>
                  <a:pt x="1169864" y="127821"/>
                  <a:pt x="1169864" y="129142"/>
                </a:cubicBezTo>
                <a:cubicBezTo>
                  <a:pt x="1169864" y="130065"/>
                  <a:pt x="1169335" y="131385"/>
                  <a:pt x="1168277" y="133102"/>
                </a:cubicBezTo>
                <a:cubicBezTo>
                  <a:pt x="1167221" y="134818"/>
                  <a:pt x="1165868" y="136503"/>
                  <a:pt x="1164218" y="138155"/>
                </a:cubicBezTo>
                <a:cubicBezTo>
                  <a:pt x="1162568" y="139805"/>
                  <a:pt x="1160719" y="141225"/>
                  <a:pt x="1158672" y="142413"/>
                </a:cubicBezTo>
                <a:cubicBezTo>
                  <a:pt x="1156625" y="143600"/>
                  <a:pt x="1154611" y="144193"/>
                  <a:pt x="1152630" y="144193"/>
                </a:cubicBezTo>
                <a:close/>
                <a:moveTo>
                  <a:pt x="1236214" y="144393"/>
                </a:moveTo>
                <a:cubicBezTo>
                  <a:pt x="1229349" y="144393"/>
                  <a:pt x="1222846" y="143469"/>
                  <a:pt x="1216705" y="141621"/>
                </a:cubicBezTo>
                <a:cubicBezTo>
                  <a:pt x="1210566" y="139772"/>
                  <a:pt x="1205152" y="136866"/>
                  <a:pt x="1200463" y="132905"/>
                </a:cubicBezTo>
                <a:cubicBezTo>
                  <a:pt x="1195777" y="128944"/>
                  <a:pt x="1192079" y="123894"/>
                  <a:pt x="1189371" y="117754"/>
                </a:cubicBezTo>
                <a:cubicBezTo>
                  <a:pt x="1186665" y="111613"/>
                  <a:pt x="1185312" y="104251"/>
                  <a:pt x="1185312" y="95668"/>
                </a:cubicBezTo>
                <a:cubicBezTo>
                  <a:pt x="1185312" y="85765"/>
                  <a:pt x="1186732" y="77281"/>
                  <a:pt x="1189571" y="70217"/>
                </a:cubicBezTo>
                <a:cubicBezTo>
                  <a:pt x="1192410" y="63151"/>
                  <a:pt x="1196173" y="57373"/>
                  <a:pt x="1200859" y="52884"/>
                </a:cubicBezTo>
                <a:cubicBezTo>
                  <a:pt x="1205548" y="48395"/>
                  <a:pt x="1210796" y="45095"/>
                  <a:pt x="1216605" y="42983"/>
                </a:cubicBezTo>
                <a:cubicBezTo>
                  <a:pt x="1222416" y="40869"/>
                  <a:pt x="1228292" y="39813"/>
                  <a:pt x="1234234" y="39813"/>
                </a:cubicBezTo>
                <a:cubicBezTo>
                  <a:pt x="1240309" y="39813"/>
                  <a:pt x="1245624" y="40539"/>
                  <a:pt x="1250180" y="41992"/>
                </a:cubicBezTo>
                <a:cubicBezTo>
                  <a:pt x="1254735" y="43444"/>
                  <a:pt x="1258531" y="45425"/>
                  <a:pt x="1261568" y="47934"/>
                </a:cubicBezTo>
                <a:cubicBezTo>
                  <a:pt x="1264604" y="50442"/>
                  <a:pt x="1266882" y="53380"/>
                  <a:pt x="1268401" y="56747"/>
                </a:cubicBezTo>
                <a:cubicBezTo>
                  <a:pt x="1269920" y="60113"/>
                  <a:pt x="1270680" y="63777"/>
                  <a:pt x="1270680" y="67739"/>
                </a:cubicBezTo>
                <a:cubicBezTo>
                  <a:pt x="1270680" y="74474"/>
                  <a:pt x="1268666" y="80252"/>
                  <a:pt x="1264638" y="85071"/>
                </a:cubicBezTo>
                <a:cubicBezTo>
                  <a:pt x="1260611" y="89891"/>
                  <a:pt x="1255560" y="93820"/>
                  <a:pt x="1249485" y="96858"/>
                </a:cubicBezTo>
                <a:cubicBezTo>
                  <a:pt x="1243412" y="99895"/>
                  <a:pt x="1236810" y="102173"/>
                  <a:pt x="1229680" y="103692"/>
                </a:cubicBezTo>
                <a:cubicBezTo>
                  <a:pt x="1222549" y="105209"/>
                  <a:pt x="1215881" y="106100"/>
                  <a:pt x="1209675" y="106363"/>
                </a:cubicBezTo>
                <a:cubicBezTo>
                  <a:pt x="1211523" y="113889"/>
                  <a:pt x="1215154" y="119204"/>
                  <a:pt x="1220567" y="122309"/>
                </a:cubicBezTo>
                <a:cubicBezTo>
                  <a:pt x="1225981" y="125412"/>
                  <a:pt x="1232122" y="126963"/>
                  <a:pt x="1238988" y="126963"/>
                </a:cubicBezTo>
                <a:cubicBezTo>
                  <a:pt x="1242950" y="126963"/>
                  <a:pt x="1246448" y="126567"/>
                  <a:pt x="1249485" y="125776"/>
                </a:cubicBezTo>
                <a:cubicBezTo>
                  <a:pt x="1252523" y="124982"/>
                  <a:pt x="1255131" y="124090"/>
                  <a:pt x="1257309" y="123101"/>
                </a:cubicBezTo>
                <a:cubicBezTo>
                  <a:pt x="1259487" y="122110"/>
                  <a:pt x="1261303" y="121153"/>
                  <a:pt x="1262756" y="120230"/>
                </a:cubicBezTo>
                <a:cubicBezTo>
                  <a:pt x="1264208" y="119305"/>
                  <a:pt x="1265331" y="118776"/>
                  <a:pt x="1266122" y="118643"/>
                </a:cubicBezTo>
                <a:cubicBezTo>
                  <a:pt x="1268236" y="117982"/>
                  <a:pt x="1269293" y="118643"/>
                  <a:pt x="1269293" y="120626"/>
                </a:cubicBezTo>
                <a:cubicBezTo>
                  <a:pt x="1269293" y="122209"/>
                  <a:pt x="1268996" y="124058"/>
                  <a:pt x="1268401" y="126172"/>
                </a:cubicBezTo>
                <a:cubicBezTo>
                  <a:pt x="1267807" y="128283"/>
                  <a:pt x="1266982" y="130528"/>
                  <a:pt x="1265926" y="132905"/>
                </a:cubicBezTo>
                <a:cubicBezTo>
                  <a:pt x="1265398" y="133828"/>
                  <a:pt x="1264276" y="134950"/>
                  <a:pt x="1262559" y="136272"/>
                </a:cubicBezTo>
                <a:cubicBezTo>
                  <a:pt x="1260842" y="137592"/>
                  <a:pt x="1258697" y="138846"/>
                  <a:pt x="1256122" y="140035"/>
                </a:cubicBezTo>
                <a:cubicBezTo>
                  <a:pt x="1253547" y="141224"/>
                  <a:pt x="1250543" y="142247"/>
                  <a:pt x="1247109" y="143105"/>
                </a:cubicBezTo>
                <a:cubicBezTo>
                  <a:pt x="1243676" y="143964"/>
                  <a:pt x="1240044" y="144393"/>
                  <a:pt x="1236214" y="144393"/>
                </a:cubicBezTo>
                <a:moveTo>
                  <a:pt x="1208484" y="94084"/>
                </a:moveTo>
                <a:cubicBezTo>
                  <a:pt x="1213239" y="93820"/>
                  <a:pt x="1218027" y="93060"/>
                  <a:pt x="1222846" y="91805"/>
                </a:cubicBezTo>
                <a:cubicBezTo>
                  <a:pt x="1227666" y="90550"/>
                  <a:pt x="1232023" y="88768"/>
                  <a:pt x="1235918" y="86459"/>
                </a:cubicBezTo>
                <a:cubicBezTo>
                  <a:pt x="1239812" y="84148"/>
                  <a:pt x="1242949" y="81342"/>
                  <a:pt x="1245326" y="78042"/>
                </a:cubicBezTo>
                <a:cubicBezTo>
                  <a:pt x="1247704" y="74739"/>
                  <a:pt x="1248892" y="70909"/>
                  <a:pt x="1248892" y="66551"/>
                </a:cubicBezTo>
                <a:cubicBezTo>
                  <a:pt x="1248892" y="62987"/>
                  <a:pt x="1247637" y="60016"/>
                  <a:pt x="1245127" y="57638"/>
                </a:cubicBezTo>
                <a:cubicBezTo>
                  <a:pt x="1242618" y="55261"/>
                  <a:pt x="1239251" y="54072"/>
                  <a:pt x="1235026" y="54072"/>
                </a:cubicBezTo>
                <a:cubicBezTo>
                  <a:pt x="1231726" y="54072"/>
                  <a:pt x="1228524" y="54766"/>
                  <a:pt x="1225421" y="56154"/>
                </a:cubicBezTo>
                <a:cubicBezTo>
                  <a:pt x="1222318" y="57540"/>
                  <a:pt x="1219545" y="59818"/>
                  <a:pt x="1217101" y="62988"/>
                </a:cubicBezTo>
                <a:cubicBezTo>
                  <a:pt x="1214659" y="66155"/>
                  <a:pt x="1212645" y="70281"/>
                  <a:pt x="1211059" y="75367"/>
                </a:cubicBezTo>
                <a:cubicBezTo>
                  <a:pt x="1209476" y="80450"/>
                  <a:pt x="1208617" y="86689"/>
                  <a:pt x="1208484" y="94084"/>
                </a:cubicBezTo>
                <a:close/>
                <a:moveTo>
                  <a:pt x="1410714" y="144193"/>
                </a:moveTo>
                <a:cubicBezTo>
                  <a:pt x="1407808" y="144193"/>
                  <a:pt x="1405267" y="143698"/>
                  <a:pt x="1403089" y="142706"/>
                </a:cubicBezTo>
                <a:cubicBezTo>
                  <a:pt x="1400911" y="141717"/>
                  <a:pt x="1399095" y="140596"/>
                  <a:pt x="1397642" y="139343"/>
                </a:cubicBezTo>
                <a:cubicBezTo>
                  <a:pt x="1396190" y="138087"/>
                  <a:pt x="1395100" y="136865"/>
                  <a:pt x="1394372" y="135677"/>
                </a:cubicBezTo>
                <a:cubicBezTo>
                  <a:pt x="1393647" y="134488"/>
                  <a:pt x="1393218" y="133696"/>
                  <a:pt x="1393085" y="133301"/>
                </a:cubicBezTo>
                <a:cubicBezTo>
                  <a:pt x="1391634" y="134357"/>
                  <a:pt x="1389852" y="135512"/>
                  <a:pt x="1387738" y="136768"/>
                </a:cubicBezTo>
                <a:cubicBezTo>
                  <a:pt x="1385625" y="138021"/>
                  <a:pt x="1383247" y="139209"/>
                  <a:pt x="1380606" y="140331"/>
                </a:cubicBezTo>
                <a:cubicBezTo>
                  <a:pt x="1377966" y="141453"/>
                  <a:pt x="1375029" y="142410"/>
                  <a:pt x="1371793" y="143202"/>
                </a:cubicBezTo>
                <a:cubicBezTo>
                  <a:pt x="1368559" y="143996"/>
                  <a:pt x="1365093" y="144393"/>
                  <a:pt x="1361396" y="144393"/>
                </a:cubicBezTo>
                <a:cubicBezTo>
                  <a:pt x="1356774" y="144393"/>
                  <a:pt x="1352482" y="143799"/>
                  <a:pt x="1348521" y="142610"/>
                </a:cubicBezTo>
                <a:cubicBezTo>
                  <a:pt x="1344560" y="141421"/>
                  <a:pt x="1341127" y="139639"/>
                  <a:pt x="1338221" y="137263"/>
                </a:cubicBezTo>
                <a:cubicBezTo>
                  <a:pt x="1335316" y="134886"/>
                  <a:pt x="1333038" y="131882"/>
                  <a:pt x="1331388" y="128251"/>
                </a:cubicBezTo>
                <a:cubicBezTo>
                  <a:pt x="1329738" y="124618"/>
                  <a:pt x="1328913" y="120360"/>
                  <a:pt x="1328913" y="115476"/>
                </a:cubicBezTo>
                <a:cubicBezTo>
                  <a:pt x="1328913" y="109268"/>
                  <a:pt x="1330232" y="104085"/>
                  <a:pt x="1332872" y="99926"/>
                </a:cubicBezTo>
                <a:cubicBezTo>
                  <a:pt x="1335513" y="95767"/>
                  <a:pt x="1339045" y="92302"/>
                  <a:pt x="1343468" y="89529"/>
                </a:cubicBezTo>
                <a:cubicBezTo>
                  <a:pt x="1347893" y="86755"/>
                  <a:pt x="1353076" y="84444"/>
                  <a:pt x="1359018" y="82596"/>
                </a:cubicBezTo>
                <a:cubicBezTo>
                  <a:pt x="1364959" y="80747"/>
                  <a:pt x="1371232" y="79030"/>
                  <a:pt x="1377834" y="77446"/>
                </a:cubicBezTo>
                <a:cubicBezTo>
                  <a:pt x="1381929" y="76388"/>
                  <a:pt x="1385031" y="75398"/>
                  <a:pt x="1387143" y="74475"/>
                </a:cubicBezTo>
                <a:cubicBezTo>
                  <a:pt x="1389257" y="73550"/>
                  <a:pt x="1390313" y="72295"/>
                  <a:pt x="1390313" y="70709"/>
                </a:cubicBezTo>
                <a:cubicBezTo>
                  <a:pt x="1390313" y="66484"/>
                  <a:pt x="1388630" y="63084"/>
                  <a:pt x="1385263" y="60509"/>
                </a:cubicBezTo>
                <a:cubicBezTo>
                  <a:pt x="1381896" y="57934"/>
                  <a:pt x="1376912" y="56647"/>
                  <a:pt x="1370309" y="56647"/>
                </a:cubicBezTo>
                <a:cubicBezTo>
                  <a:pt x="1366348" y="56647"/>
                  <a:pt x="1362749" y="57109"/>
                  <a:pt x="1359513" y="58034"/>
                </a:cubicBezTo>
                <a:cubicBezTo>
                  <a:pt x="1356277" y="58959"/>
                  <a:pt x="1353405" y="59982"/>
                  <a:pt x="1350897" y="61105"/>
                </a:cubicBezTo>
                <a:cubicBezTo>
                  <a:pt x="1348388" y="62227"/>
                  <a:pt x="1346276" y="63250"/>
                  <a:pt x="1344559" y="64175"/>
                </a:cubicBezTo>
                <a:cubicBezTo>
                  <a:pt x="1342842" y="65098"/>
                  <a:pt x="1341588" y="65560"/>
                  <a:pt x="1340796" y="65560"/>
                </a:cubicBezTo>
                <a:cubicBezTo>
                  <a:pt x="1339476" y="65560"/>
                  <a:pt x="1338817" y="64702"/>
                  <a:pt x="1338817" y="62988"/>
                </a:cubicBezTo>
                <a:cubicBezTo>
                  <a:pt x="1338817" y="61535"/>
                  <a:pt x="1339081" y="59653"/>
                  <a:pt x="1339608" y="57342"/>
                </a:cubicBezTo>
                <a:cubicBezTo>
                  <a:pt x="1340136" y="55031"/>
                  <a:pt x="1340863" y="52753"/>
                  <a:pt x="1341788" y="50509"/>
                </a:cubicBezTo>
                <a:cubicBezTo>
                  <a:pt x="1342315" y="49451"/>
                  <a:pt x="1343503" y="48328"/>
                  <a:pt x="1345351" y="47142"/>
                </a:cubicBezTo>
                <a:cubicBezTo>
                  <a:pt x="1347200" y="45953"/>
                  <a:pt x="1349545" y="44797"/>
                  <a:pt x="1352384" y="43675"/>
                </a:cubicBezTo>
                <a:cubicBezTo>
                  <a:pt x="1355223" y="42553"/>
                  <a:pt x="1358424" y="41629"/>
                  <a:pt x="1361989" y="40904"/>
                </a:cubicBezTo>
                <a:cubicBezTo>
                  <a:pt x="1365555" y="40176"/>
                  <a:pt x="1369252" y="39813"/>
                  <a:pt x="1373080" y="39813"/>
                </a:cubicBezTo>
                <a:cubicBezTo>
                  <a:pt x="1387342" y="39813"/>
                  <a:pt x="1397443" y="43015"/>
                  <a:pt x="1403385" y="49420"/>
                </a:cubicBezTo>
                <a:cubicBezTo>
                  <a:pt x="1409327" y="55824"/>
                  <a:pt x="1412298" y="65430"/>
                  <a:pt x="1412298" y="78238"/>
                </a:cubicBezTo>
                <a:lnTo>
                  <a:pt x="1412298" y="119039"/>
                </a:lnTo>
                <a:cubicBezTo>
                  <a:pt x="1412298" y="122077"/>
                  <a:pt x="1412892" y="124256"/>
                  <a:pt x="1414081" y="125576"/>
                </a:cubicBezTo>
                <a:cubicBezTo>
                  <a:pt x="1415269" y="126896"/>
                  <a:pt x="1417053" y="127622"/>
                  <a:pt x="1419430" y="127755"/>
                </a:cubicBezTo>
                <a:cubicBezTo>
                  <a:pt x="1419561" y="127886"/>
                  <a:pt x="1420353" y="127952"/>
                  <a:pt x="1421806" y="127952"/>
                </a:cubicBezTo>
                <a:cubicBezTo>
                  <a:pt x="1423258" y="127952"/>
                  <a:pt x="1424051" y="127952"/>
                  <a:pt x="1424184" y="127952"/>
                </a:cubicBezTo>
                <a:cubicBezTo>
                  <a:pt x="1425504" y="127952"/>
                  <a:pt x="1426164" y="128481"/>
                  <a:pt x="1426164" y="129538"/>
                </a:cubicBezTo>
                <a:cubicBezTo>
                  <a:pt x="1426164" y="130461"/>
                  <a:pt x="1425701" y="131749"/>
                  <a:pt x="1424777" y="133401"/>
                </a:cubicBezTo>
                <a:cubicBezTo>
                  <a:pt x="1423852" y="135051"/>
                  <a:pt x="1422630" y="136669"/>
                  <a:pt x="1421111" y="138255"/>
                </a:cubicBezTo>
                <a:cubicBezTo>
                  <a:pt x="1419593" y="139838"/>
                  <a:pt x="1417943" y="141225"/>
                  <a:pt x="1416160" y="142413"/>
                </a:cubicBezTo>
                <a:cubicBezTo>
                  <a:pt x="1414379" y="143600"/>
                  <a:pt x="1412564" y="144193"/>
                  <a:pt x="1410714" y="144193"/>
                </a:cubicBezTo>
                <a:moveTo>
                  <a:pt x="1350897" y="113097"/>
                </a:moveTo>
                <a:cubicBezTo>
                  <a:pt x="1350897" y="118511"/>
                  <a:pt x="1352712" y="122407"/>
                  <a:pt x="1356343" y="124784"/>
                </a:cubicBezTo>
                <a:cubicBezTo>
                  <a:pt x="1359976" y="127160"/>
                  <a:pt x="1364499" y="128282"/>
                  <a:pt x="1369913" y="128151"/>
                </a:cubicBezTo>
                <a:cubicBezTo>
                  <a:pt x="1372818" y="128151"/>
                  <a:pt x="1375525" y="127755"/>
                  <a:pt x="1378034" y="126963"/>
                </a:cubicBezTo>
                <a:cubicBezTo>
                  <a:pt x="1380542" y="126170"/>
                  <a:pt x="1382754" y="125211"/>
                  <a:pt x="1384668" y="124089"/>
                </a:cubicBezTo>
                <a:cubicBezTo>
                  <a:pt x="1386582" y="122967"/>
                  <a:pt x="1388100" y="121746"/>
                  <a:pt x="1389222" y="120426"/>
                </a:cubicBezTo>
                <a:cubicBezTo>
                  <a:pt x="1390347" y="119106"/>
                  <a:pt x="1390909" y="117918"/>
                  <a:pt x="1390909" y="116860"/>
                </a:cubicBezTo>
                <a:lnTo>
                  <a:pt x="1390909" y="90914"/>
                </a:lnTo>
                <a:cubicBezTo>
                  <a:pt x="1390909" y="89594"/>
                  <a:pt x="1390248" y="88934"/>
                  <a:pt x="1388926" y="88934"/>
                </a:cubicBezTo>
                <a:cubicBezTo>
                  <a:pt x="1387473" y="88934"/>
                  <a:pt x="1384965" y="89462"/>
                  <a:pt x="1381401" y="90518"/>
                </a:cubicBezTo>
                <a:cubicBezTo>
                  <a:pt x="1378231" y="91442"/>
                  <a:pt x="1374863" y="92466"/>
                  <a:pt x="1371297" y="93588"/>
                </a:cubicBezTo>
                <a:cubicBezTo>
                  <a:pt x="1367733" y="94711"/>
                  <a:pt x="1364432" y="96097"/>
                  <a:pt x="1361393" y="97747"/>
                </a:cubicBezTo>
                <a:cubicBezTo>
                  <a:pt x="1358357" y="99397"/>
                  <a:pt x="1355848" y="101444"/>
                  <a:pt x="1353868" y="103888"/>
                </a:cubicBezTo>
                <a:cubicBezTo>
                  <a:pt x="1351887" y="106330"/>
                  <a:pt x="1350897" y="109400"/>
                  <a:pt x="1350897" y="113097"/>
                </a:cubicBezTo>
                <a:close/>
                <a:moveTo>
                  <a:pt x="1444583" y="3566"/>
                </a:moveTo>
                <a:cubicBezTo>
                  <a:pt x="1444583" y="2509"/>
                  <a:pt x="1445211" y="1650"/>
                  <a:pt x="1446466" y="991"/>
                </a:cubicBezTo>
                <a:cubicBezTo>
                  <a:pt x="1447721" y="330"/>
                  <a:pt x="1450594" y="0"/>
                  <a:pt x="1455083" y="0"/>
                </a:cubicBezTo>
                <a:cubicBezTo>
                  <a:pt x="1459705" y="0"/>
                  <a:pt x="1462642" y="330"/>
                  <a:pt x="1463896" y="991"/>
                </a:cubicBezTo>
                <a:cubicBezTo>
                  <a:pt x="1465151" y="1650"/>
                  <a:pt x="1465779" y="2509"/>
                  <a:pt x="1465779" y="3566"/>
                </a:cubicBezTo>
                <a:lnTo>
                  <a:pt x="1465779" y="52688"/>
                </a:lnTo>
                <a:cubicBezTo>
                  <a:pt x="1468154" y="50310"/>
                  <a:pt x="1470927" y="48131"/>
                  <a:pt x="1474096" y="46150"/>
                </a:cubicBezTo>
                <a:cubicBezTo>
                  <a:pt x="1476737" y="44567"/>
                  <a:pt x="1479972" y="43115"/>
                  <a:pt x="1483801" y="41795"/>
                </a:cubicBezTo>
                <a:cubicBezTo>
                  <a:pt x="1487631" y="40474"/>
                  <a:pt x="1491922" y="39813"/>
                  <a:pt x="1496675" y="39813"/>
                </a:cubicBezTo>
                <a:cubicBezTo>
                  <a:pt x="1501958" y="39813"/>
                  <a:pt x="1506910" y="40935"/>
                  <a:pt x="1511530" y="43179"/>
                </a:cubicBezTo>
                <a:cubicBezTo>
                  <a:pt x="1516152" y="45424"/>
                  <a:pt x="1520213" y="48627"/>
                  <a:pt x="1523713" y="52787"/>
                </a:cubicBezTo>
                <a:cubicBezTo>
                  <a:pt x="1527213" y="56946"/>
                  <a:pt x="1529985" y="62029"/>
                  <a:pt x="1532030" y="68038"/>
                </a:cubicBezTo>
                <a:cubicBezTo>
                  <a:pt x="1534077" y="74046"/>
                  <a:pt x="1535101" y="80813"/>
                  <a:pt x="1535101" y="88339"/>
                </a:cubicBezTo>
                <a:cubicBezTo>
                  <a:pt x="1535101" y="98242"/>
                  <a:pt x="1533681" y="106726"/>
                  <a:pt x="1530842" y="113792"/>
                </a:cubicBezTo>
                <a:cubicBezTo>
                  <a:pt x="1528004" y="120856"/>
                  <a:pt x="1524240" y="126666"/>
                  <a:pt x="1519551" y="131222"/>
                </a:cubicBezTo>
                <a:cubicBezTo>
                  <a:pt x="1514865" y="135777"/>
                  <a:pt x="1509484" y="139112"/>
                  <a:pt x="1503409" y="141226"/>
                </a:cubicBezTo>
                <a:cubicBezTo>
                  <a:pt x="1497336" y="143337"/>
                  <a:pt x="1491065" y="144393"/>
                  <a:pt x="1484595" y="144393"/>
                </a:cubicBezTo>
                <a:cubicBezTo>
                  <a:pt x="1478917" y="144393"/>
                  <a:pt x="1473636" y="143700"/>
                  <a:pt x="1468749" y="142314"/>
                </a:cubicBezTo>
                <a:cubicBezTo>
                  <a:pt x="1463863" y="140927"/>
                  <a:pt x="1459637" y="139112"/>
                  <a:pt x="1456071" y="136867"/>
                </a:cubicBezTo>
                <a:cubicBezTo>
                  <a:pt x="1452507" y="134621"/>
                  <a:pt x="1449701" y="132078"/>
                  <a:pt x="1447654" y="129239"/>
                </a:cubicBezTo>
                <a:cubicBezTo>
                  <a:pt x="1445607" y="126400"/>
                  <a:pt x="1444583" y="123529"/>
                  <a:pt x="1444583" y="120626"/>
                </a:cubicBezTo>
                <a:lnTo>
                  <a:pt x="1444583" y="3566"/>
                </a:lnTo>
                <a:moveTo>
                  <a:pt x="1487763" y="56846"/>
                </a:moveTo>
                <a:cubicBezTo>
                  <a:pt x="1484859" y="56846"/>
                  <a:pt x="1482054" y="57441"/>
                  <a:pt x="1479346" y="58629"/>
                </a:cubicBezTo>
                <a:cubicBezTo>
                  <a:pt x="1476640" y="59818"/>
                  <a:pt x="1474295" y="61304"/>
                  <a:pt x="1472313" y="63087"/>
                </a:cubicBezTo>
                <a:cubicBezTo>
                  <a:pt x="1470332" y="64868"/>
                  <a:pt x="1468747" y="66749"/>
                  <a:pt x="1467559" y="68730"/>
                </a:cubicBezTo>
                <a:cubicBezTo>
                  <a:pt x="1466372" y="70711"/>
                  <a:pt x="1465779" y="72427"/>
                  <a:pt x="1465779" y="73880"/>
                </a:cubicBezTo>
                <a:lnTo>
                  <a:pt x="1465779" y="114484"/>
                </a:lnTo>
                <a:cubicBezTo>
                  <a:pt x="1465779" y="118313"/>
                  <a:pt x="1467693" y="121646"/>
                  <a:pt x="1471521" y="124485"/>
                </a:cubicBezTo>
                <a:cubicBezTo>
                  <a:pt x="1475351" y="127324"/>
                  <a:pt x="1480171" y="128744"/>
                  <a:pt x="1485980" y="128744"/>
                </a:cubicBezTo>
                <a:cubicBezTo>
                  <a:pt x="1489677" y="128744"/>
                  <a:pt x="1493077" y="128050"/>
                  <a:pt x="1496180" y="126664"/>
                </a:cubicBezTo>
                <a:cubicBezTo>
                  <a:pt x="1499285" y="125278"/>
                  <a:pt x="1501992" y="123033"/>
                  <a:pt x="1504301" y="119931"/>
                </a:cubicBezTo>
                <a:cubicBezTo>
                  <a:pt x="1506612" y="116828"/>
                  <a:pt x="1508395" y="112768"/>
                  <a:pt x="1509650" y="107751"/>
                </a:cubicBezTo>
                <a:cubicBezTo>
                  <a:pt x="1510905" y="102732"/>
                  <a:pt x="1511533" y="96591"/>
                  <a:pt x="1511533" y="89330"/>
                </a:cubicBezTo>
                <a:cubicBezTo>
                  <a:pt x="1511533" y="83124"/>
                  <a:pt x="1510905" y="77942"/>
                  <a:pt x="1509650" y="73783"/>
                </a:cubicBezTo>
                <a:cubicBezTo>
                  <a:pt x="1508395" y="69622"/>
                  <a:pt x="1506678" y="66288"/>
                  <a:pt x="1504500" y="63779"/>
                </a:cubicBezTo>
                <a:cubicBezTo>
                  <a:pt x="1502322" y="61269"/>
                  <a:pt x="1499814" y="59486"/>
                  <a:pt x="1496975" y="58430"/>
                </a:cubicBezTo>
                <a:cubicBezTo>
                  <a:pt x="1494136" y="57374"/>
                  <a:pt x="1491065" y="56846"/>
                  <a:pt x="1487763" y="56846"/>
                </a:cubicBezTo>
                <a:close/>
                <a:moveTo>
                  <a:pt x="1602249" y="144193"/>
                </a:moveTo>
                <a:cubicBezTo>
                  <a:pt x="1595910" y="144193"/>
                  <a:pt x="1589802" y="143171"/>
                  <a:pt x="1583925" y="141126"/>
                </a:cubicBezTo>
                <a:cubicBezTo>
                  <a:pt x="1578049" y="139079"/>
                  <a:pt x="1572834" y="135909"/>
                  <a:pt x="1568278" y="131618"/>
                </a:cubicBezTo>
                <a:cubicBezTo>
                  <a:pt x="1563723" y="127326"/>
                  <a:pt x="1560091" y="121879"/>
                  <a:pt x="1557383" y="115276"/>
                </a:cubicBezTo>
                <a:cubicBezTo>
                  <a:pt x="1554677" y="108673"/>
                  <a:pt x="1553324" y="100817"/>
                  <a:pt x="1553324" y="91705"/>
                </a:cubicBezTo>
                <a:cubicBezTo>
                  <a:pt x="1553324" y="82594"/>
                  <a:pt x="1554677" y="74770"/>
                  <a:pt x="1557383" y="68234"/>
                </a:cubicBezTo>
                <a:cubicBezTo>
                  <a:pt x="1560091" y="61698"/>
                  <a:pt x="1563723" y="56317"/>
                  <a:pt x="1568278" y="52092"/>
                </a:cubicBezTo>
                <a:cubicBezTo>
                  <a:pt x="1572834" y="47867"/>
                  <a:pt x="1578049" y="44764"/>
                  <a:pt x="1583925" y="42784"/>
                </a:cubicBezTo>
                <a:cubicBezTo>
                  <a:pt x="1589802" y="40803"/>
                  <a:pt x="1595910" y="39813"/>
                  <a:pt x="1602249" y="39813"/>
                </a:cubicBezTo>
                <a:cubicBezTo>
                  <a:pt x="1608455" y="39813"/>
                  <a:pt x="1614495" y="40803"/>
                  <a:pt x="1620370" y="42784"/>
                </a:cubicBezTo>
                <a:cubicBezTo>
                  <a:pt x="1626246" y="44764"/>
                  <a:pt x="1631428" y="47867"/>
                  <a:pt x="1635917" y="52092"/>
                </a:cubicBezTo>
                <a:cubicBezTo>
                  <a:pt x="1640408" y="56317"/>
                  <a:pt x="1644007" y="61698"/>
                  <a:pt x="1646713" y="68234"/>
                </a:cubicBezTo>
                <a:cubicBezTo>
                  <a:pt x="1649421" y="74770"/>
                  <a:pt x="1650775" y="82594"/>
                  <a:pt x="1650775" y="91705"/>
                </a:cubicBezTo>
                <a:cubicBezTo>
                  <a:pt x="1650775" y="100817"/>
                  <a:pt x="1649421" y="108673"/>
                  <a:pt x="1646713" y="115276"/>
                </a:cubicBezTo>
                <a:cubicBezTo>
                  <a:pt x="1644007" y="121879"/>
                  <a:pt x="1640408" y="127326"/>
                  <a:pt x="1635917" y="131618"/>
                </a:cubicBezTo>
                <a:cubicBezTo>
                  <a:pt x="1631428" y="135909"/>
                  <a:pt x="1626246" y="139079"/>
                  <a:pt x="1620370" y="141126"/>
                </a:cubicBezTo>
                <a:cubicBezTo>
                  <a:pt x="1614495" y="143171"/>
                  <a:pt x="1608455" y="144193"/>
                  <a:pt x="1602249" y="144193"/>
                </a:cubicBezTo>
                <a:moveTo>
                  <a:pt x="1602249" y="128547"/>
                </a:moveTo>
                <a:cubicBezTo>
                  <a:pt x="1605680" y="128547"/>
                  <a:pt x="1608914" y="127854"/>
                  <a:pt x="1611950" y="126468"/>
                </a:cubicBezTo>
                <a:cubicBezTo>
                  <a:pt x="1614989" y="125082"/>
                  <a:pt x="1617664" y="122903"/>
                  <a:pt x="1619975" y="119934"/>
                </a:cubicBezTo>
                <a:cubicBezTo>
                  <a:pt x="1622286" y="116962"/>
                  <a:pt x="1624134" y="113132"/>
                  <a:pt x="1625520" y="108446"/>
                </a:cubicBezTo>
                <a:cubicBezTo>
                  <a:pt x="1626907" y="103757"/>
                  <a:pt x="1627600" y="98045"/>
                  <a:pt x="1627600" y="91309"/>
                </a:cubicBezTo>
                <a:cubicBezTo>
                  <a:pt x="1627600" y="84576"/>
                  <a:pt x="1626907" y="78866"/>
                  <a:pt x="1625520" y="74179"/>
                </a:cubicBezTo>
                <a:cubicBezTo>
                  <a:pt x="1624134" y="69491"/>
                  <a:pt x="1622286" y="65694"/>
                  <a:pt x="1619975" y="62788"/>
                </a:cubicBezTo>
                <a:cubicBezTo>
                  <a:pt x="1617664" y="59883"/>
                  <a:pt x="1614989" y="57770"/>
                  <a:pt x="1611950" y="56450"/>
                </a:cubicBezTo>
                <a:cubicBezTo>
                  <a:pt x="1608914" y="55129"/>
                  <a:pt x="1605680" y="54468"/>
                  <a:pt x="1602249" y="54468"/>
                </a:cubicBezTo>
                <a:cubicBezTo>
                  <a:pt x="1598815" y="54468"/>
                  <a:pt x="1595546" y="55129"/>
                  <a:pt x="1592441" y="56450"/>
                </a:cubicBezTo>
                <a:cubicBezTo>
                  <a:pt x="1589339" y="57770"/>
                  <a:pt x="1586598" y="59883"/>
                  <a:pt x="1584221" y="62788"/>
                </a:cubicBezTo>
                <a:cubicBezTo>
                  <a:pt x="1581845" y="65694"/>
                  <a:pt x="1579964" y="69491"/>
                  <a:pt x="1578578" y="74179"/>
                </a:cubicBezTo>
                <a:cubicBezTo>
                  <a:pt x="1577192" y="78866"/>
                  <a:pt x="1576499" y="84576"/>
                  <a:pt x="1576499" y="91309"/>
                </a:cubicBezTo>
                <a:cubicBezTo>
                  <a:pt x="1576499" y="98045"/>
                  <a:pt x="1577192" y="103757"/>
                  <a:pt x="1578578" y="108446"/>
                </a:cubicBezTo>
                <a:cubicBezTo>
                  <a:pt x="1579964" y="113132"/>
                  <a:pt x="1581845" y="116962"/>
                  <a:pt x="1584221" y="119934"/>
                </a:cubicBezTo>
                <a:cubicBezTo>
                  <a:pt x="1586598" y="122903"/>
                  <a:pt x="1589339" y="125082"/>
                  <a:pt x="1592441" y="126468"/>
                </a:cubicBezTo>
                <a:cubicBezTo>
                  <a:pt x="1595546" y="127854"/>
                  <a:pt x="1598815" y="128547"/>
                  <a:pt x="1602249" y="128547"/>
                </a:cubicBezTo>
                <a:close/>
                <a:moveTo>
                  <a:pt x="1736142" y="129538"/>
                </a:moveTo>
                <a:cubicBezTo>
                  <a:pt x="1734689" y="130858"/>
                  <a:pt x="1732973" y="132376"/>
                  <a:pt x="1730992" y="134093"/>
                </a:cubicBezTo>
                <a:cubicBezTo>
                  <a:pt x="1729011" y="135810"/>
                  <a:pt x="1726700" y="137428"/>
                  <a:pt x="1724059" y="138947"/>
                </a:cubicBezTo>
                <a:cubicBezTo>
                  <a:pt x="1721417" y="140464"/>
                  <a:pt x="1718446" y="141750"/>
                  <a:pt x="1715146" y="142806"/>
                </a:cubicBezTo>
                <a:cubicBezTo>
                  <a:pt x="1711846" y="143864"/>
                  <a:pt x="1708148" y="144393"/>
                  <a:pt x="1704054" y="144393"/>
                </a:cubicBezTo>
                <a:cubicBezTo>
                  <a:pt x="1699301" y="144393"/>
                  <a:pt x="1694878" y="143667"/>
                  <a:pt x="1690783" y="142214"/>
                </a:cubicBezTo>
                <a:cubicBezTo>
                  <a:pt x="1686691" y="140761"/>
                  <a:pt x="1683159" y="138649"/>
                  <a:pt x="1680187" y="135876"/>
                </a:cubicBezTo>
                <a:cubicBezTo>
                  <a:pt x="1677215" y="133104"/>
                  <a:pt x="1674904" y="129770"/>
                  <a:pt x="1673254" y="125875"/>
                </a:cubicBezTo>
                <a:cubicBezTo>
                  <a:pt x="1671604" y="121979"/>
                  <a:pt x="1670779" y="117587"/>
                  <a:pt x="1670779" y="112701"/>
                </a:cubicBezTo>
                <a:lnTo>
                  <a:pt x="1670779" y="45159"/>
                </a:lnTo>
                <a:cubicBezTo>
                  <a:pt x="1670779" y="44103"/>
                  <a:pt x="1671439" y="43246"/>
                  <a:pt x="1672758" y="42587"/>
                </a:cubicBezTo>
                <a:cubicBezTo>
                  <a:pt x="1674080" y="41926"/>
                  <a:pt x="1676986" y="41596"/>
                  <a:pt x="1681475" y="41596"/>
                </a:cubicBezTo>
                <a:cubicBezTo>
                  <a:pt x="1686097" y="41596"/>
                  <a:pt x="1689035" y="41926"/>
                  <a:pt x="1690288" y="42587"/>
                </a:cubicBezTo>
                <a:cubicBezTo>
                  <a:pt x="1691543" y="43246"/>
                  <a:pt x="1692171" y="44103"/>
                  <a:pt x="1692171" y="45159"/>
                </a:cubicBezTo>
                <a:lnTo>
                  <a:pt x="1692171" y="107155"/>
                </a:lnTo>
                <a:cubicBezTo>
                  <a:pt x="1692171" y="113625"/>
                  <a:pt x="1693854" y="118445"/>
                  <a:pt x="1697221" y="121614"/>
                </a:cubicBezTo>
                <a:cubicBezTo>
                  <a:pt x="1700588" y="124783"/>
                  <a:pt x="1705441" y="126368"/>
                  <a:pt x="1711779" y="126368"/>
                </a:cubicBezTo>
                <a:cubicBezTo>
                  <a:pt x="1715213" y="126368"/>
                  <a:pt x="1718381" y="125708"/>
                  <a:pt x="1721284" y="124388"/>
                </a:cubicBezTo>
                <a:cubicBezTo>
                  <a:pt x="1724190" y="123067"/>
                  <a:pt x="1726699" y="121482"/>
                  <a:pt x="1728813" y="119634"/>
                </a:cubicBezTo>
                <a:cubicBezTo>
                  <a:pt x="1730926" y="117785"/>
                  <a:pt x="1732610" y="115837"/>
                  <a:pt x="1733863" y="113792"/>
                </a:cubicBezTo>
                <a:cubicBezTo>
                  <a:pt x="1735118" y="111745"/>
                  <a:pt x="1735746" y="109995"/>
                  <a:pt x="1735746" y="108543"/>
                </a:cubicBezTo>
                <a:lnTo>
                  <a:pt x="1735746" y="45159"/>
                </a:lnTo>
                <a:cubicBezTo>
                  <a:pt x="1735746" y="44103"/>
                  <a:pt x="1736373" y="43246"/>
                  <a:pt x="1737626" y="42587"/>
                </a:cubicBezTo>
                <a:cubicBezTo>
                  <a:pt x="1738881" y="41926"/>
                  <a:pt x="1741753" y="41596"/>
                  <a:pt x="1746242" y="41596"/>
                </a:cubicBezTo>
                <a:cubicBezTo>
                  <a:pt x="1750865" y="41596"/>
                  <a:pt x="1753802" y="41926"/>
                  <a:pt x="1755055" y="42587"/>
                </a:cubicBezTo>
                <a:cubicBezTo>
                  <a:pt x="1756311" y="43246"/>
                  <a:pt x="1756938" y="44103"/>
                  <a:pt x="1756938" y="45159"/>
                </a:cubicBezTo>
                <a:lnTo>
                  <a:pt x="1756938" y="118842"/>
                </a:lnTo>
                <a:cubicBezTo>
                  <a:pt x="1756938" y="122143"/>
                  <a:pt x="1757565" y="124454"/>
                  <a:pt x="1758818" y="125776"/>
                </a:cubicBezTo>
                <a:cubicBezTo>
                  <a:pt x="1760073" y="127095"/>
                  <a:pt x="1762022" y="127755"/>
                  <a:pt x="1764663" y="127755"/>
                </a:cubicBezTo>
                <a:lnTo>
                  <a:pt x="1765455" y="127755"/>
                </a:lnTo>
                <a:cubicBezTo>
                  <a:pt x="1765983" y="127755"/>
                  <a:pt x="1766511" y="127755"/>
                  <a:pt x="1767039" y="127755"/>
                </a:cubicBezTo>
                <a:cubicBezTo>
                  <a:pt x="1767569" y="127755"/>
                  <a:pt x="1768064" y="127788"/>
                  <a:pt x="1768526" y="127855"/>
                </a:cubicBezTo>
                <a:lnTo>
                  <a:pt x="1769218" y="127952"/>
                </a:lnTo>
                <a:cubicBezTo>
                  <a:pt x="1769748" y="128085"/>
                  <a:pt x="1770013" y="128415"/>
                  <a:pt x="1770013" y="128943"/>
                </a:cubicBezTo>
                <a:cubicBezTo>
                  <a:pt x="1770013" y="130263"/>
                  <a:pt x="1769517" y="131781"/>
                  <a:pt x="1768526" y="133498"/>
                </a:cubicBezTo>
                <a:cubicBezTo>
                  <a:pt x="1767536" y="135214"/>
                  <a:pt x="1766282" y="136832"/>
                  <a:pt x="1764763" y="138351"/>
                </a:cubicBezTo>
                <a:cubicBezTo>
                  <a:pt x="1763244" y="139871"/>
                  <a:pt x="1761593" y="141191"/>
                  <a:pt x="1759810" y="142314"/>
                </a:cubicBezTo>
                <a:cubicBezTo>
                  <a:pt x="1758028" y="143436"/>
                  <a:pt x="1756279" y="144062"/>
                  <a:pt x="1754563" y="144193"/>
                </a:cubicBezTo>
                <a:cubicBezTo>
                  <a:pt x="1749677" y="144193"/>
                  <a:pt x="1745649" y="142906"/>
                  <a:pt x="1742480" y="140331"/>
                </a:cubicBezTo>
                <a:cubicBezTo>
                  <a:pt x="1739310" y="137756"/>
                  <a:pt x="1737198" y="134158"/>
                  <a:pt x="1736142" y="129538"/>
                </a:cubicBezTo>
                <a:close/>
                <a:moveTo>
                  <a:pt x="1821708" y="144193"/>
                </a:moveTo>
                <a:cubicBezTo>
                  <a:pt x="1812730" y="144193"/>
                  <a:pt x="1805765" y="141520"/>
                  <a:pt x="1800812" y="136172"/>
                </a:cubicBezTo>
                <a:cubicBezTo>
                  <a:pt x="1795859" y="130825"/>
                  <a:pt x="1793383" y="123926"/>
                  <a:pt x="1793383" y="115476"/>
                </a:cubicBezTo>
                <a:lnTo>
                  <a:pt x="1793383" y="57838"/>
                </a:lnTo>
                <a:lnTo>
                  <a:pt x="1786054" y="57838"/>
                </a:lnTo>
                <a:cubicBezTo>
                  <a:pt x="1785131" y="57838"/>
                  <a:pt x="1784339" y="57243"/>
                  <a:pt x="1783679" y="56054"/>
                </a:cubicBezTo>
                <a:cubicBezTo>
                  <a:pt x="1783018" y="54866"/>
                  <a:pt x="1782687" y="52753"/>
                  <a:pt x="1782687" y="49717"/>
                </a:cubicBezTo>
                <a:cubicBezTo>
                  <a:pt x="1782687" y="46547"/>
                  <a:pt x="1783018" y="44401"/>
                  <a:pt x="1783679" y="43279"/>
                </a:cubicBezTo>
                <a:cubicBezTo>
                  <a:pt x="1784339" y="42157"/>
                  <a:pt x="1785198" y="41596"/>
                  <a:pt x="1786254" y="41596"/>
                </a:cubicBezTo>
                <a:lnTo>
                  <a:pt x="1793383" y="41596"/>
                </a:lnTo>
                <a:lnTo>
                  <a:pt x="1793383" y="21987"/>
                </a:lnTo>
                <a:cubicBezTo>
                  <a:pt x="1793383" y="20929"/>
                  <a:pt x="1794110" y="19839"/>
                  <a:pt x="1795562" y="18717"/>
                </a:cubicBezTo>
                <a:cubicBezTo>
                  <a:pt x="1797015" y="17595"/>
                  <a:pt x="1798765" y="16539"/>
                  <a:pt x="1800812" y="15550"/>
                </a:cubicBezTo>
                <a:cubicBezTo>
                  <a:pt x="1802859" y="14558"/>
                  <a:pt x="1804938" y="13733"/>
                  <a:pt x="1807050" y="13074"/>
                </a:cubicBezTo>
                <a:cubicBezTo>
                  <a:pt x="1809164" y="12414"/>
                  <a:pt x="1810815" y="12083"/>
                  <a:pt x="1812004" y="12083"/>
                </a:cubicBezTo>
                <a:cubicBezTo>
                  <a:pt x="1813851" y="12083"/>
                  <a:pt x="1814775" y="13139"/>
                  <a:pt x="1814775" y="15250"/>
                </a:cubicBezTo>
                <a:lnTo>
                  <a:pt x="1814775" y="41596"/>
                </a:lnTo>
                <a:lnTo>
                  <a:pt x="1835175" y="41596"/>
                </a:lnTo>
                <a:cubicBezTo>
                  <a:pt x="1837025" y="41596"/>
                  <a:pt x="1837950" y="42520"/>
                  <a:pt x="1837950" y="44367"/>
                </a:cubicBezTo>
                <a:cubicBezTo>
                  <a:pt x="1837950" y="45423"/>
                  <a:pt x="1837619" y="46710"/>
                  <a:pt x="1836959" y="48230"/>
                </a:cubicBezTo>
                <a:cubicBezTo>
                  <a:pt x="1836300" y="49749"/>
                  <a:pt x="1835475" y="51235"/>
                  <a:pt x="1834483" y="52688"/>
                </a:cubicBezTo>
                <a:cubicBezTo>
                  <a:pt x="1833494" y="54140"/>
                  <a:pt x="1832372" y="55362"/>
                  <a:pt x="1831116" y="56354"/>
                </a:cubicBezTo>
                <a:cubicBezTo>
                  <a:pt x="1829861" y="57343"/>
                  <a:pt x="1828706" y="57838"/>
                  <a:pt x="1827650" y="57838"/>
                </a:cubicBezTo>
                <a:lnTo>
                  <a:pt x="1814775" y="57838"/>
                </a:lnTo>
                <a:lnTo>
                  <a:pt x="1814775" y="107551"/>
                </a:lnTo>
                <a:cubicBezTo>
                  <a:pt x="1814775" y="114418"/>
                  <a:pt x="1816228" y="119469"/>
                  <a:pt x="1819133" y="122705"/>
                </a:cubicBezTo>
                <a:cubicBezTo>
                  <a:pt x="1822039" y="125939"/>
                  <a:pt x="1825934" y="127556"/>
                  <a:pt x="1830820" y="127556"/>
                </a:cubicBezTo>
                <a:cubicBezTo>
                  <a:pt x="1831479" y="127556"/>
                  <a:pt x="1832667" y="127490"/>
                  <a:pt x="1834384" y="127359"/>
                </a:cubicBezTo>
                <a:cubicBezTo>
                  <a:pt x="1836100" y="127226"/>
                  <a:pt x="1837025" y="127160"/>
                  <a:pt x="1837158" y="127160"/>
                </a:cubicBezTo>
                <a:cubicBezTo>
                  <a:pt x="1838347" y="127160"/>
                  <a:pt x="1838941" y="127821"/>
                  <a:pt x="1838941" y="129142"/>
                </a:cubicBezTo>
                <a:cubicBezTo>
                  <a:pt x="1838941" y="130065"/>
                  <a:pt x="1838412" y="131385"/>
                  <a:pt x="1837354" y="133102"/>
                </a:cubicBezTo>
                <a:cubicBezTo>
                  <a:pt x="1836299" y="134818"/>
                  <a:pt x="1834946" y="136503"/>
                  <a:pt x="1833296" y="138155"/>
                </a:cubicBezTo>
                <a:cubicBezTo>
                  <a:pt x="1831645" y="139805"/>
                  <a:pt x="1829797" y="141225"/>
                  <a:pt x="1827750" y="142413"/>
                </a:cubicBezTo>
                <a:cubicBezTo>
                  <a:pt x="1825703" y="143600"/>
                  <a:pt x="1823689" y="144193"/>
                  <a:pt x="1821708" y="144193"/>
                </a:cubicBezTo>
                <a:close/>
                <a:moveTo>
                  <a:pt x="1989668" y="144193"/>
                </a:moveTo>
                <a:cubicBezTo>
                  <a:pt x="1983727" y="144193"/>
                  <a:pt x="1979072" y="142313"/>
                  <a:pt x="1975705" y="138551"/>
                </a:cubicBezTo>
                <a:cubicBezTo>
                  <a:pt x="1972339" y="134787"/>
                  <a:pt x="1970655" y="129669"/>
                  <a:pt x="1970655" y="123198"/>
                </a:cubicBezTo>
                <a:lnTo>
                  <a:pt x="1970655" y="74871"/>
                </a:lnTo>
                <a:cubicBezTo>
                  <a:pt x="1970655" y="68929"/>
                  <a:pt x="1969104" y="64472"/>
                  <a:pt x="1966001" y="61501"/>
                </a:cubicBezTo>
                <a:cubicBezTo>
                  <a:pt x="1962898" y="58529"/>
                  <a:pt x="1958639" y="57043"/>
                  <a:pt x="1953226" y="57043"/>
                </a:cubicBezTo>
                <a:cubicBezTo>
                  <a:pt x="1949923" y="57043"/>
                  <a:pt x="1946687" y="57802"/>
                  <a:pt x="1943518" y="59322"/>
                </a:cubicBezTo>
                <a:cubicBezTo>
                  <a:pt x="1940351" y="60841"/>
                  <a:pt x="1937545" y="62657"/>
                  <a:pt x="1935101" y="64771"/>
                </a:cubicBezTo>
                <a:cubicBezTo>
                  <a:pt x="1932659" y="66882"/>
                  <a:pt x="1930712" y="68995"/>
                  <a:pt x="1929259" y="71108"/>
                </a:cubicBezTo>
                <a:cubicBezTo>
                  <a:pt x="1927806" y="73220"/>
                  <a:pt x="1927080" y="74870"/>
                  <a:pt x="1927080" y="76059"/>
                </a:cubicBezTo>
                <a:lnTo>
                  <a:pt x="1927080" y="139043"/>
                </a:lnTo>
                <a:cubicBezTo>
                  <a:pt x="1927080" y="140101"/>
                  <a:pt x="1926419" y="140961"/>
                  <a:pt x="1925097" y="141621"/>
                </a:cubicBezTo>
                <a:cubicBezTo>
                  <a:pt x="1923777" y="142280"/>
                  <a:pt x="1920873" y="142610"/>
                  <a:pt x="1916384" y="142610"/>
                </a:cubicBezTo>
                <a:cubicBezTo>
                  <a:pt x="1911762" y="142610"/>
                  <a:pt x="1908823" y="142280"/>
                  <a:pt x="1907568" y="141621"/>
                </a:cubicBezTo>
                <a:cubicBezTo>
                  <a:pt x="1906315" y="140961"/>
                  <a:pt x="1905688" y="140101"/>
                  <a:pt x="1905688" y="139043"/>
                </a:cubicBezTo>
                <a:lnTo>
                  <a:pt x="1905688" y="3566"/>
                </a:lnTo>
                <a:cubicBezTo>
                  <a:pt x="1905688" y="2509"/>
                  <a:pt x="1906315" y="1650"/>
                  <a:pt x="1907568" y="991"/>
                </a:cubicBezTo>
                <a:cubicBezTo>
                  <a:pt x="1908823" y="330"/>
                  <a:pt x="1911762" y="0"/>
                  <a:pt x="1916384" y="0"/>
                </a:cubicBezTo>
                <a:cubicBezTo>
                  <a:pt x="1920873" y="0"/>
                  <a:pt x="1923777" y="330"/>
                  <a:pt x="1925097" y="991"/>
                </a:cubicBezTo>
                <a:cubicBezTo>
                  <a:pt x="1926419" y="1650"/>
                  <a:pt x="1927080" y="2509"/>
                  <a:pt x="1927080" y="3566"/>
                </a:cubicBezTo>
                <a:lnTo>
                  <a:pt x="1927080" y="55263"/>
                </a:lnTo>
                <a:cubicBezTo>
                  <a:pt x="1929060" y="53413"/>
                  <a:pt x="1931305" y="51598"/>
                  <a:pt x="1933813" y="49816"/>
                </a:cubicBezTo>
                <a:cubicBezTo>
                  <a:pt x="1936322" y="48033"/>
                  <a:pt x="1939128" y="46382"/>
                  <a:pt x="1942230" y="44863"/>
                </a:cubicBezTo>
                <a:cubicBezTo>
                  <a:pt x="1945335" y="43344"/>
                  <a:pt x="1948604" y="42123"/>
                  <a:pt x="1952038" y="41200"/>
                </a:cubicBezTo>
                <a:cubicBezTo>
                  <a:pt x="1955471" y="40275"/>
                  <a:pt x="1959036" y="39813"/>
                  <a:pt x="1962734" y="39813"/>
                </a:cubicBezTo>
                <a:cubicBezTo>
                  <a:pt x="1966959" y="39813"/>
                  <a:pt x="1970887" y="40506"/>
                  <a:pt x="1974518" y="41892"/>
                </a:cubicBezTo>
                <a:cubicBezTo>
                  <a:pt x="1978148" y="43278"/>
                  <a:pt x="1981251" y="45160"/>
                  <a:pt x="1983826" y="47538"/>
                </a:cubicBezTo>
                <a:cubicBezTo>
                  <a:pt x="1986401" y="49913"/>
                  <a:pt x="1988415" y="52752"/>
                  <a:pt x="1989868" y="56054"/>
                </a:cubicBezTo>
                <a:cubicBezTo>
                  <a:pt x="1991321" y="59355"/>
                  <a:pt x="1992047" y="62920"/>
                  <a:pt x="1992047" y="66750"/>
                </a:cubicBezTo>
                <a:lnTo>
                  <a:pt x="1992047" y="118842"/>
                </a:lnTo>
                <a:cubicBezTo>
                  <a:pt x="1992047" y="122143"/>
                  <a:pt x="1992673" y="124454"/>
                  <a:pt x="1993927" y="125776"/>
                </a:cubicBezTo>
                <a:cubicBezTo>
                  <a:pt x="1995182" y="127095"/>
                  <a:pt x="1997130" y="127755"/>
                  <a:pt x="1999772" y="127755"/>
                </a:cubicBezTo>
                <a:lnTo>
                  <a:pt x="2000564" y="127755"/>
                </a:lnTo>
                <a:cubicBezTo>
                  <a:pt x="2001092" y="127755"/>
                  <a:pt x="2001619" y="127755"/>
                  <a:pt x="2002147" y="127755"/>
                </a:cubicBezTo>
                <a:cubicBezTo>
                  <a:pt x="2002675" y="127755"/>
                  <a:pt x="2003170" y="127788"/>
                  <a:pt x="2003631" y="127855"/>
                </a:cubicBezTo>
                <a:lnTo>
                  <a:pt x="2004326" y="127952"/>
                </a:lnTo>
                <a:cubicBezTo>
                  <a:pt x="2004854" y="128085"/>
                  <a:pt x="2005118" y="128415"/>
                  <a:pt x="2005118" y="128943"/>
                </a:cubicBezTo>
                <a:cubicBezTo>
                  <a:pt x="2005118" y="130263"/>
                  <a:pt x="2004623" y="131781"/>
                  <a:pt x="2003631" y="133498"/>
                </a:cubicBezTo>
                <a:cubicBezTo>
                  <a:pt x="2002642" y="135214"/>
                  <a:pt x="2001388" y="136832"/>
                  <a:pt x="1999869" y="138351"/>
                </a:cubicBezTo>
                <a:cubicBezTo>
                  <a:pt x="1998351" y="139871"/>
                  <a:pt x="1996701" y="141191"/>
                  <a:pt x="1994918" y="142314"/>
                </a:cubicBezTo>
                <a:cubicBezTo>
                  <a:pt x="1993135" y="143436"/>
                  <a:pt x="1991385" y="144062"/>
                  <a:pt x="1989668" y="144193"/>
                </a:cubicBezTo>
                <a:close/>
                <a:moveTo>
                  <a:pt x="2068701" y="144193"/>
                </a:moveTo>
                <a:cubicBezTo>
                  <a:pt x="2062362" y="144193"/>
                  <a:pt x="2056254" y="143171"/>
                  <a:pt x="2050376" y="141126"/>
                </a:cubicBezTo>
                <a:cubicBezTo>
                  <a:pt x="2044501" y="139079"/>
                  <a:pt x="2039286" y="135909"/>
                  <a:pt x="2034730" y="131618"/>
                </a:cubicBezTo>
                <a:cubicBezTo>
                  <a:pt x="2030174" y="127326"/>
                  <a:pt x="2026543" y="121879"/>
                  <a:pt x="2023835" y="115276"/>
                </a:cubicBezTo>
                <a:cubicBezTo>
                  <a:pt x="2021129" y="108673"/>
                  <a:pt x="2019776" y="100817"/>
                  <a:pt x="2019776" y="91705"/>
                </a:cubicBezTo>
                <a:cubicBezTo>
                  <a:pt x="2019776" y="82594"/>
                  <a:pt x="2021129" y="74770"/>
                  <a:pt x="2023835" y="68234"/>
                </a:cubicBezTo>
                <a:cubicBezTo>
                  <a:pt x="2026543" y="61698"/>
                  <a:pt x="2030174" y="56317"/>
                  <a:pt x="2034730" y="52092"/>
                </a:cubicBezTo>
                <a:cubicBezTo>
                  <a:pt x="2039286" y="47867"/>
                  <a:pt x="2044501" y="44764"/>
                  <a:pt x="2050376" y="42784"/>
                </a:cubicBezTo>
                <a:cubicBezTo>
                  <a:pt x="2056254" y="40803"/>
                  <a:pt x="2062362" y="39813"/>
                  <a:pt x="2068701" y="39813"/>
                </a:cubicBezTo>
                <a:cubicBezTo>
                  <a:pt x="2074906" y="39813"/>
                  <a:pt x="2080947" y="40803"/>
                  <a:pt x="2086822" y="42784"/>
                </a:cubicBezTo>
                <a:cubicBezTo>
                  <a:pt x="2092698" y="44764"/>
                  <a:pt x="2097880" y="47867"/>
                  <a:pt x="2102369" y="52092"/>
                </a:cubicBezTo>
                <a:cubicBezTo>
                  <a:pt x="2106860" y="56317"/>
                  <a:pt x="2110459" y="61698"/>
                  <a:pt x="2113164" y="68234"/>
                </a:cubicBezTo>
                <a:cubicBezTo>
                  <a:pt x="2115872" y="74770"/>
                  <a:pt x="2117226" y="82594"/>
                  <a:pt x="2117226" y="91705"/>
                </a:cubicBezTo>
                <a:cubicBezTo>
                  <a:pt x="2117226" y="100817"/>
                  <a:pt x="2115872" y="108673"/>
                  <a:pt x="2113164" y="115276"/>
                </a:cubicBezTo>
                <a:cubicBezTo>
                  <a:pt x="2110459" y="121879"/>
                  <a:pt x="2106860" y="127326"/>
                  <a:pt x="2102369" y="131618"/>
                </a:cubicBezTo>
                <a:cubicBezTo>
                  <a:pt x="2097880" y="135909"/>
                  <a:pt x="2092698" y="139079"/>
                  <a:pt x="2086822" y="141126"/>
                </a:cubicBezTo>
                <a:cubicBezTo>
                  <a:pt x="2080947" y="143171"/>
                  <a:pt x="2074906" y="144193"/>
                  <a:pt x="2068701" y="144193"/>
                </a:cubicBezTo>
                <a:moveTo>
                  <a:pt x="2068701" y="128547"/>
                </a:moveTo>
                <a:cubicBezTo>
                  <a:pt x="2072132" y="128547"/>
                  <a:pt x="2075366" y="127854"/>
                  <a:pt x="2078402" y="126468"/>
                </a:cubicBezTo>
                <a:cubicBezTo>
                  <a:pt x="2081441" y="125082"/>
                  <a:pt x="2084115" y="122903"/>
                  <a:pt x="2086426" y="119934"/>
                </a:cubicBezTo>
                <a:cubicBezTo>
                  <a:pt x="2088737" y="116962"/>
                  <a:pt x="2090586" y="113132"/>
                  <a:pt x="2091972" y="108446"/>
                </a:cubicBezTo>
                <a:cubicBezTo>
                  <a:pt x="2093358" y="103757"/>
                  <a:pt x="2094052" y="98045"/>
                  <a:pt x="2094052" y="91309"/>
                </a:cubicBezTo>
                <a:cubicBezTo>
                  <a:pt x="2094052" y="84576"/>
                  <a:pt x="2093358" y="78866"/>
                  <a:pt x="2091972" y="74179"/>
                </a:cubicBezTo>
                <a:cubicBezTo>
                  <a:pt x="2090586" y="69491"/>
                  <a:pt x="2088737" y="65694"/>
                  <a:pt x="2086426" y="62788"/>
                </a:cubicBezTo>
                <a:cubicBezTo>
                  <a:pt x="2084115" y="59883"/>
                  <a:pt x="2081441" y="57770"/>
                  <a:pt x="2078402" y="56450"/>
                </a:cubicBezTo>
                <a:cubicBezTo>
                  <a:pt x="2075366" y="55129"/>
                  <a:pt x="2072132" y="54468"/>
                  <a:pt x="2068701" y="54468"/>
                </a:cubicBezTo>
                <a:cubicBezTo>
                  <a:pt x="2065267" y="54468"/>
                  <a:pt x="2061998" y="55129"/>
                  <a:pt x="2058893" y="56450"/>
                </a:cubicBezTo>
                <a:cubicBezTo>
                  <a:pt x="2055790" y="57770"/>
                  <a:pt x="2053050" y="59883"/>
                  <a:pt x="2050673" y="62788"/>
                </a:cubicBezTo>
                <a:cubicBezTo>
                  <a:pt x="2048297" y="65694"/>
                  <a:pt x="2046416" y="69491"/>
                  <a:pt x="2045030" y="74179"/>
                </a:cubicBezTo>
                <a:cubicBezTo>
                  <a:pt x="2043644" y="78866"/>
                  <a:pt x="2042951" y="84576"/>
                  <a:pt x="2042951" y="91309"/>
                </a:cubicBezTo>
                <a:cubicBezTo>
                  <a:pt x="2042951" y="98045"/>
                  <a:pt x="2043644" y="103757"/>
                  <a:pt x="2045030" y="108446"/>
                </a:cubicBezTo>
                <a:cubicBezTo>
                  <a:pt x="2046416" y="113132"/>
                  <a:pt x="2048297" y="116962"/>
                  <a:pt x="2050673" y="119934"/>
                </a:cubicBezTo>
                <a:cubicBezTo>
                  <a:pt x="2053050" y="122903"/>
                  <a:pt x="2055790" y="125082"/>
                  <a:pt x="2058893" y="126468"/>
                </a:cubicBezTo>
                <a:cubicBezTo>
                  <a:pt x="2061998" y="127854"/>
                  <a:pt x="2065267" y="128547"/>
                  <a:pt x="2068701" y="128547"/>
                </a:cubicBezTo>
                <a:close/>
                <a:moveTo>
                  <a:pt x="2171894" y="144393"/>
                </a:moveTo>
                <a:cubicBezTo>
                  <a:pt x="2161330" y="144393"/>
                  <a:pt x="2152912" y="141323"/>
                  <a:pt x="2146640" y="135184"/>
                </a:cubicBezTo>
                <a:cubicBezTo>
                  <a:pt x="2140367" y="129043"/>
                  <a:pt x="2137231" y="120096"/>
                  <a:pt x="2137231" y="108343"/>
                </a:cubicBezTo>
                <a:lnTo>
                  <a:pt x="2137231" y="45159"/>
                </a:lnTo>
                <a:cubicBezTo>
                  <a:pt x="2137231" y="44103"/>
                  <a:pt x="2137891" y="43246"/>
                  <a:pt x="2139211" y="42587"/>
                </a:cubicBezTo>
                <a:cubicBezTo>
                  <a:pt x="2140533" y="41926"/>
                  <a:pt x="2143438" y="41596"/>
                  <a:pt x="2147927" y="41596"/>
                </a:cubicBezTo>
                <a:cubicBezTo>
                  <a:pt x="2152416" y="41596"/>
                  <a:pt x="2155321" y="41926"/>
                  <a:pt x="2156640" y="42587"/>
                </a:cubicBezTo>
                <a:cubicBezTo>
                  <a:pt x="2157962" y="43246"/>
                  <a:pt x="2158623" y="44103"/>
                  <a:pt x="2158623" y="45159"/>
                </a:cubicBezTo>
                <a:lnTo>
                  <a:pt x="2158623" y="102005"/>
                </a:lnTo>
                <a:cubicBezTo>
                  <a:pt x="2158623" y="111249"/>
                  <a:pt x="2160405" y="117621"/>
                  <a:pt x="2163969" y="121121"/>
                </a:cubicBezTo>
                <a:cubicBezTo>
                  <a:pt x="2167536" y="124619"/>
                  <a:pt x="2172158" y="126368"/>
                  <a:pt x="2177836" y="126368"/>
                </a:cubicBezTo>
                <a:cubicBezTo>
                  <a:pt x="2180741" y="126368"/>
                  <a:pt x="2183448" y="125840"/>
                  <a:pt x="2185957" y="124784"/>
                </a:cubicBezTo>
                <a:cubicBezTo>
                  <a:pt x="2188465" y="123727"/>
                  <a:pt x="2190676" y="122307"/>
                  <a:pt x="2192590" y="120526"/>
                </a:cubicBezTo>
                <a:cubicBezTo>
                  <a:pt x="2194507" y="118743"/>
                  <a:pt x="2196026" y="116696"/>
                  <a:pt x="2197148" y="114385"/>
                </a:cubicBezTo>
                <a:cubicBezTo>
                  <a:pt x="2198270" y="112074"/>
                  <a:pt x="2198832" y="109598"/>
                  <a:pt x="2198832" y="106959"/>
                </a:cubicBezTo>
                <a:lnTo>
                  <a:pt x="2198832" y="45159"/>
                </a:lnTo>
                <a:cubicBezTo>
                  <a:pt x="2198832" y="44103"/>
                  <a:pt x="2199491" y="43246"/>
                  <a:pt x="2200811" y="42587"/>
                </a:cubicBezTo>
                <a:cubicBezTo>
                  <a:pt x="2202131" y="41926"/>
                  <a:pt x="2205036" y="41596"/>
                  <a:pt x="2209527" y="41596"/>
                </a:cubicBezTo>
                <a:cubicBezTo>
                  <a:pt x="2214017" y="41596"/>
                  <a:pt x="2216921" y="41926"/>
                  <a:pt x="2218241" y="42587"/>
                </a:cubicBezTo>
                <a:cubicBezTo>
                  <a:pt x="2219562" y="43246"/>
                  <a:pt x="2220223" y="44103"/>
                  <a:pt x="2220223" y="45159"/>
                </a:cubicBezTo>
                <a:lnTo>
                  <a:pt x="2220223" y="107551"/>
                </a:lnTo>
                <a:cubicBezTo>
                  <a:pt x="2220223" y="113362"/>
                  <a:pt x="2221807" y="117951"/>
                  <a:pt x="2224974" y="121318"/>
                </a:cubicBezTo>
                <a:cubicBezTo>
                  <a:pt x="2228144" y="124685"/>
                  <a:pt x="2232634" y="126368"/>
                  <a:pt x="2238445" y="126368"/>
                </a:cubicBezTo>
                <a:cubicBezTo>
                  <a:pt x="2242273" y="126368"/>
                  <a:pt x="2245640" y="125378"/>
                  <a:pt x="2248545" y="123397"/>
                </a:cubicBezTo>
                <a:cubicBezTo>
                  <a:pt x="2251451" y="121416"/>
                  <a:pt x="2253894" y="118611"/>
                  <a:pt x="2255874" y="114980"/>
                </a:cubicBezTo>
                <a:cubicBezTo>
                  <a:pt x="2257855" y="111347"/>
                  <a:pt x="2259340" y="106957"/>
                  <a:pt x="2260329" y="101809"/>
                </a:cubicBezTo>
                <a:cubicBezTo>
                  <a:pt x="2261320" y="96659"/>
                  <a:pt x="2261816" y="90980"/>
                  <a:pt x="2261816" y="84772"/>
                </a:cubicBezTo>
                <a:cubicBezTo>
                  <a:pt x="2261816" y="78830"/>
                  <a:pt x="2261320" y="73582"/>
                  <a:pt x="2260329" y="69026"/>
                </a:cubicBezTo>
                <a:cubicBezTo>
                  <a:pt x="2259340" y="64470"/>
                  <a:pt x="2258251" y="60576"/>
                  <a:pt x="2257062" y="57342"/>
                </a:cubicBezTo>
                <a:cubicBezTo>
                  <a:pt x="2255873" y="54106"/>
                  <a:pt x="2254783" y="51498"/>
                  <a:pt x="2253792" y="49517"/>
                </a:cubicBezTo>
                <a:cubicBezTo>
                  <a:pt x="2252803" y="47537"/>
                  <a:pt x="2252308" y="46216"/>
                  <a:pt x="2252308" y="45555"/>
                </a:cubicBezTo>
                <a:cubicBezTo>
                  <a:pt x="2252308" y="42916"/>
                  <a:pt x="2255213" y="41596"/>
                  <a:pt x="2261024" y="41596"/>
                </a:cubicBezTo>
                <a:cubicBezTo>
                  <a:pt x="2265646" y="41596"/>
                  <a:pt x="2269080" y="42322"/>
                  <a:pt x="2271324" y="43775"/>
                </a:cubicBezTo>
                <a:cubicBezTo>
                  <a:pt x="2273569" y="45226"/>
                  <a:pt x="2275219" y="47074"/>
                  <a:pt x="2276275" y="49321"/>
                </a:cubicBezTo>
                <a:cubicBezTo>
                  <a:pt x="2277991" y="53413"/>
                  <a:pt x="2279609" y="58101"/>
                  <a:pt x="2281128" y="63383"/>
                </a:cubicBezTo>
                <a:cubicBezTo>
                  <a:pt x="2282648" y="68664"/>
                  <a:pt x="2283407" y="75201"/>
                  <a:pt x="2283407" y="82992"/>
                </a:cubicBezTo>
                <a:cubicBezTo>
                  <a:pt x="2283407" y="91706"/>
                  <a:pt x="2282384" y="99794"/>
                  <a:pt x="2280337" y="107255"/>
                </a:cubicBezTo>
                <a:cubicBezTo>
                  <a:pt x="2278290" y="114716"/>
                  <a:pt x="2275285" y="121187"/>
                  <a:pt x="2271324" y="126667"/>
                </a:cubicBezTo>
                <a:cubicBezTo>
                  <a:pt x="2267363" y="132146"/>
                  <a:pt x="2262411" y="136469"/>
                  <a:pt x="2256470" y="139639"/>
                </a:cubicBezTo>
                <a:cubicBezTo>
                  <a:pt x="2250528" y="142808"/>
                  <a:pt x="2243661" y="144393"/>
                  <a:pt x="2235870" y="144393"/>
                </a:cubicBezTo>
                <a:cubicBezTo>
                  <a:pt x="2230720" y="144393"/>
                  <a:pt x="2226196" y="143733"/>
                  <a:pt x="2222300" y="142413"/>
                </a:cubicBezTo>
                <a:cubicBezTo>
                  <a:pt x="2218405" y="141092"/>
                  <a:pt x="2215170" y="139606"/>
                  <a:pt x="2212595" y="137955"/>
                </a:cubicBezTo>
                <a:cubicBezTo>
                  <a:pt x="2210022" y="136305"/>
                  <a:pt x="2208041" y="134721"/>
                  <a:pt x="2206653" y="133201"/>
                </a:cubicBezTo>
                <a:cubicBezTo>
                  <a:pt x="2205267" y="131682"/>
                  <a:pt x="2204442" y="130659"/>
                  <a:pt x="2204178" y="130131"/>
                </a:cubicBezTo>
                <a:cubicBezTo>
                  <a:pt x="2203783" y="130528"/>
                  <a:pt x="2202793" y="131519"/>
                  <a:pt x="2201207" y="133105"/>
                </a:cubicBezTo>
                <a:cubicBezTo>
                  <a:pt x="2199623" y="134688"/>
                  <a:pt x="2197444" y="136305"/>
                  <a:pt x="2194670" y="137955"/>
                </a:cubicBezTo>
                <a:cubicBezTo>
                  <a:pt x="2191897" y="139606"/>
                  <a:pt x="2188596" y="141092"/>
                  <a:pt x="2184766" y="142413"/>
                </a:cubicBezTo>
                <a:cubicBezTo>
                  <a:pt x="2180938" y="143733"/>
                  <a:pt x="2176647" y="144393"/>
                  <a:pt x="2171894" y="144393"/>
                </a:cubicBezTo>
                <a:close/>
                <a:moveTo>
                  <a:pt x="2393533" y="144193"/>
                </a:moveTo>
                <a:cubicBezTo>
                  <a:pt x="2387195" y="144193"/>
                  <a:pt x="2381087" y="143171"/>
                  <a:pt x="2375209" y="141126"/>
                </a:cubicBezTo>
                <a:cubicBezTo>
                  <a:pt x="2369334" y="139079"/>
                  <a:pt x="2364118" y="135909"/>
                  <a:pt x="2359563" y="131618"/>
                </a:cubicBezTo>
                <a:cubicBezTo>
                  <a:pt x="2355007" y="127326"/>
                  <a:pt x="2351375" y="121879"/>
                  <a:pt x="2348668" y="115276"/>
                </a:cubicBezTo>
                <a:cubicBezTo>
                  <a:pt x="2345962" y="108673"/>
                  <a:pt x="2344609" y="100817"/>
                  <a:pt x="2344609" y="91705"/>
                </a:cubicBezTo>
                <a:cubicBezTo>
                  <a:pt x="2344609" y="82594"/>
                  <a:pt x="2345962" y="74770"/>
                  <a:pt x="2348668" y="68234"/>
                </a:cubicBezTo>
                <a:cubicBezTo>
                  <a:pt x="2351375" y="61698"/>
                  <a:pt x="2355007" y="56317"/>
                  <a:pt x="2359563" y="52092"/>
                </a:cubicBezTo>
                <a:cubicBezTo>
                  <a:pt x="2364118" y="47867"/>
                  <a:pt x="2369334" y="44764"/>
                  <a:pt x="2375209" y="42784"/>
                </a:cubicBezTo>
                <a:cubicBezTo>
                  <a:pt x="2381087" y="40803"/>
                  <a:pt x="2387195" y="39813"/>
                  <a:pt x="2393533" y="39813"/>
                </a:cubicBezTo>
                <a:cubicBezTo>
                  <a:pt x="2399739" y="39813"/>
                  <a:pt x="2405780" y="40803"/>
                  <a:pt x="2411655" y="42784"/>
                </a:cubicBezTo>
                <a:cubicBezTo>
                  <a:pt x="2417530" y="44764"/>
                  <a:pt x="2422713" y="47867"/>
                  <a:pt x="2427202" y="52092"/>
                </a:cubicBezTo>
                <a:cubicBezTo>
                  <a:pt x="2431693" y="56317"/>
                  <a:pt x="2435291" y="61698"/>
                  <a:pt x="2437997" y="68234"/>
                </a:cubicBezTo>
                <a:cubicBezTo>
                  <a:pt x="2440705" y="74770"/>
                  <a:pt x="2442059" y="82594"/>
                  <a:pt x="2442059" y="91705"/>
                </a:cubicBezTo>
                <a:cubicBezTo>
                  <a:pt x="2442059" y="100817"/>
                  <a:pt x="2440705" y="108673"/>
                  <a:pt x="2437997" y="115276"/>
                </a:cubicBezTo>
                <a:cubicBezTo>
                  <a:pt x="2435291" y="121879"/>
                  <a:pt x="2431693" y="127326"/>
                  <a:pt x="2427202" y="131618"/>
                </a:cubicBezTo>
                <a:cubicBezTo>
                  <a:pt x="2422713" y="135909"/>
                  <a:pt x="2417530" y="139079"/>
                  <a:pt x="2411655" y="141126"/>
                </a:cubicBezTo>
                <a:cubicBezTo>
                  <a:pt x="2405780" y="143171"/>
                  <a:pt x="2399739" y="144193"/>
                  <a:pt x="2393533" y="144193"/>
                </a:cubicBezTo>
                <a:moveTo>
                  <a:pt x="2393533" y="128547"/>
                </a:moveTo>
                <a:cubicBezTo>
                  <a:pt x="2396965" y="128547"/>
                  <a:pt x="2400199" y="127854"/>
                  <a:pt x="2403235" y="126468"/>
                </a:cubicBezTo>
                <a:cubicBezTo>
                  <a:pt x="2406273" y="125082"/>
                  <a:pt x="2408948" y="122903"/>
                  <a:pt x="2411259" y="119934"/>
                </a:cubicBezTo>
                <a:cubicBezTo>
                  <a:pt x="2413570" y="116962"/>
                  <a:pt x="2415419" y="113132"/>
                  <a:pt x="2416805" y="108446"/>
                </a:cubicBezTo>
                <a:cubicBezTo>
                  <a:pt x="2418191" y="103757"/>
                  <a:pt x="2418884" y="98045"/>
                  <a:pt x="2418884" y="91309"/>
                </a:cubicBezTo>
                <a:cubicBezTo>
                  <a:pt x="2418884" y="84576"/>
                  <a:pt x="2418191" y="78866"/>
                  <a:pt x="2416805" y="74179"/>
                </a:cubicBezTo>
                <a:cubicBezTo>
                  <a:pt x="2415419" y="69491"/>
                  <a:pt x="2413570" y="65694"/>
                  <a:pt x="2411259" y="62788"/>
                </a:cubicBezTo>
                <a:cubicBezTo>
                  <a:pt x="2408948" y="59883"/>
                  <a:pt x="2406273" y="57770"/>
                  <a:pt x="2403235" y="56450"/>
                </a:cubicBezTo>
                <a:cubicBezTo>
                  <a:pt x="2400199" y="55129"/>
                  <a:pt x="2396965" y="54468"/>
                  <a:pt x="2393533" y="54468"/>
                </a:cubicBezTo>
                <a:cubicBezTo>
                  <a:pt x="2390100" y="54468"/>
                  <a:pt x="2386831" y="55129"/>
                  <a:pt x="2383726" y="56450"/>
                </a:cubicBezTo>
                <a:cubicBezTo>
                  <a:pt x="2380623" y="57770"/>
                  <a:pt x="2377883" y="59883"/>
                  <a:pt x="2375505" y="62788"/>
                </a:cubicBezTo>
                <a:cubicBezTo>
                  <a:pt x="2373130" y="65694"/>
                  <a:pt x="2371249" y="69491"/>
                  <a:pt x="2369863" y="74179"/>
                </a:cubicBezTo>
                <a:cubicBezTo>
                  <a:pt x="2368477" y="78866"/>
                  <a:pt x="2367784" y="84576"/>
                  <a:pt x="2367784" y="91309"/>
                </a:cubicBezTo>
                <a:cubicBezTo>
                  <a:pt x="2367784" y="98045"/>
                  <a:pt x="2368477" y="103757"/>
                  <a:pt x="2369863" y="108446"/>
                </a:cubicBezTo>
                <a:cubicBezTo>
                  <a:pt x="2371249" y="113132"/>
                  <a:pt x="2373130" y="116962"/>
                  <a:pt x="2375505" y="119934"/>
                </a:cubicBezTo>
                <a:cubicBezTo>
                  <a:pt x="2377883" y="122903"/>
                  <a:pt x="2380623" y="125082"/>
                  <a:pt x="2383726" y="126468"/>
                </a:cubicBezTo>
                <a:cubicBezTo>
                  <a:pt x="2386831" y="127854"/>
                  <a:pt x="2390100" y="128547"/>
                  <a:pt x="2393533" y="128547"/>
                </a:cubicBezTo>
                <a:close/>
                <a:moveTo>
                  <a:pt x="2476522" y="191532"/>
                </a:moveTo>
                <a:cubicBezTo>
                  <a:pt x="2472033" y="191532"/>
                  <a:pt x="2469161" y="191201"/>
                  <a:pt x="2467906" y="190540"/>
                </a:cubicBezTo>
                <a:cubicBezTo>
                  <a:pt x="2466652" y="189881"/>
                  <a:pt x="2466026" y="189024"/>
                  <a:pt x="2466026" y="187968"/>
                </a:cubicBezTo>
                <a:lnTo>
                  <a:pt x="2466026" y="65560"/>
                </a:lnTo>
                <a:cubicBezTo>
                  <a:pt x="2466026" y="63051"/>
                  <a:pt x="2465729" y="60972"/>
                  <a:pt x="2465134" y="59322"/>
                </a:cubicBezTo>
                <a:cubicBezTo>
                  <a:pt x="2464540" y="57671"/>
                  <a:pt x="2463847" y="56285"/>
                  <a:pt x="2463055" y="55163"/>
                </a:cubicBezTo>
                <a:cubicBezTo>
                  <a:pt x="2462263" y="54041"/>
                  <a:pt x="2461570" y="53149"/>
                  <a:pt x="2460975" y="52488"/>
                </a:cubicBezTo>
                <a:cubicBezTo>
                  <a:pt x="2460381" y="51827"/>
                  <a:pt x="2460084" y="51167"/>
                  <a:pt x="2460084" y="50509"/>
                </a:cubicBezTo>
                <a:cubicBezTo>
                  <a:pt x="2460084" y="49717"/>
                  <a:pt x="2460744" y="48726"/>
                  <a:pt x="2462064" y="47538"/>
                </a:cubicBezTo>
                <a:cubicBezTo>
                  <a:pt x="2463385" y="46349"/>
                  <a:pt x="2464937" y="45193"/>
                  <a:pt x="2466718" y="44071"/>
                </a:cubicBezTo>
                <a:cubicBezTo>
                  <a:pt x="2468501" y="42949"/>
                  <a:pt x="2470316" y="41992"/>
                  <a:pt x="2472164" y="41200"/>
                </a:cubicBezTo>
                <a:cubicBezTo>
                  <a:pt x="2474014" y="40406"/>
                  <a:pt x="2475466" y="40009"/>
                  <a:pt x="2476522" y="40009"/>
                </a:cubicBezTo>
                <a:cubicBezTo>
                  <a:pt x="2479164" y="40009"/>
                  <a:pt x="2481309" y="41264"/>
                  <a:pt x="2482960" y="43775"/>
                </a:cubicBezTo>
                <a:cubicBezTo>
                  <a:pt x="2484610" y="46283"/>
                  <a:pt x="2485964" y="49650"/>
                  <a:pt x="2487022" y="53875"/>
                </a:cubicBezTo>
                <a:cubicBezTo>
                  <a:pt x="2489661" y="51234"/>
                  <a:pt x="2492565" y="48857"/>
                  <a:pt x="2495735" y="46746"/>
                </a:cubicBezTo>
                <a:cubicBezTo>
                  <a:pt x="2498376" y="45029"/>
                  <a:pt x="2501479" y="43444"/>
                  <a:pt x="2505044" y="41992"/>
                </a:cubicBezTo>
                <a:cubicBezTo>
                  <a:pt x="2508610" y="40539"/>
                  <a:pt x="2512374" y="39813"/>
                  <a:pt x="2516335" y="39813"/>
                </a:cubicBezTo>
                <a:cubicBezTo>
                  <a:pt x="2522146" y="39813"/>
                  <a:pt x="2527493" y="40836"/>
                  <a:pt x="2532377" y="42883"/>
                </a:cubicBezTo>
                <a:cubicBezTo>
                  <a:pt x="2537263" y="44928"/>
                  <a:pt x="2541488" y="47965"/>
                  <a:pt x="2545053" y="51992"/>
                </a:cubicBezTo>
                <a:cubicBezTo>
                  <a:pt x="2548619" y="56020"/>
                  <a:pt x="2551392" y="61071"/>
                  <a:pt x="2553373" y="67146"/>
                </a:cubicBezTo>
                <a:cubicBezTo>
                  <a:pt x="2555354" y="73219"/>
                  <a:pt x="2556344" y="80218"/>
                  <a:pt x="2556344" y="88142"/>
                </a:cubicBezTo>
                <a:cubicBezTo>
                  <a:pt x="2556344" y="97384"/>
                  <a:pt x="2555188" y="105505"/>
                  <a:pt x="2552877" y="112505"/>
                </a:cubicBezTo>
                <a:cubicBezTo>
                  <a:pt x="2550568" y="119502"/>
                  <a:pt x="2547367" y="125379"/>
                  <a:pt x="2543272" y="130134"/>
                </a:cubicBezTo>
                <a:cubicBezTo>
                  <a:pt x="2539178" y="134887"/>
                  <a:pt x="2534358" y="138452"/>
                  <a:pt x="2528811" y="140830"/>
                </a:cubicBezTo>
                <a:cubicBezTo>
                  <a:pt x="2523266" y="143205"/>
                  <a:pt x="2517259" y="144393"/>
                  <a:pt x="2510789" y="144393"/>
                </a:cubicBezTo>
                <a:cubicBezTo>
                  <a:pt x="2508147" y="144393"/>
                  <a:pt x="2505407" y="144062"/>
                  <a:pt x="2502568" y="143402"/>
                </a:cubicBezTo>
                <a:cubicBezTo>
                  <a:pt x="2499729" y="142741"/>
                  <a:pt x="2497188" y="141949"/>
                  <a:pt x="2494943" y="141026"/>
                </a:cubicBezTo>
                <a:cubicBezTo>
                  <a:pt x="2492302" y="140101"/>
                  <a:pt x="2489727" y="139044"/>
                  <a:pt x="2487218" y="137856"/>
                </a:cubicBezTo>
                <a:lnTo>
                  <a:pt x="2487218" y="187968"/>
                </a:lnTo>
                <a:cubicBezTo>
                  <a:pt x="2487218" y="189024"/>
                  <a:pt x="2486590" y="189881"/>
                  <a:pt x="2485335" y="190540"/>
                </a:cubicBezTo>
                <a:cubicBezTo>
                  <a:pt x="2484082" y="191201"/>
                  <a:pt x="2481144" y="191532"/>
                  <a:pt x="2476522" y="191532"/>
                </a:cubicBezTo>
                <a:moveTo>
                  <a:pt x="2506234" y="129538"/>
                </a:moveTo>
                <a:cubicBezTo>
                  <a:pt x="2514288" y="129538"/>
                  <a:pt x="2520757" y="126138"/>
                  <a:pt x="2525643" y="119338"/>
                </a:cubicBezTo>
                <a:cubicBezTo>
                  <a:pt x="2530529" y="112536"/>
                  <a:pt x="2532972" y="102665"/>
                  <a:pt x="2532972" y="89726"/>
                </a:cubicBezTo>
                <a:cubicBezTo>
                  <a:pt x="2532972" y="83520"/>
                  <a:pt x="2532378" y="78338"/>
                  <a:pt x="2531189" y="74179"/>
                </a:cubicBezTo>
                <a:cubicBezTo>
                  <a:pt x="2530001" y="70018"/>
                  <a:pt x="2528349" y="66651"/>
                  <a:pt x="2526236" y="64076"/>
                </a:cubicBezTo>
                <a:cubicBezTo>
                  <a:pt x="2524124" y="61501"/>
                  <a:pt x="2521649" y="59652"/>
                  <a:pt x="2518810" y="58530"/>
                </a:cubicBezTo>
                <a:cubicBezTo>
                  <a:pt x="2515971" y="57407"/>
                  <a:pt x="2512901" y="56846"/>
                  <a:pt x="2509601" y="56846"/>
                </a:cubicBezTo>
                <a:cubicBezTo>
                  <a:pt x="2506563" y="56846"/>
                  <a:pt x="2503690" y="57507"/>
                  <a:pt x="2500982" y="58829"/>
                </a:cubicBezTo>
                <a:cubicBezTo>
                  <a:pt x="2498276" y="60149"/>
                  <a:pt x="2495899" y="61667"/>
                  <a:pt x="2493852" y="63383"/>
                </a:cubicBezTo>
                <a:cubicBezTo>
                  <a:pt x="2491807" y="65100"/>
                  <a:pt x="2490190" y="66817"/>
                  <a:pt x="2489001" y="68533"/>
                </a:cubicBezTo>
                <a:cubicBezTo>
                  <a:pt x="2487812" y="70250"/>
                  <a:pt x="2487218" y="71570"/>
                  <a:pt x="2487218" y="72493"/>
                </a:cubicBezTo>
                <a:lnTo>
                  <a:pt x="2487218" y="117455"/>
                </a:lnTo>
                <a:cubicBezTo>
                  <a:pt x="2487218" y="118644"/>
                  <a:pt x="2487746" y="119965"/>
                  <a:pt x="2488802" y="121417"/>
                </a:cubicBezTo>
                <a:cubicBezTo>
                  <a:pt x="2489860" y="122870"/>
                  <a:pt x="2491279" y="124191"/>
                  <a:pt x="2493060" y="125380"/>
                </a:cubicBezTo>
                <a:cubicBezTo>
                  <a:pt x="2494843" y="126566"/>
                  <a:pt x="2496890" y="127557"/>
                  <a:pt x="2499201" y="128351"/>
                </a:cubicBezTo>
                <a:cubicBezTo>
                  <a:pt x="2501512" y="129142"/>
                  <a:pt x="2503857" y="129538"/>
                  <a:pt x="2506234" y="129538"/>
                </a:cubicBezTo>
                <a:close/>
                <a:moveTo>
                  <a:pt x="2612200" y="144193"/>
                </a:moveTo>
                <a:cubicBezTo>
                  <a:pt x="2603222" y="144193"/>
                  <a:pt x="2596256" y="141520"/>
                  <a:pt x="2591304" y="136172"/>
                </a:cubicBezTo>
                <a:cubicBezTo>
                  <a:pt x="2586351" y="130825"/>
                  <a:pt x="2583875" y="123926"/>
                  <a:pt x="2583875" y="115476"/>
                </a:cubicBezTo>
                <a:lnTo>
                  <a:pt x="2583875" y="57838"/>
                </a:lnTo>
                <a:lnTo>
                  <a:pt x="2576546" y="57838"/>
                </a:lnTo>
                <a:cubicBezTo>
                  <a:pt x="2575623" y="57838"/>
                  <a:pt x="2574831" y="57243"/>
                  <a:pt x="2574171" y="56054"/>
                </a:cubicBezTo>
                <a:cubicBezTo>
                  <a:pt x="2573510" y="54866"/>
                  <a:pt x="2573179" y="52753"/>
                  <a:pt x="2573179" y="49717"/>
                </a:cubicBezTo>
                <a:cubicBezTo>
                  <a:pt x="2573179" y="46547"/>
                  <a:pt x="2573510" y="44401"/>
                  <a:pt x="2574171" y="43279"/>
                </a:cubicBezTo>
                <a:cubicBezTo>
                  <a:pt x="2574831" y="42157"/>
                  <a:pt x="2575690" y="41596"/>
                  <a:pt x="2576746" y="41596"/>
                </a:cubicBezTo>
                <a:lnTo>
                  <a:pt x="2583875" y="41596"/>
                </a:lnTo>
                <a:lnTo>
                  <a:pt x="2583875" y="21987"/>
                </a:lnTo>
                <a:cubicBezTo>
                  <a:pt x="2583875" y="20929"/>
                  <a:pt x="2584601" y="19839"/>
                  <a:pt x="2586054" y="18717"/>
                </a:cubicBezTo>
                <a:cubicBezTo>
                  <a:pt x="2587507" y="17595"/>
                  <a:pt x="2589257" y="16539"/>
                  <a:pt x="2591304" y="15550"/>
                </a:cubicBezTo>
                <a:cubicBezTo>
                  <a:pt x="2593351" y="14558"/>
                  <a:pt x="2595430" y="13733"/>
                  <a:pt x="2597542" y="13074"/>
                </a:cubicBezTo>
                <a:cubicBezTo>
                  <a:pt x="2599656" y="12414"/>
                  <a:pt x="2601307" y="12083"/>
                  <a:pt x="2602495" y="12083"/>
                </a:cubicBezTo>
                <a:cubicBezTo>
                  <a:pt x="2604343" y="12083"/>
                  <a:pt x="2605267" y="13139"/>
                  <a:pt x="2605267" y="15250"/>
                </a:cubicBezTo>
                <a:lnTo>
                  <a:pt x="2605267" y="41596"/>
                </a:lnTo>
                <a:lnTo>
                  <a:pt x="2625667" y="41596"/>
                </a:lnTo>
                <a:cubicBezTo>
                  <a:pt x="2627517" y="41596"/>
                  <a:pt x="2628442" y="42520"/>
                  <a:pt x="2628442" y="44367"/>
                </a:cubicBezTo>
                <a:cubicBezTo>
                  <a:pt x="2628442" y="45423"/>
                  <a:pt x="2628111" y="46710"/>
                  <a:pt x="2627451" y="48230"/>
                </a:cubicBezTo>
                <a:cubicBezTo>
                  <a:pt x="2626792" y="49749"/>
                  <a:pt x="2625967" y="51235"/>
                  <a:pt x="2624975" y="52688"/>
                </a:cubicBezTo>
                <a:cubicBezTo>
                  <a:pt x="2623986" y="54140"/>
                  <a:pt x="2622864" y="55362"/>
                  <a:pt x="2621608" y="56354"/>
                </a:cubicBezTo>
                <a:cubicBezTo>
                  <a:pt x="2620353" y="57343"/>
                  <a:pt x="2619198" y="57838"/>
                  <a:pt x="2618142" y="57838"/>
                </a:cubicBezTo>
                <a:lnTo>
                  <a:pt x="2605267" y="57838"/>
                </a:lnTo>
                <a:lnTo>
                  <a:pt x="2605267" y="107551"/>
                </a:lnTo>
                <a:cubicBezTo>
                  <a:pt x="2605267" y="114418"/>
                  <a:pt x="2606720" y="119469"/>
                  <a:pt x="2609625" y="122705"/>
                </a:cubicBezTo>
                <a:cubicBezTo>
                  <a:pt x="2612530" y="125939"/>
                  <a:pt x="2616426" y="127556"/>
                  <a:pt x="2621312" y="127556"/>
                </a:cubicBezTo>
                <a:cubicBezTo>
                  <a:pt x="2621971" y="127556"/>
                  <a:pt x="2623159" y="127490"/>
                  <a:pt x="2624876" y="127359"/>
                </a:cubicBezTo>
                <a:cubicBezTo>
                  <a:pt x="2626592" y="127226"/>
                  <a:pt x="2627517" y="127160"/>
                  <a:pt x="2627650" y="127160"/>
                </a:cubicBezTo>
                <a:cubicBezTo>
                  <a:pt x="2628839" y="127160"/>
                  <a:pt x="2629433" y="127821"/>
                  <a:pt x="2629433" y="129142"/>
                </a:cubicBezTo>
                <a:cubicBezTo>
                  <a:pt x="2629433" y="130065"/>
                  <a:pt x="2628904" y="131385"/>
                  <a:pt x="2627846" y="133102"/>
                </a:cubicBezTo>
                <a:cubicBezTo>
                  <a:pt x="2626791" y="134818"/>
                  <a:pt x="2625438" y="136503"/>
                  <a:pt x="2623787" y="138155"/>
                </a:cubicBezTo>
                <a:cubicBezTo>
                  <a:pt x="2622137" y="139805"/>
                  <a:pt x="2620289" y="141225"/>
                  <a:pt x="2618242" y="142413"/>
                </a:cubicBezTo>
                <a:cubicBezTo>
                  <a:pt x="2616194" y="143600"/>
                  <a:pt x="2614181" y="144193"/>
                  <a:pt x="2612200" y="144193"/>
                </a:cubicBezTo>
                <a:close/>
                <a:moveTo>
                  <a:pt x="2658746" y="1980"/>
                </a:moveTo>
                <a:cubicBezTo>
                  <a:pt x="2662576" y="1980"/>
                  <a:pt x="2665580" y="3003"/>
                  <a:pt x="2667758" y="5050"/>
                </a:cubicBezTo>
                <a:cubicBezTo>
                  <a:pt x="2669936" y="7097"/>
                  <a:pt x="2671025" y="10497"/>
                  <a:pt x="2671025" y="15250"/>
                </a:cubicBezTo>
                <a:cubicBezTo>
                  <a:pt x="2671025" y="20006"/>
                  <a:pt x="2669936" y="23340"/>
                  <a:pt x="2667758" y="25254"/>
                </a:cubicBezTo>
                <a:cubicBezTo>
                  <a:pt x="2665580" y="27168"/>
                  <a:pt x="2662576" y="28125"/>
                  <a:pt x="2658746" y="28125"/>
                </a:cubicBezTo>
                <a:cubicBezTo>
                  <a:pt x="2654917" y="28125"/>
                  <a:pt x="2651913" y="27168"/>
                  <a:pt x="2649733" y="25254"/>
                </a:cubicBezTo>
                <a:cubicBezTo>
                  <a:pt x="2647555" y="23340"/>
                  <a:pt x="2646466" y="20006"/>
                  <a:pt x="2646466" y="15250"/>
                </a:cubicBezTo>
                <a:cubicBezTo>
                  <a:pt x="2646466" y="10497"/>
                  <a:pt x="2647555" y="7097"/>
                  <a:pt x="2649733" y="5050"/>
                </a:cubicBezTo>
                <a:cubicBezTo>
                  <a:pt x="2651913" y="3003"/>
                  <a:pt x="2654917" y="1980"/>
                  <a:pt x="2658746" y="1980"/>
                </a:cubicBezTo>
                <a:moveTo>
                  <a:pt x="2648050" y="45159"/>
                </a:moveTo>
                <a:cubicBezTo>
                  <a:pt x="2648050" y="44103"/>
                  <a:pt x="2648710" y="43246"/>
                  <a:pt x="2650029" y="42587"/>
                </a:cubicBezTo>
                <a:cubicBezTo>
                  <a:pt x="2651351" y="41926"/>
                  <a:pt x="2654256" y="41596"/>
                  <a:pt x="2658746" y="41596"/>
                </a:cubicBezTo>
                <a:cubicBezTo>
                  <a:pt x="2663235" y="41596"/>
                  <a:pt x="2666139" y="41926"/>
                  <a:pt x="2667459" y="42587"/>
                </a:cubicBezTo>
                <a:cubicBezTo>
                  <a:pt x="2668781" y="43246"/>
                  <a:pt x="2669441" y="44103"/>
                  <a:pt x="2669441" y="45159"/>
                </a:cubicBezTo>
                <a:lnTo>
                  <a:pt x="2669441" y="118051"/>
                </a:lnTo>
                <a:cubicBezTo>
                  <a:pt x="2669441" y="121351"/>
                  <a:pt x="2670068" y="123662"/>
                  <a:pt x="2671321" y="124984"/>
                </a:cubicBezTo>
                <a:cubicBezTo>
                  <a:pt x="2672577" y="126304"/>
                  <a:pt x="2674525" y="126963"/>
                  <a:pt x="2677166" y="126963"/>
                </a:cubicBezTo>
                <a:lnTo>
                  <a:pt x="2677958" y="126963"/>
                </a:lnTo>
                <a:cubicBezTo>
                  <a:pt x="2678486" y="126963"/>
                  <a:pt x="2679014" y="126963"/>
                  <a:pt x="2679542" y="126963"/>
                </a:cubicBezTo>
                <a:cubicBezTo>
                  <a:pt x="2680072" y="126963"/>
                  <a:pt x="2680567" y="126997"/>
                  <a:pt x="2681029" y="127063"/>
                </a:cubicBezTo>
                <a:lnTo>
                  <a:pt x="2681721" y="127160"/>
                </a:lnTo>
                <a:cubicBezTo>
                  <a:pt x="2682251" y="127293"/>
                  <a:pt x="2682516" y="127623"/>
                  <a:pt x="2682516" y="128151"/>
                </a:cubicBezTo>
                <a:cubicBezTo>
                  <a:pt x="2682516" y="129471"/>
                  <a:pt x="2682020" y="130989"/>
                  <a:pt x="2681029" y="132706"/>
                </a:cubicBezTo>
                <a:cubicBezTo>
                  <a:pt x="2680040" y="134422"/>
                  <a:pt x="2678785" y="136040"/>
                  <a:pt x="2677266" y="137560"/>
                </a:cubicBezTo>
                <a:cubicBezTo>
                  <a:pt x="2675747" y="139077"/>
                  <a:pt x="2674096" y="140397"/>
                  <a:pt x="2672313" y="141522"/>
                </a:cubicBezTo>
                <a:cubicBezTo>
                  <a:pt x="2670531" y="142644"/>
                  <a:pt x="2668783" y="143271"/>
                  <a:pt x="2667066" y="143402"/>
                </a:cubicBezTo>
                <a:cubicBezTo>
                  <a:pt x="2661124" y="143402"/>
                  <a:pt x="2656469" y="141521"/>
                  <a:pt x="2653100" y="137759"/>
                </a:cubicBezTo>
                <a:cubicBezTo>
                  <a:pt x="2649733" y="133995"/>
                  <a:pt x="2648050" y="128878"/>
                  <a:pt x="2648050" y="122406"/>
                </a:cubicBezTo>
                <a:lnTo>
                  <a:pt x="2648050" y="45159"/>
                </a:lnTo>
                <a:close/>
                <a:moveTo>
                  <a:pt x="2827104" y="73680"/>
                </a:moveTo>
                <a:cubicBezTo>
                  <a:pt x="2827104" y="68266"/>
                  <a:pt x="2825652" y="64140"/>
                  <a:pt x="2822746" y="61301"/>
                </a:cubicBezTo>
                <a:cubicBezTo>
                  <a:pt x="2819841" y="58462"/>
                  <a:pt x="2815880" y="57043"/>
                  <a:pt x="2810863" y="57043"/>
                </a:cubicBezTo>
                <a:cubicBezTo>
                  <a:pt x="2808090" y="57043"/>
                  <a:pt x="2805350" y="57605"/>
                  <a:pt x="2802642" y="58729"/>
                </a:cubicBezTo>
                <a:cubicBezTo>
                  <a:pt x="2799936" y="59851"/>
                  <a:pt x="2797493" y="61271"/>
                  <a:pt x="2795313" y="62988"/>
                </a:cubicBezTo>
                <a:cubicBezTo>
                  <a:pt x="2793135" y="64702"/>
                  <a:pt x="2791385" y="66518"/>
                  <a:pt x="2790063" y="68434"/>
                </a:cubicBezTo>
                <a:cubicBezTo>
                  <a:pt x="2788744" y="70348"/>
                  <a:pt x="2788084" y="72097"/>
                  <a:pt x="2788084" y="73680"/>
                </a:cubicBezTo>
                <a:lnTo>
                  <a:pt x="2788084" y="139043"/>
                </a:lnTo>
                <a:cubicBezTo>
                  <a:pt x="2788084" y="140101"/>
                  <a:pt x="2787424" y="140961"/>
                  <a:pt x="2786104" y="141621"/>
                </a:cubicBezTo>
                <a:cubicBezTo>
                  <a:pt x="2784784" y="142280"/>
                  <a:pt x="2781879" y="142610"/>
                  <a:pt x="2777388" y="142610"/>
                </a:cubicBezTo>
                <a:cubicBezTo>
                  <a:pt x="2772768" y="142610"/>
                  <a:pt x="2769830" y="142280"/>
                  <a:pt x="2768575" y="141621"/>
                </a:cubicBezTo>
                <a:cubicBezTo>
                  <a:pt x="2767322" y="140961"/>
                  <a:pt x="2766695" y="140101"/>
                  <a:pt x="2766695" y="139043"/>
                </a:cubicBezTo>
                <a:lnTo>
                  <a:pt x="2766695" y="74079"/>
                </a:lnTo>
                <a:cubicBezTo>
                  <a:pt x="2766695" y="68399"/>
                  <a:pt x="2765044" y="64140"/>
                  <a:pt x="2761741" y="61301"/>
                </a:cubicBezTo>
                <a:cubicBezTo>
                  <a:pt x="2758441" y="58462"/>
                  <a:pt x="2754480" y="57043"/>
                  <a:pt x="2749858" y="57043"/>
                </a:cubicBezTo>
                <a:cubicBezTo>
                  <a:pt x="2747085" y="57043"/>
                  <a:pt x="2744345" y="57637"/>
                  <a:pt x="2741637" y="58826"/>
                </a:cubicBezTo>
                <a:cubicBezTo>
                  <a:pt x="2738931" y="60015"/>
                  <a:pt x="2736555" y="61501"/>
                  <a:pt x="2734508" y="63284"/>
                </a:cubicBezTo>
                <a:cubicBezTo>
                  <a:pt x="2732460" y="65067"/>
                  <a:pt x="2730776" y="66949"/>
                  <a:pt x="2729454" y="68929"/>
                </a:cubicBezTo>
                <a:cubicBezTo>
                  <a:pt x="2728135" y="70910"/>
                  <a:pt x="2727475" y="72759"/>
                  <a:pt x="2727475" y="74475"/>
                </a:cubicBezTo>
                <a:lnTo>
                  <a:pt x="2727475" y="139043"/>
                </a:lnTo>
                <a:cubicBezTo>
                  <a:pt x="2727475" y="140101"/>
                  <a:pt x="2726815" y="140961"/>
                  <a:pt x="2725495" y="141621"/>
                </a:cubicBezTo>
                <a:cubicBezTo>
                  <a:pt x="2724175" y="142280"/>
                  <a:pt x="2721270" y="142610"/>
                  <a:pt x="2716779" y="142610"/>
                </a:cubicBezTo>
                <a:cubicBezTo>
                  <a:pt x="2712290" y="142610"/>
                  <a:pt x="2709384" y="142280"/>
                  <a:pt x="2708063" y="141621"/>
                </a:cubicBezTo>
                <a:cubicBezTo>
                  <a:pt x="2706743" y="140961"/>
                  <a:pt x="2706083" y="140101"/>
                  <a:pt x="2706083" y="139043"/>
                </a:cubicBezTo>
                <a:lnTo>
                  <a:pt x="2706083" y="65560"/>
                </a:lnTo>
                <a:cubicBezTo>
                  <a:pt x="2706083" y="63051"/>
                  <a:pt x="2705786" y="60972"/>
                  <a:pt x="2705191" y="59322"/>
                </a:cubicBezTo>
                <a:cubicBezTo>
                  <a:pt x="2704599" y="57671"/>
                  <a:pt x="2703939" y="56285"/>
                  <a:pt x="2703212" y="55163"/>
                </a:cubicBezTo>
                <a:cubicBezTo>
                  <a:pt x="2702486" y="54041"/>
                  <a:pt x="2701827" y="53149"/>
                  <a:pt x="2701232" y="52488"/>
                </a:cubicBezTo>
                <a:cubicBezTo>
                  <a:pt x="2700638" y="51827"/>
                  <a:pt x="2700341" y="51167"/>
                  <a:pt x="2700341" y="50509"/>
                </a:cubicBezTo>
                <a:cubicBezTo>
                  <a:pt x="2700341" y="49717"/>
                  <a:pt x="2701000" y="48726"/>
                  <a:pt x="2702320" y="47538"/>
                </a:cubicBezTo>
                <a:cubicBezTo>
                  <a:pt x="2703642" y="46349"/>
                  <a:pt x="2705193" y="45193"/>
                  <a:pt x="2706974" y="44071"/>
                </a:cubicBezTo>
                <a:cubicBezTo>
                  <a:pt x="2708758" y="42949"/>
                  <a:pt x="2710573" y="41992"/>
                  <a:pt x="2712421" y="41200"/>
                </a:cubicBezTo>
                <a:cubicBezTo>
                  <a:pt x="2714270" y="40406"/>
                  <a:pt x="2715723" y="40009"/>
                  <a:pt x="2716779" y="40009"/>
                </a:cubicBezTo>
                <a:cubicBezTo>
                  <a:pt x="2719420" y="40009"/>
                  <a:pt x="2721566" y="41297"/>
                  <a:pt x="2723216" y="43872"/>
                </a:cubicBezTo>
                <a:cubicBezTo>
                  <a:pt x="2724868" y="46447"/>
                  <a:pt x="2726222" y="49913"/>
                  <a:pt x="2727278" y="54271"/>
                </a:cubicBezTo>
                <a:cubicBezTo>
                  <a:pt x="2728598" y="53082"/>
                  <a:pt x="2730248" y="51630"/>
                  <a:pt x="2732229" y="49913"/>
                </a:cubicBezTo>
                <a:cubicBezTo>
                  <a:pt x="2734209" y="48196"/>
                  <a:pt x="2736520" y="46612"/>
                  <a:pt x="2739162" y="45159"/>
                </a:cubicBezTo>
                <a:cubicBezTo>
                  <a:pt x="2741803" y="43706"/>
                  <a:pt x="2744808" y="42452"/>
                  <a:pt x="2748174" y="41396"/>
                </a:cubicBezTo>
                <a:cubicBezTo>
                  <a:pt x="2751541" y="40341"/>
                  <a:pt x="2755337" y="39813"/>
                  <a:pt x="2759562" y="39813"/>
                </a:cubicBezTo>
                <a:cubicBezTo>
                  <a:pt x="2765901" y="39813"/>
                  <a:pt x="2770919" y="41299"/>
                  <a:pt x="2774616" y="44271"/>
                </a:cubicBezTo>
                <a:cubicBezTo>
                  <a:pt x="2778314" y="47240"/>
                  <a:pt x="2781483" y="51036"/>
                  <a:pt x="2784124" y="55658"/>
                </a:cubicBezTo>
                <a:cubicBezTo>
                  <a:pt x="2785972" y="53678"/>
                  <a:pt x="2788217" y="51731"/>
                  <a:pt x="2790858" y="49816"/>
                </a:cubicBezTo>
                <a:cubicBezTo>
                  <a:pt x="2793500" y="47900"/>
                  <a:pt x="2796404" y="46216"/>
                  <a:pt x="2799571" y="44763"/>
                </a:cubicBezTo>
                <a:cubicBezTo>
                  <a:pt x="2802741" y="43310"/>
                  <a:pt x="2806009" y="42123"/>
                  <a:pt x="2809376" y="41200"/>
                </a:cubicBezTo>
                <a:cubicBezTo>
                  <a:pt x="2812745" y="40275"/>
                  <a:pt x="2816079" y="39813"/>
                  <a:pt x="2819379" y="39813"/>
                </a:cubicBezTo>
                <a:cubicBezTo>
                  <a:pt x="2827830" y="39813"/>
                  <a:pt x="2834795" y="42090"/>
                  <a:pt x="2840276" y="46646"/>
                </a:cubicBezTo>
                <a:cubicBezTo>
                  <a:pt x="2845756" y="51202"/>
                  <a:pt x="2848496" y="57506"/>
                  <a:pt x="2848496" y="65560"/>
                </a:cubicBezTo>
                <a:lnTo>
                  <a:pt x="2848496" y="118842"/>
                </a:lnTo>
                <a:cubicBezTo>
                  <a:pt x="2848496" y="122143"/>
                  <a:pt x="2849123" y="124454"/>
                  <a:pt x="2850376" y="125776"/>
                </a:cubicBezTo>
                <a:cubicBezTo>
                  <a:pt x="2851631" y="127095"/>
                  <a:pt x="2853580" y="127755"/>
                  <a:pt x="2856221" y="127755"/>
                </a:cubicBezTo>
                <a:lnTo>
                  <a:pt x="2857013" y="127755"/>
                </a:lnTo>
                <a:cubicBezTo>
                  <a:pt x="2857541" y="127755"/>
                  <a:pt x="2858069" y="127755"/>
                  <a:pt x="2858597" y="127755"/>
                </a:cubicBezTo>
                <a:cubicBezTo>
                  <a:pt x="2859125" y="127755"/>
                  <a:pt x="2859619" y="127788"/>
                  <a:pt x="2860081" y="127855"/>
                </a:cubicBezTo>
                <a:lnTo>
                  <a:pt x="2860776" y="127952"/>
                </a:lnTo>
                <a:cubicBezTo>
                  <a:pt x="2861304" y="128085"/>
                  <a:pt x="2861568" y="128415"/>
                  <a:pt x="2861568" y="128943"/>
                </a:cubicBezTo>
                <a:cubicBezTo>
                  <a:pt x="2861568" y="130263"/>
                  <a:pt x="2861072" y="131781"/>
                  <a:pt x="2860081" y="133498"/>
                </a:cubicBezTo>
                <a:cubicBezTo>
                  <a:pt x="2859091" y="135214"/>
                  <a:pt x="2857837" y="136832"/>
                  <a:pt x="2856318" y="138351"/>
                </a:cubicBezTo>
                <a:cubicBezTo>
                  <a:pt x="2854801" y="139871"/>
                  <a:pt x="2853151" y="141191"/>
                  <a:pt x="2851367" y="142314"/>
                </a:cubicBezTo>
                <a:cubicBezTo>
                  <a:pt x="2849584" y="143436"/>
                  <a:pt x="2847834" y="144062"/>
                  <a:pt x="2846118" y="144193"/>
                </a:cubicBezTo>
                <a:cubicBezTo>
                  <a:pt x="2840176" y="144193"/>
                  <a:pt x="2835522" y="142313"/>
                  <a:pt x="2832155" y="138551"/>
                </a:cubicBezTo>
                <a:cubicBezTo>
                  <a:pt x="2828788" y="134787"/>
                  <a:pt x="2827104" y="129669"/>
                  <a:pt x="2827104" y="123198"/>
                </a:cubicBezTo>
                <a:lnTo>
                  <a:pt x="2827104" y="73680"/>
                </a:lnTo>
                <a:close/>
                <a:moveTo>
                  <a:pt x="2890685" y="1980"/>
                </a:moveTo>
                <a:cubicBezTo>
                  <a:pt x="2894515" y="1980"/>
                  <a:pt x="2897519" y="3003"/>
                  <a:pt x="2899697" y="5050"/>
                </a:cubicBezTo>
                <a:cubicBezTo>
                  <a:pt x="2901875" y="7097"/>
                  <a:pt x="2902964" y="10497"/>
                  <a:pt x="2902964" y="15250"/>
                </a:cubicBezTo>
                <a:cubicBezTo>
                  <a:pt x="2902964" y="20006"/>
                  <a:pt x="2901875" y="23340"/>
                  <a:pt x="2899697" y="25254"/>
                </a:cubicBezTo>
                <a:cubicBezTo>
                  <a:pt x="2897519" y="27168"/>
                  <a:pt x="2894515" y="28125"/>
                  <a:pt x="2890685" y="28125"/>
                </a:cubicBezTo>
                <a:cubicBezTo>
                  <a:pt x="2886856" y="28125"/>
                  <a:pt x="2883852" y="27168"/>
                  <a:pt x="2881672" y="25254"/>
                </a:cubicBezTo>
                <a:cubicBezTo>
                  <a:pt x="2879494" y="23340"/>
                  <a:pt x="2878405" y="20006"/>
                  <a:pt x="2878405" y="15250"/>
                </a:cubicBezTo>
                <a:cubicBezTo>
                  <a:pt x="2878405" y="10497"/>
                  <a:pt x="2879494" y="7097"/>
                  <a:pt x="2881672" y="5050"/>
                </a:cubicBezTo>
                <a:cubicBezTo>
                  <a:pt x="2883852" y="3003"/>
                  <a:pt x="2886856" y="1980"/>
                  <a:pt x="2890685" y="1980"/>
                </a:cubicBezTo>
                <a:moveTo>
                  <a:pt x="2879989" y="45159"/>
                </a:moveTo>
                <a:cubicBezTo>
                  <a:pt x="2879989" y="44103"/>
                  <a:pt x="2880649" y="43246"/>
                  <a:pt x="2881968" y="42587"/>
                </a:cubicBezTo>
                <a:cubicBezTo>
                  <a:pt x="2883290" y="41926"/>
                  <a:pt x="2886195" y="41596"/>
                  <a:pt x="2890685" y="41596"/>
                </a:cubicBezTo>
                <a:cubicBezTo>
                  <a:pt x="2895174" y="41596"/>
                  <a:pt x="2898078" y="41926"/>
                  <a:pt x="2899398" y="42587"/>
                </a:cubicBezTo>
                <a:cubicBezTo>
                  <a:pt x="2900720" y="43246"/>
                  <a:pt x="2901380" y="44103"/>
                  <a:pt x="2901380" y="45159"/>
                </a:cubicBezTo>
                <a:lnTo>
                  <a:pt x="2901380" y="118051"/>
                </a:lnTo>
                <a:cubicBezTo>
                  <a:pt x="2901380" y="121351"/>
                  <a:pt x="2902007" y="123662"/>
                  <a:pt x="2903260" y="124984"/>
                </a:cubicBezTo>
                <a:cubicBezTo>
                  <a:pt x="2904516" y="126304"/>
                  <a:pt x="2906464" y="126963"/>
                  <a:pt x="2909105" y="126963"/>
                </a:cubicBezTo>
                <a:lnTo>
                  <a:pt x="2909897" y="126963"/>
                </a:lnTo>
                <a:cubicBezTo>
                  <a:pt x="2910425" y="126963"/>
                  <a:pt x="2910953" y="126963"/>
                  <a:pt x="2911481" y="126963"/>
                </a:cubicBezTo>
                <a:cubicBezTo>
                  <a:pt x="2912011" y="126963"/>
                  <a:pt x="2912506" y="126997"/>
                  <a:pt x="2912968" y="127063"/>
                </a:cubicBezTo>
                <a:lnTo>
                  <a:pt x="2913660" y="127160"/>
                </a:lnTo>
                <a:cubicBezTo>
                  <a:pt x="2914190" y="127293"/>
                  <a:pt x="2914455" y="127623"/>
                  <a:pt x="2914455" y="128151"/>
                </a:cubicBezTo>
                <a:cubicBezTo>
                  <a:pt x="2914455" y="129471"/>
                  <a:pt x="2913959" y="130989"/>
                  <a:pt x="2912968" y="132706"/>
                </a:cubicBezTo>
                <a:cubicBezTo>
                  <a:pt x="2911979" y="134422"/>
                  <a:pt x="2910724" y="136040"/>
                  <a:pt x="2909205" y="137560"/>
                </a:cubicBezTo>
                <a:cubicBezTo>
                  <a:pt x="2907686" y="139077"/>
                  <a:pt x="2906035" y="140397"/>
                  <a:pt x="2904252" y="141522"/>
                </a:cubicBezTo>
                <a:cubicBezTo>
                  <a:pt x="2902470" y="142644"/>
                  <a:pt x="2900722" y="143271"/>
                  <a:pt x="2899005" y="143402"/>
                </a:cubicBezTo>
                <a:cubicBezTo>
                  <a:pt x="2893063" y="143402"/>
                  <a:pt x="2888408" y="141521"/>
                  <a:pt x="2885039" y="137759"/>
                </a:cubicBezTo>
                <a:cubicBezTo>
                  <a:pt x="2881672" y="133995"/>
                  <a:pt x="2879989" y="128878"/>
                  <a:pt x="2879989" y="122406"/>
                </a:cubicBezTo>
                <a:lnTo>
                  <a:pt x="2879989" y="45159"/>
                </a:lnTo>
                <a:close/>
                <a:moveTo>
                  <a:pt x="2968328" y="144393"/>
                </a:moveTo>
                <a:cubicBezTo>
                  <a:pt x="2962519" y="144393"/>
                  <a:pt x="2957172" y="143667"/>
                  <a:pt x="2952286" y="142214"/>
                </a:cubicBezTo>
                <a:cubicBezTo>
                  <a:pt x="2947400" y="140761"/>
                  <a:pt x="2943207" y="139078"/>
                  <a:pt x="2939707" y="137164"/>
                </a:cubicBezTo>
                <a:cubicBezTo>
                  <a:pt x="2936207" y="135247"/>
                  <a:pt x="2933467" y="133332"/>
                  <a:pt x="2931486" y="131418"/>
                </a:cubicBezTo>
                <a:cubicBezTo>
                  <a:pt x="2929506" y="129504"/>
                  <a:pt x="2928515" y="128085"/>
                  <a:pt x="2928515" y="127160"/>
                </a:cubicBezTo>
                <a:cubicBezTo>
                  <a:pt x="2928515" y="126235"/>
                  <a:pt x="2928945" y="125079"/>
                  <a:pt x="2929803" y="123693"/>
                </a:cubicBezTo>
                <a:cubicBezTo>
                  <a:pt x="2930661" y="122307"/>
                  <a:pt x="2931651" y="120987"/>
                  <a:pt x="2932774" y="119734"/>
                </a:cubicBezTo>
                <a:cubicBezTo>
                  <a:pt x="2933896" y="118479"/>
                  <a:pt x="2935018" y="117389"/>
                  <a:pt x="2936141" y="116464"/>
                </a:cubicBezTo>
                <a:cubicBezTo>
                  <a:pt x="2937265" y="115539"/>
                  <a:pt x="2938156" y="115077"/>
                  <a:pt x="2938815" y="115077"/>
                </a:cubicBezTo>
                <a:cubicBezTo>
                  <a:pt x="2939740" y="115077"/>
                  <a:pt x="2941028" y="115771"/>
                  <a:pt x="2942678" y="117159"/>
                </a:cubicBezTo>
                <a:cubicBezTo>
                  <a:pt x="2944328" y="118545"/>
                  <a:pt x="2946374" y="120097"/>
                  <a:pt x="2948816" y="121813"/>
                </a:cubicBezTo>
                <a:cubicBezTo>
                  <a:pt x="2951260" y="123530"/>
                  <a:pt x="2954132" y="125082"/>
                  <a:pt x="2957433" y="126468"/>
                </a:cubicBezTo>
                <a:cubicBezTo>
                  <a:pt x="2960735" y="127854"/>
                  <a:pt x="2964499" y="128547"/>
                  <a:pt x="2968724" y="128547"/>
                </a:cubicBezTo>
                <a:cubicBezTo>
                  <a:pt x="2973743" y="128547"/>
                  <a:pt x="2977639" y="127359"/>
                  <a:pt x="2980411" y="124984"/>
                </a:cubicBezTo>
                <a:cubicBezTo>
                  <a:pt x="2983184" y="122606"/>
                  <a:pt x="2984570" y="119304"/>
                  <a:pt x="2984570" y="115077"/>
                </a:cubicBezTo>
                <a:cubicBezTo>
                  <a:pt x="2984570" y="112701"/>
                  <a:pt x="2984009" y="110722"/>
                  <a:pt x="2982886" y="109138"/>
                </a:cubicBezTo>
                <a:cubicBezTo>
                  <a:pt x="2981764" y="107552"/>
                  <a:pt x="2980213" y="106133"/>
                  <a:pt x="2978232" y="104880"/>
                </a:cubicBezTo>
                <a:cubicBezTo>
                  <a:pt x="2976251" y="103624"/>
                  <a:pt x="2973974" y="102534"/>
                  <a:pt x="2971399" y="101609"/>
                </a:cubicBezTo>
                <a:cubicBezTo>
                  <a:pt x="2968824" y="100685"/>
                  <a:pt x="2966150" y="99761"/>
                  <a:pt x="2963377" y="98838"/>
                </a:cubicBezTo>
                <a:cubicBezTo>
                  <a:pt x="2959680" y="97649"/>
                  <a:pt x="2955983" y="96362"/>
                  <a:pt x="2952286" y="94975"/>
                </a:cubicBezTo>
                <a:cubicBezTo>
                  <a:pt x="2948588" y="93587"/>
                  <a:pt x="2945254" y="91837"/>
                  <a:pt x="2942282" y="89726"/>
                </a:cubicBezTo>
                <a:cubicBezTo>
                  <a:pt x="2939312" y="87612"/>
                  <a:pt x="2936869" y="85037"/>
                  <a:pt x="2934953" y="82001"/>
                </a:cubicBezTo>
                <a:cubicBezTo>
                  <a:pt x="2933039" y="78964"/>
                  <a:pt x="2932082" y="75201"/>
                  <a:pt x="2932082" y="70709"/>
                </a:cubicBezTo>
                <a:cubicBezTo>
                  <a:pt x="2932082" y="65956"/>
                  <a:pt x="2933039" y="61699"/>
                  <a:pt x="2934953" y="57937"/>
                </a:cubicBezTo>
                <a:cubicBezTo>
                  <a:pt x="2936869" y="54174"/>
                  <a:pt x="2939543" y="50939"/>
                  <a:pt x="2942974" y="48233"/>
                </a:cubicBezTo>
                <a:cubicBezTo>
                  <a:pt x="2946407" y="45525"/>
                  <a:pt x="2950534" y="43444"/>
                  <a:pt x="2955353" y="41992"/>
                </a:cubicBezTo>
                <a:cubicBezTo>
                  <a:pt x="2960175" y="40539"/>
                  <a:pt x="2965490" y="39813"/>
                  <a:pt x="2971299" y="39813"/>
                </a:cubicBezTo>
                <a:cubicBezTo>
                  <a:pt x="2976713" y="39813"/>
                  <a:pt x="2981400" y="40341"/>
                  <a:pt x="2985362" y="41396"/>
                </a:cubicBezTo>
                <a:cubicBezTo>
                  <a:pt x="2989323" y="42452"/>
                  <a:pt x="2992591" y="43706"/>
                  <a:pt x="2995166" y="45159"/>
                </a:cubicBezTo>
                <a:cubicBezTo>
                  <a:pt x="2997741" y="46612"/>
                  <a:pt x="2999623" y="48098"/>
                  <a:pt x="3000812" y="49617"/>
                </a:cubicBezTo>
                <a:cubicBezTo>
                  <a:pt x="3002000" y="51136"/>
                  <a:pt x="3002595" y="52357"/>
                  <a:pt x="3002595" y="53280"/>
                </a:cubicBezTo>
                <a:cubicBezTo>
                  <a:pt x="3002595" y="54205"/>
                  <a:pt x="3002198" y="55328"/>
                  <a:pt x="3001404" y="56650"/>
                </a:cubicBezTo>
                <a:cubicBezTo>
                  <a:pt x="3000612" y="57970"/>
                  <a:pt x="2999688" y="59289"/>
                  <a:pt x="2998633" y="60609"/>
                </a:cubicBezTo>
                <a:cubicBezTo>
                  <a:pt x="2997577" y="61929"/>
                  <a:pt x="2996421" y="63051"/>
                  <a:pt x="2995166" y="63976"/>
                </a:cubicBezTo>
                <a:cubicBezTo>
                  <a:pt x="2993913" y="64901"/>
                  <a:pt x="2992889" y="65363"/>
                  <a:pt x="2992095" y="65363"/>
                </a:cubicBezTo>
                <a:cubicBezTo>
                  <a:pt x="2991567" y="65363"/>
                  <a:pt x="2990776" y="64802"/>
                  <a:pt x="2989720" y="63680"/>
                </a:cubicBezTo>
                <a:cubicBezTo>
                  <a:pt x="2988664" y="62557"/>
                  <a:pt x="2987245" y="61370"/>
                  <a:pt x="2985461" y="60116"/>
                </a:cubicBezTo>
                <a:cubicBezTo>
                  <a:pt x="2983678" y="58861"/>
                  <a:pt x="2981499" y="57672"/>
                  <a:pt x="2978924" y="56550"/>
                </a:cubicBezTo>
                <a:cubicBezTo>
                  <a:pt x="2976349" y="55428"/>
                  <a:pt x="2973213" y="54867"/>
                  <a:pt x="2969516" y="54867"/>
                </a:cubicBezTo>
                <a:cubicBezTo>
                  <a:pt x="2964763" y="54867"/>
                  <a:pt x="2960835" y="56055"/>
                  <a:pt x="2957732" y="58433"/>
                </a:cubicBezTo>
                <a:cubicBezTo>
                  <a:pt x="2954629" y="60808"/>
                  <a:pt x="2953078" y="63910"/>
                  <a:pt x="2953078" y="67739"/>
                </a:cubicBezTo>
                <a:cubicBezTo>
                  <a:pt x="2953078" y="70116"/>
                  <a:pt x="2953639" y="72098"/>
                  <a:pt x="2954761" y="73683"/>
                </a:cubicBezTo>
                <a:cubicBezTo>
                  <a:pt x="2955883" y="75267"/>
                  <a:pt x="2957368" y="76620"/>
                  <a:pt x="2959216" y="77742"/>
                </a:cubicBezTo>
                <a:cubicBezTo>
                  <a:pt x="2961065" y="78865"/>
                  <a:pt x="2963211" y="79855"/>
                  <a:pt x="2965653" y="80713"/>
                </a:cubicBezTo>
                <a:cubicBezTo>
                  <a:pt x="2968097" y="81572"/>
                  <a:pt x="2970706" y="82397"/>
                  <a:pt x="2973478" y="83189"/>
                </a:cubicBezTo>
                <a:cubicBezTo>
                  <a:pt x="2977175" y="84377"/>
                  <a:pt x="2980938" y="85633"/>
                  <a:pt x="2984766" y="86954"/>
                </a:cubicBezTo>
                <a:cubicBezTo>
                  <a:pt x="2988596" y="88274"/>
                  <a:pt x="2992063" y="89957"/>
                  <a:pt x="2995166" y="92005"/>
                </a:cubicBezTo>
                <a:cubicBezTo>
                  <a:pt x="2998269" y="94050"/>
                  <a:pt x="3000811" y="96690"/>
                  <a:pt x="3002791" y="99926"/>
                </a:cubicBezTo>
                <a:cubicBezTo>
                  <a:pt x="3004772" y="103162"/>
                  <a:pt x="3005762" y="107222"/>
                  <a:pt x="3005762" y="112106"/>
                </a:cubicBezTo>
                <a:cubicBezTo>
                  <a:pt x="3005762" y="116992"/>
                  <a:pt x="3004837" y="121415"/>
                  <a:pt x="3002988" y="125377"/>
                </a:cubicBezTo>
                <a:cubicBezTo>
                  <a:pt x="3001140" y="129338"/>
                  <a:pt x="2998533" y="132738"/>
                  <a:pt x="2995166" y="135577"/>
                </a:cubicBezTo>
                <a:cubicBezTo>
                  <a:pt x="2991799" y="138416"/>
                  <a:pt x="2987838" y="140595"/>
                  <a:pt x="2983282" y="142114"/>
                </a:cubicBezTo>
                <a:cubicBezTo>
                  <a:pt x="2978727" y="143633"/>
                  <a:pt x="2973742" y="144393"/>
                  <a:pt x="2968328" y="144393"/>
                </a:cubicBezTo>
                <a:close/>
                <a:moveTo>
                  <a:pt x="3151542" y="73680"/>
                </a:moveTo>
                <a:cubicBezTo>
                  <a:pt x="3151542" y="68266"/>
                  <a:pt x="3150089" y="64140"/>
                  <a:pt x="3147183" y="61301"/>
                </a:cubicBezTo>
                <a:cubicBezTo>
                  <a:pt x="3144278" y="58462"/>
                  <a:pt x="3140317" y="57043"/>
                  <a:pt x="3135300" y="57043"/>
                </a:cubicBezTo>
                <a:cubicBezTo>
                  <a:pt x="3132527" y="57043"/>
                  <a:pt x="3129787" y="57605"/>
                  <a:pt x="3127079" y="58729"/>
                </a:cubicBezTo>
                <a:cubicBezTo>
                  <a:pt x="3124373" y="59851"/>
                  <a:pt x="3121930" y="61271"/>
                  <a:pt x="3119750" y="62988"/>
                </a:cubicBezTo>
                <a:cubicBezTo>
                  <a:pt x="3117572" y="64702"/>
                  <a:pt x="3115822" y="66518"/>
                  <a:pt x="3114500" y="68434"/>
                </a:cubicBezTo>
                <a:cubicBezTo>
                  <a:pt x="3113181" y="70348"/>
                  <a:pt x="3112521" y="72097"/>
                  <a:pt x="3112521" y="73680"/>
                </a:cubicBezTo>
                <a:lnTo>
                  <a:pt x="3112521" y="139043"/>
                </a:lnTo>
                <a:cubicBezTo>
                  <a:pt x="3112521" y="140101"/>
                  <a:pt x="3111861" y="140961"/>
                  <a:pt x="3110541" y="141621"/>
                </a:cubicBezTo>
                <a:cubicBezTo>
                  <a:pt x="3109221" y="142280"/>
                  <a:pt x="3106316" y="142610"/>
                  <a:pt x="3101825" y="142610"/>
                </a:cubicBezTo>
                <a:cubicBezTo>
                  <a:pt x="3097205" y="142610"/>
                  <a:pt x="3094267" y="142280"/>
                  <a:pt x="3093012" y="141621"/>
                </a:cubicBezTo>
                <a:cubicBezTo>
                  <a:pt x="3091759" y="140961"/>
                  <a:pt x="3091132" y="140101"/>
                  <a:pt x="3091132" y="139043"/>
                </a:cubicBezTo>
                <a:lnTo>
                  <a:pt x="3091132" y="74079"/>
                </a:lnTo>
                <a:cubicBezTo>
                  <a:pt x="3091132" y="68399"/>
                  <a:pt x="3089481" y="64140"/>
                  <a:pt x="3086179" y="61301"/>
                </a:cubicBezTo>
                <a:cubicBezTo>
                  <a:pt x="3082878" y="58462"/>
                  <a:pt x="3078917" y="57043"/>
                  <a:pt x="3074295" y="57043"/>
                </a:cubicBezTo>
                <a:cubicBezTo>
                  <a:pt x="3071522" y="57043"/>
                  <a:pt x="3068782" y="57637"/>
                  <a:pt x="3066074" y="58826"/>
                </a:cubicBezTo>
                <a:cubicBezTo>
                  <a:pt x="3063368" y="60015"/>
                  <a:pt x="3060992" y="61501"/>
                  <a:pt x="3058945" y="63284"/>
                </a:cubicBezTo>
                <a:cubicBezTo>
                  <a:pt x="3056898" y="65067"/>
                  <a:pt x="3055213" y="66949"/>
                  <a:pt x="3053891" y="68929"/>
                </a:cubicBezTo>
                <a:cubicBezTo>
                  <a:pt x="3052572" y="70910"/>
                  <a:pt x="3051912" y="72759"/>
                  <a:pt x="3051912" y="74475"/>
                </a:cubicBezTo>
                <a:lnTo>
                  <a:pt x="3051912" y="139043"/>
                </a:lnTo>
                <a:cubicBezTo>
                  <a:pt x="3051912" y="140101"/>
                  <a:pt x="3051252" y="140961"/>
                  <a:pt x="3049932" y="141621"/>
                </a:cubicBezTo>
                <a:cubicBezTo>
                  <a:pt x="3048612" y="142280"/>
                  <a:pt x="3045707" y="142610"/>
                  <a:pt x="3041216" y="142610"/>
                </a:cubicBezTo>
                <a:cubicBezTo>
                  <a:pt x="3036727" y="142610"/>
                  <a:pt x="3033821" y="142280"/>
                  <a:pt x="3032500" y="141621"/>
                </a:cubicBezTo>
                <a:cubicBezTo>
                  <a:pt x="3031180" y="140961"/>
                  <a:pt x="3030520" y="140101"/>
                  <a:pt x="3030520" y="139043"/>
                </a:cubicBezTo>
                <a:lnTo>
                  <a:pt x="3030520" y="65560"/>
                </a:lnTo>
                <a:cubicBezTo>
                  <a:pt x="3030520" y="63051"/>
                  <a:pt x="3030223" y="60972"/>
                  <a:pt x="3029628" y="59322"/>
                </a:cubicBezTo>
                <a:cubicBezTo>
                  <a:pt x="3029036" y="57671"/>
                  <a:pt x="3028376" y="56285"/>
                  <a:pt x="3027649" y="55163"/>
                </a:cubicBezTo>
                <a:cubicBezTo>
                  <a:pt x="3026923" y="54041"/>
                  <a:pt x="3026264" y="53149"/>
                  <a:pt x="3025669" y="52488"/>
                </a:cubicBezTo>
                <a:cubicBezTo>
                  <a:pt x="3025075" y="51827"/>
                  <a:pt x="3024778" y="51167"/>
                  <a:pt x="3024778" y="50509"/>
                </a:cubicBezTo>
                <a:cubicBezTo>
                  <a:pt x="3024778" y="49717"/>
                  <a:pt x="3025438" y="48726"/>
                  <a:pt x="3026757" y="47538"/>
                </a:cubicBezTo>
                <a:cubicBezTo>
                  <a:pt x="3028079" y="46349"/>
                  <a:pt x="3029630" y="45193"/>
                  <a:pt x="3031412" y="44071"/>
                </a:cubicBezTo>
                <a:cubicBezTo>
                  <a:pt x="3033195" y="42949"/>
                  <a:pt x="3035010" y="41992"/>
                  <a:pt x="3036858" y="41200"/>
                </a:cubicBezTo>
                <a:cubicBezTo>
                  <a:pt x="3038707" y="40406"/>
                  <a:pt x="3040160" y="40009"/>
                  <a:pt x="3041216" y="40009"/>
                </a:cubicBezTo>
                <a:cubicBezTo>
                  <a:pt x="3043857" y="40009"/>
                  <a:pt x="3046003" y="41297"/>
                  <a:pt x="3047653" y="43872"/>
                </a:cubicBezTo>
                <a:cubicBezTo>
                  <a:pt x="3049306" y="46447"/>
                  <a:pt x="3050660" y="49913"/>
                  <a:pt x="3051715" y="54271"/>
                </a:cubicBezTo>
                <a:cubicBezTo>
                  <a:pt x="3053035" y="53082"/>
                  <a:pt x="3054685" y="51630"/>
                  <a:pt x="3056666" y="49913"/>
                </a:cubicBezTo>
                <a:cubicBezTo>
                  <a:pt x="3058646" y="48196"/>
                  <a:pt x="3060958" y="46612"/>
                  <a:pt x="3063599" y="45159"/>
                </a:cubicBezTo>
                <a:cubicBezTo>
                  <a:pt x="3066240" y="43706"/>
                  <a:pt x="3069245" y="42452"/>
                  <a:pt x="3072611" y="41396"/>
                </a:cubicBezTo>
                <a:cubicBezTo>
                  <a:pt x="3075978" y="40341"/>
                  <a:pt x="3079774" y="39813"/>
                  <a:pt x="3083999" y="39813"/>
                </a:cubicBezTo>
                <a:cubicBezTo>
                  <a:pt x="3090338" y="39813"/>
                  <a:pt x="3095356" y="41299"/>
                  <a:pt x="3099053" y="44271"/>
                </a:cubicBezTo>
                <a:cubicBezTo>
                  <a:pt x="3102751" y="47240"/>
                  <a:pt x="3105920" y="51036"/>
                  <a:pt x="3108562" y="55658"/>
                </a:cubicBezTo>
                <a:cubicBezTo>
                  <a:pt x="3110409" y="53678"/>
                  <a:pt x="3112654" y="51731"/>
                  <a:pt x="3115295" y="49816"/>
                </a:cubicBezTo>
                <a:cubicBezTo>
                  <a:pt x="3117937" y="47900"/>
                  <a:pt x="3120841" y="46216"/>
                  <a:pt x="3124009" y="44763"/>
                </a:cubicBezTo>
                <a:cubicBezTo>
                  <a:pt x="3127178" y="43310"/>
                  <a:pt x="3130446" y="42123"/>
                  <a:pt x="3133813" y="41200"/>
                </a:cubicBezTo>
                <a:cubicBezTo>
                  <a:pt x="3137182" y="40275"/>
                  <a:pt x="3140516" y="39813"/>
                  <a:pt x="3143817" y="39813"/>
                </a:cubicBezTo>
                <a:cubicBezTo>
                  <a:pt x="3152267" y="39813"/>
                  <a:pt x="3159232" y="42090"/>
                  <a:pt x="3164713" y="46646"/>
                </a:cubicBezTo>
                <a:cubicBezTo>
                  <a:pt x="3170193" y="51202"/>
                  <a:pt x="3172933" y="57506"/>
                  <a:pt x="3172933" y="65560"/>
                </a:cubicBezTo>
                <a:lnTo>
                  <a:pt x="3172933" y="118842"/>
                </a:lnTo>
                <a:cubicBezTo>
                  <a:pt x="3172933" y="122143"/>
                  <a:pt x="3173560" y="124454"/>
                  <a:pt x="3174813" y="125776"/>
                </a:cubicBezTo>
                <a:cubicBezTo>
                  <a:pt x="3176068" y="127095"/>
                  <a:pt x="3178017" y="127755"/>
                  <a:pt x="3180658" y="127755"/>
                </a:cubicBezTo>
                <a:lnTo>
                  <a:pt x="3181450" y="127755"/>
                </a:lnTo>
                <a:cubicBezTo>
                  <a:pt x="3181978" y="127755"/>
                  <a:pt x="3182506" y="127755"/>
                  <a:pt x="3183034" y="127755"/>
                </a:cubicBezTo>
                <a:cubicBezTo>
                  <a:pt x="3183562" y="127755"/>
                  <a:pt x="3184056" y="127788"/>
                  <a:pt x="3184518" y="127855"/>
                </a:cubicBezTo>
                <a:lnTo>
                  <a:pt x="3185213" y="127952"/>
                </a:lnTo>
                <a:cubicBezTo>
                  <a:pt x="3185741" y="128085"/>
                  <a:pt x="3186005" y="128415"/>
                  <a:pt x="3186005" y="128943"/>
                </a:cubicBezTo>
                <a:cubicBezTo>
                  <a:pt x="3186005" y="130263"/>
                  <a:pt x="3185509" y="131781"/>
                  <a:pt x="3184518" y="133498"/>
                </a:cubicBezTo>
                <a:cubicBezTo>
                  <a:pt x="3183529" y="135214"/>
                  <a:pt x="3182274" y="136832"/>
                  <a:pt x="3180755" y="138351"/>
                </a:cubicBezTo>
                <a:cubicBezTo>
                  <a:pt x="3179238" y="139871"/>
                  <a:pt x="3177588" y="141191"/>
                  <a:pt x="3175805" y="142314"/>
                </a:cubicBezTo>
                <a:cubicBezTo>
                  <a:pt x="3174021" y="143436"/>
                  <a:pt x="3172271" y="144062"/>
                  <a:pt x="3170555" y="144193"/>
                </a:cubicBezTo>
                <a:cubicBezTo>
                  <a:pt x="3164613" y="144193"/>
                  <a:pt x="3159959" y="142313"/>
                  <a:pt x="3156592" y="138551"/>
                </a:cubicBezTo>
                <a:cubicBezTo>
                  <a:pt x="3153225" y="134787"/>
                  <a:pt x="3151542" y="129669"/>
                  <a:pt x="3151542" y="123198"/>
                </a:cubicBezTo>
                <a:lnTo>
                  <a:pt x="3151542" y="73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canimproveourwell-being.">
            <a:extLst xmlns:a="http://schemas.openxmlformats.org/drawingml/2006/main">
              <a:ext uri="{FF2B5EF4-FFF2-40B4-BE49-F238E27FC236}">
                <a16:creationId xmlns:a16="http://schemas.microsoft.com/office/drawing/2014/main" id="{AB542282-1CAE-4473-BF6E-92BD2039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112" y="622940"/>
            <a:ext cx="2544660" cy="191718"/>
          </a:xfrm>
          <a:custGeom xmlns:a="http://schemas.openxmlformats.org/drawingml/2006/main">
            <a:pathLst>
              <a:path w="2544660" h="191718">
                <a:moveTo>
                  <a:pt x="51350" y="144534"/>
                </a:moveTo>
                <a:cubicBezTo>
                  <a:pt x="44741" y="144534"/>
                  <a:pt x="38330" y="143609"/>
                  <a:pt x="32116" y="141760"/>
                </a:cubicBezTo>
                <a:cubicBezTo>
                  <a:pt x="25904" y="139908"/>
                  <a:pt x="20419" y="136967"/>
                  <a:pt x="15662" y="132935"/>
                </a:cubicBezTo>
                <a:cubicBezTo>
                  <a:pt x="10904" y="128903"/>
                  <a:pt x="7104" y="123716"/>
                  <a:pt x="4263" y="117373"/>
                </a:cubicBezTo>
                <a:cubicBezTo>
                  <a:pt x="1421" y="111028"/>
                  <a:pt x="0" y="103296"/>
                  <a:pt x="0" y="94176"/>
                </a:cubicBezTo>
                <a:cubicBezTo>
                  <a:pt x="0" y="85056"/>
                  <a:pt x="1421" y="77092"/>
                  <a:pt x="4263" y="70285"/>
                </a:cubicBezTo>
                <a:cubicBezTo>
                  <a:pt x="7104" y="63477"/>
                  <a:pt x="10904" y="57825"/>
                  <a:pt x="15662" y="53332"/>
                </a:cubicBezTo>
                <a:cubicBezTo>
                  <a:pt x="20419" y="48838"/>
                  <a:pt x="25971" y="45468"/>
                  <a:pt x="32316" y="43222"/>
                </a:cubicBezTo>
                <a:cubicBezTo>
                  <a:pt x="38661" y="40975"/>
                  <a:pt x="45335" y="39851"/>
                  <a:pt x="52340" y="39851"/>
                </a:cubicBezTo>
                <a:cubicBezTo>
                  <a:pt x="57230" y="39851"/>
                  <a:pt x="61526" y="40248"/>
                  <a:pt x="65227" y="41040"/>
                </a:cubicBezTo>
                <a:cubicBezTo>
                  <a:pt x="68928" y="41833"/>
                  <a:pt x="72034" y="42791"/>
                  <a:pt x="74545" y="43914"/>
                </a:cubicBezTo>
                <a:cubicBezTo>
                  <a:pt x="77056" y="45038"/>
                  <a:pt x="78940" y="46228"/>
                  <a:pt x="80196" y="47484"/>
                </a:cubicBezTo>
                <a:cubicBezTo>
                  <a:pt x="81453" y="48741"/>
                  <a:pt x="82081" y="49897"/>
                  <a:pt x="82081" y="50954"/>
                </a:cubicBezTo>
                <a:cubicBezTo>
                  <a:pt x="82081" y="51880"/>
                  <a:pt x="81717" y="53103"/>
                  <a:pt x="80989" y="54624"/>
                </a:cubicBezTo>
                <a:cubicBezTo>
                  <a:pt x="80263" y="56142"/>
                  <a:pt x="79338" y="57662"/>
                  <a:pt x="78215" y="59183"/>
                </a:cubicBezTo>
                <a:cubicBezTo>
                  <a:pt x="77091" y="60701"/>
                  <a:pt x="75935" y="61990"/>
                  <a:pt x="74745" y="63049"/>
                </a:cubicBezTo>
                <a:cubicBezTo>
                  <a:pt x="73555" y="64106"/>
                  <a:pt x="72563" y="64634"/>
                  <a:pt x="71771" y="64634"/>
                </a:cubicBezTo>
                <a:cubicBezTo>
                  <a:pt x="71109" y="64634"/>
                  <a:pt x="70282" y="64238"/>
                  <a:pt x="69290" y="63445"/>
                </a:cubicBezTo>
                <a:cubicBezTo>
                  <a:pt x="68300" y="62651"/>
                  <a:pt x="66979" y="61792"/>
                  <a:pt x="65327" y="60868"/>
                </a:cubicBezTo>
                <a:cubicBezTo>
                  <a:pt x="63675" y="59942"/>
                  <a:pt x="61659" y="59083"/>
                  <a:pt x="59280" y="58290"/>
                </a:cubicBezTo>
                <a:cubicBezTo>
                  <a:pt x="56900" y="57496"/>
                  <a:pt x="53991" y="57098"/>
                  <a:pt x="50555" y="57098"/>
                </a:cubicBezTo>
                <a:cubicBezTo>
                  <a:pt x="47515" y="57098"/>
                  <a:pt x="44409" y="57727"/>
                  <a:pt x="41237" y="58983"/>
                </a:cubicBezTo>
                <a:cubicBezTo>
                  <a:pt x="38065" y="60240"/>
                  <a:pt x="35190" y="62255"/>
                  <a:pt x="32612" y="65031"/>
                </a:cubicBezTo>
                <a:cubicBezTo>
                  <a:pt x="30035" y="67806"/>
                  <a:pt x="27920" y="71473"/>
                  <a:pt x="26268" y="76033"/>
                </a:cubicBezTo>
                <a:cubicBezTo>
                  <a:pt x="24616" y="80593"/>
                  <a:pt x="23790" y="86178"/>
                  <a:pt x="23790" y="92787"/>
                </a:cubicBezTo>
                <a:cubicBezTo>
                  <a:pt x="23790" y="98735"/>
                  <a:pt x="24583" y="103890"/>
                  <a:pt x="26168" y="108252"/>
                </a:cubicBezTo>
                <a:cubicBezTo>
                  <a:pt x="27756" y="112612"/>
                  <a:pt x="29937" y="116181"/>
                  <a:pt x="32712" y="118958"/>
                </a:cubicBezTo>
                <a:cubicBezTo>
                  <a:pt x="35487" y="121734"/>
                  <a:pt x="38758" y="123783"/>
                  <a:pt x="42526" y="125106"/>
                </a:cubicBezTo>
                <a:cubicBezTo>
                  <a:pt x="46293" y="126427"/>
                  <a:pt x="50358" y="127087"/>
                  <a:pt x="54721" y="127087"/>
                </a:cubicBezTo>
                <a:cubicBezTo>
                  <a:pt x="58950" y="127087"/>
                  <a:pt x="62651" y="126624"/>
                  <a:pt x="65823" y="125699"/>
                </a:cubicBezTo>
                <a:cubicBezTo>
                  <a:pt x="68996" y="124773"/>
                  <a:pt x="71705" y="123782"/>
                  <a:pt x="73952" y="122725"/>
                </a:cubicBezTo>
                <a:cubicBezTo>
                  <a:pt x="76199" y="121668"/>
                  <a:pt x="78081" y="120677"/>
                  <a:pt x="79600" y="119751"/>
                </a:cubicBezTo>
                <a:cubicBezTo>
                  <a:pt x="81121" y="118825"/>
                  <a:pt x="82277" y="118362"/>
                  <a:pt x="83070" y="118362"/>
                </a:cubicBezTo>
                <a:cubicBezTo>
                  <a:pt x="83732" y="118362"/>
                  <a:pt x="84293" y="118528"/>
                  <a:pt x="84755" y="118859"/>
                </a:cubicBezTo>
                <a:cubicBezTo>
                  <a:pt x="85219" y="119189"/>
                  <a:pt x="85451" y="119818"/>
                  <a:pt x="85451" y="120743"/>
                </a:cubicBezTo>
                <a:cubicBezTo>
                  <a:pt x="85451" y="124178"/>
                  <a:pt x="84261" y="128275"/>
                  <a:pt x="81881" y="133035"/>
                </a:cubicBezTo>
                <a:cubicBezTo>
                  <a:pt x="81353" y="133959"/>
                  <a:pt x="80229" y="135082"/>
                  <a:pt x="78511" y="136405"/>
                </a:cubicBezTo>
                <a:cubicBezTo>
                  <a:pt x="76793" y="137726"/>
                  <a:pt x="74611" y="138981"/>
                  <a:pt x="71967" y="140171"/>
                </a:cubicBezTo>
                <a:cubicBezTo>
                  <a:pt x="69325" y="141361"/>
                  <a:pt x="66253" y="142386"/>
                  <a:pt x="62750" y="143245"/>
                </a:cubicBezTo>
                <a:cubicBezTo>
                  <a:pt x="59246" y="144104"/>
                  <a:pt x="55447" y="144534"/>
                  <a:pt x="51350" y="144534"/>
                </a:cubicBezTo>
                <a:close/>
                <a:moveTo>
                  <a:pt x="182202" y="144334"/>
                </a:moveTo>
                <a:cubicBezTo>
                  <a:pt x="179293" y="144334"/>
                  <a:pt x="176749" y="143838"/>
                  <a:pt x="174569" y="142846"/>
                </a:cubicBezTo>
                <a:cubicBezTo>
                  <a:pt x="172389" y="141855"/>
                  <a:pt x="170572" y="140733"/>
                  <a:pt x="169117" y="139479"/>
                </a:cubicBezTo>
                <a:cubicBezTo>
                  <a:pt x="167663" y="138222"/>
                  <a:pt x="166572" y="136999"/>
                  <a:pt x="165844" y="135809"/>
                </a:cubicBezTo>
                <a:cubicBezTo>
                  <a:pt x="165118" y="134619"/>
                  <a:pt x="164689" y="133826"/>
                  <a:pt x="164555" y="133431"/>
                </a:cubicBezTo>
                <a:cubicBezTo>
                  <a:pt x="163103" y="134488"/>
                  <a:pt x="161319" y="135645"/>
                  <a:pt x="159204" y="136901"/>
                </a:cubicBezTo>
                <a:cubicBezTo>
                  <a:pt x="157088" y="138156"/>
                  <a:pt x="154708" y="139345"/>
                  <a:pt x="152064" y="140468"/>
                </a:cubicBezTo>
                <a:cubicBezTo>
                  <a:pt x="149422" y="141591"/>
                  <a:pt x="146482" y="142549"/>
                  <a:pt x="143243" y="143342"/>
                </a:cubicBezTo>
                <a:cubicBezTo>
                  <a:pt x="140006" y="144136"/>
                  <a:pt x="136537" y="144534"/>
                  <a:pt x="132836" y="144534"/>
                </a:cubicBezTo>
                <a:cubicBezTo>
                  <a:pt x="128209" y="144534"/>
                  <a:pt x="123913" y="143939"/>
                  <a:pt x="119948" y="142749"/>
                </a:cubicBezTo>
                <a:cubicBezTo>
                  <a:pt x="115983" y="141559"/>
                  <a:pt x="112546" y="139775"/>
                  <a:pt x="109638" y="137397"/>
                </a:cubicBezTo>
                <a:cubicBezTo>
                  <a:pt x="106730" y="135017"/>
                  <a:pt x="104450" y="132010"/>
                  <a:pt x="102798" y="128376"/>
                </a:cubicBezTo>
                <a:cubicBezTo>
                  <a:pt x="101146" y="124740"/>
                  <a:pt x="100321" y="120477"/>
                  <a:pt x="100321" y="115588"/>
                </a:cubicBezTo>
                <a:cubicBezTo>
                  <a:pt x="100321" y="109374"/>
                  <a:pt x="101642" y="104186"/>
                  <a:pt x="104284" y="100023"/>
                </a:cubicBezTo>
                <a:cubicBezTo>
                  <a:pt x="106928" y="95861"/>
                  <a:pt x="110463" y="92392"/>
                  <a:pt x="114890" y="89617"/>
                </a:cubicBezTo>
                <a:cubicBezTo>
                  <a:pt x="119319" y="86839"/>
                  <a:pt x="124507" y="84526"/>
                  <a:pt x="130455" y="82677"/>
                </a:cubicBezTo>
                <a:cubicBezTo>
                  <a:pt x="136403" y="80825"/>
                  <a:pt x="142681" y="79107"/>
                  <a:pt x="149290" y="77522"/>
                </a:cubicBezTo>
                <a:cubicBezTo>
                  <a:pt x="153388" y="76463"/>
                  <a:pt x="156494" y="75472"/>
                  <a:pt x="158608" y="74548"/>
                </a:cubicBezTo>
                <a:cubicBezTo>
                  <a:pt x="160723" y="73622"/>
                  <a:pt x="161781" y="72366"/>
                  <a:pt x="161781" y="70778"/>
                </a:cubicBezTo>
                <a:cubicBezTo>
                  <a:pt x="161781" y="66549"/>
                  <a:pt x="160096" y="63146"/>
                  <a:pt x="156726" y="60568"/>
                </a:cubicBezTo>
                <a:cubicBezTo>
                  <a:pt x="153356" y="57991"/>
                  <a:pt x="148366" y="56702"/>
                  <a:pt x="141757" y="56702"/>
                </a:cubicBezTo>
                <a:cubicBezTo>
                  <a:pt x="137792" y="56702"/>
                  <a:pt x="134190" y="57165"/>
                  <a:pt x="130951" y="58091"/>
                </a:cubicBezTo>
                <a:cubicBezTo>
                  <a:pt x="127712" y="59016"/>
                  <a:pt x="124837" y="60041"/>
                  <a:pt x="122326" y="61164"/>
                </a:cubicBezTo>
                <a:cubicBezTo>
                  <a:pt x="119815" y="62288"/>
                  <a:pt x="117700" y="63312"/>
                  <a:pt x="115982" y="64238"/>
                </a:cubicBezTo>
                <a:cubicBezTo>
                  <a:pt x="114264" y="65162"/>
                  <a:pt x="113008" y="65623"/>
                  <a:pt x="112216" y="65623"/>
                </a:cubicBezTo>
                <a:cubicBezTo>
                  <a:pt x="110895" y="65623"/>
                  <a:pt x="110234" y="64765"/>
                  <a:pt x="110234" y="63049"/>
                </a:cubicBezTo>
                <a:cubicBezTo>
                  <a:pt x="110234" y="61595"/>
                  <a:pt x="110498" y="59711"/>
                  <a:pt x="111027" y="57398"/>
                </a:cubicBezTo>
                <a:cubicBezTo>
                  <a:pt x="111555" y="55085"/>
                  <a:pt x="112282" y="52805"/>
                  <a:pt x="113208" y="50558"/>
                </a:cubicBezTo>
                <a:cubicBezTo>
                  <a:pt x="113736" y="49499"/>
                  <a:pt x="114925" y="48376"/>
                  <a:pt x="116775" y="47188"/>
                </a:cubicBezTo>
                <a:cubicBezTo>
                  <a:pt x="118626" y="45998"/>
                  <a:pt x="120973" y="44841"/>
                  <a:pt x="123815" y="43718"/>
                </a:cubicBezTo>
                <a:cubicBezTo>
                  <a:pt x="126656" y="42594"/>
                  <a:pt x="129861" y="41670"/>
                  <a:pt x="133429" y="40944"/>
                </a:cubicBezTo>
                <a:cubicBezTo>
                  <a:pt x="136998" y="40215"/>
                  <a:pt x="140699" y="39851"/>
                  <a:pt x="144531" y="39851"/>
                </a:cubicBezTo>
                <a:cubicBezTo>
                  <a:pt x="158806" y="39851"/>
                  <a:pt x="168918" y="43057"/>
                  <a:pt x="174865" y="49469"/>
                </a:cubicBezTo>
                <a:cubicBezTo>
                  <a:pt x="180813" y="55878"/>
                  <a:pt x="183787" y="65493"/>
                  <a:pt x="183787" y="78314"/>
                </a:cubicBezTo>
                <a:lnTo>
                  <a:pt x="183787" y="119155"/>
                </a:lnTo>
                <a:cubicBezTo>
                  <a:pt x="183787" y="122196"/>
                  <a:pt x="184382" y="124378"/>
                  <a:pt x="185572" y="125699"/>
                </a:cubicBezTo>
                <a:cubicBezTo>
                  <a:pt x="186762" y="127020"/>
                  <a:pt x="188547" y="127747"/>
                  <a:pt x="190926" y="127880"/>
                </a:cubicBezTo>
                <a:cubicBezTo>
                  <a:pt x="191058" y="128011"/>
                  <a:pt x="191850" y="128077"/>
                  <a:pt x="193304" y="128077"/>
                </a:cubicBezTo>
                <a:cubicBezTo>
                  <a:pt x="194758" y="128077"/>
                  <a:pt x="195552" y="128077"/>
                  <a:pt x="195685" y="128077"/>
                </a:cubicBezTo>
                <a:cubicBezTo>
                  <a:pt x="197006" y="128077"/>
                  <a:pt x="197667" y="128606"/>
                  <a:pt x="197667" y="129665"/>
                </a:cubicBezTo>
                <a:cubicBezTo>
                  <a:pt x="197667" y="130588"/>
                  <a:pt x="197204" y="131877"/>
                  <a:pt x="196278" y="133531"/>
                </a:cubicBezTo>
                <a:cubicBezTo>
                  <a:pt x="195352" y="135183"/>
                  <a:pt x="194129" y="136802"/>
                  <a:pt x="192608" y="138390"/>
                </a:cubicBezTo>
                <a:cubicBezTo>
                  <a:pt x="191090" y="139975"/>
                  <a:pt x="189438" y="141362"/>
                  <a:pt x="187653" y="142552"/>
                </a:cubicBezTo>
                <a:cubicBezTo>
                  <a:pt x="185870" y="143740"/>
                  <a:pt x="184053" y="144334"/>
                  <a:pt x="182202" y="144334"/>
                </a:cubicBezTo>
                <a:moveTo>
                  <a:pt x="122326" y="113207"/>
                </a:moveTo>
                <a:cubicBezTo>
                  <a:pt x="122326" y="118627"/>
                  <a:pt x="124143" y="122526"/>
                  <a:pt x="127778" y="124906"/>
                </a:cubicBezTo>
                <a:cubicBezTo>
                  <a:pt x="131414" y="127284"/>
                  <a:pt x="135942" y="128407"/>
                  <a:pt x="141361" y="128276"/>
                </a:cubicBezTo>
                <a:cubicBezTo>
                  <a:pt x="144269" y="128276"/>
                  <a:pt x="146979" y="127880"/>
                  <a:pt x="149490" y="127087"/>
                </a:cubicBezTo>
                <a:cubicBezTo>
                  <a:pt x="152001" y="126293"/>
                  <a:pt x="154214" y="125334"/>
                  <a:pt x="156130" y="124210"/>
                </a:cubicBezTo>
                <a:cubicBezTo>
                  <a:pt x="158046" y="123087"/>
                  <a:pt x="159566" y="121865"/>
                  <a:pt x="160689" y="120544"/>
                </a:cubicBezTo>
                <a:cubicBezTo>
                  <a:pt x="161815" y="119223"/>
                  <a:pt x="162377" y="118033"/>
                  <a:pt x="162377" y="116974"/>
                </a:cubicBezTo>
                <a:lnTo>
                  <a:pt x="162377" y="91002"/>
                </a:lnTo>
                <a:cubicBezTo>
                  <a:pt x="162377" y="89681"/>
                  <a:pt x="161716" y="89021"/>
                  <a:pt x="160393" y="89021"/>
                </a:cubicBezTo>
                <a:cubicBezTo>
                  <a:pt x="158939" y="89021"/>
                  <a:pt x="156428" y="89549"/>
                  <a:pt x="152860" y="90606"/>
                </a:cubicBezTo>
                <a:cubicBezTo>
                  <a:pt x="149687" y="91532"/>
                  <a:pt x="146316" y="92556"/>
                  <a:pt x="142746" y="93680"/>
                </a:cubicBezTo>
                <a:cubicBezTo>
                  <a:pt x="139179" y="94803"/>
                  <a:pt x="135874" y="96190"/>
                  <a:pt x="132833" y="97842"/>
                </a:cubicBezTo>
                <a:cubicBezTo>
                  <a:pt x="129793" y="99494"/>
                  <a:pt x="127282" y="101543"/>
                  <a:pt x="125300" y="103990"/>
                </a:cubicBezTo>
                <a:cubicBezTo>
                  <a:pt x="123317" y="106434"/>
                  <a:pt x="122326" y="109507"/>
                  <a:pt x="122326" y="113207"/>
                </a:cubicBezTo>
                <a:close/>
                <a:moveTo>
                  <a:pt x="284108" y="75341"/>
                </a:moveTo>
                <a:cubicBezTo>
                  <a:pt x="284108" y="63179"/>
                  <a:pt x="278292" y="57098"/>
                  <a:pt x="266661" y="57098"/>
                </a:cubicBezTo>
                <a:cubicBezTo>
                  <a:pt x="263358" y="57098"/>
                  <a:pt x="260120" y="57859"/>
                  <a:pt x="256947" y="59379"/>
                </a:cubicBezTo>
                <a:cubicBezTo>
                  <a:pt x="253775" y="60900"/>
                  <a:pt x="250965" y="62685"/>
                  <a:pt x="248519" y="64734"/>
                </a:cubicBezTo>
                <a:cubicBezTo>
                  <a:pt x="246075" y="66781"/>
                  <a:pt x="244125" y="68896"/>
                  <a:pt x="242671" y="71078"/>
                </a:cubicBezTo>
                <a:cubicBezTo>
                  <a:pt x="241217" y="73258"/>
                  <a:pt x="240490" y="74943"/>
                  <a:pt x="240490" y="76133"/>
                </a:cubicBezTo>
                <a:lnTo>
                  <a:pt x="240490" y="139179"/>
                </a:lnTo>
                <a:cubicBezTo>
                  <a:pt x="240490" y="140238"/>
                  <a:pt x="239829" y="141098"/>
                  <a:pt x="238508" y="141760"/>
                </a:cubicBezTo>
                <a:cubicBezTo>
                  <a:pt x="237187" y="142419"/>
                  <a:pt x="234279" y="142749"/>
                  <a:pt x="229784" y="142749"/>
                </a:cubicBezTo>
                <a:cubicBezTo>
                  <a:pt x="225290" y="142749"/>
                  <a:pt x="222382" y="142419"/>
                  <a:pt x="221059" y="141760"/>
                </a:cubicBezTo>
                <a:cubicBezTo>
                  <a:pt x="219738" y="141098"/>
                  <a:pt x="219077" y="140238"/>
                  <a:pt x="219077" y="139179"/>
                </a:cubicBezTo>
                <a:lnTo>
                  <a:pt x="219077" y="65623"/>
                </a:lnTo>
                <a:cubicBezTo>
                  <a:pt x="219077" y="63113"/>
                  <a:pt x="218780" y="61031"/>
                  <a:pt x="218185" y="59379"/>
                </a:cubicBezTo>
                <a:cubicBezTo>
                  <a:pt x="217592" y="57728"/>
                  <a:pt x="216931" y="56340"/>
                  <a:pt x="216203" y="55217"/>
                </a:cubicBezTo>
                <a:cubicBezTo>
                  <a:pt x="215477" y="54093"/>
                  <a:pt x="214817" y="53201"/>
                  <a:pt x="214222" y="52539"/>
                </a:cubicBezTo>
                <a:cubicBezTo>
                  <a:pt x="213627" y="51878"/>
                  <a:pt x="213329" y="51217"/>
                  <a:pt x="213329" y="50558"/>
                </a:cubicBezTo>
                <a:cubicBezTo>
                  <a:pt x="213329" y="49765"/>
                  <a:pt x="213990" y="48774"/>
                  <a:pt x="215311" y="47584"/>
                </a:cubicBezTo>
                <a:cubicBezTo>
                  <a:pt x="216634" y="46394"/>
                  <a:pt x="218187" y="45237"/>
                  <a:pt x="219970" y="44114"/>
                </a:cubicBezTo>
                <a:cubicBezTo>
                  <a:pt x="221755" y="42991"/>
                  <a:pt x="223572" y="42033"/>
                  <a:pt x="225421" y="41240"/>
                </a:cubicBezTo>
                <a:cubicBezTo>
                  <a:pt x="227273" y="40445"/>
                  <a:pt x="228727" y="40048"/>
                  <a:pt x="229784" y="40048"/>
                </a:cubicBezTo>
                <a:cubicBezTo>
                  <a:pt x="232297" y="40048"/>
                  <a:pt x="234346" y="41172"/>
                  <a:pt x="235931" y="43421"/>
                </a:cubicBezTo>
                <a:cubicBezTo>
                  <a:pt x="237516" y="45668"/>
                  <a:pt x="238772" y="48774"/>
                  <a:pt x="239697" y="52739"/>
                </a:cubicBezTo>
                <a:cubicBezTo>
                  <a:pt x="239830" y="53003"/>
                  <a:pt x="239929" y="53399"/>
                  <a:pt x="239994" y="53928"/>
                </a:cubicBezTo>
                <a:cubicBezTo>
                  <a:pt x="240060" y="54456"/>
                  <a:pt x="240160" y="54853"/>
                  <a:pt x="240293" y="55117"/>
                </a:cubicBezTo>
                <a:cubicBezTo>
                  <a:pt x="241483" y="54060"/>
                  <a:pt x="243234" y="52706"/>
                  <a:pt x="245545" y="51054"/>
                </a:cubicBezTo>
                <a:cubicBezTo>
                  <a:pt x="247858" y="49400"/>
                  <a:pt x="250568" y="47714"/>
                  <a:pt x="253674" y="45996"/>
                </a:cubicBezTo>
                <a:cubicBezTo>
                  <a:pt x="256782" y="44277"/>
                  <a:pt x="260219" y="42824"/>
                  <a:pt x="263984" y="41636"/>
                </a:cubicBezTo>
                <a:cubicBezTo>
                  <a:pt x="267751" y="40446"/>
                  <a:pt x="271684" y="39851"/>
                  <a:pt x="275782" y="39851"/>
                </a:cubicBezTo>
                <a:cubicBezTo>
                  <a:pt x="284902" y="39851"/>
                  <a:pt x="292139" y="42396"/>
                  <a:pt x="297492" y="47484"/>
                </a:cubicBezTo>
                <a:cubicBezTo>
                  <a:pt x="302844" y="52573"/>
                  <a:pt x="305521" y="59082"/>
                  <a:pt x="305521" y="67012"/>
                </a:cubicBezTo>
                <a:lnTo>
                  <a:pt x="305521" y="118958"/>
                </a:lnTo>
                <a:cubicBezTo>
                  <a:pt x="305521" y="122262"/>
                  <a:pt x="306148" y="124575"/>
                  <a:pt x="307402" y="125898"/>
                </a:cubicBezTo>
                <a:cubicBezTo>
                  <a:pt x="308659" y="127219"/>
                  <a:pt x="310609" y="127880"/>
                  <a:pt x="313253" y="127880"/>
                </a:cubicBezTo>
                <a:lnTo>
                  <a:pt x="314046" y="127880"/>
                </a:lnTo>
                <a:cubicBezTo>
                  <a:pt x="314574" y="127880"/>
                  <a:pt x="315102" y="127880"/>
                  <a:pt x="315631" y="127880"/>
                </a:cubicBezTo>
                <a:cubicBezTo>
                  <a:pt x="316161" y="127880"/>
                  <a:pt x="316657" y="127913"/>
                  <a:pt x="317119" y="127980"/>
                </a:cubicBezTo>
                <a:lnTo>
                  <a:pt x="317812" y="128077"/>
                </a:lnTo>
                <a:cubicBezTo>
                  <a:pt x="318342" y="128210"/>
                  <a:pt x="318608" y="128540"/>
                  <a:pt x="318608" y="129069"/>
                </a:cubicBezTo>
                <a:cubicBezTo>
                  <a:pt x="318608" y="130390"/>
                  <a:pt x="318112" y="131909"/>
                  <a:pt x="317119" y="133628"/>
                </a:cubicBezTo>
                <a:cubicBezTo>
                  <a:pt x="316129" y="135346"/>
                  <a:pt x="314874" y="136966"/>
                  <a:pt x="313353" y="138486"/>
                </a:cubicBezTo>
                <a:cubicBezTo>
                  <a:pt x="311832" y="140007"/>
                  <a:pt x="310179" y="141329"/>
                  <a:pt x="308394" y="142452"/>
                </a:cubicBezTo>
                <a:cubicBezTo>
                  <a:pt x="306612" y="143576"/>
                  <a:pt x="304861" y="144203"/>
                  <a:pt x="303143" y="144334"/>
                </a:cubicBezTo>
                <a:cubicBezTo>
                  <a:pt x="297195" y="144334"/>
                  <a:pt x="292535" y="142451"/>
                  <a:pt x="289163" y="138686"/>
                </a:cubicBezTo>
                <a:cubicBezTo>
                  <a:pt x="285793" y="134919"/>
                  <a:pt x="284108" y="129796"/>
                  <a:pt x="284108" y="123318"/>
                </a:cubicBezTo>
                <a:lnTo>
                  <a:pt x="284108" y="75341"/>
                </a:lnTo>
                <a:close/>
                <a:moveTo>
                  <a:pt x="392557" y="1982"/>
                </a:moveTo>
                <a:cubicBezTo>
                  <a:pt x="396391" y="1982"/>
                  <a:pt x="399398" y="3006"/>
                  <a:pt x="401578" y="5055"/>
                </a:cubicBezTo>
                <a:cubicBezTo>
                  <a:pt x="403758" y="7104"/>
                  <a:pt x="404849" y="10508"/>
                  <a:pt x="404849" y="15265"/>
                </a:cubicBezTo>
                <a:cubicBezTo>
                  <a:pt x="404849" y="20025"/>
                  <a:pt x="403758" y="23363"/>
                  <a:pt x="401578" y="25279"/>
                </a:cubicBezTo>
                <a:cubicBezTo>
                  <a:pt x="399398" y="27195"/>
                  <a:pt x="396391" y="28153"/>
                  <a:pt x="392557" y="28153"/>
                </a:cubicBezTo>
                <a:cubicBezTo>
                  <a:pt x="388725" y="28153"/>
                  <a:pt x="385718" y="27195"/>
                  <a:pt x="383536" y="25279"/>
                </a:cubicBezTo>
                <a:cubicBezTo>
                  <a:pt x="381356" y="23363"/>
                  <a:pt x="380265" y="20025"/>
                  <a:pt x="380265" y="15265"/>
                </a:cubicBezTo>
                <a:cubicBezTo>
                  <a:pt x="380265" y="10508"/>
                  <a:pt x="381356" y="7104"/>
                  <a:pt x="383536" y="5055"/>
                </a:cubicBezTo>
                <a:cubicBezTo>
                  <a:pt x="385718" y="3006"/>
                  <a:pt x="388725" y="1982"/>
                  <a:pt x="392557" y="1982"/>
                </a:cubicBezTo>
                <a:moveTo>
                  <a:pt x="381851" y="45203"/>
                </a:moveTo>
                <a:cubicBezTo>
                  <a:pt x="381851" y="44146"/>
                  <a:pt x="382511" y="43288"/>
                  <a:pt x="383832" y="42629"/>
                </a:cubicBezTo>
                <a:cubicBezTo>
                  <a:pt x="385155" y="41967"/>
                  <a:pt x="388063" y="41636"/>
                  <a:pt x="392557" y="41636"/>
                </a:cubicBezTo>
                <a:cubicBezTo>
                  <a:pt x="397050" y="41636"/>
                  <a:pt x="399958" y="41967"/>
                  <a:pt x="401279" y="42629"/>
                </a:cubicBezTo>
                <a:cubicBezTo>
                  <a:pt x="402602" y="43288"/>
                  <a:pt x="403263" y="44146"/>
                  <a:pt x="403263" y="45203"/>
                </a:cubicBezTo>
                <a:lnTo>
                  <a:pt x="403263" y="118166"/>
                </a:lnTo>
                <a:cubicBezTo>
                  <a:pt x="403263" y="121469"/>
                  <a:pt x="403891" y="123783"/>
                  <a:pt x="405145" y="125106"/>
                </a:cubicBezTo>
                <a:cubicBezTo>
                  <a:pt x="406401" y="126427"/>
                  <a:pt x="408352" y="127087"/>
                  <a:pt x="410996" y="127087"/>
                </a:cubicBezTo>
                <a:lnTo>
                  <a:pt x="411788" y="127087"/>
                </a:lnTo>
                <a:cubicBezTo>
                  <a:pt x="412317" y="127087"/>
                  <a:pt x="412845" y="127087"/>
                  <a:pt x="413374" y="127087"/>
                </a:cubicBezTo>
                <a:cubicBezTo>
                  <a:pt x="413904" y="127087"/>
                  <a:pt x="414400" y="127121"/>
                  <a:pt x="414862" y="127187"/>
                </a:cubicBezTo>
                <a:lnTo>
                  <a:pt x="415555" y="127284"/>
                </a:lnTo>
                <a:cubicBezTo>
                  <a:pt x="416085" y="127417"/>
                  <a:pt x="416350" y="127748"/>
                  <a:pt x="416350" y="128276"/>
                </a:cubicBezTo>
                <a:cubicBezTo>
                  <a:pt x="416350" y="129597"/>
                  <a:pt x="415854" y="131117"/>
                  <a:pt x="414862" y="132835"/>
                </a:cubicBezTo>
                <a:cubicBezTo>
                  <a:pt x="413872" y="134554"/>
                  <a:pt x="412616" y="136173"/>
                  <a:pt x="411096" y="137694"/>
                </a:cubicBezTo>
                <a:cubicBezTo>
                  <a:pt x="409575" y="139212"/>
                  <a:pt x="407922" y="140534"/>
                  <a:pt x="406137" y="141660"/>
                </a:cubicBezTo>
                <a:cubicBezTo>
                  <a:pt x="404354" y="142783"/>
                  <a:pt x="402604" y="143410"/>
                  <a:pt x="400885" y="143542"/>
                </a:cubicBezTo>
                <a:cubicBezTo>
                  <a:pt x="394938" y="143542"/>
                  <a:pt x="390278" y="141659"/>
                  <a:pt x="386906" y="137893"/>
                </a:cubicBezTo>
                <a:cubicBezTo>
                  <a:pt x="383536" y="134126"/>
                  <a:pt x="381851" y="129003"/>
                  <a:pt x="381851" y="122525"/>
                </a:cubicBezTo>
                <a:lnTo>
                  <a:pt x="381851" y="45203"/>
                </a:lnTo>
                <a:close/>
                <a:moveTo>
                  <a:pt x="560486" y="73752"/>
                </a:moveTo>
                <a:cubicBezTo>
                  <a:pt x="560486" y="68333"/>
                  <a:pt x="559032" y="64203"/>
                  <a:pt x="556123" y="61361"/>
                </a:cubicBezTo>
                <a:cubicBezTo>
                  <a:pt x="553215" y="58519"/>
                  <a:pt x="549250" y="57098"/>
                  <a:pt x="544228" y="57098"/>
                </a:cubicBezTo>
                <a:cubicBezTo>
                  <a:pt x="541453" y="57098"/>
                  <a:pt x="538710" y="57661"/>
                  <a:pt x="535999" y="58786"/>
                </a:cubicBezTo>
                <a:cubicBezTo>
                  <a:pt x="533291" y="59910"/>
                  <a:pt x="530845" y="61331"/>
                  <a:pt x="528663" y="63049"/>
                </a:cubicBezTo>
                <a:cubicBezTo>
                  <a:pt x="526483" y="64765"/>
                  <a:pt x="524731" y="66582"/>
                  <a:pt x="523408" y="68500"/>
                </a:cubicBezTo>
                <a:cubicBezTo>
                  <a:pt x="522087" y="70416"/>
                  <a:pt x="521427" y="72167"/>
                  <a:pt x="521427" y="73752"/>
                </a:cubicBezTo>
                <a:lnTo>
                  <a:pt x="521427" y="139179"/>
                </a:lnTo>
                <a:cubicBezTo>
                  <a:pt x="521427" y="140238"/>
                  <a:pt x="520766" y="141098"/>
                  <a:pt x="519445" y="141760"/>
                </a:cubicBezTo>
                <a:cubicBezTo>
                  <a:pt x="518124" y="142419"/>
                  <a:pt x="515216" y="142749"/>
                  <a:pt x="510721" y="142749"/>
                </a:cubicBezTo>
                <a:cubicBezTo>
                  <a:pt x="506096" y="142749"/>
                  <a:pt x="503155" y="142419"/>
                  <a:pt x="501899" y="141760"/>
                </a:cubicBezTo>
                <a:cubicBezTo>
                  <a:pt x="500644" y="141098"/>
                  <a:pt x="500017" y="140238"/>
                  <a:pt x="500017" y="139179"/>
                </a:cubicBezTo>
                <a:lnTo>
                  <a:pt x="500017" y="74152"/>
                </a:lnTo>
                <a:cubicBezTo>
                  <a:pt x="500017" y="68466"/>
                  <a:pt x="498364" y="64203"/>
                  <a:pt x="495059" y="61361"/>
                </a:cubicBezTo>
                <a:cubicBezTo>
                  <a:pt x="491755" y="58519"/>
                  <a:pt x="487790" y="57098"/>
                  <a:pt x="483164" y="57098"/>
                </a:cubicBezTo>
                <a:cubicBezTo>
                  <a:pt x="480388" y="57098"/>
                  <a:pt x="477646" y="57693"/>
                  <a:pt x="474935" y="58883"/>
                </a:cubicBezTo>
                <a:cubicBezTo>
                  <a:pt x="472226" y="60073"/>
                  <a:pt x="469848" y="61561"/>
                  <a:pt x="467798" y="63345"/>
                </a:cubicBezTo>
                <a:cubicBezTo>
                  <a:pt x="465749" y="65130"/>
                  <a:pt x="464063" y="67014"/>
                  <a:pt x="462740" y="68997"/>
                </a:cubicBezTo>
                <a:cubicBezTo>
                  <a:pt x="461419" y="70979"/>
                  <a:pt x="460759" y="72830"/>
                  <a:pt x="460759" y="74548"/>
                </a:cubicBezTo>
                <a:lnTo>
                  <a:pt x="460759" y="139179"/>
                </a:lnTo>
                <a:cubicBezTo>
                  <a:pt x="460759" y="140238"/>
                  <a:pt x="460098" y="141098"/>
                  <a:pt x="458777" y="141760"/>
                </a:cubicBezTo>
                <a:cubicBezTo>
                  <a:pt x="457456" y="142419"/>
                  <a:pt x="454548" y="142749"/>
                  <a:pt x="450052" y="142749"/>
                </a:cubicBezTo>
                <a:cubicBezTo>
                  <a:pt x="445559" y="142749"/>
                  <a:pt x="442651" y="142419"/>
                  <a:pt x="441328" y="141760"/>
                </a:cubicBezTo>
                <a:cubicBezTo>
                  <a:pt x="440007" y="141098"/>
                  <a:pt x="439346" y="140238"/>
                  <a:pt x="439346" y="139179"/>
                </a:cubicBezTo>
                <a:lnTo>
                  <a:pt x="439346" y="65623"/>
                </a:lnTo>
                <a:cubicBezTo>
                  <a:pt x="439346" y="63113"/>
                  <a:pt x="439049" y="61031"/>
                  <a:pt x="438454" y="59379"/>
                </a:cubicBezTo>
                <a:cubicBezTo>
                  <a:pt x="437861" y="57728"/>
                  <a:pt x="437200" y="56340"/>
                  <a:pt x="436472" y="55217"/>
                </a:cubicBezTo>
                <a:cubicBezTo>
                  <a:pt x="435746" y="54093"/>
                  <a:pt x="435086" y="53201"/>
                  <a:pt x="434491" y="52539"/>
                </a:cubicBezTo>
                <a:cubicBezTo>
                  <a:pt x="433896" y="51878"/>
                  <a:pt x="433598" y="51217"/>
                  <a:pt x="433598" y="50558"/>
                </a:cubicBezTo>
                <a:cubicBezTo>
                  <a:pt x="433598" y="49765"/>
                  <a:pt x="434259" y="48774"/>
                  <a:pt x="435580" y="47584"/>
                </a:cubicBezTo>
                <a:cubicBezTo>
                  <a:pt x="436903" y="46394"/>
                  <a:pt x="438456" y="45237"/>
                  <a:pt x="440239" y="44114"/>
                </a:cubicBezTo>
                <a:cubicBezTo>
                  <a:pt x="442023" y="42991"/>
                  <a:pt x="443841" y="42033"/>
                  <a:pt x="445690" y="41240"/>
                </a:cubicBezTo>
                <a:cubicBezTo>
                  <a:pt x="447541" y="40445"/>
                  <a:pt x="448996" y="40048"/>
                  <a:pt x="450052" y="40048"/>
                </a:cubicBezTo>
                <a:cubicBezTo>
                  <a:pt x="452696" y="40048"/>
                  <a:pt x="454844" y="41337"/>
                  <a:pt x="456496" y="43914"/>
                </a:cubicBezTo>
                <a:cubicBezTo>
                  <a:pt x="458150" y="46492"/>
                  <a:pt x="459505" y="49962"/>
                  <a:pt x="460562" y="54324"/>
                </a:cubicBezTo>
                <a:cubicBezTo>
                  <a:pt x="461883" y="53134"/>
                  <a:pt x="463535" y="51680"/>
                  <a:pt x="465517" y="49962"/>
                </a:cubicBezTo>
                <a:cubicBezTo>
                  <a:pt x="467500" y="48243"/>
                  <a:pt x="469813" y="46657"/>
                  <a:pt x="472457" y="45203"/>
                </a:cubicBezTo>
                <a:cubicBezTo>
                  <a:pt x="475101" y="43749"/>
                  <a:pt x="478108" y="42494"/>
                  <a:pt x="481479" y="41437"/>
                </a:cubicBezTo>
                <a:cubicBezTo>
                  <a:pt x="484849" y="40380"/>
                  <a:pt x="488648" y="39851"/>
                  <a:pt x="492878" y="39851"/>
                </a:cubicBezTo>
                <a:cubicBezTo>
                  <a:pt x="499223" y="39851"/>
                  <a:pt x="504246" y="41339"/>
                  <a:pt x="507946" y="44314"/>
                </a:cubicBezTo>
                <a:cubicBezTo>
                  <a:pt x="511647" y="47286"/>
                  <a:pt x="514820" y="51086"/>
                  <a:pt x="517464" y="55713"/>
                </a:cubicBezTo>
                <a:cubicBezTo>
                  <a:pt x="519313" y="53730"/>
                  <a:pt x="521560" y="51781"/>
                  <a:pt x="524204" y="49865"/>
                </a:cubicBezTo>
                <a:cubicBezTo>
                  <a:pt x="526848" y="47947"/>
                  <a:pt x="529755" y="46261"/>
                  <a:pt x="532926" y="44807"/>
                </a:cubicBezTo>
                <a:cubicBezTo>
                  <a:pt x="536098" y="43353"/>
                  <a:pt x="539370" y="42164"/>
                  <a:pt x="542740" y="41240"/>
                </a:cubicBezTo>
                <a:cubicBezTo>
                  <a:pt x="546112" y="40314"/>
                  <a:pt x="549450" y="39851"/>
                  <a:pt x="552753" y="39851"/>
                </a:cubicBezTo>
                <a:cubicBezTo>
                  <a:pt x="561212" y="39851"/>
                  <a:pt x="568184" y="42131"/>
                  <a:pt x="573670" y="46692"/>
                </a:cubicBezTo>
                <a:cubicBezTo>
                  <a:pt x="579155" y="51252"/>
                  <a:pt x="581898" y="57562"/>
                  <a:pt x="581898" y="65623"/>
                </a:cubicBezTo>
                <a:lnTo>
                  <a:pt x="581898" y="118958"/>
                </a:lnTo>
                <a:cubicBezTo>
                  <a:pt x="581898" y="122262"/>
                  <a:pt x="582526" y="124575"/>
                  <a:pt x="583780" y="125898"/>
                </a:cubicBezTo>
                <a:cubicBezTo>
                  <a:pt x="585037" y="127219"/>
                  <a:pt x="586987" y="127880"/>
                  <a:pt x="589631" y="127880"/>
                </a:cubicBezTo>
                <a:lnTo>
                  <a:pt x="590423" y="127880"/>
                </a:lnTo>
                <a:cubicBezTo>
                  <a:pt x="590952" y="127880"/>
                  <a:pt x="591480" y="127880"/>
                  <a:pt x="592009" y="127880"/>
                </a:cubicBezTo>
                <a:cubicBezTo>
                  <a:pt x="592537" y="127880"/>
                  <a:pt x="593032" y="127913"/>
                  <a:pt x="593494" y="127980"/>
                </a:cubicBezTo>
                <a:lnTo>
                  <a:pt x="594190" y="128077"/>
                </a:lnTo>
                <a:cubicBezTo>
                  <a:pt x="594718" y="128210"/>
                  <a:pt x="594982" y="128540"/>
                  <a:pt x="594982" y="129069"/>
                </a:cubicBezTo>
                <a:cubicBezTo>
                  <a:pt x="594982" y="130390"/>
                  <a:pt x="594486" y="131909"/>
                  <a:pt x="593494" y="133628"/>
                </a:cubicBezTo>
                <a:cubicBezTo>
                  <a:pt x="592504" y="135346"/>
                  <a:pt x="591248" y="136966"/>
                  <a:pt x="589728" y="138486"/>
                </a:cubicBezTo>
                <a:cubicBezTo>
                  <a:pt x="588209" y="140007"/>
                  <a:pt x="586557" y="141329"/>
                  <a:pt x="584772" y="142452"/>
                </a:cubicBezTo>
                <a:cubicBezTo>
                  <a:pt x="582987" y="143576"/>
                  <a:pt x="581236" y="144203"/>
                  <a:pt x="579517" y="144334"/>
                </a:cubicBezTo>
                <a:cubicBezTo>
                  <a:pt x="573570" y="144334"/>
                  <a:pt x="568911" y="142451"/>
                  <a:pt x="565541" y="138686"/>
                </a:cubicBezTo>
                <a:cubicBezTo>
                  <a:pt x="562171" y="134919"/>
                  <a:pt x="560486" y="129796"/>
                  <a:pt x="560486" y="123318"/>
                </a:cubicBezTo>
                <a:lnTo>
                  <a:pt x="560486" y="73752"/>
                </a:lnTo>
                <a:close/>
                <a:moveTo>
                  <a:pt x="627101" y="191718"/>
                </a:moveTo>
                <a:cubicBezTo>
                  <a:pt x="622607" y="191718"/>
                  <a:pt x="619732" y="191388"/>
                  <a:pt x="618476" y="190726"/>
                </a:cubicBezTo>
                <a:cubicBezTo>
                  <a:pt x="617221" y="190067"/>
                  <a:pt x="616594" y="189209"/>
                  <a:pt x="616594" y="188152"/>
                </a:cubicBezTo>
                <a:lnTo>
                  <a:pt x="616594" y="65623"/>
                </a:lnTo>
                <a:cubicBezTo>
                  <a:pt x="616594" y="63113"/>
                  <a:pt x="616297" y="61031"/>
                  <a:pt x="615702" y="59379"/>
                </a:cubicBezTo>
                <a:cubicBezTo>
                  <a:pt x="615107" y="57728"/>
                  <a:pt x="614413" y="56340"/>
                  <a:pt x="613620" y="55217"/>
                </a:cubicBezTo>
                <a:cubicBezTo>
                  <a:pt x="612828" y="54093"/>
                  <a:pt x="612134" y="53201"/>
                  <a:pt x="611539" y="52539"/>
                </a:cubicBezTo>
                <a:cubicBezTo>
                  <a:pt x="610944" y="51878"/>
                  <a:pt x="610647" y="51217"/>
                  <a:pt x="610647" y="50558"/>
                </a:cubicBezTo>
                <a:cubicBezTo>
                  <a:pt x="610647" y="49765"/>
                  <a:pt x="611307" y="48774"/>
                  <a:pt x="612628" y="47584"/>
                </a:cubicBezTo>
                <a:cubicBezTo>
                  <a:pt x="613951" y="46394"/>
                  <a:pt x="615504" y="45237"/>
                  <a:pt x="617287" y="44114"/>
                </a:cubicBezTo>
                <a:cubicBezTo>
                  <a:pt x="619072" y="42991"/>
                  <a:pt x="620889" y="42033"/>
                  <a:pt x="622738" y="41240"/>
                </a:cubicBezTo>
                <a:cubicBezTo>
                  <a:pt x="624590" y="40445"/>
                  <a:pt x="626044" y="40048"/>
                  <a:pt x="627101" y="40048"/>
                </a:cubicBezTo>
                <a:cubicBezTo>
                  <a:pt x="629745" y="40048"/>
                  <a:pt x="631893" y="41305"/>
                  <a:pt x="633545" y="43818"/>
                </a:cubicBezTo>
                <a:cubicBezTo>
                  <a:pt x="635196" y="46329"/>
                  <a:pt x="636552" y="49699"/>
                  <a:pt x="637611" y="53928"/>
                </a:cubicBezTo>
                <a:cubicBezTo>
                  <a:pt x="640253" y="51284"/>
                  <a:pt x="643160" y="48905"/>
                  <a:pt x="646332" y="46791"/>
                </a:cubicBezTo>
                <a:cubicBezTo>
                  <a:pt x="648976" y="45073"/>
                  <a:pt x="652082" y="43487"/>
                  <a:pt x="655650" y="42033"/>
                </a:cubicBezTo>
                <a:cubicBezTo>
                  <a:pt x="659220" y="40579"/>
                  <a:pt x="662987" y="39851"/>
                  <a:pt x="666952" y="39851"/>
                </a:cubicBezTo>
                <a:cubicBezTo>
                  <a:pt x="672769" y="39851"/>
                  <a:pt x="678122" y="40876"/>
                  <a:pt x="683010" y="42925"/>
                </a:cubicBezTo>
                <a:cubicBezTo>
                  <a:pt x="687901" y="44972"/>
                  <a:pt x="692130" y="48012"/>
                  <a:pt x="695698" y="52043"/>
                </a:cubicBezTo>
                <a:cubicBezTo>
                  <a:pt x="699268" y="56075"/>
                  <a:pt x="702044" y="61131"/>
                  <a:pt x="704027" y="67212"/>
                </a:cubicBezTo>
                <a:cubicBezTo>
                  <a:pt x="706009" y="73290"/>
                  <a:pt x="707000" y="80296"/>
                  <a:pt x="707000" y="88228"/>
                </a:cubicBezTo>
                <a:cubicBezTo>
                  <a:pt x="707000" y="97479"/>
                  <a:pt x="705844" y="105608"/>
                  <a:pt x="703530" y="112615"/>
                </a:cubicBezTo>
                <a:cubicBezTo>
                  <a:pt x="701219" y="119619"/>
                  <a:pt x="698014" y="125501"/>
                  <a:pt x="693916" y="130261"/>
                </a:cubicBezTo>
                <a:cubicBezTo>
                  <a:pt x="689818" y="135018"/>
                  <a:pt x="684993" y="138587"/>
                  <a:pt x="679441" y="140967"/>
                </a:cubicBezTo>
                <a:cubicBezTo>
                  <a:pt x="673890" y="143345"/>
                  <a:pt x="667877" y="144534"/>
                  <a:pt x="661401" y="144534"/>
                </a:cubicBezTo>
                <a:cubicBezTo>
                  <a:pt x="658757" y="144534"/>
                  <a:pt x="656014" y="144203"/>
                  <a:pt x="653172" y="143542"/>
                </a:cubicBezTo>
                <a:cubicBezTo>
                  <a:pt x="650331" y="142880"/>
                  <a:pt x="647786" y="142087"/>
                  <a:pt x="645540" y="141164"/>
                </a:cubicBezTo>
                <a:cubicBezTo>
                  <a:pt x="642896" y="140238"/>
                  <a:pt x="640318" y="139180"/>
                  <a:pt x="637807" y="137990"/>
                </a:cubicBezTo>
                <a:lnTo>
                  <a:pt x="637807" y="188152"/>
                </a:lnTo>
                <a:cubicBezTo>
                  <a:pt x="637807" y="189209"/>
                  <a:pt x="637179" y="190067"/>
                  <a:pt x="635922" y="190726"/>
                </a:cubicBezTo>
                <a:cubicBezTo>
                  <a:pt x="634668" y="191388"/>
                  <a:pt x="631727" y="191718"/>
                  <a:pt x="627101" y="191718"/>
                </a:cubicBezTo>
                <a:moveTo>
                  <a:pt x="656842" y="129665"/>
                </a:moveTo>
                <a:cubicBezTo>
                  <a:pt x="664903" y="129665"/>
                  <a:pt x="671379" y="126261"/>
                  <a:pt x="676270" y="119455"/>
                </a:cubicBezTo>
                <a:cubicBezTo>
                  <a:pt x="681161" y="112646"/>
                  <a:pt x="683606" y="102765"/>
                  <a:pt x="683606" y="89813"/>
                </a:cubicBezTo>
                <a:cubicBezTo>
                  <a:pt x="683606" y="83601"/>
                  <a:pt x="683011" y="78414"/>
                  <a:pt x="681821" y="74251"/>
                </a:cubicBezTo>
                <a:cubicBezTo>
                  <a:pt x="680631" y="70087"/>
                  <a:pt x="678979" y="66716"/>
                  <a:pt x="676863" y="64138"/>
                </a:cubicBezTo>
                <a:cubicBezTo>
                  <a:pt x="674749" y="61561"/>
                  <a:pt x="672272" y="59710"/>
                  <a:pt x="669430" y="58587"/>
                </a:cubicBezTo>
                <a:cubicBezTo>
                  <a:pt x="666588" y="57463"/>
                  <a:pt x="663516" y="56902"/>
                  <a:pt x="660212" y="56902"/>
                </a:cubicBezTo>
                <a:cubicBezTo>
                  <a:pt x="657171" y="56902"/>
                  <a:pt x="654295" y="57563"/>
                  <a:pt x="651584" y="58886"/>
                </a:cubicBezTo>
                <a:cubicBezTo>
                  <a:pt x="648876" y="60207"/>
                  <a:pt x="646497" y="61727"/>
                  <a:pt x="644448" y="63445"/>
                </a:cubicBezTo>
                <a:cubicBezTo>
                  <a:pt x="642400" y="65164"/>
                  <a:pt x="640782" y="66882"/>
                  <a:pt x="639592" y="68600"/>
                </a:cubicBezTo>
                <a:cubicBezTo>
                  <a:pt x="638402" y="70319"/>
                  <a:pt x="637807" y="71640"/>
                  <a:pt x="637807" y="72563"/>
                </a:cubicBezTo>
                <a:lnTo>
                  <a:pt x="637807" y="117570"/>
                </a:lnTo>
                <a:cubicBezTo>
                  <a:pt x="637807" y="118760"/>
                  <a:pt x="638336" y="120082"/>
                  <a:pt x="639392" y="121536"/>
                </a:cubicBezTo>
                <a:cubicBezTo>
                  <a:pt x="640451" y="122990"/>
                  <a:pt x="641872" y="124312"/>
                  <a:pt x="643655" y="125502"/>
                </a:cubicBezTo>
                <a:cubicBezTo>
                  <a:pt x="645440" y="126690"/>
                  <a:pt x="647489" y="127681"/>
                  <a:pt x="649802" y="128476"/>
                </a:cubicBezTo>
                <a:cubicBezTo>
                  <a:pt x="652116" y="129268"/>
                  <a:pt x="654462" y="129665"/>
                  <a:pt x="656842" y="129665"/>
                </a:cubicBezTo>
                <a:close/>
                <a:moveTo>
                  <a:pt x="743877" y="142749"/>
                </a:moveTo>
                <a:cubicBezTo>
                  <a:pt x="739384" y="142749"/>
                  <a:pt x="736475" y="142419"/>
                  <a:pt x="735152" y="141760"/>
                </a:cubicBezTo>
                <a:cubicBezTo>
                  <a:pt x="733831" y="141098"/>
                  <a:pt x="733171" y="140238"/>
                  <a:pt x="733171" y="139179"/>
                </a:cubicBezTo>
                <a:lnTo>
                  <a:pt x="733171" y="65623"/>
                </a:lnTo>
                <a:cubicBezTo>
                  <a:pt x="733171" y="63113"/>
                  <a:pt x="732873" y="61031"/>
                  <a:pt x="732278" y="59379"/>
                </a:cubicBezTo>
                <a:cubicBezTo>
                  <a:pt x="731685" y="57728"/>
                  <a:pt x="731025" y="56340"/>
                  <a:pt x="730297" y="55217"/>
                </a:cubicBezTo>
                <a:cubicBezTo>
                  <a:pt x="729571" y="54093"/>
                  <a:pt x="728910" y="53201"/>
                  <a:pt x="728315" y="52539"/>
                </a:cubicBezTo>
                <a:cubicBezTo>
                  <a:pt x="727720" y="51878"/>
                  <a:pt x="727423" y="51217"/>
                  <a:pt x="727423" y="50558"/>
                </a:cubicBezTo>
                <a:cubicBezTo>
                  <a:pt x="727423" y="49765"/>
                  <a:pt x="728083" y="48774"/>
                  <a:pt x="729404" y="47584"/>
                </a:cubicBezTo>
                <a:cubicBezTo>
                  <a:pt x="730727" y="46394"/>
                  <a:pt x="732280" y="45237"/>
                  <a:pt x="734063" y="44114"/>
                </a:cubicBezTo>
                <a:cubicBezTo>
                  <a:pt x="735848" y="42991"/>
                  <a:pt x="737665" y="42033"/>
                  <a:pt x="739515" y="41240"/>
                </a:cubicBezTo>
                <a:cubicBezTo>
                  <a:pt x="741366" y="40445"/>
                  <a:pt x="742820" y="40048"/>
                  <a:pt x="743877" y="40048"/>
                </a:cubicBezTo>
                <a:cubicBezTo>
                  <a:pt x="746521" y="40048"/>
                  <a:pt x="748669" y="41305"/>
                  <a:pt x="750321" y="43818"/>
                </a:cubicBezTo>
                <a:cubicBezTo>
                  <a:pt x="751975" y="46329"/>
                  <a:pt x="753330" y="49699"/>
                  <a:pt x="754387" y="53928"/>
                </a:cubicBezTo>
                <a:cubicBezTo>
                  <a:pt x="756500" y="51284"/>
                  <a:pt x="758879" y="48905"/>
                  <a:pt x="761523" y="46791"/>
                </a:cubicBezTo>
                <a:cubicBezTo>
                  <a:pt x="763770" y="45073"/>
                  <a:pt x="766446" y="43487"/>
                  <a:pt x="769552" y="42033"/>
                </a:cubicBezTo>
                <a:cubicBezTo>
                  <a:pt x="772658" y="40579"/>
                  <a:pt x="775996" y="39851"/>
                  <a:pt x="779566" y="39851"/>
                </a:cubicBezTo>
                <a:cubicBezTo>
                  <a:pt x="781813" y="39851"/>
                  <a:pt x="783961" y="40050"/>
                  <a:pt x="786010" y="40447"/>
                </a:cubicBezTo>
                <a:cubicBezTo>
                  <a:pt x="788059" y="40843"/>
                  <a:pt x="789909" y="41404"/>
                  <a:pt x="791561" y="42132"/>
                </a:cubicBezTo>
                <a:cubicBezTo>
                  <a:pt x="793213" y="42859"/>
                  <a:pt x="794534" y="43651"/>
                  <a:pt x="795524" y="44510"/>
                </a:cubicBezTo>
                <a:cubicBezTo>
                  <a:pt x="796516" y="45370"/>
                  <a:pt x="797012" y="46262"/>
                  <a:pt x="797012" y="47188"/>
                </a:cubicBezTo>
                <a:cubicBezTo>
                  <a:pt x="797012" y="47980"/>
                  <a:pt x="796583" y="49269"/>
                  <a:pt x="795724" y="51054"/>
                </a:cubicBezTo>
                <a:cubicBezTo>
                  <a:pt x="794864" y="52837"/>
                  <a:pt x="793773" y="54654"/>
                  <a:pt x="792450" y="56505"/>
                </a:cubicBezTo>
                <a:cubicBezTo>
                  <a:pt x="791129" y="58355"/>
                  <a:pt x="789808" y="59974"/>
                  <a:pt x="788487" y="61364"/>
                </a:cubicBezTo>
                <a:cubicBezTo>
                  <a:pt x="787166" y="62752"/>
                  <a:pt x="785976" y="63445"/>
                  <a:pt x="784917" y="63445"/>
                </a:cubicBezTo>
                <a:cubicBezTo>
                  <a:pt x="784258" y="63445"/>
                  <a:pt x="783531" y="63181"/>
                  <a:pt x="782736" y="62653"/>
                </a:cubicBezTo>
                <a:cubicBezTo>
                  <a:pt x="781944" y="62122"/>
                  <a:pt x="781019" y="61560"/>
                  <a:pt x="779962" y="60965"/>
                </a:cubicBezTo>
                <a:cubicBezTo>
                  <a:pt x="778905" y="60370"/>
                  <a:pt x="777715" y="59808"/>
                  <a:pt x="776392" y="59280"/>
                </a:cubicBezTo>
                <a:cubicBezTo>
                  <a:pt x="775071" y="58751"/>
                  <a:pt x="773485" y="58487"/>
                  <a:pt x="771634" y="58487"/>
                </a:cubicBezTo>
                <a:cubicBezTo>
                  <a:pt x="769387" y="58487"/>
                  <a:pt x="767239" y="59049"/>
                  <a:pt x="765190" y="60172"/>
                </a:cubicBezTo>
                <a:cubicBezTo>
                  <a:pt x="763143" y="61295"/>
                  <a:pt x="761326" y="62783"/>
                  <a:pt x="759738" y="64634"/>
                </a:cubicBezTo>
                <a:cubicBezTo>
                  <a:pt x="758153" y="66484"/>
                  <a:pt x="756898" y="68499"/>
                  <a:pt x="755972" y="70682"/>
                </a:cubicBezTo>
                <a:cubicBezTo>
                  <a:pt x="755046" y="72862"/>
                  <a:pt x="754583" y="75075"/>
                  <a:pt x="754583" y="77322"/>
                </a:cubicBezTo>
                <a:lnTo>
                  <a:pt x="754583" y="139179"/>
                </a:lnTo>
                <a:cubicBezTo>
                  <a:pt x="754583" y="140238"/>
                  <a:pt x="753923" y="141098"/>
                  <a:pt x="752602" y="141760"/>
                </a:cubicBezTo>
                <a:cubicBezTo>
                  <a:pt x="751281" y="142419"/>
                  <a:pt x="748373" y="142749"/>
                  <a:pt x="743877" y="142749"/>
                </a:cubicBezTo>
                <a:close/>
                <a:moveTo>
                  <a:pt x="858278" y="144334"/>
                </a:moveTo>
                <a:cubicBezTo>
                  <a:pt x="851933" y="144334"/>
                  <a:pt x="845819" y="143311"/>
                  <a:pt x="839936" y="141264"/>
                </a:cubicBezTo>
                <a:cubicBezTo>
                  <a:pt x="834054" y="139214"/>
                  <a:pt x="828834" y="136042"/>
                  <a:pt x="824274" y="131746"/>
                </a:cubicBezTo>
                <a:cubicBezTo>
                  <a:pt x="819714" y="127450"/>
                  <a:pt x="816078" y="121998"/>
                  <a:pt x="813368" y="115389"/>
                </a:cubicBezTo>
                <a:cubicBezTo>
                  <a:pt x="810659" y="108780"/>
                  <a:pt x="809305" y="100915"/>
                  <a:pt x="809305" y="91795"/>
                </a:cubicBezTo>
                <a:cubicBezTo>
                  <a:pt x="809305" y="82675"/>
                  <a:pt x="810659" y="74843"/>
                  <a:pt x="813368" y="68301"/>
                </a:cubicBezTo>
                <a:cubicBezTo>
                  <a:pt x="816078" y="61758"/>
                  <a:pt x="819714" y="56372"/>
                  <a:pt x="824274" y="52143"/>
                </a:cubicBezTo>
                <a:cubicBezTo>
                  <a:pt x="828834" y="47914"/>
                  <a:pt x="834054" y="44808"/>
                  <a:pt x="839936" y="42825"/>
                </a:cubicBezTo>
                <a:cubicBezTo>
                  <a:pt x="845819" y="40843"/>
                  <a:pt x="851933" y="39851"/>
                  <a:pt x="858278" y="39851"/>
                </a:cubicBezTo>
                <a:cubicBezTo>
                  <a:pt x="864489" y="39851"/>
                  <a:pt x="870536" y="40843"/>
                  <a:pt x="876417" y="42825"/>
                </a:cubicBezTo>
                <a:cubicBezTo>
                  <a:pt x="882298" y="44808"/>
                  <a:pt x="887485" y="47914"/>
                  <a:pt x="891979" y="52143"/>
                </a:cubicBezTo>
                <a:cubicBezTo>
                  <a:pt x="896474" y="56372"/>
                  <a:pt x="900076" y="61758"/>
                  <a:pt x="902785" y="68301"/>
                </a:cubicBezTo>
                <a:cubicBezTo>
                  <a:pt x="905495" y="74843"/>
                  <a:pt x="906851" y="82675"/>
                  <a:pt x="906851" y="91795"/>
                </a:cubicBezTo>
                <a:cubicBezTo>
                  <a:pt x="906851" y="100915"/>
                  <a:pt x="905495" y="108780"/>
                  <a:pt x="902785" y="115389"/>
                </a:cubicBezTo>
                <a:cubicBezTo>
                  <a:pt x="900076" y="121998"/>
                  <a:pt x="896474" y="127450"/>
                  <a:pt x="891979" y="131746"/>
                </a:cubicBezTo>
                <a:cubicBezTo>
                  <a:pt x="887485" y="136042"/>
                  <a:pt x="882298" y="139214"/>
                  <a:pt x="876417" y="141264"/>
                </a:cubicBezTo>
                <a:cubicBezTo>
                  <a:pt x="870536" y="143311"/>
                  <a:pt x="864489" y="144334"/>
                  <a:pt x="858278" y="144334"/>
                </a:cubicBezTo>
                <a:moveTo>
                  <a:pt x="858278" y="128672"/>
                </a:moveTo>
                <a:cubicBezTo>
                  <a:pt x="861712" y="128672"/>
                  <a:pt x="864949" y="127979"/>
                  <a:pt x="867989" y="126591"/>
                </a:cubicBezTo>
                <a:cubicBezTo>
                  <a:pt x="871030" y="125204"/>
                  <a:pt x="873707" y="123023"/>
                  <a:pt x="876021" y="120051"/>
                </a:cubicBezTo>
                <a:cubicBezTo>
                  <a:pt x="878334" y="117076"/>
                  <a:pt x="880184" y="113243"/>
                  <a:pt x="881572" y="108552"/>
                </a:cubicBezTo>
                <a:cubicBezTo>
                  <a:pt x="882959" y="103858"/>
                  <a:pt x="883653" y="98141"/>
                  <a:pt x="883653" y="91399"/>
                </a:cubicBezTo>
                <a:cubicBezTo>
                  <a:pt x="883653" y="84658"/>
                  <a:pt x="882959" y="78943"/>
                  <a:pt x="881572" y="74251"/>
                </a:cubicBezTo>
                <a:cubicBezTo>
                  <a:pt x="880184" y="69558"/>
                  <a:pt x="878334" y="65758"/>
                  <a:pt x="876021" y="62849"/>
                </a:cubicBezTo>
                <a:cubicBezTo>
                  <a:pt x="873707" y="59941"/>
                  <a:pt x="871030" y="57826"/>
                  <a:pt x="867989" y="56505"/>
                </a:cubicBezTo>
                <a:cubicBezTo>
                  <a:pt x="864949" y="55182"/>
                  <a:pt x="861712" y="54521"/>
                  <a:pt x="858278" y="54521"/>
                </a:cubicBezTo>
                <a:cubicBezTo>
                  <a:pt x="854841" y="54521"/>
                  <a:pt x="851569" y="55182"/>
                  <a:pt x="848461" y="56505"/>
                </a:cubicBezTo>
                <a:cubicBezTo>
                  <a:pt x="845355" y="57826"/>
                  <a:pt x="842612" y="59941"/>
                  <a:pt x="840232" y="62849"/>
                </a:cubicBezTo>
                <a:cubicBezTo>
                  <a:pt x="837854" y="65758"/>
                  <a:pt x="835971" y="69558"/>
                  <a:pt x="834584" y="74251"/>
                </a:cubicBezTo>
                <a:cubicBezTo>
                  <a:pt x="833196" y="78943"/>
                  <a:pt x="832503" y="84658"/>
                  <a:pt x="832503" y="91399"/>
                </a:cubicBezTo>
                <a:cubicBezTo>
                  <a:pt x="832503" y="98141"/>
                  <a:pt x="833196" y="103858"/>
                  <a:pt x="834584" y="108552"/>
                </a:cubicBezTo>
                <a:cubicBezTo>
                  <a:pt x="835971" y="113243"/>
                  <a:pt x="837854" y="117076"/>
                  <a:pt x="840232" y="120051"/>
                </a:cubicBezTo>
                <a:cubicBezTo>
                  <a:pt x="842612" y="123023"/>
                  <a:pt x="845355" y="125204"/>
                  <a:pt x="848461" y="126591"/>
                </a:cubicBezTo>
                <a:cubicBezTo>
                  <a:pt x="851569" y="127979"/>
                  <a:pt x="854841" y="128672"/>
                  <a:pt x="858278" y="128672"/>
                </a:cubicBezTo>
                <a:close/>
                <a:moveTo>
                  <a:pt x="965933" y="144534"/>
                </a:moveTo>
                <a:cubicBezTo>
                  <a:pt x="961174" y="144534"/>
                  <a:pt x="956447" y="143741"/>
                  <a:pt x="951754" y="142156"/>
                </a:cubicBezTo>
                <a:cubicBezTo>
                  <a:pt x="947063" y="140569"/>
                  <a:pt x="942900" y="138289"/>
                  <a:pt x="939266" y="135316"/>
                </a:cubicBezTo>
                <a:cubicBezTo>
                  <a:pt x="935632" y="132341"/>
                  <a:pt x="932658" y="128772"/>
                  <a:pt x="930345" y="124610"/>
                </a:cubicBezTo>
                <a:cubicBezTo>
                  <a:pt x="928031" y="120445"/>
                  <a:pt x="926875" y="115785"/>
                  <a:pt x="926875" y="110630"/>
                </a:cubicBezTo>
                <a:lnTo>
                  <a:pt x="926875" y="45203"/>
                </a:lnTo>
                <a:cubicBezTo>
                  <a:pt x="926875" y="44146"/>
                  <a:pt x="927535" y="43288"/>
                  <a:pt x="928856" y="42629"/>
                </a:cubicBezTo>
                <a:cubicBezTo>
                  <a:pt x="930179" y="41967"/>
                  <a:pt x="933087" y="41636"/>
                  <a:pt x="937581" y="41636"/>
                </a:cubicBezTo>
                <a:cubicBezTo>
                  <a:pt x="942074" y="41636"/>
                  <a:pt x="944982" y="41967"/>
                  <a:pt x="946303" y="42629"/>
                </a:cubicBezTo>
                <a:cubicBezTo>
                  <a:pt x="947626" y="43288"/>
                  <a:pt x="948287" y="44146"/>
                  <a:pt x="948287" y="45203"/>
                </a:cubicBezTo>
                <a:lnTo>
                  <a:pt x="948287" y="107656"/>
                </a:lnTo>
                <a:cubicBezTo>
                  <a:pt x="948287" y="114001"/>
                  <a:pt x="950303" y="118826"/>
                  <a:pt x="954335" y="122132"/>
                </a:cubicBezTo>
                <a:cubicBezTo>
                  <a:pt x="958366" y="125435"/>
                  <a:pt x="962960" y="127087"/>
                  <a:pt x="968115" y="127087"/>
                </a:cubicBezTo>
                <a:cubicBezTo>
                  <a:pt x="971285" y="127087"/>
                  <a:pt x="974324" y="126129"/>
                  <a:pt x="977233" y="124213"/>
                </a:cubicBezTo>
                <a:cubicBezTo>
                  <a:pt x="980141" y="122295"/>
                  <a:pt x="982685" y="119519"/>
                  <a:pt x="984865" y="115885"/>
                </a:cubicBezTo>
                <a:cubicBezTo>
                  <a:pt x="987048" y="112250"/>
                  <a:pt x="988766" y="107823"/>
                  <a:pt x="990020" y="102601"/>
                </a:cubicBezTo>
                <a:cubicBezTo>
                  <a:pt x="991277" y="97379"/>
                  <a:pt x="991905" y="91464"/>
                  <a:pt x="991905" y="84855"/>
                </a:cubicBezTo>
                <a:cubicBezTo>
                  <a:pt x="991905" y="78907"/>
                  <a:pt x="991409" y="73653"/>
                  <a:pt x="990417" y="69093"/>
                </a:cubicBezTo>
                <a:cubicBezTo>
                  <a:pt x="989426" y="64533"/>
                  <a:pt x="988336" y="60635"/>
                  <a:pt x="987146" y="57398"/>
                </a:cubicBezTo>
                <a:cubicBezTo>
                  <a:pt x="985956" y="54159"/>
                  <a:pt x="984865" y="51548"/>
                  <a:pt x="983873" y="49566"/>
                </a:cubicBezTo>
                <a:cubicBezTo>
                  <a:pt x="982883" y="47583"/>
                  <a:pt x="982388" y="46261"/>
                  <a:pt x="982388" y="45599"/>
                </a:cubicBezTo>
                <a:cubicBezTo>
                  <a:pt x="982388" y="42957"/>
                  <a:pt x="985296" y="41636"/>
                  <a:pt x="991113" y="41636"/>
                </a:cubicBezTo>
                <a:cubicBezTo>
                  <a:pt x="995737" y="41636"/>
                  <a:pt x="999173" y="42363"/>
                  <a:pt x="1001419" y="43818"/>
                </a:cubicBezTo>
                <a:cubicBezTo>
                  <a:pt x="1003668" y="45270"/>
                  <a:pt x="1005321" y="47120"/>
                  <a:pt x="1006378" y="49369"/>
                </a:cubicBezTo>
                <a:cubicBezTo>
                  <a:pt x="1008096" y="53465"/>
                  <a:pt x="1009748" y="58157"/>
                  <a:pt x="1011333" y="63445"/>
                </a:cubicBezTo>
                <a:cubicBezTo>
                  <a:pt x="1012920" y="68731"/>
                  <a:pt x="1013714" y="75274"/>
                  <a:pt x="1013714" y="83073"/>
                </a:cubicBezTo>
                <a:cubicBezTo>
                  <a:pt x="1013714" y="91796"/>
                  <a:pt x="1012458" y="99891"/>
                  <a:pt x="1009945" y="107360"/>
                </a:cubicBezTo>
                <a:cubicBezTo>
                  <a:pt x="1007434" y="114828"/>
                  <a:pt x="1003997" y="121305"/>
                  <a:pt x="999635" y="126791"/>
                </a:cubicBezTo>
                <a:cubicBezTo>
                  <a:pt x="995274" y="132275"/>
                  <a:pt x="990186" y="136603"/>
                  <a:pt x="984369" y="139775"/>
                </a:cubicBezTo>
                <a:cubicBezTo>
                  <a:pt x="978555" y="142948"/>
                  <a:pt x="972409" y="144534"/>
                  <a:pt x="965933" y="144534"/>
                </a:cubicBezTo>
                <a:close/>
                <a:moveTo>
                  <a:pt x="1080725" y="144534"/>
                </a:moveTo>
                <a:cubicBezTo>
                  <a:pt x="1073853" y="144534"/>
                  <a:pt x="1067344" y="143609"/>
                  <a:pt x="1061197" y="141760"/>
                </a:cubicBezTo>
                <a:cubicBezTo>
                  <a:pt x="1055051" y="139908"/>
                  <a:pt x="1049632" y="137000"/>
                  <a:pt x="1044939" y="133035"/>
                </a:cubicBezTo>
                <a:cubicBezTo>
                  <a:pt x="1040248" y="129070"/>
                  <a:pt x="1036547" y="124015"/>
                  <a:pt x="1033836" y="117869"/>
                </a:cubicBezTo>
                <a:cubicBezTo>
                  <a:pt x="1031128" y="111722"/>
                  <a:pt x="1029774" y="104353"/>
                  <a:pt x="1029774" y="95761"/>
                </a:cubicBezTo>
                <a:cubicBezTo>
                  <a:pt x="1029774" y="85848"/>
                  <a:pt x="1031194" y="77356"/>
                  <a:pt x="1034036" y="70285"/>
                </a:cubicBezTo>
                <a:cubicBezTo>
                  <a:pt x="1036878" y="63212"/>
                  <a:pt x="1040644" y="57429"/>
                  <a:pt x="1045335" y="52936"/>
                </a:cubicBezTo>
                <a:cubicBezTo>
                  <a:pt x="1050029" y="48442"/>
                  <a:pt x="1055282" y="45139"/>
                  <a:pt x="1061097" y="43025"/>
                </a:cubicBezTo>
                <a:cubicBezTo>
                  <a:pt x="1066913" y="40909"/>
                  <a:pt x="1072795" y="39851"/>
                  <a:pt x="1078743" y="39851"/>
                </a:cubicBezTo>
                <a:cubicBezTo>
                  <a:pt x="1084824" y="39851"/>
                  <a:pt x="1090144" y="40579"/>
                  <a:pt x="1094704" y="42033"/>
                </a:cubicBezTo>
                <a:cubicBezTo>
                  <a:pt x="1099264" y="43487"/>
                  <a:pt x="1103064" y="45469"/>
                  <a:pt x="1106103" y="47980"/>
                </a:cubicBezTo>
                <a:cubicBezTo>
                  <a:pt x="1109143" y="50491"/>
                  <a:pt x="1111423" y="53432"/>
                  <a:pt x="1112943" y="56802"/>
                </a:cubicBezTo>
                <a:cubicBezTo>
                  <a:pt x="1114464" y="60172"/>
                  <a:pt x="1115224" y="63840"/>
                  <a:pt x="1115224" y="67805"/>
                </a:cubicBezTo>
                <a:cubicBezTo>
                  <a:pt x="1115224" y="74547"/>
                  <a:pt x="1113209" y="80330"/>
                  <a:pt x="1109177" y="85154"/>
                </a:cubicBezTo>
                <a:cubicBezTo>
                  <a:pt x="1105145" y="89979"/>
                  <a:pt x="1100089" y="93911"/>
                  <a:pt x="1094008" y="96953"/>
                </a:cubicBezTo>
                <a:cubicBezTo>
                  <a:pt x="1087930" y="99992"/>
                  <a:pt x="1081322" y="102272"/>
                  <a:pt x="1074184" y="103793"/>
                </a:cubicBezTo>
                <a:cubicBezTo>
                  <a:pt x="1067047" y="105312"/>
                  <a:pt x="1060372" y="106203"/>
                  <a:pt x="1054160" y="106467"/>
                </a:cubicBezTo>
                <a:cubicBezTo>
                  <a:pt x="1056009" y="114000"/>
                  <a:pt x="1059644" y="119320"/>
                  <a:pt x="1065063" y="122428"/>
                </a:cubicBezTo>
                <a:cubicBezTo>
                  <a:pt x="1070482" y="125534"/>
                  <a:pt x="1076628" y="127087"/>
                  <a:pt x="1083502" y="127087"/>
                </a:cubicBezTo>
                <a:cubicBezTo>
                  <a:pt x="1087467" y="127087"/>
                  <a:pt x="1090969" y="126691"/>
                  <a:pt x="1094008" y="125898"/>
                </a:cubicBezTo>
                <a:cubicBezTo>
                  <a:pt x="1097050" y="125104"/>
                  <a:pt x="1099661" y="124211"/>
                  <a:pt x="1101841" y="123221"/>
                </a:cubicBezTo>
                <a:cubicBezTo>
                  <a:pt x="1104021" y="122229"/>
                  <a:pt x="1105838" y="121271"/>
                  <a:pt x="1107292" y="120347"/>
                </a:cubicBezTo>
                <a:cubicBezTo>
                  <a:pt x="1108746" y="119421"/>
                  <a:pt x="1109870" y="118892"/>
                  <a:pt x="1110662" y="118759"/>
                </a:cubicBezTo>
                <a:cubicBezTo>
                  <a:pt x="1112778" y="118097"/>
                  <a:pt x="1113836" y="118759"/>
                  <a:pt x="1113836" y="120743"/>
                </a:cubicBezTo>
                <a:cubicBezTo>
                  <a:pt x="1113836" y="122329"/>
                  <a:pt x="1113538" y="124179"/>
                  <a:pt x="1112943" y="126295"/>
                </a:cubicBezTo>
                <a:cubicBezTo>
                  <a:pt x="1112348" y="128408"/>
                  <a:pt x="1111523" y="130655"/>
                  <a:pt x="1110466" y="133035"/>
                </a:cubicBezTo>
                <a:cubicBezTo>
                  <a:pt x="1109937" y="133959"/>
                  <a:pt x="1108814" y="135082"/>
                  <a:pt x="1107096" y="136405"/>
                </a:cubicBezTo>
                <a:cubicBezTo>
                  <a:pt x="1105377" y="137726"/>
                  <a:pt x="1103229" y="138981"/>
                  <a:pt x="1100652" y="140171"/>
                </a:cubicBezTo>
                <a:cubicBezTo>
                  <a:pt x="1098074" y="141361"/>
                  <a:pt x="1095067" y="142386"/>
                  <a:pt x="1091631" y="143245"/>
                </a:cubicBezTo>
                <a:cubicBezTo>
                  <a:pt x="1088194" y="144104"/>
                  <a:pt x="1084559" y="144534"/>
                  <a:pt x="1080725" y="144534"/>
                </a:cubicBezTo>
                <a:moveTo>
                  <a:pt x="1052968" y="94176"/>
                </a:moveTo>
                <a:cubicBezTo>
                  <a:pt x="1057728" y="93911"/>
                  <a:pt x="1062520" y="93151"/>
                  <a:pt x="1067344" y="91895"/>
                </a:cubicBezTo>
                <a:cubicBezTo>
                  <a:pt x="1072168" y="90638"/>
                  <a:pt x="1076530" y="88854"/>
                  <a:pt x="1080428" y="86543"/>
                </a:cubicBezTo>
                <a:cubicBezTo>
                  <a:pt x="1084327" y="84230"/>
                  <a:pt x="1087466" y="81421"/>
                  <a:pt x="1089846" y="78118"/>
                </a:cubicBezTo>
                <a:cubicBezTo>
                  <a:pt x="1092226" y="74812"/>
                  <a:pt x="1093416" y="70978"/>
                  <a:pt x="1093416" y="66616"/>
                </a:cubicBezTo>
                <a:cubicBezTo>
                  <a:pt x="1093416" y="63048"/>
                  <a:pt x="1092159" y="60074"/>
                  <a:pt x="1089646" y="57694"/>
                </a:cubicBezTo>
                <a:cubicBezTo>
                  <a:pt x="1087135" y="55314"/>
                  <a:pt x="1083765" y="54125"/>
                  <a:pt x="1079536" y="54125"/>
                </a:cubicBezTo>
                <a:cubicBezTo>
                  <a:pt x="1076232" y="54125"/>
                  <a:pt x="1073027" y="54819"/>
                  <a:pt x="1069922" y="56209"/>
                </a:cubicBezTo>
                <a:cubicBezTo>
                  <a:pt x="1066816" y="57597"/>
                  <a:pt x="1064039" y="59877"/>
                  <a:pt x="1061593" y="63049"/>
                </a:cubicBezTo>
                <a:cubicBezTo>
                  <a:pt x="1059149" y="66219"/>
                  <a:pt x="1057133" y="70350"/>
                  <a:pt x="1055546" y="75440"/>
                </a:cubicBezTo>
                <a:cubicBezTo>
                  <a:pt x="1053960" y="80529"/>
                  <a:pt x="1053101" y="86774"/>
                  <a:pt x="1052968" y="94176"/>
                </a:cubicBezTo>
                <a:close/>
                <a:moveTo>
                  <a:pt x="1225855" y="144334"/>
                </a:moveTo>
                <a:cubicBezTo>
                  <a:pt x="1219511" y="144334"/>
                  <a:pt x="1213397" y="143311"/>
                  <a:pt x="1207513" y="141264"/>
                </a:cubicBezTo>
                <a:cubicBezTo>
                  <a:pt x="1201632" y="139214"/>
                  <a:pt x="1196412" y="136042"/>
                  <a:pt x="1191852" y="131746"/>
                </a:cubicBezTo>
                <a:cubicBezTo>
                  <a:pt x="1187292" y="127450"/>
                  <a:pt x="1183656" y="121998"/>
                  <a:pt x="1180946" y="115389"/>
                </a:cubicBezTo>
                <a:cubicBezTo>
                  <a:pt x="1178237" y="108780"/>
                  <a:pt x="1176883" y="100915"/>
                  <a:pt x="1176883" y="91795"/>
                </a:cubicBezTo>
                <a:cubicBezTo>
                  <a:pt x="1176883" y="82675"/>
                  <a:pt x="1178237" y="74843"/>
                  <a:pt x="1180946" y="68301"/>
                </a:cubicBezTo>
                <a:cubicBezTo>
                  <a:pt x="1183656" y="61758"/>
                  <a:pt x="1187292" y="56372"/>
                  <a:pt x="1191852" y="52143"/>
                </a:cubicBezTo>
                <a:cubicBezTo>
                  <a:pt x="1196412" y="47914"/>
                  <a:pt x="1201632" y="44808"/>
                  <a:pt x="1207513" y="42825"/>
                </a:cubicBezTo>
                <a:cubicBezTo>
                  <a:pt x="1213397" y="40843"/>
                  <a:pt x="1219511" y="39851"/>
                  <a:pt x="1225855" y="39851"/>
                </a:cubicBezTo>
                <a:cubicBezTo>
                  <a:pt x="1232067" y="39851"/>
                  <a:pt x="1238114" y="40843"/>
                  <a:pt x="1243995" y="42825"/>
                </a:cubicBezTo>
                <a:cubicBezTo>
                  <a:pt x="1249876" y="44808"/>
                  <a:pt x="1255063" y="47914"/>
                  <a:pt x="1259557" y="52143"/>
                </a:cubicBezTo>
                <a:cubicBezTo>
                  <a:pt x="1264052" y="56372"/>
                  <a:pt x="1267654" y="61758"/>
                  <a:pt x="1270363" y="68301"/>
                </a:cubicBezTo>
                <a:cubicBezTo>
                  <a:pt x="1273073" y="74843"/>
                  <a:pt x="1274429" y="82675"/>
                  <a:pt x="1274429" y="91795"/>
                </a:cubicBezTo>
                <a:cubicBezTo>
                  <a:pt x="1274429" y="100915"/>
                  <a:pt x="1273073" y="108780"/>
                  <a:pt x="1270363" y="115389"/>
                </a:cubicBezTo>
                <a:cubicBezTo>
                  <a:pt x="1267654" y="121998"/>
                  <a:pt x="1264052" y="127450"/>
                  <a:pt x="1259557" y="131746"/>
                </a:cubicBezTo>
                <a:cubicBezTo>
                  <a:pt x="1255063" y="136042"/>
                  <a:pt x="1249876" y="139214"/>
                  <a:pt x="1243995" y="141264"/>
                </a:cubicBezTo>
                <a:cubicBezTo>
                  <a:pt x="1238114" y="143311"/>
                  <a:pt x="1232067" y="144334"/>
                  <a:pt x="1225855" y="144334"/>
                </a:cubicBezTo>
                <a:moveTo>
                  <a:pt x="1225855" y="128672"/>
                </a:moveTo>
                <a:cubicBezTo>
                  <a:pt x="1229290" y="128672"/>
                  <a:pt x="1232527" y="127979"/>
                  <a:pt x="1235566" y="126591"/>
                </a:cubicBezTo>
                <a:cubicBezTo>
                  <a:pt x="1238608" y="125204"/>
                  <a:pt x="1241285" y="123023"/>
                  <a:pt x="1243599" y="120051"/>
                </a:cubicBezTo>
                <a:cubicBezTo>
                  <a:pt x="1245912" y="117076"/>
                  <a:pt x="1247762" y="113243"/>
                  <a:pt x="1249150" y="108552"/>
                </a:cubicBezTo>
                <a:cubicBezTo>
                  <a:pt x="1250537" y="103858"/>
                  <a:pt x="1251231" y="98141"/>
                  <a:pt x="1251231" y="91399"/>
                </a:cubicBezTo>
                <a:cubicBezTo>
                  <a:pt x="1251231" y="84658"/>
                  <a:pt x="1250537" y="78943"/>
                  <a:pt x="1249150" y="74251"/>
                </a:cubicBezTo>
                <a:cubicBezTo>
                  <a:pt x="1247762" y="69558"/>
                  <a:pt x="1245912" y="65758"/>
                  <a:pt x="1243599" y="62849"/>
                </a:cubicBezTo>
                <a:cubicBezTo>
                  <a:pt x="1241285" y="59941"/>
                  <a:pt x="1238608" y="57826"/>
                  <a:pt x="1235566" y="56505"/>
                </a:cubicBezTo>
                <a:cubicBezTo>
                  <a:pt x="1232527" y="55182"/>
                  <a:pt x="1229290" y="54521"/>
                  <a:pt x="1225855" y="54521"/>
                </a:cubicBezTo>
                <a:cubicBezTo>
                  <a:pt x="1222419" y="54521"/>
                  <a:pt x="1219147" y="55182"/>
                  <a:pt x="1216039" y="56505"/>
                </a:cubicBezTo>
                <a:cubicBezTo>
                  <a:pt x="1212933" y="57826"/>
                  <a:pt x="1210190" y="59941"/>
                  <a:pt x="1207810" y="62849"/>
                </a:cubicBezTo>
                <a:cubicBezTo>
                  <a:pt x="1205432" y="65758"/>
                  <a:pt x="1203549" y="69558"/>
                  <a:pt x="1202162" y="74251"/>
                </a:cubicBezTo>
                <a:cubicBezTo>
                  <a:pt x="1200774" y="78943"/>
                  <a:pt x="1200080" y="84658"/>
                  <a:pt x="1200080" y="91399"/>
                </a:cubicBezTo>
                <a:cubicBezTo>
                  <a:pt x="1200080" y="98141"/>
                  <a:pt x="1200774" y="103858"/>
                  <a:pt x="1202162" y="108552"/>
                </a:cubicBezTo>
                <a:cubicBezTo>
                  <a:pt x="1203549" y="113243"/>
                  <a:pt x="1205432" y="117076"/>
                  <a:pt x="1207810" y="120051"/>
                </a:cubicBezTo>
                <a:cubicBezTo>
                  <a:pt x="1210190" y="123023"/>
                  <a:pt x="1212933" y="125204"/>
                  <a:pt x="1216039" y="126591"/>
                </a:cubicBezTo>
                <a:cubicBezTo>
                  <a:pt x="1219147" y="127979"/>
                  <a:pt x="1222419" y="128672"/>
                  <a:pt x="1225855" y="128672"/>
                </a:cubicBezTo>
                <a:close/>
                <a:moveTo>
                  <a:pt x="1359879" y="129665"/>
                </a:moveTo>
                <a:cubicBezTo>
                  <a:pt x="1358425" y="130986"/>
                  <a:pt x="1356707" y="132505"/>
                  <a:pt x="1354724" y="134224"/>
                </a:cubicBezTo>
                <a:cubicBezTo>
                  <a:pt x="1352742" y="135942"/>
                  <a:pt x="1350429" y="137562"/>
                  <a:pt x="1347784" y="139082"/>
                </a:cubicBezTo>
                <a:cubicBezTo>
                  <a:pt x="1345140" y="140601"/>
                  <a:pt x="1342167" y="141889"/>
                  <a:pt x="1338863" y="142946"/>
                </a:cubicBezTo>
                <a:cubicBezTo>
                  <a:pt x="1335559" y="144004"/>
                  <a:pt x="1331859" y="144534"/>
                  <a:pt x="1327760" y="144534"/>
                </a:cubicBezTo>
                <a:cubicBezTo>
                  <a:pt x="1323003" y="144534"/>
                  <a:pt x="1318575" y="143807"/>
                  <a:pt x="1314477" y="142353"/>
                </a:cubicBezTo>
                <a:cubicBezTo>
                  <a:pt x="1310380" y="140898"/>
                  <a:pt x="1306845" y="138784"/>
                  <a:pt x="1303870" y="136009"/>
                </a:cubicBezTo>
                <a:cubicBezTo>
                  <a:pt x="1300895" y="133234"/>
                  <a:pt x="1298582" y="129897"/>
                  <a:pt x="1296930" y="125998"/>
                </a:cubicBezTo>
                <a:cubicBezTo>
                  <a:pt x="1295278" y="122098"/>
                  <a:pt x="1294453" y="117702"/>
                  <a:pt x="1294453" y="112811"/>
                </a:cubicBezTo>
                <a:lnTo>
                  <a:pt x="1294453" y="45203"/>
                </a:lnTo>
                <a:cubicBezTo>
                  <a:pt x="1294453" y="44146"/>
                  <a:pt x="1295113" y="43288"/>
                  <a:pt x="1296434" y="42629"/>
                </a:cubicBezTo>
                <a:cubicBezTo>
                  <a:pt x="1297757" y="41967"/>
                  <a:pt x="1300665" y="41636"/>
                  <a:pt x="1305159" y="41636"/>
                </a:cubicBezTo>
                <a:cubicBezTo>
                  <a:pt x="1309785" y="41636"/>
                  <a:pt x="1312726" y="41967"/>
                  <a:pt x="1313980" y="42629"/>
                </a:cubicBezTo>
                <a:cubicBezTo>
                  <a:pt x="1315237" y="43288"/>
                  <a:pt x="1315865" y="44146"/>
                  <a:pt x="1315865" y="45203"/>
                </a:cubicBezTo>
                <a:lnTo>
                  <a:pt x="1315865" y="107260"/>
                </a:lnTo>
                <a:cubicBezTo>
                  <a:pt x="1315865" y="113736"/>
                  <a:pt x="1317550" y="118560"/>
                  <a:pt x="1320920" y="121733"/>
                </a:cubicBezTo>
                <a:cubicBezTo>
                  <a:pt x="1324290" y="124905"/>
                  <a:pt x="1329148" y="126491"/>
                  <a:pt x="1335493" y="126491"/>
                </a:cubicBezTo>
                <a:cubicBezTo>
                  <a:pt x="1338930" y="126491"/>
                  <a:pt x="1342101" y="125831"/>
                  <a:pt x="1345007" y="124510"/>
                </a:cubicBezTo>
                <a:cubicBezTo>
                  <a:pt x="1347916" y="123187"/>
                  <a:pt x="1350428" y="121600"/>
                  <a:pt x="1352543" y="119751"/>
                </a:cubicBezTo>
                <a:cubicBezTo>
                  <a:pt x="1354659" y="117900"/>
                  <a:pt x="1356344" y="115950"/>
                  <a:pt x="1357598" y="113903"/>
                </a:cubicBezTo>
                <a:cubicBezTo>
                  <a:pt x="1358855" y="111854"/>
                  <a:pt x="1359483" y="110103"/>
                  <a:pt x="1359483" y="108648"/>
                </a:cubicBezTo>
                <a:lnTo>
                  <a:pt x="1359483" y="45203"/>
                </a:lnTo>
                <a:cubicBezTo>
                  <a:pt x="1359483" y="44146"/>
                  <a:pt x="1360110" y="43288"/>
                  <a:pt x="1361365" y="42629"/>
                </a:cubicBezTo>
                <a:cubicBezTo>
                  <a:pt x="1362621" y="41967"/>
                  <a:pt x="1365496" y="41636"/>
                  <a:pt x="1369990" y="41636"/>
                </a:cubicBezTo>
                <a:cubicBezTo>
                  <a:pt x="1374616" y="41636"/>
                  <a:pt x="1377557" y="41967"/>
                  <a:pt x="1378811" y="42629"/>
                </a:cubicBezTo>
                <a:cubicBezTo>
                  <a:pt x="1380068" y="43288"/>
                  <a:pt x="1380696" y="44146"/>
                  <a:pt x="1380696" y="45203"/>
                </a:cubicBezTo>
                <a:lnTo>
                  <a:pt x="1380696" y="118958"/>
                </a:lnTo>
                <a:cubicBezTo>
                  <a:pt x="1380696" y="122262"/>
                  <a:pt x="1381323" y="124575"/>
                  <a:pt x="1382578" y="125898"/>
                </a:cubicBezTo>
                <a:cubicBezTo>
                  <a:pt x="1383834" y="127219"/>
                  <a:pt x="1385784" y="127880"/>
                  <a:pt x="1388429" y="127880"/>
                </a:cubicBezTo>
                <a:lnTo>
                  <a:pt x="1389221" y="127880"/>
                </a:lnTo>
                <a:cubicBezTo>
                  <a:pt x="1389750" y="127880"/>
                  <a:pt x="1390278" y="127880"/>
                  <a:pt x="1390806" y="127880"/>
                </a:cubicBezTo>
                <a:cubicBezTo>
                  <a:pt x="1391337" y="127880"/>
                  <a:pt x="1391833" y="127913"/>
                  <a:pt x="1392295" y="127980"/>
                </a:cubicBezTo>
                <a:lnTo>
                  <a:pt x="1392988" y="128077"/>
                </a:lnTo>
                <a:cubicBezTo>
                  <a:pt x="1393518" y="128210"/>
                  <a:pt x="1393783" y="128540"/>
                  <a:pt x="1393783" y="129069"/>
                </a:cubicBezTo>
                <a:cubicBezTo>
                  <a:pt x="1393783" y="130390"/>
                  <a:pt x="1393287" y="131909"/>
                  <a:pt x="1392295" y="133628"/>
                </a:cubicBezTo>
                <a:cubicBezTo>
                  <a:pt x="1391305" y="135346"/>
                  <a:pt x="1390049" y="136966"/>
                  <a:pt x="1388528" y="138486"/>
                </a:cubicBezTo>
                <a:cubicBezTo>
                  <a:pt x="1387008" y="140007"/>
                  <a:pt x="1385355" y="141329"/>
                  <a:pt x="1383570" y="142452"/>
                </a:cubicBezTo>
                <a:cubicBezTo>
                  <a:pt x="1381787" y="143576"/>
                  <a:pt x="1380037" y="144203"/>
                  <a:pt x="1378318" y="144334"/>
                </a:cubicBezTo>
                <a:cubicBezTo>
                  <a:pt x="1373427" y="144334"/>
                  <a:pt x="1369396" y="143045"/>
                  <a:pt x="1366223" y="140468"/>
                </a:cubicBezTo>
                <a:cubicBezTo>
                  <a:pt x="1363051" y="137890"/>
                  <a:pt x="1360936" y="134289"/>
                  <a:pt x="1359879" y="129665"/>
                </a:cubicBezTo>
                <a:close/>
                <a:moveTo>
                  <a:pt x="1426098" y="142749"/>
                </a:moveTo>
                <a:cubicBezTo>
                  <a:pt x="1421604" y="142749"/>
                  <a:pt x="1418696" y="142419"/>
                  <a:pt x="1417373" y="141760"/>
                </a:cubicBezTo>
                <a:cubicBezTo>
                  <a:pt x="1416052" y="141098"/>
                  <a:pt x="1415391" y="140238"/>
                  <a:pt x="1415391" y="139179"/>
                </a:cubicBezTo>
                <a:lnTo>
                  <a:pt x="1415391" y="65623"/>
                </a:lnTo>
                <a:cubicBezTo>
                  <a:pt x="1415391" y="63113"/>
                  <a:pt x="1415094" y="61031"/>
                  <a:pt x="1414499" y="59379"/>
                </a:cubicBezTo>
                <a:cubicBezTo>
                  <a:pt x="1413906" y="57728"/>
                  <a:pt x="1413245" y="56340"/>
                  <a:pt x="1412517" y="55217"/>
                </a:cubicBezTo>
                <a:cubicBezTo>
                  <a:pt x="1411791" y="54093"/>
                  <a:pt x="1411131" y="53201"/>
                  <a:pt x="1410536" y="52539"/>
                </a:cubicBezTo>
                <a:cubicBezTo>
                  <a:pt x="1409941" y="51878"/>
                  <a:pt x="1409643" y="51217"/>
                  <a:pt x="1409643" y="50558"/>
                </a:cubicBezTo>
                <a:cubicBezTo>
                  <a:pt x="1409643" y="49765"/>
                  <a:pt x="1410304" y="48774"/>
                  <a:pt x="1411625" y="47584"/>
                </a:cubicBezTo>
                <a:cubicBezTo>
                  <a:pt x="1412948" y="46394"/>
                  <a:pt x="1414501" y="45237"/>
                  <a:pt x="1416284" y="44114"/>
                </a:cubicBezTo>
                <a:cubicBezTo>
                  <a:pt x="1418069" y="42991"/>
                  <a:pt x="1419886" y="42033"/>
                  <a:pt x="1421735" y="41240"/>
                </a:cubicBezTo>
                <a:cubicBezTo>
                  <a:pt x="1423587" y="40445"/>
                  <a:pt x="1425041" y="40048"/>
                  <a:pt x="1426098" y="40048"/>
                </a:cubicBezTo>
                <a:cubicBezTo>
                  <a:pt x="1428742" y="40048"/>
                  <a:pt x="1430889" y="41305"/>
                  <a:pt x="1432541" y="43818"/>
                </a:cubicBezTo>
                <a:cubicBezTo>
                  <a:pt x="1434195" y="46329"/>
                  <a:pt x="1435550" y="49699"/>
                  <a:pt x="1436607" y="53928"/>
                </a:cubicBezTo>
                <a:cubicBezTo>
                  <a:pt x="1438721" y="51284"/>
                  <a:pt x="1441100" y="48905"/>
                  <a:pt x="1443744" y="46791"/>
                </a:cubicBezTo>
                <a:cubicBezTo>
                  <a:pt x="1445990" y="45073"/>
                  <a:pt x="1448667" y="43487"/>
                  <a:pt x="1451773" y="42033"/>
                </a:cubicBezTo>
                <a:cubicBezTo>
                  <a:pt x="1454879" y="40579"/>
                  <a:pt x="1458216" y="39851"/>
                  <a:pt x="1461786" y="39851"/>
                </a:cubicBezTo>
                <a:cubicBezTo>
                  <a:pt x="1464033" y="39851"/>
                  <a:pt x="1466181" y="40050"/>
                  <a:pt x="1468230" y="40447"/>
                </a:cubicBezTo>
                <a:cubicBezTo>
                  <a:pt x="1470279" y="40843"/>
                  <a:pt x="1472130" y="41404"/>
                  <a:pt x="1473781" y="42132"/>
                </a:cubicBezTo>
                <a:cubicBezTo>
                  <a:pt x="1475433" y="42859"/>
                  <a:pt x="1476754" y="43651"/>
                  <a:pt x="1477744" y="44510"/>
                </a:cubicBezTo>
                <a:cubicBezTo>
                  <a:pt x="1478737" y="45370"/>
                  <a:pt x="1479233" y="46262"/>
                  <a:pt x="1479233" y="47188"/>
                </a:cubicBezTo>
                <a:cubicBezTo>
                  <a:pt x="1479233" y="47980"/>
                  <a:pt x="1478803" y="49269"/>
                  <a:pt x="1477944" y="51054"/>
                </a:cubicBezTo>
                <a:cubicBezTo>
                  <a:pt x="1477085" y="52837"/>
                  <a:pt x="1475994" y="54654"/>
                  <a:pt x="1474671" y="56505"/>
                </a:cubicBezTo>
                <a:cubicBezTo>
                  <a:pt x="1473350" y="58355"/>
                  <a:pt x="1472029" y="59974"/>
                  <a:pt x="1470708" y="61364"/>
                </a:cubicBezTo>
                <a:cubicBezTo>
                  <a:pt x="1469387" y="62752"/>
                  <a:pt x="1468197" y="63445"/>
                  <a:pt x="1467138" y="63445"/>
                </a:cubicBezTo>
                <a:cubicBezTo>
                  <a:pt x="1466478" y="63445"/>
                  <a:pt x="1465751" y="63181"/>
                  <a:pt x="1464957" y="62653"/>
                </a:cubicBezTo>
                <a:cubicBezTo>
                  <a:pt x="1464164" y="62122"/>
                  <a:pt x="1463239" y="61560"/>
                  <a:pt x="1462183" y="60965"/>
                </a:cubicBezTo>
                <a:cubicBezTo>
                  <a:pt x="1461126" y="60370"/>
                  <a:pt x="1459936" y="59808"/>
                  <a:pt x="1458613" y="59280"/>
                </a:cubicBezTo>
                <a:cubicBezTo>
                  <a:pt x="1457292" y="58751"/>
                  <a:pt x="1455706" y="58487"/>
                  <a:pt x="1453854" y="58487"/>
                </a:cubicBezTo>
                <a:cubicBezTo>
                  <a:pt x="1451607" y="58487"/>
                  <a:pt x="1449459" y="59049"/>
                  <a:pt x="1447410" y="60172"/>
                </a:cubicBezTo>
                <a:cubicBezTo>
                  <a:pt x="1445363" y="61295"/>
                  <a:pt x="1443546" y="62783"/>
                  <a:pt x="1441959" y="64634"/>
                </a:cubicBezTo>
                <a:cubicBezTo>
                  <a:pt x="1440374" y="66484"/>
                  <a:pt x="1439118" y="68499"/>
                  <a:pt x="1438192" y="70682"/>
                </a:cubicBezTo>
                <a:cubicBezTo>
                  <a:pt x="1437267" y="72862"/>
                  <a:pt x="1436804" y="75075"/>
                  <a:pt x="1436804" y="77322"/>
                </a:cubicBezTo>
                <a:lnTo>
                  <a:pt x="1436804" y="139179"/>
                </a:lnTo>
                <a:cubicBezTo>
                  <a:pt x="1436804" y="140238"/>
                  <a:pt x="1436143" y="141098"/>
                  <a:pt x="1434822" y="141760"/>
                </a:cubicBezTo>
                <a:cubicBezTo>
                  <a:pt x="1433501" y="142419"/>
                  <a:pt x="1430593" y="142749"/>
                  <a:pt x="1426098" y="142749"/>
                </a:cubicBezTo>
                <a:close/>
                <a:moveTo>
                  <a:pt x="1574003" y="144534"/>
                </a:moveTo>
                <a:cubicBezTo>
                  <a:pt x="1563429" y="144534"/>
                  <a:pt x="1555002" y="141461"/>
                  <a:pt x="1548724" y="135316"/>
                </a:cubicBezTo>
                <a:cubicBezTo>
                  <a:pt x="1542445" y="129169"/>
                  <a:pt x="1539306" y="120213"/>
                  <a:pt x="1539306" y="108449"/>
                </a:cubicBezTo>
                <a:lnTo>
                  <a:pt x="1539306" y="45203"/>
                </a:lnTo>
                <a:cubicBezTo>
                  <a:pt x="1539306" y="44146"/>
                  <a:pt x="1539967" y="43288"/>
                  <a:pt x="1541288" y="42629"/>
                </a:cubicBezTo>
                <a:cubicBezTo>
                  <a:pt x="1542611" y="41967"/>
                  <a:pt x="1545519" y="41636"/>
                  <a:pt x="1550013" y="41636"/>
                </a:cubicBezTo>
                <a:cubicBezTo>
                  <a:pt x="1554506" y="41636"/>
                  <a:pt x="1557413" y="41967"/>
                  <a:pt x="1558734" y="42629"/>
                </a:cubicBezTo>
                <a:cubicBezTo>
                  <a:pt x="1560057" y="43288"/>
                  <a:pt x="1560719" y="44146"/>
                  <a:pt x="1560719" y="45203"/>
                </a:cubicBezTo>
                <a:lnTo>
                  <a:pt x="1560719" y="102105"/>
                </a:lnTo>
                <a:cubicBezTo>
                  <a:pt x="1560719" y="111358"/>
                  <a:pt x="1562503" y="117736"/>
                  <a:pt x="1566071" y="121239"/>
                </a:cubicBezTo>
                <a:cubicBezTo>
                  <a:pt x="1569640" y="124741"/>
                  <a:pt x="1574267" y="126491"/>
                  <a:pt x="1579950" y="126491"/>
                </a:cubicBezTo>
                <a:cubicBezTo>
                  <a:pt x="1582859" y="126491"/>
                  <a:pt x="1585568" y="125963"/>
                  <a:pt x="1588079" y="124906"/>
                </a:cubicBezTo>
                <a:cubicBezTo>
                  <a:pt x="1590590" y="123847"/>
                  <a:pt x="1592804" y="122426"/>
                  <a:pt x="1594720" y="120643"/>
                </a:cubicBezTo>
                <a:cubicBezTo>
                  <a:pt x="1596638" y="118859"/>
                  <a:pt x="1598158" y="116810"/>
                  <a:pt x="1599282" y="114496"/>
                </a:cubicBezTo>
                <a:cubicBezTo>
                  <a:pt x="1600405" y="112183"/>
                  <a:pt x="1600967" y="109705"/>
                  <a:pt x="1600967" y="107063"/>
                </a:cubicBezTo>
                <a:lnTo>
                  <a:pt x="1600967" y="45203"/>
                </a:lnTo>
                <a:cubicBezTo>
                  <a:pt x="1600967" y="44146"/>
                  <a:pt x="1601627" y="43288"/>
                  <a:pt x="1602948" y="42629"/>
                </a:cubicBezTo>
                <a:cubicBezTo>
                  <a:pt x="1604269" y="41967"/>
                  <a:pt x="1607178" y="41636"/>
                  <a:pt x="1611673" y="41636"/>
                </a:cubicBezTo>
                <a:cubicBezTo>
                  <a:pt x="1616167" y="41636"/>
                  <a:pt x="1619074" y="41967"/>
                  <a:pt x="1620395" y="42629"/>
                </a:cubicBezTo>
                <a:cubicBezTo>
                  <a:pt x="1621718" y="43288"/>
                  <a:pt x="1622379" y="44146"/>
                  <a:pt x="1622379" y="45203"/>
                </a:cubicBezTo>
                <a:lnTo>
                  <a:pt x="1622379" y="107656"/>
                </a:lnTo>
                <a:cubicBezTo>
                  <a:pt x="1622379" y="113473"/>
                  <a:pt x="1623965" y="118066"/>
                  <a:pt x="1627135" y="121436"/>
                </a:cubicBezTo>
                <a:cubicBezTo>
                  <a:pt x="1630307" y="124806"/>
                  <a:pt x="1634802" y="126491"/>
                  <a:pt x="1640619" y="126491"/>
                </a:cubicBezTo>
                <a:cubicBezTo>
                  <a:pt x="1644450" y="126491"/>
                  <a:pt x="1647821" y="125500"/>
                  <a:pt x="1650729" y="123517"/>
                </a:cubicBezTo>
                <a:cubicBezTo>
                  <a:pt x="1653637" y="121535"/>
                  <a:pt x="1656083" y="118727"/>
                  <a:pt x="1658065" y="115092"/>
                </a:cubicBezTo>
                <a:cubicBezTo>
                  <a:pt x="1660048" y="111456"/>
                  <a:pt x="1661534" y="107061"/>
                  <a:pt x="1662524" y="101908"/>
                </a:cubicBezTo>
                <a:cubicBezTo>
                  <a:pt x="1663517" y="96753"/>
                  <a:pt x="1664013" y="91069"/>
                  <a:pt x="1664013" y="84855"/>
                </a:cubicBezTo>
                <a:cubicBezTo>
                  <a:pt x="1664013" y="78907"/>
                  <a:pt x="1663517" y="73653"/>
                  <a:pt x="1662524" y="69093"/>
                </a:cubicBezTo>
                <a:cubicBezTo>
                  <a:pt x="1661534" y="64533"/>
                  <a:pt x="1660444" y="60635"/>
                  <a:pt x="1659254" y="57398"/>
                </a:cubicBezTo>
                <a:cubicBezTo>
                  <a:pt x="1658064" y="54159"/>
                  <a:pt x="1656973" y="51548"/>
                  <a:pt x="1655981" y="49566"/>
                </a:cubicBezTo>
                <a:cubicBezTo>
                  <a:pt x="1654990" y="47583"/>
                  <a:pt x="1654495" y="46261"/>
                  <a:pt x="1654495" y="45599"/>
                </a:cubicBezTo>
                <a:cubicBezTo>
                  <a:pt x="1654495" y="42957"/>
                  <a:pt x="1657404" y="41636"/>
                  <a:pt x="1663220" y="41636"/>
                </a:cubicBezTo>
                <a:cubicBezTo>
                  <a:pt x="1667847" y="41636"/>
                  <a:pt x="1671283" y="42363"/>
                  <a:pt x="1673530" y="43818"/>
                </a:cubicBezTo>
                <a:cubicBezTo>
                  <a:pt x="1675777" y="45270"/>
                  <a:pt x="1677429" y="47120"/>
                  <a:pt x="1678485" y="49369"/>
                </a:cubicBezTo>
                <a:cubicBezTo>
                  <a:pt x="1680204" y="53465"/>
                  <a:pt x="1681823" y="58157"/>
                  <a:pt x="1683344" y="63445"/>
                </a:cubicBezTo>
                <a:cubicBezTo>
                  <a:pt x="1684865" y="68731"/>
                  <a:pt x="1685625" y="75274"/>
                  <a:pt x="1685625" y="83073"/>
                </a:cubicBezTo>
                <a:cubicBezTo>
                  <a:pt x="1685625" y="91796"/>
                  <a:pt x="1684600" y="99891"/>
                  <a:pt x="1682551" y="107360"/>
                </a:cubicBezTo>
                <a:cubicBezTo>
                  <a:pt x="1680502" y="114828"/>
                  <a:pt x="1677495" y="121305"/>
                  <a:pt x="1673530" y="126791"/>
                </a:cubicBezTo>
                <a:cubicBezTo>
                  <a:pt x="1669565" y="132275"/>
                  <a:pt x="1664609" y="136603"/>
                  <a:pt x="1658661" y="139775"/>
                </a:cubicBezTo>
                <a:cubicBezTo>
                  <a:pt x="1652713" y="142948"/>
                  <a:pt x="1645840" y="144534"/>
                  <a:pt x="1638041" y="144534"/>
                </a:cubicBezTo>
                <a:cubicBezTo>
                  <a:pt x="1632886" y="144534"/>
                  <a:pt x="1628358" y="143873"/>
                  <a:pt x="1624458" y="142552"/>
                </a:cubicBezTo>
                <a:cubicBezTo>
                  <a:pt x="1620559" y="141229"/>
                  <a:pt x="1617321" y="139742"/>
                  <a:pt x="1614744" y="138090"/>
                </a:cubicBezTo>
                <a:cubicBezTo>
                  <a:pt x="1612168" y="136438"/>
                  <a:pt x="1610186" y="134852"/>
                  <a:pt x="1608796" y="133331"/>
                </a:cubicBezTo>
                <a:cubicBezTo>
                  <a:pt x="1607408" y="131811"/>
                  <a:pt x="1606583" y="130786"/>
                  <a:pt x="1606318" y="130258"/>
                </a:cubicBezTo>
                <a:cubicBezTo>
                  <a:pt x="1605923" y="130655"/>
                  <a:pt x="1604932" y="131647"/>
                  <a:pt x="1603345" y="133235"/>
                </a:cubicBezTo>
                <a:cubicBezTo>
                  <a:pt x="1601759" y="134820"/>
                  <a:pt x="1599578" y="136438"/>
                  <a:pt x="1596801" y="138090"/>
                </a:cubicBezTo>
                <a:cubicBezTo>
                  <a:pt x="1594026" y="139742"/>
                  <a:pt x="1590721" y="141229"/>
                  <a:pt x="1586887" y="142552"/>
                </a:cubicBezTo>
                <a:cubicBezTo>
                  <a:pt x="1583055" y="143873"/>
                  <a:pt x="1578760" y="144534"/>
                  <a:pt x="1574003" y="144534"/>
                </a:cubicBezTo>
                <a:close/>
                <a:moveTo>
                  <a:pt x="1752833" y="144534"/>
                </a:moveTo>
                <a:cubicBezTo>
                  <a:pt x="1745961" y="144534"/>
                  <a:pt x="1739452" y="143609"/>
                  <a:pt x="1733305" y="141760"/>
                </a:cubicBezTo>
                <a:cubicBezTo>
                  <a:pt x="1727159" y="139908"/>
                  <a:pt x="1721740" y="137000"/>
                  <a:pt x="1717047" y="133035"/>
                </a:cubicBezTo>
                <a:cubicBezTo>
                  <a:pt x="1712356" y="129070"/>
                  <a:pt x="1708655" y="124015"/>
                  <a:pt x="1705944" y="117869"/>
                </a:cubicBezTo>
                <a:cubicBezTo>
                  <a:pt x="1703236" y="111722"/>
                  <a:pt x="1701882" y="104353"/>
                  <a:pt x="1701882" y="95761"/>
                </a:cubicBezTo>
                <a:cubicBezTo>
                  <a:pt x="1701882" y="85848"/>
                  <a:pt x="1703302" y="77356"/>
                  <a:pt x="1706144" y="70285"/>
                </a:cubicBezTo>
                <a:cubicBezTo>
                  <a:pt x="1708986" y="63212"/>
                  <a:pt x="1712752" y="57429"/>
                  <a:pt x="1717443" y="52936"/>
                </a:cubicBezTo>
                <a:cubicBezTo>
                  <a:pt x="1722137" y="48442"/>
                  <a:pt x="1727390" y="45139"/>
                  <a:pt x="1733205" y="43025"/>
                </a:cubicBezTo>
                <a:cubicBezTo>
                  <a:pt x="1739021" y="40909"/>
                  <a:pt x="1744903" y="39851"/>
                  <a:pt x="1750851" y="39851"/>
                </a:cubicBezTo>
                <a:cubicBezTo>
                  <a:pt x="1756932" y="39851"/>
                  <a:pt x="1762252" y="40579"/>
                  <a:pt x="1766812" y="42033"/>
                </a:cubicBezTo>
                <a:cubicBezTo>
                  <a:pt x="1771372" y="43487"/>
                  <a:pt x="1775172" y="45469"/>
                  <a:pt x="1778211" y="47980"/>
                </a:cubicBezTo>
                <a:cubicBezTo>
                  <a:pt x="1781251" y="50491"/>
                  <a:pt x="1783531" y="53432"/>
                  <a:pt x="1785051" y="56802"/>
                </a:cubicBezTo>
                <a:cubicBezTo>
                  <a:pt x="1786572" y="60172"/>
                  <a:pt x="1787332" y="63840"/>
                  <a:pt x="1787332" y="67805"/>
                </a:cubicBezTo>
                <a:cubicBezTo>
                  <a:pt x="1787332" y="74547"/>
                  <a:pt x="1785317" y="80330"/>
                  <a:pt x="1781285" y="85154"/>
                </a:cubicBezTo>
                <a:cubicBezTo>
                  <a:pt x="1777253" y="89979"/>
                  <a:pt x="1772197" y="93911"/>
                  <a:pt x="1766116" y="96953"/>
                </a:cubicBezTo>
                <a:cubicBezTo>
                  <a:pt x="1760038" y="99992"/>
                  <a:pt x="1753430" y="102272"/>
                  <a:pt x="1746292" y="103793"/>
                </a:cubicBezTo>
                <a:cubicBezTo>
                  <a:pt x="1739155" y="105312"/>
                  <a:pt x="1732480" y="106203"/>
                  <a:pt x="1726268" y="106467"/>
                </a:cubicBezTo>
                <a:cubicBezTo>
                  <a:pt x="1728117" y="114000"/>
                  <a:pt x="1731752" y="119320"/>
                  <a:pt x="1737171" y="122428"/>
                </a:cubicBezTo>
                <a:cubicBezTo>
                  <a:pt x="1742590" y="125534"/>
                  <a:pt x="1748736" y="127087"/>
                  <a:pt x="1755610" y="127087"/>
                </a:cubicBezTo>
                <a:cubicBezTo>
                  <a:pt x="1759575" y="127087"/>
                  <a:pt x="1763077" y="126691"/>
                  <a:pt x="1766116" y="125898"/>
                </a:cubicBezTo>
                <a:cubicBezTo>
                  <a:pt x="1769158" y="125104"/>
                  <a:pt x="1771769" y="124211"/>
                  <a:pt x="1773949" y="123221"/>
                </a:cubicBezTo>
                <a:cubicBezTo>
                  <a:pt x="1776129" y="122229"/>
                  <a:pt x="1777946" y="121271"/>
                  <a:pt x="1779400" y="120347"/>
                </a:cubicBezTo>
                <a:cubicBezTo>
                  <a:pt x="1780854" y="119421"/>
                  <a:pt x="1781978" y="118892"/>
                  <a:pt x="1782770" y="118759"/>
                </a:cubicBezTo>
                <a:cubicBezTo>
                  <a:pt x="1784886" y="118097"/>
                  <a:pt x="1785944" y="118759"/>
                  <a:pt x="1785944" y="120743"/>
                </a:cubicBezTo>
                <a:cubicBezTo>
                  <a:pt x="1785944" y="122329"/>
                  <a:pt x="1785646" y="124179"/>
                  <a:pt x="1785051" y="126295"/>
                </a:cubicBezTo>
                <a:cubicBezTo>
                  <a:pt x="1784456" y="128408"/>
                  <a:pt x="1783631" y="130655"/>
                  <a:pt x="1782574" y="133035"/>
                </a:cubicBezTo>
                <a:cubicBezTo>
                  <a:pt x="1782045" y="133959"/>
                  <a:pt x="1780922" y="135082"/>
                  <a:pt x="1779204" y="136405"/>
                </a:cubicBezTo>
                <a:cubicBezTo>
                  <a:pt x="1777485" y="137726"/>
                  <a:pt x="1775337" y="138981"/>
                  <a:pt x="1772760" y="140171"/>
                </a:cubicBezTo>
                <a:cubicBezTo>
                  <a:pt x="1770182" y="141361"/>
                  <a:pt x="1767175" y="142386"/>
                  <a:pt x="1763739" y="143245"/>
                </a:cubicBezTo>
                <a:cubicBezTo>
                  <a:pt x="1760302" y="144104"/>
                  <a:pt x="1756667" y="144534"/>
                  <a:pt x="1752833" y="144534"/>
                </a:cubicBezTo>
                <a:moveTo>
                  <a:pt x="1725076" y="94176"/>
                </a:moveTo>
                <a:cubicBezTo>
                  <a:pt x="1729836" y="93911"/>
                  <a:pt x="1734628" y="93151"/>
                  <a:pt x="1739452" y="91895"/>
                </a:cubicBezTo>
                <a:cubicBezTo>
                  <a:pt x="1744276" y="90638"/>
                  <a:pt x="1748638" y="88854"/>
                  <a:pt x="1752536" y="86543"/>
                </a:cubicBezTo>
                <a:cubicBezTo>
                  <a:pt x="1756435" y="84230"/>
                  <a:pt x="1759574" y="81421"/>
                  <a:pt x="1761954" y="78118"/>
                </a:cubicBezTo>
                <a:cubicBezTo>
                  <a:pt x="1764334" y="74812"/>
                  <a:pt x="1765524" y="70978"/>
                  <a:pt x="1765524" y="66616"/>
                </a:cubicBezTo>
                <a:cubicBezTo>
                  <a:pt x="1765524" y="63048"/>
                  <a:pt x="1764267" y="60074"/>
                  <a:pt x="1761754" y="57694"/>
                </a:cubicBezTo>
                <a:cubicBezTo>
                  <a:pt x="1759243" y="55314"/>
                  <a:pt x="1755873" y="54125"/>
                  <a:pt x="1751644" y="54125"/>
                </a:cubicBezTo>
                <a:cubicBezTo>
                  <a:pt x="1748340" y="54125"/>
                  <a:pt x="1745135" y="54819"/>
                  <a:pt x="1742030" y="56209"/>
                </a:cubicBezTo>
                <a:cubicBezTo>
                  <a:pt x="1738924" y="57597"/>
                  <a:pt x="1736147" y="59877"/>
                  <a:pt x="1733701" y="63049"/>
                </a:cubicBezTo>
                <a:cubicBezTo>
                  <a:pt x="1731257" y="66219"/>
                  <a:pt x="1729241" y="70350"/>
                  <a:pt x="1727654" y="75440"/>
                </a:cubicBezTo>
                <a:cubicBezTo>
                  <a:pt x="1726068" y="80529"/>
                  <a:pt x="1725209" y="86774"/>
                  <a:pt x="1725076" y="94176"/>
                </a:cubicBezTo>
                <a:close/>
                <a:moveTo>
                  <a:pt x="1808545" y="3570"/>
                </a:moveTo>
                <a:cubicBezTo>
                  <a:pt x="1808545" y="2511"/>
                  <a:pt x="1809173" y="1652"/>
                  <a:pt x="1810430" y="992"/>
                </a:cubicBezTo>
                <a:cubicBezTo>
                  <a:pt x="1811686" y="331"/>
                  <a:pt x="1814561" y="0"/>
                  <a:pt x="1819055" y="0"/>
                </a:cubicBezTo>
                <a:cubicBezTo>
                  <a:pt x="1823681" y="0"/>
                  <a:pt x="1826622" y="331"/>
                  <a:pt x="1827876" y="992"/>
                </a:cubicBezTo>
                <a:cubicBezTo>
                  <a:pt x="1829133" y="1652"/>
                  <a:pt x="1829761" y="2511"/>
                  <a:pt x="1829761" y="3570"/>
                </a:cubicBezTo>
                <a:lnTo>
                  <a:pt x="1829761" y="118958"/>
                </a:lnTo>
                <a:cubicBezTo>
                  <a:pt x="1829761" y="122262"/>
                  <a:pt x="1830388" y="124575"/>
                  <a:pt x="1831643" y="125898"/>
                </a:cubicBezTo>
                <a:cubicBezTo>
                  <a:pt x="1832899" y="127219"/>
                  <a:pt x="1834849" y="127880"/>
                  <a:pt x="1837493" y="127880"/>
                </a:cubicBezTo>
                <a:lnTo>
                  <a:pt x="1838286" y="127880"/>
                </a:lnTo>
                <a:cubicBezTo>
                  <a:pt x="1838814" y="127880"/>
                  <a:pt x="1839343" y="127880"/>
                  <a:pt x="1839871" y="127880"/>
                </a:cubicBezTo>
                <a:cubicBezTo>
                  <a:pt x="1840400" y="127880"/>
                  <a:pt x="1840895" y="127913"/>
                  <a:pt x="1841357" y="127980"/>
                </a:cubicBezTo>
                <a:lnTo>
                  <a:pt x="1842052" y="128077"/>
                </a:lnTo>
                <a:cubicBezTo>
                  <a:pt x="1842581" y="128210"/>
                  <a:pt x="1842845" y="128540"/>
                  <a:pt x="1842845" y="129069"/>
                </a:cubicBezTo>
                <a:cubicBezTo>
                  <a:pt x="1842845" y="130390"/>
                  <a:pt x="1842349" y="131909"/>
                  <a:pt x="1841357" y="133628"/>
                </a:cubicBezTo>
                <a:cubicBezTo>
                  <a:pt x="1840366" y="135346"/>
                  <a:pt x="1839111" y="136966"/>
                  <a:pt x="1837590" y="138486"/>
                </a:cubicBezTo>
                <a:cubicBezTo>
                  <a:pt x="1836072" y="140007"/>
                  <a:pt x="1834420" y="141329"/>
                  <a:pt x="1832635" y="142452"/>
                </a:cubicBezTo>
                <a:cubicBezTo>
                  <a:pt x="1830850" y="143576"/>
                  <a:pt x="1829098" y="144203"/>
                  <a:pt x="1827380" y="144334"/>
                </a:cubicBezTo>
                <a:cubicBezTo>
                  <a:pt x="1821432" y="144334"/>
                  <a:pt x="1816774" y="142451"/>
                  <a:pt x="1813403" y="138686"/>
                </a:cubicBezTo>
                <a:cubicBezTo>
                  <a:pt x="1810033" y="134919"/>
                  <a:pt x="1808414" y="129796"/>
                  <a:pt x="1808545" y="123318"/>
                </a:cubicBezTo>
                <a:lnTo>
                  <a:pt x="1808545" y="3570"/>
                </a:lnTo>
                <a:close/>
                <a:moveTo>
                  <a:pt x="1862274" y="3570"/>
                </a:moveTo>
                <a:cubicBezTo>
                  <a:pt x="1862274" y="2511"/>
                  <a:pt x="1862902" y="1652"/>
                  <a:pt x="1864159" y="992"/>
                </a:cubicBezTo>
                <a:cubicBezTo>
                  <a:pt x="1865415" y="331"/>
                  <a:pt x="1868290" y="0"/>
                  <a:pt x="1872784" y="0"/>
                </a:cubicBezTo>
                <a:cubicBezTo>
                  <a:pt x="1877410" y="0"/>
                  <a:pt x="1880351" y="331"/>
                  <a:pt x="1881605" y="992"/>
                </a:cubicBezTo>
                <a:cubicBezTo>
                  <a:pt x="1882862" y="1652"/>
                  <a:pt x="1883490" y="2511"/>
                  <a:pt x="1883490" y="3570"/>
                </a:cubicBezTo>
                <a:lnTo>
                  <a:pt x="1883490" y="118958"/>
                </a:lnTo>
                <a:cubicBezTo>
                  <a:pt x="1883490" y="122262"/>
                  <a:pt x="1884117" y="124575"/>
                  <a:pt x="1885372" y="125898"/>
                </a:cubicBezTo>
                <a:cubicBezTo>
                  <a:pt x="1886628" y="127219"/>
                  <a:pt x="1888578" y="127880"/>
                  <a:pt x="1891222" y="127880"/>
                </a:cubicBezTo>
                <a:lnTo>
                  <a:pt x="1892015" y="127880"/>
                </a:lnTo>
                <a:cubicBezTo>
                  <a:pt x="1892543" y="127880"/>
                  <a:pt x="1893072" y="127880"/>
                  <a:pt x="1893600" y="127880"/>
                </a:cubicBezTo>
                <a:cubicBezTo>
                  <a:pt x="1894129" y="127880"/>
                  <a:pt x="1894624" y="127913"/>
                  <a:pt x="1895086" y="127980"/>
                </a:cubicBezTo>
                <a:lnTo>
                  <a:pt x="1895781" y="128077"/>
                </a:lnTo>
                <a:cubicBezTo>
                  <a:pt x="1896310" y="128210"/>
                  <a:pt x="1896574" y="128540"/>
                  <a:pt x="1896574" y="129069"/>
                </a:cubicBezTo>
                <a:cubicBezTo>
                  <a:pt x="1896574" y="130390"/>
                  <a:pt x="1896078" y="131909"/>
                  <a:pt x="1895086" y="133628"/>
                </a:cubicBezTo>
                <a:cubicBezTo>
                  <a:pt x="1894095" y="135346"/>
                  <a:pt x="1892840" y="136966"/>
                  <a:pt x="1891319" y="138486"/>
                </a:cubicBezTo>
                <a:cubicBezTo>
                  <a:pt x="1889801" y="140007"/>
                  <a:pt x="1888149" y="141329"/>
                  <a:pt x="1886364" y="142452"/>
                </a:cubicBezTo>
                <a:cubicBezTo>
                  <a:pt x="1884579" y="143576"/>
                  <a:pt x="1882827" y="144203"/>
                  <a:pt x="1881109" y="144334"/>
                </a:cubicBezTo>
                <a:cubicBezTo>
                  <a:pt x="1875161" y="144334"/>
                  <a:pt x="1870503" y="142451"/>
                  <a:pt x="1867132" y="138686"/>
                </a:cubicBezTo>
                <a:cubicBezTo>
                  <a:pt x="1863762" y="134919"/>
                  <a:pt x="1862143" y="129796"/>
                  <a:pt x="1862274" y="123318"/>
                </a:cubicBezTo>
                <a:lnTo>
                  <a:pt x="1862274" y="3570"/>
                </a:lnTo>
                <a:close/>
                <a:moveTo>
                  <a:pt x="1983833" y="68004"/>
                </a:moveTo>
                <a:cubicBezTo>
                  <a:pt x="1985023" y="68004"/>
                  <a:pt x="1986015" y="68599"/>
                  <a:pt x="1986807" y="69789"/>
                </a:cubicBezTo>
                <a:cubicBezTo>
                  <a:pt x="1987600" y="70979"/>
                  <a:pt x="1987996" y="73689"/>
                  <a:pt x="1987996" y="77918"/>
                </a:cubicBezTo>
                <a:cubicBezTo>
                  <a:pt x="1987996" y="82147"/>
                  <a:pt x="1987600" y="84857"/>
                  <a:pt x="1986807" y="86047"/>
                </a:cubicBezTo>
                <a:cubicBezTo>
                  <a:pt x="1986015" y="87237"/>
                  <a:pt x="1985023" y="87832"/>
                  <a:pt x="1983833" y="87832"/>
                </a:cubicBezTo>
                <a:lnTo>
                  <a:pt x="1916821" y="87832"/>
                </a:lnTo>
                <a:cubicBezTo>
                  <a:pt x="1915631" y="87832"/>
                  <a:pt x="1914640" y="87204"/>
                  <a:pt x="1913847" y="85947"/>
                </a:cubicBezTo>
                <a:cubicBezTo>
                  <a:pt x="1913055" y="84691"/>
                  <a:pt x="1912659" y="82014"/>
                  <a:pt x="1912659" y="77918"/>
                </a:cubicBezTo>
                <a:cubicBezTo>
                  <a:pt x="1912659" y="73820"/>
                  <a:pt x="1913055" y="71144"/>
                  <a:pt x="1913847" y="69889"/>
                </a:cubicBezTo>
                <a:cubicBezTo>
                  <a:pt x="1914640" y="68633"/>
                  <a:pt x="1915631" y="68004"/>
                  <a:pt x="1916821" y="68004"/>
                </a:cubicBezTo>
                <a:lnTo>
                  <a:pt x="1983833" y="68004"/>
                </a:lnTo>
                <a:close/>
                <a:moveTo>
                  <a:pt x="2010739" y="3570"/>
                </a:moveTo>
                <a:cubicBezTo>
                  <a:pt x="2010739" y="2511"/>
                  <a:pt x="2011367" y="1652"/>
                  <a:pt x="2012623" y="992"/>
                </a:cubicBezTo>
                <a:cubicBezTo>
                  <a:pt x="2013880" y="331"/>
                  <a:pt x="2016755" y="0"/>
                  <a:pt x="2021248" y="0"/>
                </a:cubicBezTo>
                <a:cubicBezTo>
                  <a:pt x="2025875" y="0"/>
                  <a:pt x="2028816" y="331"/>
                  <a:pt x="2030070" y="992"/>
                </a:cubicBezTo>
                <a:cubicBezTo>
                  <a:pt x="2031326" y="1652"/>
                  <a:pt x="2031955" y="2511"/>
                  <a:pt x="2031955" y="3570"/>
                </a:cubicBezTo>
                <a:lnTo>
                  <a:pt x="2031955" y="52739"/>
                </a:lnTo>
                <a:cubicBezTo>
                  <a:pt x="2034333" y="50359"/>
                  <a:pt x="2037108" y="48178"/>
                  <a:pt x="2040280" y="46195"/>
                </a:cubicBezTo>
                <a:cubicBezTo>
                  <a:pt x="2042924" y="44610"/>
                  <a:pt x="2046162" y="43157"/>
                  <a:pt x="2049994" y="41836"/>
                </a:cubicBezTo>
                <a:cubicBezTo>
                  <a:pt x="2053828" y="40513"/>
                  <a:pt x="2058124" y="39851"/>
                  <a:pt x="2062882" y="39851"/>
                </a:cubicBezTo>
                <a:cubicBezTo>
                  <a:pt x="2068170" y="39851"/>
                  <a:pt x="2073126" y="40975"/>
                  <a:pt x="2077751" y="43222"/>
                </a:cubicBezTo>
                <a:cubicBezTo>
                  <a:pt x="2082377" y="45468"/>
                  <a:pt x="2086442" y="48674"/>
                  <a:pt x="2089946" y="52839"/>
                </a:cubicBezTo>
                <a:cubicBezTo>
                  <a:pt x="2093449" y="57002"/>
                  <a:pt x="2096224" y="62090"/>
                  <a:pt x="2098271" y="68104"/>
                </a:cubicBezTo>
                <a:cubicBezTo>
                  <a:pt x="2100320" y="74118"/>
                  <a:pt x="2101345" y="80892"/>
                  <a:pt x="2101345" y="88425"/>
                </a:cubicBezTo>
                <a:cubicBezTo>
                  <a:pt x="2101345" y="98337"/>
                  <a:pt x="2099924" y="106830"/>
                  <a:pt x="2097082" y="113903"/>
                </a:cubicBezTo>
                <a:cubicBezTo>
                  <a:pt x="2094240" y="120974"/>
                  <a:pt x="2090473" y="126790"/>
                  <a:pt x="2085780" y="131350"/>
                </a:cubicBezTo>
                <a:cubicBezTo>
                  <a:pt x="2081089" y="135910"/>
                  <a:pt x="2075703" y="139248"/>
                  <a:pt x="2069622" y="141363"/>
                </a:cubicBezTo>
                <a:cubicBezTo>
                  <a:pt x="2063543" y="143477"/>
                  <a:pt x="2057266" y="144534"/>
                  <a:pt x="2050790" y="144534"/>
                </a:cubicBezTo>
                <a:cubicBezTo>
                  <a:pt x="2045106" y="144534"/>
                  <a:pt x="2039819" y="143840"/>
                  <a:pt x="2034929" y="142452"/>
                </a:cubicBezTo>
                <a:cubicBezTo>
                  <a:pt x="2030038" y="141065"/>
                  <a:pt x="2025807" y="139248"/>
                  <a:pt x="2022238" y="137001"/>
                </a:cubicBezTo>
                <a:cubicBezTo>
                  <a:pt x="2018670" y="134752"/>
                  <a:pt x="2015861" y="132207"/>
                  <a:pt x="2013812" y="129365"/>
                </a:cubicBezTo>
                <a:cubicBezTo>
                  <a:pt x="2011763" y="126524"/>
                  <a:pt x="2010739" y="123650"/>
                  <a:pt x="2010739" y="120743"/>
                </a:cubicBezTo>
                <a:lnTo>
                  <a:pt x="2010739" y="3570"/>
                </a:lnTo>
                <a:moveTo>
                  <a:pt x="2053960" y="56902"/>
                </a:moveTo>
                <a:cubicBezTo>
                  <a:pt x="2051054" y="56902"/>
                  <a:pt x="2048246" y="57497"/>
                  <a:pt x="2045535" y="58687"/>
                </a:cubicBezTo>
                <a:cubicBezTo>
                  <a:pt x="2042826" y="59877"/>
                  <a:pt x="2040480" y="61364"/>
                  <a:pt x="2038495" y="63149"/>
                </a:cubicBezTo>
                <a:cubicBezTo>
                  <a:pt x="2036513" y="64932"/>
                  <a:pt x="2034927" y="66814"/>
                  <a:pt x="2033737" y="68797"/>
                </a:cubicBezTo>
                <a:cubicBezTo>
                  <a:pt x="2032549" y="70779"/>
                  <a:pt x="2031955" y="72498"/>
                  <a:pt x="2031955" y="73952"/>
                </a:cubicBezTo>
                <a:lnTo>
                  <a:pt x="2031955" y="114596"/>
                </a:lnTo>
                <a:cubicBezTo>
                  <a:pt x="2031955" y="118428"/>
                  <a:pt x="2033871" y="121765"/>
                  <a:pt x="2037703" y="124607"/>
                </a:cubicBezTo>
                <a:cubicBezTo>
                  <a:pt x="2041537" y="127448"/>
                  <a:pt x="2046361" y="128869"/>
                  <a:pt x="2052175" y="128869"/>
                </a:cubicBezTo>
                <a:cubicBezTo>
                  <a:pt x="2055876" y="128869"/>
                  <a:pt x="2059280" y="128175"/>
                  <a:pt x="2062386" y="126788"/>
                </a:cubicBezTo>
                <a:cubicBezTo>
                  <a:pt x="2065494" y="125400"/>
                  <a:pt x="2068203" y="123153"/>
                  <a:pt x="2070514" y="120048"/>
                </a:cubicBezTo>
                <a:cubicBezTo>
                  <a:pt x="2072828" y="116942"/>
                  <a:pt x="2074613" y="112878"/>
                  <a:pt x="2075869" y="107856"/>
                </a:cubicBezTo>
                <a:cubicBezTo>
                  <a:pt x="2077126" y="102832"/>
                  <a:pt x="2077754" y="96686"/>
                  <a:pt x="2077754" y="89417"/>
                </a:cubicBezTo>
                <a:cubicBezTo>
                  <a:pt x="2077754" y="83205"/>
                  <a:pt x="2077126" y="78018"/>
                  <a:pt x="2075869" y="73855"/>
                </a:cubicBezTo>
                <a:cubicBezTo>
                  <a:pt x="2074613" y="69690"/>
                  <a:pt x="2072894" y="66353"/>
                  <a:pt x="2070714" y="63842"/>
                </a:cubicBezTo>
                <a:cubicBezTo>
                  <a:pt x="2068534" y="61329"/>
                  <a:pt x="2066023" y="59544"/>
                  <a:pt x="2063181" y="58487"/>
                </a:cubicBezTo>
                <a:cubicBezTo>
                  <a:pt x="2060340" y="57430"/>
                  <a:pt x="2057266" y="56902"/>
                  <a:pt x="2053960" y="56902"/>
                </a:cubicBezTo>
                <a:close/>
                <a:moveTo>
                  <a:pt x="2171132" y="144534"/>
                </a:moveTo>
                <a:cubicBezTo>
                  <a:pt x="2164261" y="144534"/>
                  <a:pt x="2157751" y="143609"/>
                  <a:pt x="2151604" y="141760"/>
                </a:cubicBezTo>
                <a:cubicBezTo>
                  <a:pt x="2145459" y="139908"/>
                  <a:pt x="2140040" y="137000"/>
                  <a:pt x="2135347" y="133035"/>
                </a:cubicBezTo>
                <a:cubicBezTo>
                  <a:pt x="2130655" y="129070"/>
                  <a:pt x="2126954" y="124015"/>
                  <a:pt x="2124244" y="117869"/>
                </a:cubicBezTo>
                <a:cubicBezTo>
                  <a:pt x="2121535" y="111722"/>
                  <a:pt x="2120181" y="104353"/>
                  <a:pt x="2120181" y="95761"/>
                </a:cubicBezTo>
                <a:cubicBezTo>
                  <a:pt x="2120181" y="85848"/>
                  <a:pt x="2121602" y="77356"/>
                  <a:pt x="2124444" y="70285"/>
                </a:cubicBezTo>
                <a:cubicBezTo>
                  <a:pt x="2127285" y="63212"/>
                  <a:pt x="2131052" y="57429"/>
                  <a:pt x="2135743" y="52936"/>
                </a:cubicBezTo>
                <a:cubicBezTo>
                  <a:pt x="2140436" y="48442"/>
                  <a:pt x="2145690" y="45139"/>
                  <a:pt x="2151504" y="43025"/>
                </a:cubicBezTo>
                <a:cubicBezTo>
                  <a:pt x="2157321" y="40909"/>
                  <a:pt x="2163203" y="39851"/>
                  <a:pt x="2169151" y="39851"/>
                </a:cubicBezTo>
                <a:cubicBezTo>
                  <a:pt x="2175231" y="39851"/>
                  <a:pt x="2180552" y="40579"/>
                  <a:pt x="2185112" y="42033"/>
                </a:cubicBezTo>
                <a:cubicBezTo>
                  <a:pt x="2189672" y="43487"/>
                  <a:pt x="2193471" y="45469"/>
                  <a:pt x="2196511" y="47980"/>
                </a:cubicBezTo>
                <a:cubicBezTo>
                  <a:pt x="2199550" y="50491"/>
                  <a:pt x="2201830" y="53432"/>
                  <a:pt x="2203351" y="56802"/>
                </a:cubicBezTo>
                <a:cubicBezTo>
                  <a:pt x="2204872" y="60172"/>
                  <a:pt x="2205632" y="63840"/>
                  <a:pt x="2205632" y="67805"/>
                </a:cubicBezTo>
                <a:cubicBezTo>
                  <a:pt x="2205632" y="74547"/>
                  <a:pt x="2203616" y="80330"/>
                  <a:pt x="2199584" y="85154"/>
                </a:cubicBezTo>
                <a:cubicBezTo>
                  <a:pt x="2195553" y="89979"/>
                  <a:pt x="2190497" y="93911"/>
                  <a:pt x="2184416" y="96953"/>
                </a:cubicBezTo>
                <a:cubicBezTo>
                  <a:pt x="2178337" y="99992"/>
                  <a:pt x="2171729" y="102272"/>
                  <a:pt x="2164591" y="103793"/>
                </a:cubicBezTo>
                <a:cubicBezTo>
                  <a:pt x="2157454" y="105312"/>
                  <a:pt x="2150779" y="106203"/>
                  <a:pt x="2144567" y="106467"/>
                </a:cubicBezTo>
                <a:cubicBezTo>
                  <a:pt x="2146417" y="114000"/>
                  <a:pt x="2150051" y="119320"/>
                  <a:pt x="2155470" y="122428"/>
                </a:cubicBezTo>
                <a:cubicBezTo>
                  <a:pt x="2160890" y="125534"/>
                  <a:pt x="2167036" y="127087"/>
                  <a:pt x="2173909" y="127087"/>
                </a:cubicBezTo>
                <a:cubicBezTo>
                  <a:pt x="2177874" y="127087"/>
                  <a:pt x="2181377" y="126691"/>
                  <a:pt x="2184416" y="125898"/>
                </a:cubicBezTo>
                <a:cubicBezTo>
                  <a:pt x="2187457" y="125104"/>
                  <a:pt x="2190068" y="124211"/>
                  <a:pt x="2192248" y="123221"/>
                </a:cubicBezTo>
                <a:cubicBezTo>
                  <a:pt x="2194428" y="122229"/>
                  <a:pt x="2196246" y="121271"/>
                  <a:pt x="2197700" y="120347"/>
                </a:cubicBezTo>
                <a:cubicBezTo>
                  <a:pt x="2199154" y="119421"/>
                  <a:pt x="2200277" y="118892"/>
                  <a:pt x="2201070" y="118759"/>
                </a:cubicBezTo>
                <a:cubicBezTo>
                  <a:pt x="2203185" y="118097"/>
                  <a:pt x="2204243" y="118759"/>
                  <a:pt x="2204243" y="120743"/>
                </a:cubicBezTo>
                <a:cubicBezTo>
                  <a:pt x="2204243" y="122329"/>
                  <a:pt x="2203946" y="124179"/>
                  <a:pt x="2203351" y="126295"/>
                </a:cubicBezTo>
                <a:cubicBezTo>
                  <a:pt x="2202756" y="128408"/>
                  <a:pt x="2201930" y="130655"/>
                  <a:pt x="2200873" y="133035"/>
                </a:cubicBezTo>
                <a:cubicBezTo>
                  <a:pt x="2200345" y="133959"/>
                  <a:pt x="2199221" y="135082"/>
                  <a:pt x="2197503" y="136405"/>
                </a:cubicBezTo>
                <a:cubicBezTo>
                  <a:pt x="2195785" y="137726"/>
                  <a:pt x="2193637" y="138981"/>
                  <a:pt x="2191059" y="140171"/>
                </a:cubicBezTo>
                <a:cubicBezTo>
                  <a:pt x="2188482" y="141361"/>
                  <a:pt x="2185475" y="142386"/>
                  <a:pt x="2182038" y="143245"/>
                </a:cubicBezTo>
                <a:cubicBezTo>
                  <a:pt x="2178601" y="144104"/>
                  <a:pt x="2174966" y="144534"/>
                  <a:pt x="2171132" y="144534"/>
                </a:cubicBezTo>
                <a:moveTo>
                  <a:pt x="2143375" y="94176"/>
                </a:moveTo>
                <a:cubicBezTo>
                  <a:pt x="2148135" y="93911"/>
                  <a:pt x="2152927" y="93151"/>
                  <a:pt x="2157751" y="91895"/>
                </a:cubicBezTo>
                <a:cubicBezTo>
                  <a:pt x="2162576" y="90638"/>
                  <a:pt x="2166937" y="88854"/>
                  <a:pt x="2170836" y="86543"/>
                </a:cubicBezTo>
                <a:cubicBezTo>
                  <a:pt x="2174734" y="84230"/>
                  <a:pt x="2177873" y="81421"/>
                  <a:pt x="2180253" y="78118"/>
                </a:cubicBezTo>
                <a:cubicBezTo>
                  <a:pt x="2182633" y="74812"/>
                  <a:pt x="2183823" y="70978"/>
                  <a:pt x="2183823" y="66616"/>
                </a:cubicBezTo>
                <a:cubicBezTo>
                  <a:pt x="2183823" y="63048"/>
                  <a:pt x="2182566" y="60074"/>
                  <a:pt x="2180053" y="57694"/>
                </a:cubicBezTo>
                <a:cubicBezTo>
                  <a:pt x="2177543" y="55314"/>
                  <a:pt x="2174172" y="54125"/>
                  <a:pt x="2169943" y="54125"/>
                </a:cubicBezTo>
                <a:cubicBezTo>
                  <a:pt x="2166640" y="54125"/>
                  <a:pt x="2163435" y="54819"/>
                  <a:pt x="2160329" y="56209"/>
                </a:cubicBezTo>
                <a:cubicBezTo>
                  <a:pt x="2157223" y="57597"/>
                  <a:pt x="2154447" y="59877"/>
                  <a:pt x="2152000" y="63049"/>
                </a:cubicBezTo>
                <a:cubicBezTo>
                  <a:pt x="2149556" y="66219"/>
                  <a:pt x="2147540" y="70350"/>
                  <a:pt x="2145953" y="75440"/>
                </a:cubicBezTo>
                <a:cubicBezTo>
                  <a:pt x="2144368" y="80529"/>
                  <a:pt x="2143509" y="86774"/>
                  <a:pt x="2143375" y="94176"/>
                </a:cubicBezTo>
                <a:close/>
                <a:moveTo>
                  <a:pt x="2236758" y="1982"/>
                </a:moveTo>
                <a:cubicBezTo>
                  <a:pt x="2240592" y="1982"/>
                  <a:pt x="2243599" y="3006"/>
                  <a:pt x="2245779" y="5055"/>
                </a:cubicBezTo>
                <a:cubicBezTo>
                  <a:pt x="2247959" y="7104"/>
                  <a:pt x="2249049" y="10508"/>
                  <a:pt x="2249049" y="15265"/>
                </a:cubicBezTo>
                <a:cubicBezTo>
                  <a:pt x="2249049" y="20025"/>
                  <a:pt x="2247959" y="23363"/>
                  <a:pt x="2245779" y="25279"/>
                </a:cubicBezTo>
                <a:cubicBezTo>
                  <a:pt x="2243599" y="27195"/>
                  <a:pt x="2240592" y="28153"/>
                  <a:pt x="2236758" y="28153"/>
                </a:cubicBezTo>
                <a:cubicBezTo>
                  <a:pt x="2232926" y="28153"/>
                  <a:pt x="2229919" y="27195"/>
                  <a:pt x="2227736" y="25279"/>
                </a:cubicBezTo>
                <a:cubicBezTo>
                  <a:pt x="2225556" y="23363"/>
                  <a:pt x="2224466" y="20025"/>
                  <a:pt x="2224466" y="15265"/>
                </a:cubicBezTo>
                <a:cubicBezTo>
                  <a:pt x="2224466" y="10508"/>
                  <a:pt x="2225556" y="7104"/>
                  <a:pt x="2227736" y="5055"/>
                </a:cubicBezTo>
                <a:cubicBezTo>
                  <a:pt x="2229919" y="3006"/>
                  <a:pt x="2232926" y="1982"/>
                  <a:pt x="2236758" y="1982"/>
                </a:cubicBezTo>
                <a:moveTo>
                  <a:pt x="2226051" y="45203"/>
                </a:moveTo>
                <a:cubicBezTo>
                  <a:pt x="2226051" y="44146"/>
                  <a:pt x="2226712" y="43288"/>
                  <a:pt x="2228033" y="42629"/>
                </a:cubicBezTo>
                <a:cubicBezTo>
                  <a:pt x="2229356" y="41967"/>
                  <a:pt x="2232264" y="41636"/>
                  <a:pt x="2236758" y="41636"/>
                </a:cubicBezTo>
                <a:cubicBezTo>
                  <a:pt x="2241251" y="41636"/>
                  <a:pt x="2244158" y="41967"/>
                  <a:pt x="2245480" y="42629"/>
                </a:cubicBezTo>
                <a:cubicBezTo>
                  <a:pt x="2246803" y="43288"/>
                  <a:pt x="2247464" y="44146"/>
                  <a:pt x="2247464" y="45203"/>
                </a:cubicBezTo>
                <a:lnTo>
                  <a:pt x="2247464" y="118166"/>
                </a:lnTo>
                <a:cubicBezTo>
                  <a:pt x="2247464" y="121469"/>
                  <a:pt x="2248091" y="123783"/>
                  <a:pt x="2249346" y="125106"/>
                </a:cubicBezTo>
                <a:cubicBezTo>
                  <a:pt x="2250602" y="126427"/>
                  <a:pt x="2252553" y="127087"/>
                  <a:pt x="2255197" y="127087"/>
                </a:cubicBezTo>
                <a:lnTo>
                  <a:pt x="2255989" y="127087"/>
                </a:lnTo>
                <a:cubicBezTo>
                  <a:pt x="2256518" y="127087"/>
                  <a:pt x="2257046" y="127087"/>
                  <a:pt x="2257574" y="127087"/>
                </a:cubicBezTo>
                <a:cubicBezTo>
                  <a:pt x="2258105" y="127087"/>
                  <a:pt x="2258601" y="127121"/>
                  <a:pt x="2259063" y="127187"/>
                </a:cubicBezTo>
                <a:lnTo>
                  <a:pt x="2259756" y="127284"/>
                </a:lnTo>
                <a:cubicBezTo>
                  <a:pt x="2260286" y="127417"/>
                  <a:pt x="2260551" y="127748"/>
                  <a:pt x="2260551" y="128276"/>
                </a:cubicBezTo>
                <a:cubicBezTo>
                  <a:pt x="2260551" y="129597"/>
                  <a:pt x="2260055" y="131117"/>
                  <a:pt x="2259063" y="132835"/>
                </a:cubicBezTo>
                <a:cubicBezTo>
                  <a:pt x="2258073" y="134554"/>
                  <a:pt x="2256817" y="136173"/>
                  <a:pt x="2255296" y="137694"/>
                </a:cubicBezTo>
                <a:cubicBezTo>
                  <a:pt x="2253776" y="139212"/>
                  <a:pt x="2252123" y="140534"/>
                  <a:pt x="2250338" y="141660"/>
                </a:cubicBezTo>
                <a:cubicBezTo>
                  <a:pt x="2248555" y="142783"/>
                  <a:pt x="2246805" y="143410"/>
                  <a:pt x="2245086" y="143542"/>
                </a:cubicBezTo>
                <a:cubicBezTo>
                  <a:pt x="2239139" y="143542"/>
                  <a:pt x="2234479" y="141659"/>
                  <a:pt x="2231107" y="137893"/>
                </a:cubicBezTo>
                <a:cubicBezTo>
                  <a:pt x="2227736" y="134126"/>
                  <a:pt x="2226051" y="129003"/>
                  <a:pt x="2226051" y="122525"/>
                </a:cubicBezTo>
                <a:lnTo>
                  <a:pt x="2226051" y="45203"/>
                </a:lnTo>
                <a:close/>
                <a:moveTo>
                  <a:pt x="2348577" y="75341"/>
                </a:moveTo>
                <a:cubicBezTo>
                  <a:pt x="2348577" y="63179"/>
                  <a:pt x="2342762" y="57098"/>
                  <a:pt x="2331131" y="57098"/>
                </a:cubicBezTo>
                <a:cubicBezTo>
                  <a:pt x="2327827" y="57098"/>
                  <a:pt x="2324589" y="57859"/>
                  <a:pt x="2321417" y="59379"/>
                </a:cubicBezTo>
                <a:cubicBezTo>
                  <a:pt x="2318244" y="60900"/>
                  <a:pt x="2315435" y="62685"/>
                  <a:pt x="2312988" y="64734"/>
                </a:cubicBezTo>
                <a:cubicBezTo>
                  <a:pt x="2310544" y="66781"/>
                  <a:pt x="2308595" y="68896"/>
                  <a:pt x="2307141" y="71078"/>
                </a:cubicBezTo>
                <a:cubicBezTo>
                  <a:pt x="2305687" y="73258"/>
                  <a:pt x="2304959" y="74943"/>
                  <a:pt x="2304959" y="76133"/>
                </a:cubicBezTo>
                <a:lnTo>
                  <a:pt x="2304959" y="139179"/>
                </a:lnTo>
                <a:cubicBezTo>
                  <a:pt x="2304959" y="140238"/>
                  <a:pt x="2304299" y="141098"/>
                  <a:pt x="2302978" y="141760"/>
                </a:cubicBezTo>
                <a:cubicBezTo>
                  <a:pt x="2301657" y="142419"/>
                  <a:pt x="2298749" y="142749"/>
                  <a:pt x="2294253" y="142749"/>
                </a:cubicBezTo>
                <a:cubicBezTo>
                  <a:pt x="2289760" y="142749"/>
                  <a:pt x="2286851" y="142419"/>
                  <a:pt x="2285528" y="141760"/>
                </a:cubicBezTo>
                <a:cubicBezTo>
                  <a:pt x="2284207" y="141098"/>
                  <a:pt x="2283547" y="140238"/>
                  <a:pt x="2283547" y="139179"/>
                </a:cubicBezTo>
                <a:lnTo>
                  <a:pt x="2283547" y="65623"/>
                </a:lnTo>
                <a:cubicBezTo>
                  <a:pt x="2283547" y="63113"/>
                  <a:pt x="2283249" y="61031"/>
                  <a:pt x="2282654" y="59379"/>
                </a:cubicBezTo>
                <a:cubicBezTo>
                  <a:pt x="2282061" y="57728"/>
                  <a:pt x="2281401" y="56340"/>
                  <a:pt x="2280673" y="55217"/>
                </a:cubicBezTo>
                <a:cubicBezTo>
                  <a:pt x="2279947" y="54093"/>
                  <a:pt x="2279286" y="53201"/>
                  <a:pt x="2278691" y="52539"/>
                </a:cubicBezTo>
                <a:cubicBezTo>
                  <a:pt x="2278096" y="51878"/>
                  <a:pt x="2277799" y="51217"/>
                  <a:pt x="2277799" y="50558"/>
                </a:cubicBezTo>
                <a:cubicBezTo>
                  <a:pt x="2277799" y="49765"/>
                  <a:pt x="2278459" y="48774"/>
                  <a:pt x="2279780" y="47584"/>
                </a:cubicBezTo>
                <a:cubicBezTo>
                  <a:pt x="2281103" y="46394"/>
                  <a:pt x="2282656" y="45237"/>
                  <a:pt x="2284439" y="44114"/>
                </a:cubicBezTo>
                <a:cubicBezTo>
                  <a:pt x="2286224" y="42991"/>
                  <a:pt x="2288041" y="42033"/>
                  <a:pt x="2289891" y="41240"/>
                </a:cubicBezTo>
                <a:cubicBezTo>
                  <a:pt x="2291742" y="40445"/>
                  <a:pt x="2293196" y="40048"/>
                  <a:pt x="2294253" y="40048"/>
                </a:cubicBezTo>
                <a:cubicBezTo>
                  <a:pt x="2296766" y="40048"/>
                  <a:pt x="2298815" y="41172"/>
                  <a:pt x="2300400" y="43421"/>
                </a:cubicBezTo>
                <a:cubicBezTo>
                  <a:pt x="2301986" y="45668"/>
                  <a:pt x="2303241" y="48774"/>
                  <a:pt x="2304167" y="52739"/>
                </a:cubicBezTo>
                <a:cubicBezTo>
                  <a:pt x="2304300" y="53003"/>
                  <a:pt x="2304399" y="53399"/>
                  <a:pt x="2304463" y="53928"/>
                </a:cubicBezTo>
                <a:cubicBezTo>
                  <a:pt x="2304530" y="54456"/>
                  <a:pt x="2304630" y="54853"/>
                  <a:pt x="2304763" y="55117"/>
                </a:cubicBezTo>
                <a:cubicBezTo>
                  <a:pt x="2305953" y="54060"/>
                  <a:pt x="2307703" y="52706"/>
                  <a:pt x="2310015" y="51054"/>
                </a:cubicBezTo>
                <a:cubicBezTo>
                  <a:pt x="2312328" y="49400"/>
                  <a:pt x="2315038" y="47714"/>
                  <a:pt x="2318143" y="45996"/>
                </a:cubicBezTo>
                <a:cubicBezTo>
                  <a:pt x="2321251" y="44277"/>
                  <a:pt x="2324688" y="42824"/>
                  <a:pt x="2328453" y="41636"/>
                </a:cubicBezTo>
                <a:cubicBezTo>
                  <a:pt x="2332221" y="40446"/>
                  <a:pt x="2336154" y="39851"/>
                  <a:pt x="2340252" y="39851"/>
                </a:cubicBezTo>
                <a:cubicBezTo>
                  <a:pt x="2349372" y="39851"/>
                  <a:pt x="2356608" y="42396"/>
                  <a:pt x="2361961" y="47484"/>
                </a:cubicBezTo>
                <a:cubicBezTo>
                  <a:pt x="2367314" y="52573"/>
                  <a:pt x="2369990" y="59082"/>
                  <a:pt x="2369990" y="67012"/>
                </a:cubicBezTo>
                <a:lnTo>
                  <a:pt x="2369990" y="118958"/>
                </a:lnTo>
                <a:cubicBezTo>
                  <a:pt x="2369990" y="122262"/>
                  <a:pt x="2370617" y="124575"/>
                  <a:pt x="2371872" y="125898"/>
                </a:cubicBezTo>
                <a:cubicBezTo>
                  <a:pt x="2373128" y="127219"/>
                  <a:pt x="2375078" y="127880"/>
                  <a:pt x="2377723" y="127880"/>
                </a:cubicBezTo>
                <a:lnTo>
                  <a:pt x="2378515" y="127880"/>
                </a:lnTo>
                <a:cubicBezTo>
                  <a:pt x="2379044" y="127880"/>
                  <a:pt x="2379572" y="127880"/>
                  <a:pt x="2380100" y="127880"/>
                </a:cubicBezTo>
                <a:cubicBezTo>
                  <a:pt x="2380631" y="127880"/>
                  <a:pt x="2381127" y="127913"/>
                  <a:pt x="2381589" y="127980"/>
                </a:cubicBezTo>
                <a:lnTo>
                  <a:pt x="2382282" y="128077"/>
                </a:lnTo>
                <a:cubicBezTo>
                  <a:pt x="2382812" y="128210"/>
                  <a:pt x="2383077" y="128540"/>
                  <a:pt x="2383077" y="129069"/>
                </a:cubicBezTo>
                <a:cubicBezTo>
                  <a:pt x="2383077" y="130390"/>
                  <a:pt x="2382581" y="131909"/>
                  <a:pt x="2381589" y="133628"/>
                </a:cubicBezTo>
                <a:cubicBezTo>
                  <a:pt x="2380599" y="135346"/>
                  <a:pt x="2379343" y="136966"/>
                  <a:pt x="2377822" y="138486"/>
                </a:cubicBezTo>
                <a:cubicBezTo>
                  <a:pt x="2376302" y="140007"/>
                  <a:pt x="2374649" y="141329"/>
                  <a:pt x="2372864" y="142452"/>
                </a:cubicBezTo>
                <a:cubicBezTo>
                  <a:pt x="2371081" y="143576"/>
                  <a:pt x="2369331" y="144203"/>
                  <a:pt x="2367612" y="144334"/>
                </a:cubicBezTo>
                <a:cubicBezTo>
                  <a:pt x="2361665" y="144334"/>
                  <a:pt x="2357005" y="142451"/>
                  <a:pt x="2353633" y="138686"/>
                </a:cubicBezTo>
                <a:cubicBezTo>
                  <a:pt x="2350262" y="134919"/>
                  <a:pt x="2348577" y="129796"/>
                  <a:pt x="2348577" y="123318"/>
                </a:cubicBezTo>
                <a:lnTo>
                  <a:pt x="2348577" y="75341"/>
                </a:lnTo>
                <a:close/>
                <a:moveTo>
                  <a:pt x="2466743" y="134224"/>
                </a:moveTo>
                <a:cubicBezTo>
                  <a:pt x="2466479" y="134621"/>
                  <a:pt x="2465652" y="135381"/>
                  <a:pt x="2464262" y="136505"/>
                </a:cubicBezTo>
                <a:cubicBezTo>
                  <a:pt x="2462875" y="137628"/>
                  <a:pt x="2461024" y="138785"/>
                  <a:pt x="2458711" y="139975"/>
                </a:cubicBezTo>
                <a:cubicBezTo>
                  <a:pt x="2456400" y="141163"/>
                  <a:pt x="2453625" y="142219"/>
                  <a:pt x="2450386" y="143145"/>
                </a:cubicBezTo>
                <a:cubicBezTo>
                  <a:pt x="2447146" y="144071"/>
                  <a:pt x="2443611" y="144534"/>
                  <a:pt x="2439779" y="144534"/>
                </a:cubicBezTo>
                <a:cubicBezTo>
                  <a:pt x="2435019" y="144534"/>
                  <a:pt x="2430194" y="143609"/>
                  <a:pt x="2425303" y="141760"/>
                </a:cubicBezTo>
                <a:cubicBezTo>
                  <a:pt x="2420414" y="139908"/>
                  <a:pt x="2415988" y="137033"/>
                  <a:pt x="2412022" y="133135"/>
                </a:cubicBezTo>
                <a:cubicBezTo>
                  <a:pt x="2408057" y="129234"/>
                  <a:pt x="2404786" y="124310"/>
                  <a:pt x="2402209" y="118362"/>
                </a:cubicBezTo>
                <a:cubicBezTo>
                  <a:pt x="2399631" y="112415"/>
                  <a:pt x="2398342" y="105409"/>
                  <a:pt x="2398342" y="97346"/>
                </a:cubicBezTo>
                <a:cubicBezTo>
                  <a:pt x="2398342" y="87036"/>
                  <a:pt x="2399994" y="78247"/>
                  <a:pt x="2403298" y="70978"/>
                </a:cubicBezTo>
                <a:cubicBezTo>
                  <a:pt x="2406603" y="63707"/>
                  <a:pt x="2410932" y="57760"/>
                  <a:pt x="2416285" y="53135"/>
                </a:cubicBezTo>
                <a:cubicBezTo>
                  <a:pt x="2421638" y="48509"/>
                  <a:pt x="2427751" y="45139"/>
                  <a:pt x="2434624" y="43025"/>
                </a:cubicBezTo>
                <a:cubicBezTo>
                  <a:pt x="2441497" y="40909"/>
                  <a:pt x="2448568" y="39851"/>
                  <a:pt x="2455837" y="39851"/>
                </a:cubicBezTo>
                <a:cubicBezTo>
                  <a:pt x="2460330" y="39851"/>
                  <a:pt x="2464526" y="40248"/>
                  <a:pt x="2468425" y="41040"/>
                </a:cubicBezTo>
                <a:cubicBezTo>
                  <a:pt x="2472326" y="41833"/>
                  <a:pt x="2475730" y="42858"/>
                  <a:pt x="2478638" y="44114"/>
                </a:cubicBezTo>
                <a:cubicBezTo>
                  <a:pt x="2481546" y="45368"/>
                  <a:pt x="2483860" y="46756"/>
                  <a:pt x="2485578" y="48277"/>
                </a:cubicBezTo>
                <a:cubicBezTo>
                  <a:pt x="2487296" y="49797"/>
                  <a:pt x="2488156" y="51285"/>
                  <a:pt x="2488156" y="52739"/>
                </a:cubicBezTo>
                <a:lnTo>
                  <a:pt x="2488156" y="148896"/>
                </a:lnTo>
                <a:cubicBezTo>
                  <a:pt x="2488156" y="154580"/>
                  <a:pt x="2487163" y="159932"/>
                  <a:pt x="2485179" y="164954"/>
                </a:cubicBezTo>
                <a:cubicBezTo>
                  <a:pt x="2483196" y="169976"/>
                  <a:pt x="2480355" y="174403"/>
                  <a:pt x="2476654" y="178235"/>
                </a:cubicBezTo>
                <a:cubicBezTo>
                  <a:pt x="2472953" y="182069"/>
                  <a:pt x="2468459" y="185109"/>
                  <a:pt x="2463173" y="187356"/>
                </a:cubicBezTo>
                <a:cubicBezTo>
                  <a:pt x="2457887" y="189605"/>
                  <a:pt x="2451939" y="190729"/>
                  <a:pt x="2445330" y="190729"/>
                </a:cubicBezTo>
                <a:cubicBezTo>
                  <a:pt x="2441761" y="190729"/>
                  <a:pt x="2438257" y="190432"/>
                  <a:pt x="2434821" y="189837"/>
                </a:cubicBezTo>
                <a:cubicBezTo>
                  <a:pt x="2431384" y="189242"/>
                  <a:pt x="2428278" y="188448"/>
                  <a:pt x="2425503" y="187456"/>
                </a:cubicBezTo>
                <a:cubicBezTo>
                  <a:pt x="2422728" y="186466"/>
                  <a:pt x="2420349" y="185376"/>
                  <a:pt x="2418366" y="184186"/>
                </a:cubicBezTo>
                <a:cubicBezTo>
                  <a:pt x="2416384" y="182996"/>
                  <a:pt x="2415062" y="181806"/>
                  <a:pt x="2414400" y="180616"/>
                </a:cubicBezTo>
                <a:cubicBezTo>
                  <a:pt x="2412154" y="175461"/>
                  <a:pt x="2411030" y="171298"/>
                  <a:pt x="2411030" y="168128"/>
                </a:cubicBezTo>
                <a:cubicBezTo>
                  <a:pt x="2411030" y="166674"/>
                  <a:pt x="2411691" y="165946"/>
                  <a:pt x="2413012" y="165946"/>
                </a:cubicBezTo>
                <a:cubicBezTo>
                  <a:pt x="2413806" y="165946"/>
                  <a:pt x="2415030" y="166343"/>
                  <a:pt x="2416681" y="167135"/>
                </a:cubicBezTo>
                <a:cubicBezTo>
                  <a:pt x="2418333" y="167928"/>
                  <a:pt x="2420348" y="168787"/>
                  <a:pt x="2422726" y="169713"/>
                </a:cubicBezTo>
                <a:cubicBezTo>
                  <a:pt x="2425106" y="170639"/>
                  <a:pt x="2427848" y="171498"/>
                  <a:pt x="2430954" y="172290"/>
                </a:cubicBezTo>
                <a:cubicBezTo>
                  <a:pt x="2434060" y="173083"/>
                  <a:pt x="2437530" y="173479"/>
                  <a:pt x="2441364" y="173479"/>
                </a:cubicBezTo>
                <a:cubicBezTo>
                  <a:pt x="2448899" y="173479"/>
                  <a:pt x="2455012" y="171365"/>
                  <a:pt x="2459703" y="167135"/>
                </a:cubicBezTo>
                <a:cubicBezTo>
                  <a:pt x="2464396" y="162906"/>
                  <a:pt x="2466743" y="156628"/>
                  <a:pt x="2466743" y="148300"/>
                </a:cubicBezTo>
                <a:lnTo>
                  <a:pt x="2466743" y="134224"/>
                </a:lnTo>
                <a:moveTo>
                  <a:pt x="2466743" y="63246"/>
                </a:moveTo>
                <a:cubicBezTo>
                  <a:pt x="2466743" y="61396"/>
                  <a:pt x="2465586" y="59646"/>
                  <a:pt x="2463273" y="57994"/>
                </a:cubicBezTo>
                <a:cubicBezTo>
                  <a:pt x="2460960" y="56340"/>
                  <a:pt x="2457688" y="55513"/>
                  <a:pt x="2453459" y="55513"/>
                </a:cubicBezTo>
                <a:cubicBezTo>
                  <a:pt x="2449230" y="55513"/>
                  <a:pt x="2445198" y="56207"/>
                  <a:pt x="2441364" y="57594"/>
                </a:cubicBezTo>
                <a:cubicBezTo>
                  <a:pt x="2437530" y="58982"/>
                  <a:pt x="2434159" y="61295"/>
                  <a:pt x="2431251" y="64534"/>
                </a:cubicBezTo>
                <a:cubicBezTo>
                  <a:pt x="2428345" y="67773"/>
                  <a:pt x="2426032" y="72004"/>
                  <a:pt x="2424314" y="77225"/>
                </a:cubicBezTo>
                <a:cubicBezTo>
                  <a:pt x="2422596" y="82445"/>
                  <a:pt x="2421736" y="88888"/>
                  <a:pt x="2421736" y="96554"/>
                </a:cubicBezTo>
                <a:cubicBezTo>
                  <a:pt x="2421736" y="102898"/>
                  <a:pt x="2422464" y="108120"/>
                  <a:pt x="2423918" y="112218"/>
                </a:cubicBezTo>
                <a:cubicBezTo>
                  <a:pt x="2425372" y="116314"/>
                  <a:pt x="2427288" y="119586"/>
                  <a:pt x="2429666" y="122032"/>
                </a:cubicBezTo>
                <a:cubicBezTo>
                  <a:pt x="2432046" y="124476"/>
                  <a:pt x="2434755" y="126195"/>
                  <a:pt x="2437794" y="127187"/>
                </a:cubicBezTo>
                <a:cubicBezTo>
                  <a:pt x="2440836" y="128177"/>
                  <a:pt x="2443943" y="128672"/>
                  <a:pt x="2447115" y="128672"/>
                </a:cubicBezTo>
                <a:cubicBezTo>
                  <a:pt x="2449757" y="128672"/>
                  <a:pt x="2452268" y="128177"/>
                  <a:pt x="2454648" y="127187"/>
                </a:cubicBezTo>
                <a:cubicBezTo>
                  <a:pt x="2457028" y="126195"/>
                  <a:pt x="2459109" y="124972"/>
                  <a:pt x="2460892" y="123517"/>
                </a:cubicBezTo>
                <a:cubicBezTo>
                  <a:pt x="2462677" y="122063"/>
                  <a:pt x="2464098" y="120510"/>
                  <a:pt x="2465155" y="118859"/>
                </a:cubicBezTo>
                <a:cubicBezTo>
                  <a:pt x="2466214" y="117207"/>
                  <a:pt x="2466743" y="115654"/>
                  <a:pt x="2466743" y="114200"/>
                </a:cubicBezTo>
                <a:lnTo>
                  <a:pt x="2466743" y="63246"/>
                </a:lnTo>
                <a:close/>
                <a:moveTo>
                  <a:pt x="2531177" y="144138"/>
                </a:moveTo>
                <a:cubicBezTo>
                  <a:pt x="2527078" y="144138"/>
                  <a:pt x="2523939" y="143014"/>
                  <a:pt x="2521759" y="140767"/>
                </a:cubicBezTo>
                <a:cubicBezTo>
                  <a:pt x="2519579" y="138521"/>
                  <a:pt x="2518489" y="134885"/>
                  <a:pt x="2518489" y="129861"/>
                </a:cubicBezTo>
                <a:cubicBezTo>
                  <a:pt x="2518489" y="120080"/>
                  <a:pt x="2522718" y="115189"/>
                  <a:pt x="2531177" y="115189"/>
                </a:cubicBezTo>
                <a:cubicBezTo>
                  <a:pt x="2535406" y="115189"/>
                  <a:pt x="2538710" y="116379"/>
                  <a:pt x="2541090" y="118759"/>
                </a:cubicBezTo>
                <a:cubicBezTo>
                  <a:pt x="2543470" y="121139"/>
                  <a:pt x="2544660" y="124840"/>
                  <a:pt x="2544660" y="129861"/>
                </a:cubicBezTo>
                <a:cubicBezTo>
                  <a:pt x="2544660" y="134885"/>
                  <a:pt x="2543503" y="138521"/>
                  <a:pt x="2541190" y="140767"/>
                </a:cubicBezTo>
                <a:cubicBezTo>
                  <a:pt x="2538877" y="143014"/>
                  <a:pt x="2535539" y="144138"/>
                  <a:pt x="2531177" y="1441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Togetusstarted,whatkind">
            <a:extLst xmlns:a="http://schemas.openxmlformats.org/drawingml/2006/main">
              <a:ext uri="{FF2B5EF4-FFF2-40B4-BE49-F238E27FC236}">
                <a16:creationId xmlns:a16="http://schemas.microsoft.com/office/drawing/2014/main" id="{ACE70125-3884-4EFA-9307-83A1C2C8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625" y="366636"/>
            <a:ext cx="2492302" cy="190543"/>
          </a:xfrm>
          <a:custGeom xmlns:a="http://schemas.openxmlformats.org/drawingml/2006/main">
            <a:pathLst>
              <a:path w="2492302" h="190543">
                <a:moveTo>
                  <a:pt x="46347" y="142610"/>
                </a:moveTo>
                <a:cubicBezTo>
                  <a:pt x="41727" y="142610"/>
                  <a:pt x="38789" y="142313"/>
                  <a:pt x="37534" y="141718"/>
                </a:cubicBezTo>
                <a:cubicBezTo>
                  <a:pt x="36279" y="141124"/>
                  <a:pt x="35651" y="140299"/>
                  <a:pt x="35651" y="139243"/>
                </a:cubicBezTo>
                <a:lnTo>
                  <a:pt x="35651" y="31096"/>
                </a:lnTo>
                <a:cubicBezTo>
                  <a:pt x="35651" y="30437"/>
                  <a:pt x="35321" y="29910"/>
                  <a:pt x="34660" y="29513"/>
                </a:cubicBezTo>
                <a:cubicBezTo>
                  <a:pt x="34001" y="29116"/>
                  <a:pt x="33341" y="28917"/>
                  <a:pt x="32680" y="28917"/>
                </a:cubicBezTo>
                <a:lnTo>
                  <a:pt x="3367" y="28917"/>
                </a:lnTo>
                <a:cubicBezTo>
                  <a:pt x="2311" y="28917"/>
                  <a:pt x="1486" y="28257"/>
                  <a:pt x="892" y="26938"/>
                </a:cubicBezTo>
                <a:cubicBezTo>
                  <a:pt x="297" y="25618"/>
                  <a:pt x="0" y="22977"/>
                  <a:pt x="0" y="19016"/>
                </a:cubicBezTo>
                <a:cubicBezTo>
                  <a:pt x="0" y="15186"/>
                  <a:pt x="297" y="12710"/>
                  <a:pt x="892" y="11587"/>
                </a:cubicBezTo>
                <a:cubicBezTo>
                  <a:pt x="1486" y="10465"/>
                  <a:pt x="2311" y="9904"/>
                  <a:pt x="3367" y="9904"/>
                </a:cubicBezTo>
                <a:lnTo>
                  <a:pt x="89330" y="9904"/>
                </a:lnTo>
                <a:cubicBezTo>
                  <a:pt x="90386" y="9904"/>
                  <a:pt x="91211" y="10465"/>
                  <a:pt x="91805" y="11587"/>
                </a:cubicBezTo>
                <a:cubicBezTo>
                  <a:pt x="92399" y="12710"/>
                  <a:pt x="92697" y="15186"/>
                  <a:pt x="92697" y="19016"/>
                </a:cubicBezTo>
                <a:cubicBezTo>
                  <a:pt x="92697" y="22977"/>
                  <a:pt x="92399" y="25618"/>
                  <a:pt x="91805" y="26938"/>
                </a:cubicBezTo>
                <a:cubicBezTo>
                  <a:pt x="91211" y="28257"/>
                  <a:pt x="90386" y="28917"/>
                  <a:pt x="89330" y="28917"/>
                </a:cubicBezTo>
                <a:lnTo>
                  <a:pt x="60213" y="28917"/>
                </a:lnTo>
                <a:cubicBezTo>
                  <a:pt x="59421" y="28917"/>
                  <a:pt x="58695" y="29116"/>
                  <a:pt x="58034" y="29513"/>
                </a:cubicBezTo>
                <a:cubicBezTo>
                  <a:pt x="57373" y="29910"/>
                  <a:pt x="57043" y="30437"/>
                  <a:pt x="57043" y="31096"/>
                </a:cubicBezTo>
                <a:lnTo>
                  <a:pt x="57043" y="139243"/>
                </a:lnTo>
                <a:cubicBezTo>
                  <a:pt x="57043" y="140168"/>
                  <a:pt x="56350" y="140961"/>
                  <a:pt x="54963" y="141621"/>
                </a:cubicBezTo>
                <a:cubicBezTo>
                  <a:pt x="53577" y="142280"/>
                  <a:pt x="50705" y="142610"/>
                  <a:pt x="46347" y="142610"/>
                </a:cubicBezTo>
                <a:close/>
                <a:moveTo>
                  <a:pt x="156079" y="144193"/>
                </a:moveTo>
                <a:cubicBezTo>
                  <a:pt x="149740" y="144193"/>
                  <a:pt x="143632" y="143171"/>
                  <a:pt x="137755" y="141126"/>
                </a:cubicBezTo>
                <a:cubicBezTo>
                  <a:pt x="131880" y="139079"/>
                  <a:pt x="126664" y="135909"/>
                  <a:pt x="122109" y="131618"/>
                </a:cubicBezTo>
                <a:cubicBezTo>
                  <a:pt x="117553" y="127326"/>
                  <a:pt x="113921" y="121879"/>
                  <a:pt x="111213" y="115276"/>
                </a:cubicBezTo>
                <a:cubicBezTo>
                  <a:pt x="108507" y="108673"/>
                  <a:pt x="107154" y="100817"/>
                  <a:pt x="107154" y="91705"/>
                </a:cubicBezTo>
                <a:cubicBezTo>
                  <a:pt x="107154" y="82594"/>
                  <a:pt x="108507" y="74770"/>
                  <a:pt x="111213" y="68234"/>
                </a:cubicBezTo>
                <a:cubicBezTo>
                  <a:pt x="113921" y="61698"/>
                  <a:pt x="117553" y="56317"/>
                  <a:pt x="122109" y="52092"/>
                </a:cubicBezTo>
                <a:cubicBezTo>
                  <a:pt x="126664" y="47867"/>
                  <a:pt x="131880" y="44764"/>
                  <a:pt x="137755" y="42784"/>
                </a:cubicBezTo>
                <a:cubicBezTo>
                  <a:pt x="143632" y="40803"/>
                  <a:pt x="149740" y="39813"/>
                  <a:pt x="156079" y="39813"/>
                </a:cubicBezTo>
                <a:cubicBezTo>
                  <a:pt x="162285" y="39813"/>
                  <a:pt x="168326" y="40803"/>
                  <a:pt x="174201" y="42784"/>
                </a:cubicBezTo>
                <a:cubicBezTo>
                  <a:pt x="180076" y="44764"/>
                  <a:pt x="185258" y="47867"/>
                  <a:pt x="189748" y="52092"/>
                </a:cubicBezTo>
                <a:cubicBezTo>
                  <a:pt x="194239" y="56317"/>
                  <a:pt x="197837" y="61698"/>
                  <a:pt x="200543" y="68234"/>
                </a:cubicBezTo>
                <a:cubicBezTo>
                  <a:pt x="203251" y="74770"/>
                  <a:pt x="204605" y="82594"/>
                  <a:pt x="204605" y="91705"/>
                </a:cubicBezTo>
                <a:cubicBezTo>
                  <a:pt x="204605" y="100817"/>
                  <a:pt x="203251" y="108673"/>
                  <a:pt x="200543" y="115276"/>
                </a:cubicBezTo>
                <a:cubicBezTo>
                  <a:pt x="197837" y="121879"/>
                  <a:pt x="194239" y="127326"/>
                  <a:pt x="189748" y="131618"/>
                </a:cubicBezTo>
                <a:cubicBezTo>
                  <a:pt x="185258" y="135909"/>
                  <a:pt x="180076" y="139079"/>
                  <a:pt x="174201" y="141126"/>
                </a:cubicBezTo>
                <a:cubicBezTo>
                  <a:pt x="168326" y="143171"/>
                  <a:pt x="162285" y="144193"/>
                  <a:pt x="156079" y="144193"/>
                </a:cubicBezTo>
                <a:moveTo>
                  <a:pt x="156079" y="128547"/>
                </a:moveTo>
                <a:cubicBezTo>
                  <a:pt x="159511" y="128547"/>
                  <a:pt x="162744" y="127854"/>
                  <a:pt x="165781" y="126468"/>
                </a:cubicBezTo>
                <a:cubicBezTo>
                  <a:pt x="168819" y="125082"/>
                  <a:pt x="171494" y="122903"/>
                  <a:pt x="173805" y="119934"/>
                </a:cubicBezTo>
                <a:cubicBezTo>
                  <a:pt x="176116" y="116962"/>
                  <a:pt x="177965" y="113132"/>
                  <a:pt x="179351" y="108446"/>
                </a:cubicBezTo>
                <a:cubicBezTo>
                  <a:pt x="180737" y="103757"/>
                  <a:pt x="181430" y="98045"/>
                  <a:pt x="181430" y="91309"/>
                </a:cubicBezTo>
                <a:cubicBezTo>
                  <a:pt x="181430" y="84576"/>
                  <a:pt x="180737" y="78866"/>
                  <a:pt x="179351" y="74179"/>
                </a:cubicBezTo>
                <a:cubicBezTo>
                  <a:pt x="177965" y="69491"/>
                  <a:pt x="176116" y="65694"/>
                  <a:pt x="173805" y="62788"/>
                </a:cubicBezTo>
                <a:cubicBezTo>
                  <a:pt x="171494" y="59883"/>
                  <a:pt x="168819" y="57770"/>
                  <a:pt x="165781" y="56450"/>
                </a:cubicBezTo>
                <a:cubicBezTo>
                  <a:pt x="162744" y="55129"/>
                  <a:pt x="159511" y="54468"/>
                  <a:pt x="156079" y="54468"/>
                </a:cubicBezTo>
                <a:cubicBezTo>
                  <a:pt x="152646" y="54468"/>
                  <a:pt x="149377" y="55129"/>
                  <a:pt x="146272" y="56450"/>
                </a:cubicBezTo>
                <a:cubicBezTo>
                  <a:pt x="143169" y="57770"/>
                  <a:pt x="140429" y="59883"/>
                  <a:pt x="138051" y="62788"/>
                </a:cubicBezTo>
                <a:cubicBezTo>
                  <a:pt x="135676" y="65694"/>
                  <a:pt x="133795" y="69491"/>
                  <a:pt x="132409" y="74179"/>
                </a:cubicBezTo>
                <a:cubicBezTo>
                  <a:pt x="131022" y="78866"/>
                  <a:pt x="130329" y="84576"/>
                  <a:pt x="130329" y="91309"/>
                </a:cubicBezTo>
                <a:cubicBezTo>
                  <a:pt x="130329" y="98045"/>
                  <a:pt x="131022" y="103757"/>
                  <a:pt x="132409" y="108446"/>
                </a:cubicBezTo>
                <a:cubicBezTo>
                  <a:pt x="133795" y="113132"/>
                  <a:pt x="135676" y="116962"/>
                  <a:pt x="138051" y="119934"/>
                </a:cubicBezTo>
                <a:cubicBezTo>
                  <a:pt x="140429" y="122903"/>
                  <a:pt x="143169" y="125082"/>
                  <a:pt x="146272" y="126468"/>
                </a:cubicBezTo>
                <a:cubicBezTo>
                  <a:pt x="149377" y="127854"/>
                  <a:pt x="152646" y="128547"/>
                  <a:pt x="156079" y="128547"/>
                </a:cubicBezTo>
                <a:close/>
                <a:moveTo>
                  <a:pt x="336718" y="134093"/>
                </a:moveTo>
                <a:cubicBezTo>
                  <a:pt x="336454" y="134490"/>
                  <a:pt x="335628" y="135249"/>
                  <a:pt x="334240" y="136372"/>
                </a:cubicBezTo>
                <a:cubicBezTo>
                  <a:pt x="332853" y="137494"/>
                  <a:pt x="331005" y="138650"/>
                  <a:pt x="328694" y="139838"/>
                </a:cubicBezTo>
                <a:cubicBezTo>
                  <a:pt x="326385" y="141025"/>
                  <a:pt x="323612" y="142081"/>
                  <a:pt x="320376" y="143006"/>
                </a:cubicBezTo>
                <a:cubicBezTo>
                  <a:pt x="317140" y="143931"/>
                  <a:pt x="313608" y="144393"/>
                  <a:pt x="309780" y="144393"/>
                </a:cubicBezTo>
                <a:cubicBezTo>
                  <a:pt x="305025" y="144393"/>
                  <a:pt x="300205" y="143469"/>
                  <a:pt x="295318" y="141621"/>
                </a:cubicBezTo>
                <a:cubicBezTo>
                  <a:pt x="290434" y="139772"/>
                  <a:pt x="286012" y="136900"/>
                  <a:pt x="282051" y="133005"/>
                </a:cubicBezTo>
                <a:cubicBezTo>
                  <a:pt x="278089" y="129108"/>
                  <a:pt x="274821" y="124189"/>
                  <a:pt x="272246" y="118247"/>
                </a:cubicBezTo>
                <a:cubicBezTo>
                  <a:pt x="269671" y="112305"/>
                  <a:pt x="268384" y="105307"/>
                  <a:pt x="268384" y="97251"/>
                </a:cubicBezTo>
                <a:cubicBezTo>
                  <a:pt x="268384" y="86951"/>
                  <a:pt x="270034" y="78171"/>
                  <a:pt x="273334" y="70909"/>
                </a:cubicBezTo>
                <a:cubicBezTo>
                  <a:pt x="276637" y="63645"/>
                  <a:pt x="280962" y="57704"/>
                  <a:pt x="286309" y="53083"/>
                </a:cubicBezTo>
                <a:cubicBezTo>
                  <a:pt x="291656" y="48461"/>
                  <a:pt x="297764" y="45095"/>
                  <a:pt x="304630" y="42983"/>
                </a:cubicBezTo>
                <a:cubicBezTo>
                  <a:pt x="311497" y="40869"/>
                  <a:pt x="318561" y="39813"/>
                  <a:pt x="325822" y="39813"/>
                </a:cubicBezTo>
                <a:cubicBezTo>
                  <a:pt x="330312" y="39813"/>
                  <a:pt x="334503" y="40209"/>
                  <a:pt x="338398" y="41000"/>
                </a:cubicBezTo>
                <a:cubicBezTo>
                  <a:pt x="342295" y="41792"/>
                  <a:pt x="345696" y="42816"/>
                  <a:pt x="348601" y="44071"/>
                </a:cubicBezTo>
                <a:cubicBezTo>
                  <a:pt x="351507" y="45324"/>
                  <a:pt x="353818" y="46710"/>
                  <a:pt x="355535" y="48230"/>
                </a:cubicBezTo>
                <a:cubicBezTo>
                  <a:pt x="357251" y="49749"/>
                  <a:pt x="358110" y="51235"/>
                  <a:pt x="358110" y="52688"/>
                </a:cubicBezTo>
                <a:lnTo>
                  <a:pt x="358110" y="148751"/>
                </a:lnTo>
                <a:cubicBezTo>
                  <a:pt x="358110" y="154429"/>
                  <a:pt x="357118" y="159776"/>
                  <a:pt x="355136" y="164793"/>
                </a:cubicBezTo>
                <a:cubicBezTo>
                  <a:pt x="353155" y="169810"/>
                  <a:pt x="350316" y="174233"/>
                  <a:pt x="346619" y="178061"/>
                </a:cubicBezTo>
                <a:cubicBezTo>
                  <a:pt x="342922" y="181891"/>
                  <a:pt x="338432" y="184929"/>
                  <a:pt x="333152" y="187173"/>
                </a:cubicBezTo>
                <a:cubicBezTo>
                  <a:pt x="327871" y="189420"/>
                  <a:pt x="321929" y="190543"/>
                  <a:pt x="315326" y="190543"/>
                </a:cubicBezTo>
                <a:cubicBezTo>
                  <a:pt x="311760" y="190543"/>
                  <a:pt x="308260" y="190246"/>
                  <a:pt x="304827" y="189652"/>
                </a:cubicBezTo>
                <a:cubicBezTo>
                  <a:pt x="301393" y="189057"/>
                  <a:pt x="298290" y="188264"/>
                  <a:pt x="295518" y="187273"/>
                </a:cubicBezTo>
                <a:cubicBezTo>
                  <a:pt x="292746" y="186284"/>
                  <a:pt x="290369" y="185195"/>
                  <a:pt x="288388" y="184006"/>
                </a:cubicBezTo>
                <a:cubicBezTo>
                  <a:pt x="286408" y="182817"/>
                  <a:pt x="285087" y="181629"/>
                  <a:pt x="284426" y="180440"/>
                </a:cubicBezTo>
                <a:cubicBezTo>
                  <a:pt x="282182" y="175290"/>
                  <a:pt x="281059" y="171131"/>
                  <a:pt x="281059" y="167964"/>
                </a:cubicBezTo>
                <a:cubicBezTo>
                  <a:pt x="281059" y="166511"/>
                  <a:pt x="281719" y="165785"/>
                  <a:pt x="283039" y="165785"/>
                </a:cubicBezTo>
                <a:cubicBezTo>
                  <a:pt x="283833" y="165785"/>
                  <a:pt x="285055" y="166181"/>
                  <a:pt x="286705" y="166972"/>
                </a:cubicBezTo>
                <a:cubicBezTo>
                  <a:pt x="288355" y="167764"/>
                  <a:pt x="290368" y="168623"/>
                  <a:pt x="292744" y="169547"/>
                </a:cubicBezTo>
                <a:cubicBezTo>
                  <a:pt x="295121" y="170472"/>
                  <a:pt x="297861" y="171331"/>
                  <a:pt x="300964" y="172122"/>
                </a:cubicBezTo>
                <a:cubicBezTo>
                  <a:pt x="304067" y="172914"/>
                  <a:pt x="307534" y="173310"/>
                  <a:pt x="311364" y="173310"/>
                </a:cubicBezTo>
                <a:cubicBezTo>
                  <a:pt x="318891" y="173310"/>
                  <a:pt x="324998" y="171198"/>
                  <a:pt x="329685" y="166972"/>
                </a:cubicBezTo>
                <a:cubicBezTo>
                  <a:pt x="334374" y="162747"/>
                  <a:pt x="336718" y="156475"/>
                  <a:pt x="336718" y="148156"/>
                </a:cubicBezTo>
                <a:lnTo>
                  <a:pt x="336718" y="134093"/>
                </a:lnTo>
                <a:moveTo>
                  <a:pt x="336718" y="63184"/>
                </a:moveTo>
                <a:cubicBezTo>
                  <a:pt x="336718" y="61336"/>
                  <a:pt x="335562" y="59587"/>
                  <a:pt x="333251" y="57937"/>
                </a:cubicBezTo>
                <a:cubicBezTo>
                  <a:pt x="330940" y="56285"/>
                  <a:pt x="327672" y="55459"/>
                  <a:pt x="323447" y="55459"/>
                </a:cubicBezTo>
                <a:cubicBezTo>
                  <a:pt x="319222" y="55459"/>
                  <a:pt x="315194" y="56152"/>
                  <a:pt x="311364" y="57538"/>
                </a:cubicBezTo>
                <a:cubicBezTo>
                  <a:pt x="307534" y="58925"/>
                  <a:pt x="304166" y="61236"/>
                  <a:pt x="301260" y="64471"/>
                </a:cubicBezTo>
                <a:cubicBezTo>
                  <a:pt x="298357" y="67707"/>
                  <a:pt x="296047" y="71934"/>
                  <a:pt x="294330" y="77150"/>
                </a:cubicBezTo>
                <a:cubicBezTo>
                  <a:pt x="292614" y="82364"/>
                  <a:pt x="291755" y="88801"/>
                  <a:pt x="291755" y="96459"/>
                </a:cubicBezTo>
                <a:cubicBezTo>
                  <a:pt x="291755" y="102798"/>
                  <a:pt x="292482" y="108015"/>
                  <a:pt x="293934" y="112109"/>
                </a:cubicBezTo>
                <a:cubicBezTo>
                  <a:pt x="295387" y="116201"/>
                  <a:pt x="297301" y="119469"/>
                  <a:pt x="299677" y="121913"/>
                </a:cubicBezTo>
                <a:cubicBezTo>
                  <a:pt x="302054" y="124355"/>
                  <a:pt x="304761" y="126072"/>
                  <a:pt x="307798" y="127063"/>
                </a:cubicBezTo>
                <a:cubicBezTo>
                  <a:pt x="310836" y="128052"/>
                  <a:pt x="313940" y="128547"/>
                  <a:pt x="317109" y="128547"/>
                </a:cubicBezTo>
                <a:cubicBezTo>
                  <a:pt x="319749" y="128547"/>
                  <a:pt x="322257" y="128052"/>
                  <a:pt x="324635" y="127063"/>
                </a:cubicBezTo>
                <a:cubicBezTo>
                  <a:pt x="327012" y="126072"/>
                  <a:pt x="329092" y="124850"/>
                  <a:pt x="330873" y="123397"/>
                </a:cubicBezTo>
                <a:cubicBezTo>
                  <a:pt x="332656" y="121944"/>
                  <a:pt x="334075" y="120393"/>
                  <a:pt x="335131" y="118743"/>
                </a:cubicBezTo>
                <a:cubicBezTo>
                  <a:pt x="336189" y="117093"/>
                  <a:pt x="336718" y="115541"/>
                  <a:pt x="336718" y="114088"/>
                </a:cubicBezTo>
                <a:lnTo>
                  <a:pt x="336718" y="63184"/>
                </a:lnTo>
                <a:close/>
                <a:moveTo>
                  <a:pt x="433373" y="144393"/>
                </a:moveTo>
                <a:cubicBezTo>
                  <a:pt x="426509" y="144393"/>
                  <a:pt x="420006" y="143469"/>
                  <a:pt x="413864" y="141621"/>
                </a:cubicBezTo>
                <a:cubicBezTo>
                  <a:pt x="407725" y="139772"/>
                  <a:pt x="402311" y="136866"/>
                  <a:pt x="397623" y="132905"/>
                </a:cubicBezTo>
                <a:cubicBezTo>
                  <a:pt x="392936" y="128944"/>
                  <a:pt x="389239" y="123894"/>
                  <a:pt x="386531" y="117754"/>
                </a:cubicBezTo>
                <a:cubicBezTo>
                  <a:pt x="383825" y="111613"/>
                  <a:pt x="382472" y="104251"/>
                  <a:pt x="382472" y="95668"/>
                </a:cubicBezTo>
                <a:cubicBezTo>
                  <a:pt x="382472" y="85765"/>
                  <a:pt x="383891" y="77281"/>
                  <a:pt x="386730" y="70217"/>
                </a:cubicBezTo>
                <a:cubicBezTo>
                  <a:pt x="389569" y="63151"/>
                  <a:pt x="393332" y="57373"/>
                  <a:pt x="398018" y="52884"/>
                </a:cubicBezTo>
                <a:cubicBezTo>
                  <a:pt x="402707" y="48395"/>
                  <a:pt x="407956" y="45095"/>
                  <a:pt x="413765" y="42983"/>
                </a:cubicBezTo>
                <a:cubicBezTo>
                  <a:pt x="419575" y="40869"/>
                  <a:pt x="425452" y="39813"/>
                  <a:pt x="431394" y="39813"/>
                </a:cubicBezTo>
                <a:cubicBezTo>
                  <a:pt x="437468" y="39813"/>
                  <a:pt x="442784" y="40539"/>
                  <a:pt x="447339" y="41992"/>
                </a:cubicBezTo>
                <a:cubicBezTo>
                  <a:pt x="451895" y="43444"/>
                  <a:pt x="455691" y="45425"/>
                  <a:pt x="458727" y="47934"/>
                </a:cubicBezTo>
                <a:cubicBezTo>
                  <a:pt x="461764" y="50442"/>
                  <a:pt x="464041" y="53380"/>
                  <a:pt x="465561" y="56747"/>
                </a:cubicBezTo>
                <a:cubicBezTo>
                  <a:pt x="467080" y="60113"/>
                  <a:pt x="467839" y="63777"/>
                  <a:pt x="467839" y="67739"/>
                </a:cubicBezTo>
                <a:cubicBezTo>
                  <a:pt x="467839" y="74474"/>
                  <a:pt x="465826" y="80252"/>
                  <a:pt x="461798" y="85071"/>
                </a:cubicBezTo>
                <a:cubicBezTo>
                  <a:pt x="457770" y="89891"/>
                  <a:pt x="452719" y="93820"/>
                  <a:pt x="446644" y="96858"/>
                </a:cubicBezTo>
                <a:cubicBezTo>
                  <a:pt x="440571" y="99895"/>
                  <a:pt x="433970" y="102173"/>
                  <a:pt x="426839" y="103692"/>
                </a:cubicBezTo>
                <a:cubicBezTo>
                  <a:pt x="419708" y="105209"/>
                  <a:pt x="413040" y="106100"/>
                  <a:pt x="406834" y="106363"/>
                </a:cubicBezTo>
                <a:cubicBezTo>
                  <a:pt x="408682" y="113889"/>
                  <a:pt x="412313" y="119204"/>
                  <a:pt x="417727" y="122309"/>
                </a:cubicBezTo>
                <a:cubicBezTo>
                  <a:pt x="423141" y="125412"/>
                  <a:pt x="429281" y="126963"/>
                  <a:pt x="436148" y="126963"/>
                </a:cubicBezTo>
                <a:cubicBezTo>
                  <a:pt x="440109" y="126963"/>
                  <a:pt x="443608" y="126567"/>
                  <a:pt x="446644" y="125776"/>
                </a:cubicBezTo>
                <a:cubicBezTo>
                  <a:pt x="449683" y="124982"/>
                  <a:pt x="452291" y="124090"/>
                  <a:pt x="454469" y="123101"/>
                </a:cubicBezTo>
                <a:cubicBezTo>
                  <a:pt x="456647" y="122110"/>
                  <a:pt x="458462" y="121153"/>
                  <a:pt x="459915" y="120230"/>
                </a:cubicBezTo>
                <a:cubicBezTo>
                  <a:pt x="461368" y="119305"/>
                  <a:pt x="462490" y="118776"/>
                  <a:pt x="463282" y="118643"/>
                </a:cubicBezTo>
                <a:cubicBezTo>
                  <a:pt x="465395" y="117982"/>
                  <a:pt x="466452" y="118643"/>
                  <a:pt x="466452" y="120626"/>
                </a:cubicBezTo>
                <a:cubicBezTo>
                  <a:pt x="466452" y="122209"/>
                  <a:pt x="466155" y="124058"/>
                  <a:pt x="465561" y="126172"/>
                </a:cubicBezTo>
                <a:cubicBezTo>
                  <a:pt x="464966" y="128283"/>
                  <a:pt x="464141" y="130528"/>
                  <a:pt x="463085" y="132905"/>
                </a:cubicBezTo>
                <a:cubicBezTo>
                  <a:pt x="462557" y="133828"/>
                  <a:pt x="461435" y="134950"/>
                  <a:pt x="459719" y="136272"/>
                </a:cubicBezTo>
                <a:cubicBezTo>
                  <a:pt x="458002" y="137592"/>
                  <a:pt x="455856" y="138846"/>
                  <a:pt x="453281" y="140035"/>
                </a:cubicBezTo>
                <a:cubicBezTo>
                  <a:pt x="450706" y="141224"/>
                  <a:pt x="447702" y="142247"/>
                  <a:pt x="444269" y="143105"/>
                </a:cubicBezTo>
                <a:cubicBezTo>
                  <a:pt x="440835" y="143964"/>
                  <a:pt x="437203" y="144393"/>
                  <a:pt x="433373" y="144393"/>
                </a:cubicBezTo>
                <a:moveTo>
                  <a:pt x="405644" y="94084"/>
                </a:moveTo>
                <a:cubicBezTo>
                  <a:pt x="410399" y="93820"/>
                  <a:pt x="415186" y="93060"/>
                  <a:pt x="420006" y="91805"/>
                </a:cubicBezTo>
                <a:cubicBezTo>
                  <a:pt x="424825" y="90550"/>
                  <a:pt x="429182" y="88768"/>
                  <a:pt x="433077" y="86459"/>
                </a:cubicBezTo>
                <a:cubicBezTo>
                  <a:pt x="436972" y="84148"/>
                  <a:pt x="440108" y="81342"/>
                  <a:pt x="442485" y="78042"/>
                </a:cubicBezTo>
                <a:cubicBezTo>
                  <a:pt x="444863" y="74739"/>
                  <a:pt x="446052" y="70909"/>
                  <a:pt x="446052" y="66551"/>
                </a:cubicBezTo>
                <a:cubicBezTo>
                  <a:pt x="446052" y="62987"/>
                  <a:pt x="444796" y="60016"/>
                  <a:pt x="442286" y="57638"/>
                </a:cubicBezTo>
                <a:cubicBezTo>
                  <a:pt x="439777" y="55261"/>
                  <a:pt x="436411" y="54072"/>
                  <a:pt x="432185" y="54072"/>
                </a:cubicBezTo>
                <a:cubicBezTo>
                  <a:pt x="428885" y="54072"/>
                  <a:pt x="425684" y="54766"/>
                  <a:pt x="422581" y="56154"/>
                </a:cubicBezTo>
                <a:cubicBezTo>
                  <a:pt x="419478" y="57540"/>
                  <a:pt x="416704" y="59818"/>
                  <a:pt x="414260" y="62988"/>
                </a:cubicBezTo>
                <a:cubicBezTo>
                  <a:pt x="411818" y="66155"/>
                  <a:pt x="409804" y="70281"/>
                  <a:pt x="408219" y="75367"/>
                </a:cubicBezTo>
                <a:cubicBezTo>
                  <a:pt x="406635" y="80450"/>
                  <a:pt x="405777" y="86689"/>
                  <a:pt x="405644" y="94084"/>
                </a:cubicBezTo>
                <a:close/>
                <a:moveTo>
                  <a:pt x="522109" y="144193"/>
                </a:moveTo>
                <a:cubicBezTo>
                  <a:pt x="513131" y="144193"/>
                  <a:pt x="506166" y="141520"/>
                  <a:pt x="501213" y="136172"/>
                </a:cubicBezTo>
                <a:cubicBezTo>
                  <a:pt x="496260" y="130825"/>
                  <a:pt x="493784" y="123926"/>
                  <a:pt x="493784" y="115476"/>
                </a:cubicBezTo>
                <a:lnTo>
                  <a:pt x="493784" y="57838"/>
                </a:lnTo>
                <a:lnTo>
                  <a:pt x="486455" y="57838"/>
                </a:lnTo>
                <a:cubicBezTo>
                  <a:pt x="485532" y="57838"/>
                  <a:pt x="484740" y="57243"/>
                  <a:pt x="484080" y="56054"/>
                </a:cubicBezTo>
                <a:cubicBezTo>
                  <a:pt x="483419" y="54866"/>
                  <a:pt x="483088" y="52753"/>
                  <a:pt x="483088" y="49717"/>
                </a:cubicBezTo>
                <a:cubicBezTo>
                  <a:pt x="483088" y="46547"/>
                  <a:pt x="483419" y="44401"/>
                  <a:pt x="484080" y="43279"/>
                </a:cubicBezTo>
                <a:cubicBezTo>
                  <a:pt x="484740" y="42157"/>
                  <a:pt x="485599" y="41596"/>
                  <a:pt x="486655" y="41596"/>
                </a:cubicBezTo>
                <a:lnTo>
                  <a:pt x="493784" y="41596"/>
                </a:lnTo>
                <a:lnTo>
                  <a:pt x="493784" y="21987"/>
                </a:lnTo>
                <a:cubicBezTo>
                  <a:pt x="493784" y="20929"/>
                  <a:pt x="494511" y="19839"/>
                  <a:pt x="495963" y="18717"/>
                </a:cubicBezTo>
                <a:cubicBezTo>
                  <a:pt x="497416" y="17595"/>
                  <a:pt x="499166" y="16539"/>
                  <a:pt x="501213" y="15550"/>
                </a:cubicBezTo>
                <a:cubicBezTo>
                  <a:pt x="503260" y="14558"/>
                  <a:pt x="505339" y="13733"/>
                  <a:pt x="507451" y="13074"/>
                </a:cubicBezTo>
                <a:cubicBezTo>
                  <a:pt x="509565" y="12414"/>
                  <a:pt x="511216" y="12083"/>
                  <a:pt x="512405" y="12083"/>
                </a:cubicBezTo>
                <a:cubicBezTo>
                  <a:pt x="514252" y="12083"/>
                  <a:pt x="515176" y="13139"/>
                  <a:pt x="515176" y="15250"/>
                </a:cubicBezTo>
                <a:lnTo>
                  <a:pt x="515176" y="41596"/>
                </a:lnTo>
                <a:lnTo>
                  <a:pt x="535576" y="41596"/>
                </a:lnTo>
                <a:cubicBezTo>
                  <a:pt x="537426" y="41596"/>
                  <a:pt x="538351" y="42520"/>
                  <a:pt x="538351" y="44367"/>
                </a:cubicBezTo>
                <a:cubicBezTo>
                  <a:pt x="538351" y="45423"/>
                  <a:pt x="538020" y="46710"/>
                  <a:pt x="537360" y="48230"/>
                </a:cubicBezTo>
                <a:cubicBezTo>
                  <a:pt x="536701" y="49749"/>
                  <a:pt x="535876" y="51235"/>
                  <a:pt x="534884" y="52688"/>
                </a:cubicBezTo>
                <a:cubicBezTo>
                  <a:pt x="533895" y="54140"/>
                  <a:pt x="532773" y="55362"/>
                  <a:pt x="531517" y="56354"/>
                </a:cubicBezTo>
                <a:cubicBezTo>
                  <a:pt x="530262" y="57343"/>
                  <a:pt x="529107" y="57838"/>
                  <a:pt x="528051" y="57838"/>
                </a:cubicBezTo>
                <a:lnTo>
                  <a:pt x="515176" y="57838"/>
                </a:lnTo>
                <a:lnTo>
                  <a:pt x="515176" y="107551"/>
                </a:lnTo>
                <a:cubicBezTo>
                  <a:pt x="515176" y="114418"/>
                  <a:pt x="516629" y="119469"/>
                  <a:pt x="519534" y="122705"/>
                </a:cubicBezTo>
                <a:cubicBezTo>
                  <a:pt x="522440" y="125939"/>
                  <a:pt x="526335" y="127556"/>
                  <a:pt x="531221" y="127556"/>
                </a:cubicBezTo>
                <a:cubicBezTo>
                  <a:pt x="531880" y="127556"/>
                  <a:pt x="533068" y="127490"/>
                  <a:pt x="534785" y="127359"/>
                </a:cubicBezTo>
                <a:cubicBezTo>
                  <a:pt x="536501" y="127226"/>
                  <a:pt x="537426" y="127160"/>
                  <a:pt x="537559" y="127160"/>
                </a:cubicBezTo>
                <a:cubicBezTo>
                  <a:pt x="538748" y="127160"/>
                  <a:pt x="539342" y="127821"/>
                  <a:pt x="539342" y="129142"/>
                </a:cubicBezTo>
                <a:cubicBezTo>
                  <a:pt x="539342" y="130065"/>
                  <a:pt x="538813" y="131385"/>
                  <a:pt x="537755" y="133102"/>
                </a:cubicBezTo>
                <a:cubicBezTo>
                  <a:pt x="536700" y="134818"/>
                  <a:pt x="535347" y="136503"/>
                  <a:pt x="533697" y="138155"/>
                </a:cubicBezTo>
                <a:cubicBezTo>
                  <a:pt x="532046" y="139805"/>
                  <a:pt x="530198" y="141225"/>
                  <a:pt x="528151" y="142413"/>
                </a:cubicBezTo>
                <a:cubicBezTo>
                  <a:pt x="526104" y="143600"/>
                  <a:pt x="524090" y="144193"/>
                  <a:pt x="522109" y="144193"/>
                </a:cubicBezTo>
                <a:close/>
                <a:moveTo>
                  <a:pt x="667294" y="129538"/>
                </a:moveTo>
                <a:cubicBezTo>
                  <a:pt x="665841" y="130858"/>
                  <a:pt x="664125" y="132376"/>
                  <a:pt x="662144" y="134093"/>
                </a:cubicBezTo>
                <a:cubicBezTo>
                  <a:pt x="660163" y="135810"/>
                  <a:pt x="657852" y="137428"/>
                  <a:pt x="655211" y="138947"/>
                </a:cubicBezTo>
                <a:cubicBezTo>
                  <a:pt x="652569" y="140464"/>
                  <a:pt x="649599" y="141750"/>
                  <a:pt x="646298" y="142806"/>
                </a:cubicBezTo>
                <a:cubicBezTo>
                  <a:pt x="642998" y="143864"/>
                  <a:pt x="639301" y="144393"/>
                  <a:pt x="635206" y="144393"/>
                </a:cubicBezTo>
                <a:cubicBezTo>
                  <a:pt x="630453" y="144393"/>
                  <a:pt x="626030" y="143667"/>
                  <a:pt x="621936" y="142214"/>
                </a:cubicBezTo>
                <a:cubicBezTo>
                  <a:pt x="617843" y="140761"/>
                  <a:pt x="614311" y="138649"/>
                  <a:pt x="611339" y="135876"/>
                </a:cubicBezTo>
                <a:cubicBezTo>
                  <a:pt x="608367" y="133104"/>
                  <a:pt x="606056" y="129770"/>
                  <a:pt x="604406" y="125875"/>
                </a:cubicBezTo>
                <a:cubicBezTo>
                  <a:pt x="602756" y="121979"/>
                  <a:pt x="601931" y="117587"/>
                  <a:pt x="601931" y="112701"/>
                </a:cubicBezTo>
                <a:lnTo>
                  <a:pt x="601931" y="45159"/>
                </a:lnTo>
                <a:cubicBezTo>
                  <a:pt x="601931" y="44103"/>
                  <a:pt x="602591" y="43246"/>
                  <a:pt x="603911" y="42587"/>
                </a:cubicBezTo>
                <a:cubicBezTo>
                  <a:pt x="605232" y="41926"/>
                  <a:pt x="608138" y="41596"/>
                  <a:pt x="612627" y="41596"/>
                </a:cubicBezTo>
                <a:cubicBezTo>
                  <a:pt x="617249" y="41596"/>
                  <a:pt x="620187" y="41926"/>
                  <a:pt x="621440" y="42587"/>
                </a:cubicBezTo>
                <a:cubicBezTo>
                  <a:pt x="622695" y="43246"/>
                  <a:pt x="623323" y="44103"/>
                  <a:pt x="623323" y="45159"/>
                </a:cubicBezTo>
                <a:lnTo>
                  <a:pt x="623323" y="107155"/>
                </a:lnTo>
                <a:cubicBezTo>
                  <a:pt x="623323" y="113625"/>
                  <a:pt x="625006" y="118445"/>
                  <a:pt x="628373" y="121614"/>
                </a:cubicBezTo>
                <a:cubicBezTo>
                  <a:pt x="631740" y="124783"/>
                  <a:pt x="636593" y="126368"/>
                  <a:pt x="642931" y="126368"/>
                </a:cubicBezTo>
                <a:cubicBezTo>
                  <a:pt x="646365" y="126368"/>
                  <a:pt x="649533" y="125708"/>
                  <a:pt x="652437" y="124388"/>
                </a:cubicBezTo>
                <a:cubicBezTo>
                  <a:pt x="655342" y="123067"/>
                  <a:pt x="657851" y="121482"/>
                  <a:pt x="659965" y="119634"/>
                </a:cubicBezTo>
                <a:cubicBezTo>
                  <a:pt x="662079" y="117785"/>
                  <a:pt x="663762" y="115837"/>
                  <a:pt x="665015" y="113792"/>
                </a:cubicBezTo>
                <a:cubicBezTo>
                  <a:pt x="666271" y="111745"/>
                  <a:pt x="666898" y="109995"/>
                  <a:pt x="666898" y="108543"/>
                </a:cubicBezTo>
                <a:lnTo>
                  <a:pt x="666898" y="45159"/>
                </a:lnTo>
                <a:cubicBezTo>
                  <a:pt x="666898" y="44103"/>
                  <a:pt x="667525" y="43246"/>
                  <a:pt x="668778" y="42587"/>
                </a:cubicBezTo>
                <a:cubicBezTo>
                  <a:pt x="670033" y="41926"/>
                  <a:pt x="672905" y="41596"/>
                  <a:pt x="677395" y="41596"/>
                </a:cubicBezTo>
                <a:cubicBezTo>
                  <a:pt x="682017" y="41596"/>
                  <a:pt x="684954" y="41926"/>
                  <a:pt x="686208" y="42587"/>
                </a:cubicBezTo>
                <a:cubicBezTo>
                  <a:pt x="687463" y="43246"/>
                  <a:pt x="688090" y="44103"/>
                  <a:pt x="688090" y="45159"/>
                </a:cubicBezTo>
                <a:lnTo>
                  <a:pt x="688090" y="118842"/>
                </a:lnTo>
                <a:cubicBezTo>
                  <a:pt x="688090" y="122143"/>
                  <a:pt x="688717" y="124454"/>
                  <a:pt x="689970" y="125776"/>
                </a:cubicBezTo>
                <a:cubicBezTo>
                  <a:pt x="691226" y="127095"/>
                  <a:pt x="693174" y="127755"/>
                  <a:pt x="695815" y="127755"/>
                </a:cubicBezTo>
                <a:lnTo>
                  <a:pt x="696607" y="127755"/>
                </a:lnTo>
                <a:cubicBezTo>
                  <a:pt x="697135" y="127755"/>
                  <a:pt x="697663" y="127755"/>
                  <a:pt x="698191" y="127755"/>
                </a:cubicBezTo>
                <a:cubicBezTo>
                  <a:pt x="698721" y="127755"/>
                  <a:pt x="699217" y="127788"/>
                  <a:pt x="699678" y="127855"/>
                </a:cubicBezTo>
                <a:lnTo>
                  <a:pt x="700370" y="127952"/>
                </a:lnTo>
                <a:cubicBezTo>
                  <a:pt x="700900" y="128085"/>
                  <a:pt x="701165" y="128415"/>
                  <a:pt x="701165" y="128943"/>
                </a:cubicBezTo>
                <a:cubicBezTo>
                  <a:pt x="701165" y="130263"/>
                  <a:pt x="700669" y="131781"/>
                  <a:pt x="699678" y="133498"/>
                </a:cubicBezTo>
                <a:cubicBezTo>
                  <a:pt x="698689" y="135214"/>
                  <a:pt x="697434" y="136832"/>
                  <a:pt x="695915" y="138351"/>
                </a:cubicBezTo>
                <a:cubicBezTo>
                  <a:pt x="694396" y="139871"/>
                  <a:pt x="692745" y="141191"/>
                  <a:pt x="690962" y="142314"/>
                </a:cubicBezTo>
                <a:cubicBezTo>
                  <a:pt x="689181" y="143436"/>
                  <a:pt x="687432" y="144062"/>
                  <a:pt x="685715" y="144193"/>
                </a:cubicBezTo>
                <a:cubicBezTo>
                  <a:pt x="680829" y="144193"/>
                  <a:pt x="676801" y="142906"/>
                  <a:pt x="673632" y="140331"/>
                </a:cubicBezTo>
                <a:cubicBezTo>
                  <a:pt x="670462" y="137756"/>
                  <a:pt x="668350" y="134158"/>
                  <a:pt x="667294" y="129538"/>
                </a:cubicBezTo>
                <a:close/>
                <a:moveTo>
                  <a:pt x="753651" y="144393"/>
                </a:moveTo>
                <a:cubicBezTo>
                  <a:pt x="747843" y="144393"/>
                  <a:pt x="742495" y="143667"/>
                  <a:pt x="737609" y="142214"/>
                </a:cubicBezTo>
                <a:cubicBezTo>
                  <a:pt x="732723" y="140761"/>
                  <a:pt x="728530" y="139078"/>
                  <a:pt x="725030" y="137164"/>
                </a:cubicBezTo>
                <a:cubicBezTo>
                  <a:pt x="721531" y="135247"/>
                  <a:pt x="718790" y="133332"/>
                  <a:pt x="716810" y="131418"/>
                </a:cubicBezTo>
                <a:cubicBezTo>
                  <a:pt x="714829" y="129504"/>
                  <a:pt x="713839" y="128085"/>
                  <a:pt x="713839" y="127160"/>
                </a:cubicBezTo>
                <a:cubicBezTo>
                  <a:pt x="713839" y="126235"/>
                  <a:pt x="714268" y="125079"/>
                  <a:pt x="715126" y="123693"/>
                </a:cubicBezTo>
                <a:cubicBezTo>
                  <a:pt x="715985" y="122307"/>
                  <a:pt x="716975" y="120987"/>
                  <a:pt x="718097" y="119734"/>
                </a:cubicBezTo>
                <a:cubicBezTo>
                  <a:pt x="719220" y="118479"/>
                  <a:pt x="720342" y="117389"/>
                  <a:pt x="721464" y="116464"/>
                </a:cubicBezTo>
                <a:cubicBezTo>
                  <a:pt x="722588" y="115539"/>
                  <a:pt x="723480" y="115077"/>
                  <a:pt x="724139" y="115077"/>
                </a:cubicBezTo>
                <a:cubicBezTo>
                  <a:pt x="725064" y="115077"/>
                  <a:pt x="726351" y="115771"/>
                  <a:pt x="728001" y="117159"/>
                </a:cubicBezTo>
                <a:cubicBezTo>
                  <a:pt x="729651" y="118545"/>
                  <a:pt x="731698" y="120097"/>
                  <a:pt x="734140" y="121813"/>
                </a:cubicBezTo>
                <a:cubicBezTo>
                  <a:pt x="736584" y="123530"/>
                  <a:pt x="739456" y="125082"/>
                  <a:pt x="742756" y="126468"/>
                </a:cubicBezTo>
                <a:cubicBezTo>
                  <a:pt x="746058" y="127854"/>
                  <a:pt x="749822" y="128547"/>
                  <a:pt x="754047" y="128547"/>
                </a:cubicBezTo>
                <a:cubicBezTo>
                  <a:pt x="759066" y="128547"/>
                  <a:pt x="762962" y="127359"/>
                  <a:pt x="765735" y="124984"/>
                </a:cubicBezTo>
                <a:cubicBezTo>
                  <a:pt x="768507" y="122606"/>
                  <a:pt x="769893" y="119304"/>
                  <a:pt x="769893" y="115077"/>
                </a:cubicBezTo>
                <a:cubicBezTo>
                  <a:pt x="769893" y="112701"/>
                  <a:pt x="769332" y="110722"/>
                  <a:pt x="768210" y="109138"/>
                </a:cubicBezTo>
                <a:cubicBezTo>
                  <a:pt x="767088" y="107552"/>
                  <a:pt x="765536" y="106133"/>
                  <a:pt x="763556" y="104880"/>
                </a:cubicBezTo>
                <a:cubicBezTo>
                  <a:pt x="761575" y="103624"/>
                  <a:pt x="759297" y="102534"/>
                  <a:pt x="756722" y="101609"/>
                </a:cubicBezTo>
                <a:cubicBezTo>
                  <a:pt x="754147" y="100685"/>
                  <a:pt x="751473" y="99761"/>
                  <a:pt x="748701" y="98838"/>
                </a:cubicBezTo>
                <a:cubicBezTo>
                  <a:pt x="745004" y="97649"/>
                  <a:pt x="741306" y="96362"/>
                  <a:pt x="737609" y="94975"/>
                </a:cubicBezTo>
                <a:cubicBezTo>
                  <a:pt x="733912" y="93587"/>
                  <a:pt x="730577" y="91837"/>
                  <a:pt x="727605" y="89726"/>
                </a:cubicBezTo>
                <a:cubicBezTo>
                  <a:pt x="724635" y="87612"/>
                  <a:pt x="722192" y="85037"/>
                  <a:pt x="720276" y="82001"/>
                </a:cubicBezTo>
                <a:cubicBezTo>
                  <a:pt x="718362" y="78964"/>
                  <a:pt x="717405" y="75201"/>
                  <a:pt x="717405" y="70709"/>
                </a:cubicBezTo>
                <a:cubicBezTo>
                  <a:pt x="717405" y="65956"/>
                  <a:pt x="718362" y="61699"/>
                  <a:pt x="720276" y="57937"/>
                </a:cubicBezTo>
                <a:cubicBezTo>
                  <a:pt x="722192" y="54174"/>
                  <a:pt x="724866" y="50939"/>
                  <a:pt x="728297" y="48233"/>
                </a:cubicBezTo>
                <a:cubicBezTo>
                  <a:pt x="731731" y="45525"/>
                  <a:pt x="735857" y="43444"/>
                  <a:pt x="740677" y="41992"/>
                </a:cubicBezTo>
                <a:cubicBezTo>
                  <a:pt x="745498" y="40539"/>
                  <a:pt x="750814" y="39813"/>
                  <a:pt x="756622" y="39813"/>
                </a:cubicBezTo>
                <a:cubicBezTo>
                  <a:pt x="762036" y="39813"/>
                  <a:pt x="766724" y="40341"/>
                  <a:pt x="770685" y="41396"/>
                </a:cubicBezTo>
                <a:cubicBezTo>
                  <a:pt x="774646" y="42452"/>
                  <a:pt x="777914" y="43706"/>
                  <a:pt x="780489" y="45159"/>
                </a:cubicBezTo>
                <a:cubicBezTo>
                  <a:pt x="783064" y="46612"/>
                  <a:pt x="784946" y="48098"/>
                  <a:pt x="786135" y="49617"/>
                </a:cubicBezTo>
                <a:cubicBezTo>
                  <a:pt x="787324" y="51136"/>
                  <a:pt x="787918" y="52357"/>
                  <a:pt x="787918" y="53280"/>
                </a:cubicBezTo>
                <a:cubicBezTo>
                  <a:pt x="787918" y="54205"/>
                  <a:pt x="787521" y="55328"/>
                  <a:pt x="786727" y="56650"/>
                </a:cubicBezTo>
                <a:cubicBezTo>
                  <a:pt x="785936" y="57970"/>
                  <a:pt x="785012" y="59289"/>
                  <a:pt x="783956" y="60609"/>
                </a:cubicBezTo>
                <a:cubicBezTo>
                  <a:pt x="782900" y="61929"/>
                  <a:pt x="781745" y="63051"/>
                  <a:pt x="780489" y="63976"/>
                </a:cubicBezTo>
                <a:cubicBezTo>
                  <a:pt x="779236" y="64901"/>
                  <a:pt x="778213" y="65363"/>
                  <a:pt x="777419" y="65363"/>
                </a:cubicBezTo>
                <a:cubicBezTo>
                  <a:pt x="776891" y="65363"/>
                  <a:pt x="776099" y="64802"/>
                  <a:pt x="775043" y="63680"/>
                </a:cubicBezTo>
                <a:cubicBezTo>
                  <a:pt x="773987" y="62557"/>
                  <a:pt x="772568" y="61370"/>
                  <a:pt x="770785" y="60116"/>
                </a:cubicBezTo>
                <a:cubicBezTo>
                  <a:pt x="769002" y="58861"/>
                  <a:pt x="766823" y="57672"/>
                  <a:pt x="764248" y="56550"/>
                </a:cubicBezTo>
                <a:cubicBezTo>
                  <a:pt x="761673" y="55428"/>
                  <a:pt x="758537" y="54867"/>
                  <a:pt x="754839" y="54867"/>
                </a:cubicBezTo>
                <a:cubicBezTo>
                  <a:pt x="750086" y="54867"/>
                  <a:pt x="746158" y="56055"/>
                  <a:pt x="743055" y="58433"/>
                </a:cubicBezTo>
                <a:cubicBezTo>
                  <a:pt x="739952" y="60808"/>
                  <a:pt x="738401" y="63910"/>
                  <a:pt x="738401" y="67739"/>
                </a:cubicBezTo>
                <a:cubicBezTo>
                  <a:pt x="738401" y="70116"/>
                  <a:pt x="738962" y="72098"/>
                  <a:pt x="740084" y="73683"/>
                </a:cubicBezTo>
                <a:cubicBezTo>
                  <a:pt x="741207" y="75267"/>
                  <a:pt x="742692" y="76620"/>
                  <a:pt x="744539" y="77742"/>
                </a:cubicBezTo>
                <a:cubicBezTo>
                  <a:pt x="746389" y="78865"/>
                  <a:pt x="748535" y="79855"/>
                  <a:pt x="750977" y="80713"/>
                </a:cubicBezTo>
                <a:cubicBezTo>
                  <a:pt x="753421" y="81572"/>
                  <a:pt x="756029" y="82397"/>
                  <a:pt x="758801" y="83189"/>
                </a:cubicBezTo>
                <a:cubicBezTo>
                  <a:pt x="762499" y="84377"/>
                  <a:pt x="766261" y="85633"/>
                  <a:pt x="770090" y="86954"/>
                </a:cubicBezTo>
                <a:cubicBezTo>
                  <a:pt x="773920" y="88274"/>
                  <a:pt x="777387" y="89957"/>
                  <a:pt x="780489" y="92005"/>
                </a:cubicBezTo>
                <a:cubicBezTo>
                  <a:pt x="783592" y="94050"/>
                  <a:pt x="786134" y="96690"/>
                  <a:pt x="788115" y="99926"/>
                </a:cubicBezTo>
                <a:cubicBezTo>
                  <a:pt x="790095" y="103162"/>
                  <a:pt x="791086" y="107222"/>
                  <a:pt x="791086" y="112106"/>
                </a:cubicBezTo>
                <a:cubicBezTo>
                  <a:pt x="791086" y="116992"/>
                  <a:pt x="790161" y="121415"/>
                  <a:pt x="788311" y="125377"/>
                </a:cubicBezTo>
                <a:cubicBezTo>
                  <a:pt x="786463" y="129338"/>
                  <a:pt x="783856" y="132738"/>
                  <a:pt x="780489" y="135577"/>
                </a:cubicBezTo>
                <a:cubicBezTo>
                  <a:pt x="777123" y="138416"/>
                  <a:pt x="773161" y="140595"/>
                  <a:pt x="768606" y="142114"/>
                </a:cubicBezTo>
                <a:cubicBezTo>
                  <a:pt x="764050" y="143633"/>
                  <a:pt x="759065" y="144393"/>
                  <a:pt x="753651" y="144393"/>
                </a:cubicBezTo>
                <a:close/>
                <a:moveTo>
                  <a:pt x="890715" y="144393"/>
                </a:moveTo>
                <a:cubicBezTo>
                  <a:pt x="884906" y="144393"/>
                  <a:pt x="879558" y="143667"/>
                  <a:pt x="874672" y="142214"/>
                </a:cubicBezTo>
                <a:cubicBezTo>
                  <a:pt x="869786" y="140761"/>
                  <a:pt x="865593" y="139078"/>
                  <a:pt x="862094" y="137164"/>
                </a:cubicBezTo>
                <a:cubicBezTo>
                  <a:pt x="858594" y="135247"/>
                  <a:pt x="855854" y="133332"/>
                  <a:pt x="853873" y="131418"/>
                </a:cubicBezTo>
                <a:cubicBezTo>
                  <a:pt x="851892" y="129504"/>
                  <a:pt x="850902" y="128085"/>
                  <a:pt x="850902" y="127160"/>
                </a:cubicBezTo>
                <a:cubicBezTo>
                  <a:pt x="850902" y="126235"/>
                  <a:pt x="851331" y="125079"/>
                  <a:pt x="852189" y="123693"/>
                </a:cubicBezTo>
                <a:cubicBezTo>
                  <a:pt x="853048" y="122307"/>
                  <a:pt x="854038" y="120987"/>
                  <a:pt x="855160" y="119734"/>
                </a:cubicBezTo>
                <a:cubicBezTo>
                  <a:pt x="856283" y="118479"/>
                  <a:pt x="857405" y="117389"/>
                  <a:pt x="858527" y="116464"/>
                </a:cubicBezTo>
                <a:cubicBezTo>
                  <a:pt x="859652" y="115539"/>
                  <a:pt x="860543" y="115077"/>
                  <a:pt x="861202" y="115077"/>
                </a:cubicBezTo>
                <a:cubicBezTo>
                  <a:pt x="862127" y="115077"/>
                  <a:pt x="863414" y="115771"/>
                  <a:pt x="865064" y="117159"/>
                </a:cubicBezTo>
                <a:cubicBezTo>
                  <a:pt x="866715" y="118545"/>
                  <a:pt x="868761" y="120097"/>
                  <a:pt x="871203" y="121813"/>
                </a:cubicBezTo>
                <a:cubicBezTo>
                  <a:pt x="873647" y="123530"/>
                  <a:pt x="876519" y="125082"/>
                  <a:pt x="879819" y="126468"/>
                </a:cubicBezTo>
                <a:cubicBezTo>
                  <a:pt x="883122" y="127854"/>
                  <a:pt x="886885" y="128547"/>
                  <a:pt x="891111" y="128547"/>
                </a:cubicBezTo>
                <a:cubicBezTo>
                  <a:pt x="896130" y="128547"/>
                  <a:pt x="900025" y="127359"/>
                  <a:pt x="902798" y="124984"/>
                </a:cubicBezTo>
                <a:cubicBezTo>
                  <a:pt x="905570" y="122606"/>
                  <a:pt x="906956" y="119304"/>
                  <a:pt x="906956" y="115077"/>
                </a:cubicBezTo>
                <a:cubicBezTo>
                  <a:pt x="906956" y="112701"/>
                  <a:pt x="906395" y="110722"/>
                  <a:pt x="905273" y="109138"/>
                </a:cubicBezTo>
                <a:cubicBezTo>
                  <a:pt x="904151" y="107552"/>
                  <a:pt x="902599" y="106133"/>
                  <a:pt x="900619" y="104880"/>
                </a:cubicBezTo>
                <a:cubicBezTo>
                  <a:pt x="898638" y="103624"/>
                  <a:pt x="896360" y="102534"/>
                  <a:pt x="893785" y="101609"/>
                </a:cubicBezTo>
                <a:cubicBezTo>
                  <a:pt x="891210" y="100685"/>
                  <a:pt x="888537" y="99761"/>
                  <a:pt x="885764" y="98838"/>
                </a:cubicBezTo>
                <a:cubicBezTo>
                  <a:pt x="882067" y="97649"/>
                  <a:pt x="878370" y="96362"/>
                  <a:pt x="874672" y="94975"/>
                </a:cubicBezTo>
                <a:cubicBezTo>
                  <a:pt x="870975" y="93587"/>
                  <a:pt x="867640" y="91837"/>
                  <a:pt x="864669" y="89726"/>
                </a:cubicBezTo>
                <a:cubicBezTo>
                  <a:pt x="861699" y="87612"/>
                  <a:pt x="859256" y="85037"/>
                  <a:pt x="857339" y="82001"/>
                </a:cubicBezTo>
                <a:cubicBezTo>
                  <a:pt x="855425" y="78964"/>
                  <a:pt x="854468" y="75201"/>
                  <a:pt x="854468" y="70709"/>
                </a:cubicBezTo>
                <a:cubicBezTo>
                  <a:pt x="854468" y="65956"/>
                  <a:pt x="855425" y="61699"/>
                  <a:pt x="857339" y="57937"/>
                </a:cubicBezTo>
                <a:cubicBezTo>
                  <a:pt x="859256" y="54174"/>
                  <a:pt x="861929" y="50939"/>
                  <a:pt x="865361" y="48233"/>
                </a:cubicBezTo>
                <a:cubicBezTo>
                  <a:pt x="868794" y="45525"/>
                  <a:pt x="872920" y="43444"/>
                  <a:pt x="877740" y="41992"/>
                </a:cubicBezTo>
                <a:cubicBezTo>
                  <a:pt x="882561" y="40539"/>
                  <a:pt x="887877" y="39813"/>
                  <a:pt x="893686" y="39813"/>
                </a:cubicBezTo>
                <a:cubicBezTo>
                  <a:pt x="899099" y="39813"/>
                  <a:pt x="903787" y="40341"/>
                  <a:pt x="907748" y="41396"/>
                </a:cubicBezTo>
                <a:cubicBezTo>
                  <a:pt x="911709" y="42452"/>
                  <a:pt x="914978" y="43706"/>
                  <a:pt x="917553" y="45159"/>
                </a:cubicBezTo>
                <a:cubicBezTo>
                  <a:pt x="920128" y="46612"/>
                  <a:pt x="922009" y="48098"/>
                  <a:pt x="923198" y="49617"/>
                </a:cubicBezTo>
                <a:cubicBezTo>
                  <a:pt x="924387" y="51136"/>
                  <a:pt x="924981" y="52357"/>
                  <a:pt x="924981" y="53280"/>
                </a:cubicBezTo>
                <a:cubicBezTo>
                  <a:pt x="924981" y="54205"/>
                  <a:pt x="924584" y="55328"/>
                  <a:pt x="923791" y="56650"/>
                </a:cubicBezTo>
                <a:cubicBezTo>
                  <a:pt x="922999" y="57970"/>
                  <a:pt x="922075" y="59289"/>
                  <a:pt x="921019" y="60609"/>
                </a:cubicBezTo>
                <a:cubicBezTo>
                  <a:pt x="919963" y="61929"/>
                  <a:pt x="918808" y="63051"/>
                  <a:pt x="917553" y="63976"/>
                </a:cubicBezTo>
                <a:cubicBezTo>
                  <a:pt x="916299" y="64901"/>
                  <a:pt x="915276" y="65363"/>
                  <a:pt x="914482" y="65363"/>
                </a:cubicBezTo>
                <a:cubicBezTo>
                  <a:pt x="913954" y="65363"/>
                  <a:pt x="913162" y="64802"/>
                  <a:pt x="912106" y="63680"/>
                </a:cubicBezTo>
                <a:cubicBezTo>
                  <a:pt x="911051" y="62557"/>
                  <a:pt x="909631" y="61370"/>
                  <a:pt x="907848" y="60116"/>
                </a:cubicBezTo>
                <a:cubicBezTo>
                  <a:pt x="906065" y="58861"/>
                  <a:pt x="903886" y="57672"/>
                  <a:pt x="901311" y="56550"/>
                </a:cubicBezTo>
                <a:cubicBezTo>
                  <a:pt x="898736" y="55428"/>
                  <a:pt x="895600" y="54867"/>
                  <a:pt x="891902" y="54867"/>
                </a:cubicBezTo>
                <a:cubicBezTo>
                  <a:pt x="887149" y="54867"/>
                  <a:pt x="883221" y="56055"/>
                  <a:pt x="880118" y="58433"/>
                </a:cubicBezTo>
                <a:cubicBezTo>
                  <a:pt x="877016" y="60808"/>
                  <a:pt x="875464" y="63910"/>
                  <a:pt x="875464" y="67739"/>
                </a:cubicBezTo>
                <a:cubicBezTo>
                  <a:pt x="875464" y="70116"/>
                  <a:pt x="876025" y="72098"/>
                  <a:pt x="877148" y="73683"/>
                </a:cubicBezTo>
                <a:cubicBezTo>
                  <a:pt x="878270" y="75267"/>
                  <a:pt x="879755" y="76620"/>
                  <a:pt x="881602" y="77742"/>
                </a:cubicBezTo>
                <a:cubicBezTo>
                  <a:pt x="883452" y="78865"/>
                  <a:pt x="885598" y="79855"/>
                  <a:pt x="888040" y="80713"/>
                </a:cubicBezTo>
                <a:cubicBezTo>
                  <a:pt x="890484" y="81572"/>
                  <a:pt x="893092" y="82397"/>
                  <a:pt x="895865" y="83189"/>
                </a:cubicBezTo>
                <a:cubicBezTo>
                  <a:pt x="899562" y="84377"/>
                  <a:pt x="903325" y="85633"/>
                  <a:pt x="907153" y="86954"/>
                </a:cubicBezTo>
                <a:cubicBezTo>
                  <a:pt x="910983" y="88274"/>
                  <a:pt x="914450" y="89957"/>
                  <a:pt x="917553" y="92005"/>
                </a:cubicBezTo>
                <a:cubicBezTo>
                  <a:pt x="920655" y="94050"/>
                  <a:pt x="923197" y="96690"/>
                  <a:pt x="925178" y="99926"/>
                </a:cubicBezTo>
                <a:cubicBezTo>
                  <a:pt x="927158" y="103162"/>
                  <a:pt x="928149" y="107222"/>
                  <a:pt x="928149" y="112106"/>
                </a:cubicBezTo>
                <a:cubicBezTo>
                  <a:pt x="928149" y="116992"/>
                  <a:pt x="927224" y="121415"/>
                  <a:pt x="925374" y="125377"/>
                </a:cubicBezTo>
                <a:cubicBezTo>
                  <a:pt x="923527" y="129338"/>
                  <a:pt x="920919" y="132738"/>
                  <a:pt x="917553" y="135577"/>
                </a:cubicBezTo>
                <a:cubicBezTo>
                  <a:pt x="914186" y="138416"/>
                  <a:pt x="910225" y="140595"/>
                  <a:pt x="905669" y="142114"/>
                </a:cubicBezTo>
                <a:cubicBezTo>
                  <a:pt x="901113" y="143633"/>
                  <a:pt x="896129" y="144393"/>
                  <a:pt x="890715" y="144393"/>
                </a:cubicBezTo>
                <a:close/>
                <a:moveTo>
                  <a:pt x="982224" y="144193"/>
                </a:moveTo>
                <a:cubicBezTo>
                  <a:pt x="973246" y="144193"/>
                  <a:pt x="966281" y="141520"/>
                  <a:pt x="961328" y="136172"/>
                </a:cubicBezTo>
                <a:cubicBezTo>
                  <a:pt x="956376" y="130825"/>
                  <a:pt x="953899" y="123926"/>
                  <a:pt x="953899" y="115476"/>
                </a:cubicBezTo>
                <a:lnTo>
                  <a:pt x="953899" y="57838"/>
                </a:lnTo>
                <a:lnTo>
                  <a:pt x="946570" y="57838"/>
                </a:lnTo>
                <a:cubicBezTo>
                  <a:pt x="945648" y="57838"/>
                  <a:pt x="944856" y="57243"/>
                  <a:pt x="944195" y="56054"/>
                </a:cubicBezTo>
                <a:cubicBezTo>
                  <a:pt x="943534" y="54866"/>
                  <a:pt x="943204" y="52753"/>
                  <a:pt x="943204" y="49717"/>
                </a:cubicBezTo>
                <a:cubicBezTo>
                  <a:pt x="943204" y="46547"/>
                  <a:pt x="943534" y="44401"/>
                  <a:pt x="944195" y="43279"/>
                </a:cubicBezTo>
                <a:cubicBezTo>
                  <a:pt x="944856" y="42157"/>
                  <a:pt x="945714" y="41596"/>
                  <a:pt x="946770" y="41596"/>
                </a:cubicBezTo>
                <a:lnTo>
                  <a:pt x="953899" y="41596"/>
                </a:lnTo>
                <a:lnTo>
                  <a:pt x="953899" y="21987"/>
                </a:lnTo>
                <a:cubicBezTo>
                  <a:pt x="953899" y="20929"/>
                  <a:pt x="954626" y="19839"/>
                  <a:pt x="956078" y="18717"/>
                </a:cubicBezTo>
                <a:cubicBezTo>
                  <a:pt x="957531" y="17595"/>
                  <a:pt x="959281" y="16539"/>
                  <a:pt x="961328" y="15550"/>
                </a:cubicBezTo>
                <a:cubicBezTo>
                  <a:pt x="963375" y="14558"/>
                  <a:pt x="965455" y="13733"/>
                  <a:pt x="967566" y="13074"/>
                </a:cubicBezTo>
                <a:cubicBezTo>
                  <a:pt x="969680" y="12414"/>
                  <a:pt x="971331" y="12083"/>
                  <a:pt x="972520" y="12083"/>
                </a:cubicBezTo>
                <a:cubicBezTo>
                  <a:pt x="974367" y="12083"/>
                  <a:pt x="975291" y="13139"/>
                  <a:pt x="975291" y="15250"/>
                </a:cubicBezTo>
                <a:lnTo>
                  <a:pt x="975291" y="41596"/>
                </a:lnTo>
                <a:lnTo>
                  <a:pt x="995692" y="41596"/>
                </a:lnTo>
                <a:cubicBezTo>
                  <a:pt x="997541" y="41596"/>
                  <a:pt x="998466" y="42520"/>
                  <a:pt x="998466" y="44367"/>
                </a:cubicBezTo>
                <a:cubicBezTo>
                  <a:pt x="998466" y="45423"/>
                  <a:pt x="998136" y="46710"/>
                  <a:pt x="997475" y="48230"/>
                </a:cubicBezTo>
                <a:cubicBezTo>
                  <a:pt x="996816" y="49749"/>
                  <a:pt x="995991" y="51235"/>
                  <a:pt x="995000" y="52688"/>
                </a:cubicBezTo>
                <a:cubicBezTo>
                  <a:pt x="994010" y="54140"/>
                  <a:pt x="992888" y="55362"/>
                  <a:pt x="991633" y="56354"/>
                </a:cubicBezTo>
                <a:cubicBezTo>
                  <a:pt x="990377" y="57343"/>
                  <a:pt x="989222" y="57838"/>
                  <a:pt x="988166" y="57838"/>
                </a:cubicBezTo>
                <a:lnTo>
                  <a:pt x="975291" y="57838"/>
                </a:lnTo>
                <a:lnTo>
                  <a:pt x="975291" y="107551"/>
                </a:lnTo>
                <a:cubicBezTo>
                  <a:pt x="975291" y="114418"/>
                  <a:pt x="976744" y="119469"/>
                  <a:pt x="979649" y="122705"/>
                </a:cubicBezTo>
                <a:cubicBezTo>
                  <a:pt x="982555" y="125939"/>
                  <a:pt x="986450" y="127556"/>
                  <a:pt x="991337" y="127556"/>
                </a:cubicBezTo>
                <a:cubicBezTo>
                  <a:pt x="991995" y="127556"/>
                  <a:pt x="993183" y="127490"/>
                  <a:pt x="994900" y="127359"/>
                </a:cubicBezTo>
                <a:cubicBezTo>
                  <a:pt x="996616" y="127226"/>
                  <a:pt x="997541" y="127160"/>
                  <a:pt x="997674" y="127160"/>
                </a:cubicBezTo>
                <a:cubicBezTo>
                  <a:pt x="998863" y="127160"/>
                  <a:pt x="999457" y="127821"/>
                  <a:pt x="999457" y="129142"/>
                </a:cubicBezTo>
                <a:cubicBezTo>
                  <a:pt x="999457" y="130065"/>
                  <a:pt x="998929" y="131385"/>
                  <a:pt x="997871" y="133102"/>
                </a:cubicBezTo>
                <a:cubicBezTo>
                  <a:pt x="996815" y="134818"/>
                  <a:pt x="995462" y="136503"/>
                  <a:pt x="993812" y="138155"/>
                </a:cubicBezTo>
                <a:cubicBezTo>
                  <a:pt x="992162" y="139805"/>
                  <a:pt x="990313" y="141225"/>
                  <a:pt x="988266" y="142413"/>
                </a:cubicBezTo>
                <a:cubicBezTo>
                  <a:pt x="986219" y="143600"/>
                  <a:pt x="984205" y="144193"/>
                  <a:pt x="982224" y="144193"/>
                </a:cubicBezTo>
                <a:close/>
                <a:moveTo>
                  <a:pt x="1094132" y="144193"/>
                </a:moveTo>
                <a:cubicBezTo>
                  <a:pt x="1091227" y="144193"/>
                  <a:pt x="1088685" y="143698"/>
                  <a:pt x="1086507" y="142706"/>
                </a:cubicBezTo>
                <a:cubicBezTo>
                  <a:pt x="1084329" y="141717"/>
                  <a:pt x="1082513" y="140596"/>
                  <a:pt x="1081061" y="139343"/>
                </a:cubicBezTo>
                <a:cubicBezTo>
                  <a:pt x="1079608" y="138087"/>
                  <a:pt x="1078518" y="136865"/>
                  <a:pt x="1077791" y="135677"/>
                </a:cubicBezTo>
                <a:cubicBezTo>
                  <a:pt x="1077065" y="134488"/>
                  <a:pt x="1076636" y="133696"/>
                  <a:pt x="1076503" y="133301"/>
                </a:cubicBezTo>
                <a:cubicBezTo>
                  <a:pt x="1075052" y="134357"/>
                  <a:pt x="1073270" y="135512"/>
                  <a:pt x="1071157" y="136768"/>
                </a:cubicBezTo>
                <a:cubicBezTo>
                  <a:pt x="1069043" y="138021"/>
                  <a:pt x="1066665" y="139209"/>
                  <a:pt x="1064024" y="140331"/>
                </a:cubicBezTo>
                <a:cubicBezTo>
                  <a:pt x="1061385" y="141453"/>
                  <a:pt x="1058447" y="142410"/>
                  <a:pt x="1055211" y="143202"/>
                </a:cubicBezTo>
                <a:cubicBezTo>
                  <a:pt x="1051977" y="143996"/>
                  <a:pt x="1048512" y="144393"/>
                  <a:pt x="1044814" y="144393"/>
                </a:cubicBezTo>
                <a:cubicBezTo>
                  <a:pt x="1040192" y="144393"/>
                  <a:pt x="1035901" y="143799"/>
                  <a:pt x="1031939" y="142610"/>
                </a:cubicBezTo>
                <a:cubicBezTo>
                  <a:pt x="1027978" y="141421"/>
                  <a:pt x="1024545" y="139639"/>
                  <a:pt x="1021639" y="137263"/>
                </a:cubicBezTo>
                <a:cubicBezTo>
                  <a:pt x="1018734" y="134886"/>
                  <a:pt x="1016456" y="131882"/>
                  <a:pt x="1014806" y="128251"/>
                </a:cubicBezTo>
                <a:cubicBezTo>
                  <a:pt x="1013156" y="124618"/>
                  <a:pt x="1012331" y="120360"/>
                  <a:pt x="1012331" y="115476"/>
                </a:cubicBezTo>
                <a:cubicBezTo>
                  <a:pt x="1012331" y="109268"/>
                  <a:pt x="1013650" y="104085"/>
                  <a:pt x="1016290" y="99926"/>
                </a:cubicBezTo>
                <a:cubicBezTo>
                  <a:pt x="1018931" y="95767"/>
                  <a:pt x="1022463" y="92302"/>
                  <a:pt x="1026886" y="89529"/>
                </a:cubicBezTo>
                <a:cubicBezTo>
                  <a:pt x="1031311" y="86755"/>
                  <a:pt x="1036494" y="84444"/>
                  <a:pt x="1042436" y="82596"/>
                </a:cubicBezTo>
                <a:cubicBezTo>
                  <a:pt x="1048378" y="80747"/>
                  <a:pt x="1054650" y="79030"/>
                  <a:pt x="1061253" y="77446"/>
                </a:cubicBezTo>
                <a:cubicBezTo>
                  <a:pt x="1065347" y="76388"/>
                  <a:pt x="1068450" y="75398"/>
                  <a:pt x="1070561" y="74475"/>
                </a:cubicBezTo>
                <a:cubicBezTo>
                  <a:pt x="1072675" y="73550"/>
                  <a:pt x="1073732" y="72295"/>
                  <a:pt x="1073732" y="70709"/>
                </a:cubicBezTo>
                <a:cubicBezTo>
                  <a:pt x="1073732" y="66484"/>
                  <a:pt x="1072048" y="63084"/>
                  <a:pt x="1068681" y="60509"/>
                </a:cubicBezTo>
                <a:cubicBezTo>
                  <a:pt x="1065314" y="57934"/>
                  <a:pt x="1060330" y="56647"/>
                  <a:pt x="1053727" y="56647"/>
                </a:cubicBezTo>
                <a:cubicBezTo>
                  <a:pt x="1049766" y="56647"/>
                  <a:pt x="1046167" y="57109"/>
                  <a:pt x="1042931" y="58034"/>
                </a:cubicBezTo>
                <a:cubicBezTo>
                  <a:pt x="1039696" y="58959"/>
                  <a:pt x="1036823" y="59982"/>
                  <a:pt x="1034315" y="61105"/>
                </a:cubicBezTo>
                <a:cubicBezTo>
                  <a:pt x="1031806" y="62227"/>
                  <a:pt x="1029694" y="63250"/>
                  <a:pt x="1027977" y="64175"/>
                </a:cubicBezTo>
                <a:cubicBezTo>
                  <a:pt x="1026260" y="65098"/>
                  <a:pt x="1025006" y="65560"/>
                  <a:pt x="1024214" y="65560"/>
                </a:cubicBezTo>
                <a:cubicBezTo>
                  <a:pt x="1022895" y="65560"/>
                  <a:pt x="1022235" y="64702"/>
                  <a:pt x="1022235" y="62988"/>
                </a:cubicBezTo>
                <a:cubicBezTo>
                  <a:pt x="1022235" y="61535"/>
                  <a:pt x="1022499" y="59653"/>
                  <a:pt x="1023027" y="57342"/>
                </a:cubicBezTo>
                <a:cubicBezTo>
                  <a:pt x="1023555" y="55031"/>
                  <a:pt x="1024281" y="52753"/>
                  <a:pt x="1025206" y="50509"/>
                </a:cubicBezTo>
                <a:cubicBezTo>
                  <a:pt x="1025734" y="49451"/>
                  <a:pt x="1026921" y="48328"/>
                  <a:pt x="1028769" y="47142"/>
                </a:cubicBezTo>
                <a:cubicBezTo>
                  <a:pt x="1030619" y="45953"/>
                  <a:pt x="1032963" y="44797"/>
                  <a:pt x="1035802" y="43675"/>
                </a:cubicBezTo>
                <a:cubicBezTo>
                  <a:pt x="1038641" y="42553"/>
                  <a:pt x="1041842" y="41629"/>
                  <a:pt x="1045407" y="40904"/>
                </a:cubicBezTo>
                <a:cubicBezTo>
                  <a:pt x="1048973" y="40176"/>
                  <a:pt x="1052670" y="39813"/>
                  <a:pt x="1056498" y="39813"/>
                </a:cubicBezTo>
                <a:cubicBezTo>
                  <a:pt x="1070760" y="39813"/>
                  <a:pt x="1080861" y="43015"/>
                  <a:pt x="1086803" y="49420"/>
                </a:cubicBezTo>
                <a:cubicBezTo>
                  <a:pt x="1092745" y="55824"/>
                  <a:pt x="1095716" y="65430"/>
                  <a:pt x="1095716" y="78238"/>
                </a:cubicBezTo>
                <a:lnTo>
                  <a:pt x="1095716" y="119039"/>
                </a:lnTo>
                <a:cubicBezTo>
                  <a:pt x="1095716" y="122077"/>
                  <a:pt x="1096310" y="124256"/>
                  <a:pt x="1097499" y="125576"/>
                </a:cubicBezTo>
                <a:cubicBezTo>
                  <a:pt x="1098688" y="126896"/>
                  <a:pt x="1100471" y="127622"/>
                  <a:pt x="1102848" y="127755"/>
                </a:cubicBezTo>
                <a:cubicBezTo>
                  <a:pt x="1102979" y="127886"/>
                  <a:pt x="1103771" y="127952"/>
                  <a:pt x="1105224" y="127952"/>
                </a:cubicBezTo>
                <a:cubicBezTo>
                  <a:pt x="1106677" y="127952"/>
                  <a:pt x="1107469" y="127952"/>
                  <a:pt x="1107602" y="127952"/>
                </a:cubicBezTo>
                <a:cubicBezTo>
                  <a:pt x="1108922" y="127952"/>
                  <a:pt x="1109582" y="128481"/>
                  <a:pt x="1109582" y="129538"/>
                </a:cubicBezTo>
                <a:cubicBezTo>
                  <a:pt x="1109582" y="130461"/>
                  <a:pt x="1109120" y="131749"/>
                  <a:pt x="1108195" y="133401"/>
                </a:cubicBezTo>
                <a:cubicBezTo>
                  <a:pt x="1107270" y="135051"/>
                  <a:pt x="1106048" y="136669"/>
                  <a:pt x="1104529" y="138255"/>
                </a:cubicBezTo>
                <a:cubicBezTo>
                  <a:pt x="1103012" y="139838"/>
                  <a:pt x="1101361" y="141225"/>
                  <a:pt x="1099578" y="142413"/>
                </a:cubicBezTo>
                <a:cubicBezTo>
                  <a:pt x="1097797" y="143600"/>
                  <a:pt x="1095982" y="144193"/>
                  <a:pt x="1094132" y="144193"/>
                </a:cubicBezTo>
                <a:moveTo>
                  <a:pt x="1034315" y="113097"/>
                </a:moveTo>
                <a:cubicBezTo>
                  <a:pt x="1034315" y="118511"/>
                  <a:pt x="1036130" y="122407"/>
                  <a:pt x="1039761" y="124784"/>
                </a:cubicBezTo>
                <a:cubicBezTo>
                  <a:pt x="1043394" y="127160"/>
                  <a:pt x="1047917" y="128282"/>
                  <a:pt x="1053331" y="128151"/>
                </a:cubicBezTo>
                <a:cubicBezTo>
                  <a:pt x="1056237" y="128151"/>
                  <a:pt x="1058944" y="127755"/>
                  <a:pt x="1061452" y="126963"/>
                </a:cubicBezTo>
                <a:cubicBezTo>
                  <a:pt x="1063961" y="126170"/>
                  <a:pt x="1066172" y="125211"/>
                  <a:pt x="1068086" y="124089"/>
                </a:cubicBezTo>
                <a:cubicBezTo>
                  <a:pt x="1070000" y="122967"/>
                  <a:pt x="1071518" y="121746"/>
                  <a:pt x="1072641" y="120426"/>
                </a:cubicBezTo>
                <a:cubicBezTo>
                  <a:pt x="1073765" y="119106"/>
                  <a:pt x="1074327" y="117918"/>
                  <a:pt x="1074327" y="116860"/>
                </a:cubicBezTo>
                <a:lnTo>
                  <a:pt x="1074327" y="90914"/>
                </a:lnTo>
                <a:cubicBezTo>
                  <a:pt x="1074327" y="89594"/>
                  <a:pt x="1073666" y="88934"/>
                  <a:pt x="1072344" y="88934"/>
                </a:cubicBezTo>
                <a:cubicBezTo>
                  <a:pt x="1070892" y="88934"/>
                  <a:pt x="1068383" y="89462"/>
                  <a:pt x="1064819" y="90518"/>
                </a:cubicBezTo>
                <a:cubicBezTo>
                  <a:pt x="1061649" y="91442"/>
                  <a:pt x="1058282" y="92466"/>
                  <a:pt x="1054715" y="93588"/>
                </a:cubicBezTo>
                <a:cubicBezTo>
                  <a:pt x="1051151" y="94711"/>
                  <a:pt x="1047850" y="96097"/>
                  <a:pt x="1044811" y="97747"/>
                </a:cubicBezTo>
                <a:cubicBezTo>
                  <a:pt x="1041775" y="99397"/>
                  <a:pt x="1039266" y="101444"/>
                  <a:pt x="1037286" y="103888"/>
                </a:cubicBezTo>
                <a:cubicBezTo>
                  <a:pt x="1035305" y="106330"/>
                  <a:pt x="1034315" y="109400"/>
                  <a:pt x="1034315" y="113097"/>
                </a:cubicBezTo>
                <a:close/>
                <a:moveTo>
                  <a:pt x="1141667" y="142610"/>
                </a:moveTo>
                <a:cubicBezTo>
                  <a:pt x="1137178" y="142610"/>
                  <a:pt x="1134273" y="142280"/>
                  <a:pt x="1132951" y="141621"/>
                </a:cubicBezTo>
                <a:cubicBezTo>
                  <a:pt x="1131631" y="140961"/>
                  <a:pt x="1130971" y="140101"/>
                  <a:pt x="1130971" y="139043"/>
                </a:cubicBezTo>
                <a:lnTo>
                  <a:pt x="1130971" y="65560"/>
                </a:lnTo>
                <a:cubicBezTo>
                  <a:pt x="1130971" y="63051"/>
                  <a:pt x="1130674" y="60972"/>
                  <a:pt x="1130080" y="59322"/>
                </a:cubicBezTo>
                <a:cubicBezTo>
                  <a:pt x="1129488" y="57671"/>
                  <a:pt x="1128828" y="56285"/>
                  <a:pt x="1128100" y="55163"/>
                </a:cubicBezTo>
                <a:cubicBezTo>
                  <a:pt x="1127375" y="54041"/>
                  <a:pt x="1126715" y="53149"/>
                  <a:pt x="1126121" y="52488"/>
                </a:cubicBezTo>
                <a:cubicBezTo>
                  <a:pt x="1125526" y="51827"/>
                  <a:pt x="1125229" y="51167"/>
                  <a:pt x="1125229" y="50509"/>
                </a:cubicBezTo>
                <a:cubicBezTo>
                  <a:pt x="1125229" y="49717"/>
                  <a:pt x="1125889" y="48726"/>
                  <a:pt x="1127209" y="47538"/>
                </a:cubicBezTo>
                <a:cubicBezTo>
                  <a:pt x="1128530" y="46349"/>
                  <a:pt x="1130082" y="45193"/>
                  <a:pt x="1131863" y="44071"/>
                </a:cubicBezTo>
                <a:cubicBezTo>
                  <a:pt x="1133646" y="42949"/>
                  <a:pt x="1135462" y="41992"/>
                  <a:pt x="1137309" y="41200"/>
                </a:cubicBezTo>
                <a:cubicBezTo>
                  <a:pt x="1139159" y="40406"/>
                  <a:pt x="1140612" y="40009"/>
                  <a:pt x="1141667" y="40009"/>
                </a:cubicBezTo>
                <a:cubicBezTo>
                  <a:pt x="1144309" y="40009"/>
                  <a:pt x="1146455" y="41264"/>
                  <a:pt x="1148105" y="43775"/>
                </a:cubicBezTo>
                <a:cubicBezTo>
                  <a:pt x="1149757" y="46283"/>
                  <a:pt x="1151111" y="49650"/>
                  <a:pt x="1152167" y="53875"/>
                </a:cubicBezTo>
                <a:cubicBezTo>
                  <a:pt x="1154278" y="51234"/>
                  <a:pt x="1156655" y="48857"/>
                  <a:pt x="1159296" y="46746"/>
                </a:cubicBezTo>
                <a:cubicBezTo>
                  <a:pt x="1161541" y="45029"/>
                  <a:pt x="1164215" y="43444"/>
                  <a:pt x="1167318" y="41992"/>
                </a:cubicBezTo>
                <a:cubicBezTo>
                  <a:pt x="1170420" y="40539"/>
                  <a:pt x="1173755" y="39813"/>
                  <a:pt x="1177321" y="39813"/>
                </a:cubicBezTo>
                <a:cubicBezTo>
                  <a:pt x="1179566" y="39813"/>
                  <a:pt x="1181712" y="40011"/>
                  <a:pt x="1183759" y="40408"/>
                </a:cubicBezTo>
                <a:cubicBezTo>
                  <a:pt x="1185806" y="40803"/>
                  <a:pt x="1187655" y="41364"/>
                  <a:pt x="1189305" y="42091"/>
                </a:cubicBezTo>
                <a:cubicBezTo>
                  <a:pt x="1190955" y="42817"/>
                  <a:pt x="1192275" y="43609"/>
                  <a:pt x="1193264" y="44467"/>
                </a:cubicBezTo>
                <a:cubicBezTo>
                  <a:pt x="1194255" y="45325"/>
                  <a:pt x="1194751" y="46217"/>
                  <a:pt x="1194751" y="47142"/>
                </a:cubicBezTo>
                <a:cubicBezTo>
                  <a:pt x="1194751" y="47934"/>
                  <a:pt x="1194322" y="49221"/>
                  <a:pt x="1193463" y="51004"/>
                </a:cubicBezTo>
                <a:cubicBezTo>
                  <a:pt x="1192605" y="52785"/>
                  <a:pt x="1191515" y="54601"/>
                  <a:pt x="1190193" y="56450"/>
                </a:cubicBezTo>
                <a:cubicBezTo>
                  <a:pt x="1188874" y="58298"/>
                  <a:pt x="1187554" y="59916"/>
                  <a:pt x="1186234" y="61304"/>
                </a:cubicBezTo>
                <a:cubicBezTo>
                  <a:pt x="1184914" y="62690"/>
                  <a:pt x="1183726" y="63383"/>
                  <a:pt x="1182668" y="63383"/>
                </a:cubicBezTo>
                <a:cubicBezTo>
                  <a:pt x="1182009" y="63383"/>
                  <a:pt x="1181283" y="63120"/>
                  <a:pt x="1180489" y="62592"/>
                </a:cubicBezTo>
                <a:cubicBezTo>
                  <a:pt x="1179697" y="62062"/>
                  <a:pt x="1178773" y="61500"/>
                  <a:pt x="1177717" y="60905"/>
                </a:cubicBezTo>
                <a:cubicBezTo>
                  <a:pt x="1176661" y="60311"/>
                  <a:pt x="1175473" y="59750"/>
                  <a:pt x="1174151" y="59222"/>
                </a:cubicBezTo>
                <a:cubicBezTo>
                  <a:pt x="1172831" y="58694"/>
                  <a:pt x="1171247" y="58430"/>
                  <a:pt x="1169397" y="58430"/>
                </a:cubicBezTo>
                <a:cubicBezTo>
                  <a:pt x="1167152" y="58430"/>
                  <a:pt x="1165006" y="58991"/>
                  <a:pt x="1162959" y="60113"/>
                </a:cubicBezTo>
                <a:cubicBezTo>
                  <a:pt x="1160914" y="61236"/>
                  <a:pt x="1159099" y="62722"/>
                  <a:pt x="1157513" y="64571"/>
                </a:cubicBezTo>
                <a:cubicBezTo>
                  <a:pt x="1155930" y="66419"/>
                  <a:pt x="1154675" y="68433"/>
                  <a:pt x="1153750" y="70613"/>
                </a:cubicBezTo>
                <a:cubicBezTo>
                  <a:pt x="1152826" y="72791"/>
                  <a:pt x="1152363" y="75002"/>
                  <a:pt x="1152363" y="77247"/>
                </a:cubicBezTo>
                <a:lnTo>
                  <a:pt x="1152363" y="139043"/>
                </a:lnTo>
                <a:cubicBezTo>
                  <a:pt x="1152363" y="140101"/>
                  <a:pt x="1151703" y="140961"/>
                  <a:pt x="1150384" y="141621"/>
                </a:cubicBezTo>
                <a:cubicBezTo>
                  <a:pt x="1149064" y="142280"/>
                  <a:pt x="1146158" y="142610"/>
                  <a:pt x="1141667" y="142610"/>
                </a:cubicBezTo>
                <a:close/>
                <a:moveTo>
                  <a:pt x="1245260" y="144193"/>
                </a:moveTo>
                <a:cubicBezTo>
                  <a:pt x="1236282" y="144193"/>
                  <a:pt x="1229317" y="141520"/>
                  <a:pt x="1224364" y="136172"/>
                </a:cubicBezTo>
                <a:cubicBezTo>
                  <a:pt x="1219412" y="130825"/>
                  <a:pt x="1216935" y="123926"/>
                  <a:pt x="1216935" y="115476"/>
                </a:cubicBezTo>
                <a:lnTo>
                  <a:pt x="1216935" y="57838"/>
                </a:lnTo>
                <a:lnTo>
                  <a:pt x="1209606" y="57838"/>
                </a:lnTo>
                <a:cubicBezTo>
                  <a:pt x="1208684" y="57838"/>
                  <a:pt x="1207892" y="57243"/>
                  <a:pt x="1207231" y="56054"/>
                </a:cubicBezTo>
                <a:cubicBezTo>
                  <a:pt x="1206570" y="54866"/>
                  <a:pt x="1206240" y="52753"/>
                  <a:pt x="1206240" y="49717"/>
                </a:cubicBezTo>
                <a:cubicBezTo>
                  <a:pt x="1206240" y="46547"/>
                  <a:pt x="1206570" y="44401"/>
                  <a:pt x="1207231" y="43279"/>
                </a:cubicBezTo>
                <a:cubicBezTo>
                  <a:pt x="1207892" y="42157"/>
                  <a:pt x="1208750" y="41596"/>
                  <a:pt x="1209806" y="41596"/>
                </a:cubicBezTo>
                <a:lnTo>
                  <a:pt x="1216935" y="41596"/>
                </a:lnTo>
                <a:lnTo>
                  <a:pt x="1216935" y="21987"/>
                </a:lnTo>
                <a:cubicBezTo>
                  <a:pt x="1216935" y="20929"/>
                  <a:pt x="1217662" y="19839"/>
                  <a:pt x="1219114" y="18717"/>
                </a:cubicBezTo>
                <a:cubicBezTo>
                  <a:pt x="1220567" y="17595"/>
                  <a:pt x="1222317" y="16539"/>
                  <a:pt x="1224364" y="15550"/>
                </a:cubicBezTo>
                <a:cubicBezTo>
                  <a:pt x="1226411" y="14558"/>
                  <a:pt x="1228491" y="13733"/>
                  <a:pt x="1230602" y="13074"/>
                </a:cubicBezTo>
                <a:cubicBezTo>
                  <a:pt x="1232716" y="12414"/>
                  <a:pt x="1234367" y="12083"/>
                  <a:pt x="1235556" y="12083"/>
                </a:cubicBezTo>
                <a:cubicBezTo>
                  <a:pt x="1237403" y="12083"/>
                  <a:pt x="1238327" y="13139"/>
                  <a:pt x="1238327" y="15250"/>
                </a:cubicBezTo>
                <a:lnTo>
                  <a:pt x="1238327" y="41596"/>
                </a:lnTo>
                <a:lnTo>
                  <a:pt x="1258728" y="41596"/>
                </a:lnTo>
                <a:cubicBezTo>
                  <a:pt x="1260577" y="41596"/>
                  <a:pt x="1261502" y="42520"/>
                  <a:pt x="1261502" y="44367"/>
                </a:cubicBezTo>
                <a:cubicBezTo>
                  <a:pt x="1261502" y="45423"/>
                  <a:pt x="1261172" y="46710"/>
                  <a:pt x="1260511" y="48230"/>
                </a:cubicBezTo>
                <a:cubicBezTo>
                  <a:pt x="1259852" y="49749"/>
                  <a:pt x="1259027" y="51235"/>
                  <a:pt x="1258036" y="52688"/>
                </a:cubicBezTo>
                <a:cubicBezTo>
                  <a:pt x="1257046" y="54140"/>
                  <a:pt x="1255924" y="55362"/>
                  <a:pt x="1254669" y="56354"/>
                </a:cubicBezTo>
                <a:cubicBezTo>
                  <a:pt x="1253413" y="57343"/>
                  <a:pt x="1252258" y="57838"/>
                  <a:pt x="1251202" y="57838"/>
                </a:cubicBezTo>
                <a:lnTo>
                  <a:pt x="1238327" y="57838"/>
                </a:lnTo>
                <a:lnTo>
                  <a:pt x="1238327" y="107551"/>
                </a:lnTo>
                <a:cubicBezTo>
                  <a:pt x="1238327" y="114418"/>
                  <a:pt x="1239780" y="119469"/>
                  <a:pt x="1242685" y="122705"/>
                </a:cubicBezTo>
                <a:cubicBezTo>
                  <a:pt x="1245591" y="125939"/>
                  <a:pt x="1249487" y="127556"/>
                  <a:pt x="1254373" y="127556"/>
                </a:cubicBezTo>
                <a:cubicBezTo>
                  <a:pt x="1255031" y="127556"/>
                  <a:pt x="1256219" y="127490"/>
                  <a:pt x="1257936" y="127359"/>
                </a:cubicBezTo>
                <a:cubicBezTo>
                  <a:pt x="1259652" y="127226"/>
                  <a:pt x="1260577" y="127160"/>
                  <a:pt x="1260710" y="127160"/>
                </a:cubicBezTo>
                <a:cubicBezTo>
                  <a:pt x="1261899" y="127160"/>
                  <a:pt x="1262493" y="127821"/>
                  <a:pt x="1262493" y="129142"/>
                </a:cubicBezTo>
                <a:cubicBezTo>
                  <a:pt x="1262493" y="130065"/>
                  <a:pt x="1261965" y="131385"/>
                  <a:pt x="1260907" y="133102"/>
                </a:cubicBezTo>
                <a:cubicBezTo>
                  <a:pt x="1259851" y="134818"/>
                  <a:pt x="1258498" y="136503"/>
                  <a:pt x="1256848" y="138155"/>
                </a:cubicBezTo>
                <a:cubicBezTo>
                  <a:pt x="1255198" y="139805"/>
                  <a:pt x="1253349" y="141225"/>
                  <a:pt x="1251302" y="142413"/>
                </a:cubicBezTo>
                <a:cubicBezTo>
                  <a:pt x="1249255" y="143600"/>
                  <a:pt x="1247241" y="144193"/>
                  <a:pt x="1245260" y="144193"/>
                </a:cubicBezTo>
                <a:close/>
                <a:moveTo>
                  <a:pt x="1328843" y="144393"/>
                </a:moveTo>
                <a:cubicBezTo>
                  <a:pt x="1321979" y="144393"/>
                  <a:pt x="1315476" y="143469"/>
                  <a:pt x="1309334" y="141621"/>
                </a:cubicBezTo>
                <a:cubicBezTo>
                  <a:pt x="1303195" y="139772"/>
                  <a:pt x="1297781" y="136866"/>
                  <a:pt x="1293092" y="132905"/>
                </a:cubicBezTo>
                <a:cubicBezTo>
                  <a:pt x="1288406" y="128944"/>
                  <a:pt x="1284709" y="123894"/>
                  <a:pt x="1282001" y="117754"/>
                </a:cubicBezTo>
                <a:cubicBezTo>
                  <a:pt x="1279295" y="111613"/>
                  <a:pt x="1277942" y="104251"/>
                  <a:pt x="1277942" y="95668"/>
                </a:cubicBezTo>
                <a:cubicBezTo>
                  <a:pt x="1277942" y="85765"/>
                  <a:pt x="1279361" y="77281"/>
                  <a:pt x="1282200" y="70217"/>
                </a:cubicBezTo>
                <a:cubicBezTo>
                  <a:pt x="1285039" y="63151"/>
                  <a:pt x="1288802" y="57373"/>
                  <a:pt x="1293488" y="52884"/>
                </a:cubicBezTo>
                <a:cubicBezTo>
                  <a:pt x="1298177" y="48395"/>
                  <a:pt x="1303426" y="45095"/>
                  <a:pt x="1309235" y="42983"/>
                </a:cubicBezTo>
                <a:cubicBezTo>
                  <a:pt x="1315045" y="40869"/>
                  <a:pt x="1320922" y="39813"/>
                  <a:pt x="1326864" y="39813"/>
                </a:cubicBezTo>
                <a:cubicBezTo>
                  <a:pt x="1332938" y="39813"/>
                  <a:pt x="1338254" y="40539"/>
                  <a:pt x="1342809" y="41992"/>
                </a:cubicBezTo>
                <a:cubicBezTo>
                  <a:pt x="1347365" y="43444"/>
                  <a:pt x="1351161" y="45425"/>
                  <a:pt x="1354197" y="47934"/>
                </a:cubicBezTo>
                <a:cubicBezTo>
                  <a:pt x="1357234" y="50442"/>
                  <a:pt x="1359511" y="53380"/>
                  <a:pt x="1361031" y="56747"/>
                </a:cubicBezTo>
                <a:cubicBezTo>
                  <a:pt x="1362550" y="60113"/>
                  <a:pt x="1363309" y="63777"/>
                  <a:pt x="1363309" y="67739"/>
                </a:cubicBezTo>
                <a:cubicBezTo>
                  <a:pt x="1363309" y="74474"/>
                  <a:pt x="1361295" y="80252"/>
                  <a:pt x="1357268" y="85071"/>
                </a:cubicBezTo>
                <a:cubicBezTo>
                  <a:pt x="1353240" y="89891"/>
                  <a:pt x="1348189" y="93820"/>
                  <a:pt x="1342114" y="96858"/>
                </a:cubicBezTo>
                <a:cubicBezTo>
                  <a:pt x="1336041" y="99895"/>
                  <a:pt x="1329440" y="102173"/>
                  <a:pt x="1322309" y="103692"/>
                </a:cubicBezTo>
                <a:cubicBezTo>
                  <a:pt x="1315178" y="105209"/>
                  <a:pt x="1308510" y="106100"/>
                  <a:pt x="1302304" y="106363"/>
                </a:cubicBezTo>
                <a:cubicBezTo>
                  <a:pt x="1304152" y="113889"/>
                  <a:pt x="1307783" y="119204"/>
                  <a:pt x="1313197" y="122309"/>
                </a:cubicBezTo>
                <a:cubicBezTo>
                  <a:pt x="1318611" y="125412"/>
                  <a:pt x="1324751" y="126963"/>
                  <a:pt x="1331618" y="126963"/>
                </a:cubicBezTo>
                <a:cubicBezTo>
                  <a:pt x="1335579" y="126963"/>
                  <a:pt x="1339078" y="126567"/>
                  <a:pt x="1342114" y="125776"/>
                </a:cubicBezTo>
                <a:cubicBezTo>
                  <a:pt x="1345152" y="124982"/>
                  <a:pt x="1347761" y="124090"/>
                  <a:pt x="1349939" y="123101"/>
                </a:cubicBezTo>
                <a:cubicBezTo>
                  <a:pt x="1352117" y="122110"/>
                  <a:pt x="1353932" y="121153"/>
                  <a:pt x="1355385" y="120230"/>
                </a:cubicBezTo>
                <a:cubicBezTo>
                  <a:pt x="1356838" y="119305"/>
                  <a:pt x="1357960" y="118776"/>
                  <a:pt x="1358752" y="118643"/>
                </a:cubicBezTo>
                <a:cubicBezTo>
                  <a:pt x="1360865" y="117982"/>
                  <a:pt x="1361922" y="118643"/>
                  <a:pt x="1361922" y="120626"/>
                </a:cubicBezTo>
                <a:cubicBezTo>
                  <a:pt x="1361922" y="122209"/>
                  <a:pt x="1361625" y="124058"/>
                  <a:pt x="1361031" y="126172"/>
                </a:cubicBezTo>
                <a:cubicBezTo>
                  <a:pt x="1360436" y="128283"/>
                  <a:pt x="1359611" y="130528"/>
                  <a:pt x="1358555" y="132905"/>
                </a:cubicBezTo>
                <a:cubicBezTo>
                  <a:pt x="1358027" y="133828"/>
                  <a:pt x="1356905" y="134950"/>
                  <a:pt x="1355188" y="136272"/>
                </a:cubicBezTo>
                <a:cubicBezTo>
                  <a:pt x="1353472" y="137592"/>
                  <a:pt x="1351326" y="138846"/>
                  <a:pt x="1348751" y="140035"/>
                </a:cubicBezTo>
                <a:cubicBezTo>
                  <a:pt x="1346176" y="141224"/>
                  <a:pt x="1343172" y="142247"/>
                  <a:pt x="1339739" y="143105"/>
                </a:cubicBezTo>
                <a:cubicBezTo>
                  <a:pt x="1336305" y="143964"/>
                  <a:pt x="1332673" y="144393"/>
                  <a:pt x="1328843" y="144393"/>
                </a:cubicBezTo>
                <a:moveTo>
                  <a:pt x="1301114" y="94084"/>
                </a:moveTo>
                <a:cubicBezTo>
                  <a:pt x="1305869" y="93820"/>
                  <a:pt x="1310656" y="93060"/>
                  <a:pt x="1315476" y="91805"/>
                </a:cubicBezTo>
                <a:cubicBezTo>
                  <a:pt x="1320295" y="90550"/>
                  <a:pt x="1324652" y="88768"/>
                  <a:pt x="1328547" y="86459"/>
                </a:cubicBezTo>
                <a:cubicBezTo>
                  <a:pt x="1332442" y="84148"/>
                  <a:pt x="1335578" y="81342"/>
                  <a:pt x="1337955" y="78042"/>
                </a:cubicBezTo>
                <a:cubicBezTo>
                  <a:pt x="1340333" y="74739"/>
                  <a:pt x="1341522" y="70909"/>
                  <a:pt x="1341522" y="66551"/>
                </a:cubicBezTo>
                <a:cubicBezTo>
                  <a:pt x="1341522" y="62987"/>
                  <a:pt x="1340266" y="60016"/>
                  <a:pt x="1337756" y="57638"/>
                </a:cubicBezTo>
                <a:cubicBezTo>
                  <a:pt x="1335247" y="55261"/>
                  <a:pt x="1331881" y="54072"/>
                  <a:pt x="1327655" y="54072"/>
                </a:cubicBezTo>
                <a:cubicBezTo>
                  <a:pt x="1324355" y="54072"/>
                  <a:pt x="1321153" y="54766"/>
                  <a:pt x="1318051" y="56154"/>
                </a:cubicBezTo>
                <a:cubicBezTo>
                  <a:pt x="1314948" y="57540"/>
                  <a:pt x="1312174" y="59818"/>
                  <a:pt x="1309730" y="62988"/>
                </a:cubicBezTo>
                <a:cubicBezTo>
                  <a:pt x="1307288" y="66155"/>
                  <a:pt x="1305274" y="70281"/>
                  <a:pt x="1303689" y="75367"/>
                </a:cubicBezTo>
                <a:cubicBezTo>
                  <a:pt x="1302105" y="80450"/>
                  <a:pt x="1301247" y="86689"/>
                  <a:pt x="1301114" y="94084"/>
                </a:cubicBezTo>
                <a:close/>
                <a:moveTo>
                  <a:pt x="1421938" y="144393"/>
                </a:moveTo>
                <a:cubicBezTo>
                  <a:pt x="1417052" y="144393"/>
                  <a:pt x="1412133" y="143535"/>
                  <a:pt x="1407180" y="141818"/>
                </a:cubicBezTo>
                <a:cubicBezTo>
                  <a:pt x="1402230" y="140101"/>
                  <a:pt x="1397774" y="137394"/>
                  <a:pt x="1393813" y="133697"/>
                </a:cubicBezTo>
                <a:cubicBezTo>
                  <a:pt x="1389851" y="130000"/>
                  <a:pt x="1386649" y="125180"/>
                  <a:pt x="1384205" y="119238"/>
                </a:cubicBezTo>
                <a:cubicBezTo>
                  <a:pt x="1381763" y="113297"/>
                  <a:pt x="1380542" y="106100"/>
                  <a:pt x="1380542" y="97647"/>
                </a:cubicBezTo>
                <a:cubicBezTo>
                  <a:pt x="1380542" y="86952"/>
                  <a:pt x="1382159" y="77941"/>
                  <a:pt x="1385392" y="70613"/>
                </a:cubicBezTo>
                <a:cubicBezTo>
                  <a:pt x="1388628" y="63283"/>
                  <a:pt x="1392656" y="57340"/>
                  <a:pt x="1397476" y="52784"/>
                </a:cubicBezTo>
                <a:cubicBezTo>
                  <a:pt x="1402295" y="48229"/>
                  <a:pt x="1407609" y="44928"/>
                  <a:pt x="1413418" y="42883"/>
                </a:cubicBezTo>
                <a:cubicBezTo>
                  <a:pt x="1419229" y="40836"/>
                  <a:pt x="1424709" y="39813"/>
                  <a:pt x="1429859" y="39813"/>
                </a:cubicBezTo>
                <a:cubicBezTo>
                  <a:pt x="1432237" y="39813"/>
                  <a:pt x="1434548" y="40011"/>
                  <a:pt x="1436793" y="40408"/>
                </a:cubicBezTo>
                <a:cubicBezTo>
                  <a:pt x="1439037" y="40803"/>
                  <a:pt x="1441018" y="41298"/>
                  <a:pt x="1442734" y="41892"/>
                </a:cubicBezTo>
                <a:cubicBezTo>
                  <a:pt x="1444451" y="42486"/>
                  <a:pt x="1445871" y="43047"/>
                  <a:pt x="1446993" y="43575"/>
                </a:cubicBezTo>
                <a:cubicBezTo>
                  <a:pt x="1448115" y="44103"/>
                  <a:pt x="1448808" y="44566"/>
                  <a:pt x="1449072" y="44963"/>
                </a:cubicBezTo>
                <a:lnTo>
                  <a:pt x="1449072" y="3566"/>
                </a:lnTo>
                <a:cubicBezTo>
                  <a:pt x="1449072" y="2509"/>
                  <a:pt x="1449732" y="1650"/>
                  <a:pt x="1451052" y="991"/>
                </a:cubicBezTo>
                <a:cubicBezTo>
                  <a:pt x="1452373" y="330"/>
                  <a:pt x="1455279" y="0"/>
                  <a:pt x="1459768" y="0"/>
                </a:cubicBezTo>
                <a:cubicBezTo>
                  <a:pt x="1464257" y="0"/>
                  <a:pt x="1467162" y="330"/>
                  <a:pt x="1468481" y="991"/>
                </a:cubicBezTo>
                <a:cubicBezTo>
                  <a:pt x="1469803" y="1650"/>
                  <a:pt x="1470464" y="2509"/>
                  <a:pt x="1470464" y="3566"/>
                </a:cubicBezTo>
                <a:lnTo>
                  <a:pt x="1470464" y="119039"/>
                </a:lnTo>
                <a:cubicBezTo>
                  <a:pt x="1470464" y="124453"/>
                  <a:pt x="1472643" y="127358"/>
                  <a:pt x="1477001" y="127755"/>
                </a:cubicBezTo>
                <a:cubicBezTo>
                  <a:pt x="1477265" y="127886"/>
                  <a:pt x="1478156" y="127952"/>
                  <a:pt x="1479673" y="127952"/>
                </a:cubicBezTo>
                <a:cubicBezTo>
                  <a:pt x="1481192" y="127952"/>
                  <a:pt x="1482084" y="127952"/>
                  <a:pt x="1482348" y="127952"/>
                </a:cubicBezTo>
                <a:cubicBezTo>
                  <a:pt x="1483669" y="127952"/>
                  <a:pt x="1484330" y="128481"/>
                  <a:pt x="1484330" y="129538"/>
                </a:cubicBezTo>
                <a:cubicBezTo>
                  <a:pt x="1484330" y="130461"/>
                  <a:pt x="1483835" y="131749"/>
                  <a:pt x="1482843" y="133401"/>
                </a:cubicBezTo>
                <a:cubicBezTo>
                  <a:pt x="1481854" y="135051"/>
                  <a:pt x="1480633" y="136669"/>
                  <a:pt x="1479180" y="138255"/>
                </a:cubicBezTo>
                <a:cubicBezTo>
                  <a:pt x="1477727" y="139838"/>
                  <a:pt x="1476076" y="141225"/>
                  <a:pt x="1474227" y="142413"/>
                </a:cubicBezTo>
                <a:cubicBezTo>
                  <a:pt x="1472379" y="143600"/>
                  <a:pt x="1470597" y="144193"/>
                  <a:pt x="1468880" y="144193"/>
                </a:cubicBezTo>
                <a:cubicBezTo>
                  <a:pt x="1465842" y="144193"/>
                  <a:pt x="1463234" y="143698"/>
                  <a:pt x="1461056" y="142706"/>
                </a:cubicBezTo>
                <a:cubicBezTo>
                  <a:pt x="1458877" y="141717"/>
                  <a:pt x="1457029" y="140596"/>
                  <a:pt x="1455510" y="139343"/>
                </a:cubicBezTo>
                <a:cubicBezTo>
                  <a:pt x="1453990" y="138087"/>
                  <a:pt x="1452868" y="136865"/>
                  <a:pt x="1452143" y="135677"/>
                </a:cubicBezTo>
                <a:cubicBezTo>
                  <a:pt x="1451417" y="134488"/>
                  <a:pt x="1450988" y="133696"/>
                  <a:pt x="1450855" y="133301"/>
                </a:cubicBezTo>
                <a:cubicBezTo>
                  <a:pt x="1450591" y="133565"/>
                  <a:pt x="1449700" y="134291"/>
                  <a:pt x="1448181" y="135480"/>
                </a:cubicBezTo>
                <a:cubicBezTo>
                  <a:pt x="1446663" y="136669"/>
                  <a:pt x="1444683" y="137923"/>
                  <a:pt x="1442239" y="139243"/>
                </a:cubicBezTo>
                <a:cubicBezTo>
                  <a:pt x="1439797" y="140563"/>
                  <a:pt x="1436859" y="141750"/>
                  <a:pt x="1433426" y="142806"/>
                </a:cubicBezTo>
                <a:cubicBezTo>
                  <a:pt x="1429992" y="143864"/>
                  <a:pt x="1426163" y="144393"/>
                  <a:pt x="1421938" y="144393"/>
                </a:cubicBezTo>
                <a:moveTo>
                  <a:pt x="1449072" y="66354"/>
                </a:moveTo>
                <a:cubicBezTo>
                  <a:pt x="1449072" y="63713"/>
                  <a:pt x="1447554" y="61369"/>
                  <a:pt x="1444518" y="59322"/>
                </a:cubicBezTo>
                <a:cubicBezTo>
                  <a:pt x="1441481" y="57274"/>
                  <a:pt x="1437916" y="56251"/>
                  <a:pt x="1433822" y="56251"/>
                </a:cubicBezTo>
                <a:cubicBezTo>
                  <a:pt x="1430124" y="56251"/>
                  <a:pt x="1426493" y="56945"/>
                  <a:pt x="1422926" y="58333"/>
                </a:cubicBezTo>
                <a:cubicBezTo>
                  <a:pt x="1419362" y="59719"/>
                  <a:pt x="1416160" y="61997"/>
                  <a:pt x="1413321" y="65167"/>
                </a:cubicBezTo>
                <a:cubicBezTo>
                  <a:pt x="1410483" y="68334"/>
                  <a:pt x="1408205" y="72460"/>
                  <a:pt x="1406488" y="77546"/>
                </a:cubicBezTo>
                <a:cubicBezTo>
                  <a:pt x="1404771" y="82629"/>
                  <a:pt x="1403913" y="88868"/>
                  <a:pt x="1403913" y="96263"/>
                </a:cubicBezTo>
                <a:cubicBezTo>
                  <a:pt x="1403913" y="102336"/>
                  <a:pt x="1404672" y="107452"/>
                  <a:pt x="1406189" y="111613"/>
                </a:cubicBezTo>
                <a:cubicBezTo>
                  <a:pt x="1407708" y="115772"/>
                  <a:pt x="1409689" y="119105"/>
                  <a:pt x="1412131" y="121614"/>
                </a:cubicBezTo>
                <a:cubicBezTo>
                  <a:pt x="1414575" y="124122"/>
                  <a:pt x="1417315" y="125906"/>
                  <a:pt x="1420351" y="126963"/>
                </a:cubicBezTo>
                <a:cubicBezTo>
                  <a:pt x="1423390" y="128019"/>
                  <a:pt x="1426362" y="128547"/>
                  <a:pt x="1429267" y="128547"/>
                </a:cubicBezTo>
                <a:cubicBezTo>
                  <a:pt x="1432040" y="128547"/>
                  <a:pt x="1434647" y="128085"/>
                  <a:pt x="1437089" y="127160"/>
                </a:cubicBezTo>
                <a:cubicBezTo>
                  <a:pt x="1439533" y="126235"/>
                  <a:pt x="1441645" y="125079"/>
                  <a:pt x="1443426" y="123693"/>
                </a:cubicBezTo>
                <a:cubicBezTo>
                  <a:pt x="1445210" y="122307"/>
                  <a:pt x="1446596" y="120888"/>
                  <a:pt x="1447585" y="119435"/>
                </a:cubicBezTo>
                <a:cubicBezTo>
                  <a:pt x="1448576" y="117982"/>
                  <a:pt x="1449072" y="116662"/>
                  <a:pt x="1449072" y="115476"/>
                </a:cubicBezTo>
                <a:lnTo>
                  <a:pt x="1449072" y="66354"/>
                </a:lnTo>
                <a:close/>
                <a:moveTo>
                  <a:pt x="1506117" y="161031"/>
                </a:moveTo>
                <a:cubicBezTo>
                  <a:pt x="1505059" y="161031"/>
                  <a:pt x="1504200" y="160799"/>
                  <a:pt x="1503539" y="160336"/>
                </a:cubicBezTo>
                <a:cubicBezTo>
                  <a:pt x="1502880" y="159874"/>
                  <a:pt x="1502550" y="159116"/>
                  <a:pt x="1502550" y="158060"/>
                </a:cubicBezTo>
                <a:cubicBezTo>
                  <a:pt x="1502550" y="157004"/>
                  <a:pt x="1502913" y="155947"/>
                  <a:pt x="1503638" y="154889"/>
                </a:cubicBezTo>
                <a:cubicBezTo>
                  <a:pt x="1504366" y="153834"/>
                  <a:pt x="1505191" y="152711"/>
                  <a:pt x="1506114" y="151523"/>
                </a:cubicBezTo>
                <a:cubicBezTo>
                  <a:pt x="1507039" y="150334"/>
                  <a:pt x="1507864" y="149013"/>
                  <a:pt x="1508589" y="147560"/>
                </a:cubicBezTo>
                <a:cubicBezTo>
                  <a:pt x="1509316" y="146110"/>
                  <a:pt x="1509680" y="144459"/>
                  <a:pt x="1509680" y="142610"/>
                </a:cubicBezTo>
                <a:cubicBezTo>
                  <a:pt x="1509680" y="141290"/>
                  <a:pt x="1509449" y="140300"/>
                  <a:pt x="1508988" y="139639"/>
                </a:cubicBezTo>
                <a:cubicBezTo>
                  <a:pt x="1508526" y="138978"/>
                  <a:pt x="1507999" y="138186"/>
                  <a:pt x="1507404" y="137263"/>
                </a:cubicBezTo>
                <a:cubicBezTo>
                  <a:pt x="1506810" y="136339"/>
                  <a:pt x="1506248" y="135018"/>
                  <a:pt x="1505718" y="133301"/>
                </a:cubicBezTo>
                <a:cubicBezTo>
                  <a:pt x="1505190" y="131584"/>
                  <a:pt x="1504926" y="129075"/>
                  <a:pt x="1504926" y="125773"/>
                </a:cubicBezTo>
                <a:cubicBezTo>
                  <a:pt x="1504926" y="121547"/>
                  <a:pt x="1506015" y="118511"/>
                  <a:pt x="1508193" y="116663"/>
                </a:cubicBezTo>
                <a:cubicBezTo>
                  <a:pt x="1510373" y="114814"/>
                  <a:pt x="1513576" y="113889"/>
                  <a:pt x="1517801" y="113889"/>
                </a:cubicBezTo>
                <a:cubicBezTo>
                  <a:pt x="1521762" y="113889"/>
                  <a:pt x="1524799" y="114847"/>
                  <a:pt x="1526913" y="116763"/>
                </a:cubicBezTo>
                <a:cubicBezTo>
                  <a:pt x="1529027" y="118677"/>
                  <a:pt x="1530083" y="121945"/>
                  <a:pt x="1530083" y="126567"/>
                </a:cubicBezTo>
                <a:cubicBezTo>
                  <a:pt x="1530083" y="131057"/>
                  <a:pt x="1529192" y="135414"/>
                  <a:pt x="1527409" y="139639"/>
                </a:cubicBezTo>
                <a:cubicBezTo>
                  <a:pt x="1525626" y="143864"/>
                  <a:pt x="1523447" y="147561"/>
                  <a:pt x="1520872" y="150731"/>
                </a:cubicBezTo>
                <a:cubicBezTo>
                  <a:pt x="1518297" y="153900"/>
                  <a:pt x="1515655" y="156409"/>
                  <a:pt x="1512947" y="158256"/>
                </a:cubicBezTo>
                <a:cubicBezTo>
                  <a:pt x="1510241" y="160106"/>
                  <a:pt x="1507964" y="161031"/>
                  <a:pt x="1506117" y="161031"/>
                </a:cubicBezTo>
                <a:close/>
                <a:moveTo>
                  <a:pt x="1634663" y="144393"/>
                </a:moveTo>
                <a:cubicBezTo>
                  <a:pt x="1624099" y="144393"/>
                  <a:pt x="1615681" y="141323"/>
                  <a:pt x="1609408" y="135184"/>
                </a:cubicBezTo>
                <a:cubicBezTo>
                  <a:pt x="1603136" y="129043"/>
                  <a:pt x="1600000" y="120096"/>
                  <a:pt x="1600000" y="108343"/>
                </a:cubicBezTo>
                <a:lnTo>
                  <a:pt x="1600000" y="45159"/>
                </a:lnTo>
                <a:cubicBezTo>
                  <a:pt x="1600000" y="44103"/>
                  <a:pt x="1600660" y="43246"/>
                  <a:pt x="1601980" y="42587"/>
                </a:cubicBezTo>
                <a:cubicBezTo>
                  <a:pt x="1603301" y="41926"/>
                  <a:pt x="1606207" y="41596"/>
                  <a:pt x="1610696" y="41596"/>
                </a:cubicBezTo>
                <a:cubicBezTo>
                  <a:pt x="1615185" y="41596"/>
                  <a:pt x="1618089" y="41926"/>
                  <a:pt x="1619409" y="42587"/>
                </a:cubicBezTo>
                <a:cubicBezTo>
                  <a:pt x="1620731" y="43246"/>
                  <a:pt x="1621392" y="44103"/>
                  <a:pt x="1621392" y="45159"/>
                </a:cubicBezTo>
                <a:lnTo>
                  <a:pt x="1621392" y="102005"/>
                </a:lnTo>
                <a:cubicBezTo>
                  <a:pt x="1621392" y="111249"/>
                  <a:pt x="1623174" y="117621"/>
                  <a:pt x="1626738" y="121121"/>
                </a:cubicBezTo>
                <a:cubicBezTo>
                  <a:pt x="1630305" y="124619"/>
                  <a:pt x="1634927" y="126368"/>
                  <a:pt x="1640605" y="126368"/>
                </a:cubicBezTo>
                <a:cubicBezTo>
                  <a:pt x="1643510" y="126368"/>
                  <a:pt x="1646217" y="125840"/>
                  <a:pt x="1648725" y="124784"/>
                </a:cubicBezTo>
                <a:cubicBezTo>
                  <a:pt x="1651234" y="123727"/>
                  <a:pt x="1653445" y="122307"/>
                  <a:pt x="1655359" y="120526"/>
                </a:cubicBezTo>
                <a:cubicBezTo>
                  <a:pt x="1657275" y="118743"/>
                  <a:pt x="1658795" y="116696"/>
                  <a:pt x="1659917" y="114385"/>
                </a:cubicBezTo>
                <a:cubicBezTo>
                  <a:pt x="1661039" y="112074"/>
                  <a:pt x="1661600" y="109598"/>
                  <a:pt x="1661600" y="106959"/>
                </a:cubicBezTo>
                <a:lnTo>
                  <a:pt x="1661600" y="45159"/>
                </a:lnTo>
                <a:cubicBezTo>
                  <a:pt x="1661600" y="44103"/>
                  <a:pt x="1662260" y="43246"/>
                  <a:pt x="1663580" y="42587"/>
                </a:cubicBezTo>
                <a:cubicBezTo>
                  <a:pt x="1664900" y="41926"/>
                  <a:pt x="1667805" y="41596"/>
                  <a:pt x="1672296" y="41596"/>
                </a:cubicBezTo>
                <a:cubicBezTo>
                  <a:pt x="1676785" y="41596"/>
                  <a:pt x="1679690" y="41926"/>
                  <a:pt x="1681010" y="42587"/>
                </a:cubicBezTo>
                <a:cubicBezTo>
                  <a:pt x="1682331" y="43246"/>
                  <a:pt x="1682992" y="44103"/>
                  <a:pt x="1682992" y="45159"/>
                </a:cubicBezTo>
                <a:lnTo>
                  <a:pt x="1682992" y="107551"/>
                </a:lnTo>
                <a:cubicBezTo>
                  <a:pt x="1682992" y="113362"/>
                  <a:pt x="1684576" y="117951"/>
                  <a:pt x="1687743" y="121318"/>
                </a:cubicBezTo>
                <a:cubicBezTo>
                  <a:pt x="1690913" y="124685"/>
                  <a:pt x="1695403" y="126368"/>
                  <a:pt x="1701214" y="126368"/>
                </a:cubicBezTo>
                <a:cubicBezTo>
                  <a:pt x="1705042" y="126368"/>
                  <a:pt x="1708409" y="125378"/>
                  <a:pt x="1711314" y="123397"/>
                </a:cubicBezTo>
                <a:cubicBezTo>
                  <a:pt x="1714219" y="121416"/>
                  <a:pt x="1716662" y="118611"/>
                  <a:pt x="1718643" y="114980"/>
                </a:cubicBezTo>
                <a:cubicBezTo>
                  <a:pt x="1720624" y="111347"/>
                  <a:pt x="1722109" y="106957"/>
                  <a:pt x="1723098" y="101809"/>
                </a:cubicBezTo>
                <a:cubicBezTo>
                  <a:pt x="1724089" y="96659"/>
                  <a:pt x="1724585" y="90980"/>
                  <a:pt x="1724585" y="84772"/>
                </a:cubicBezTo>
                <a:cubicBezTo>
                  <a:pt x="1724585" y="78830"/>
                  <a:pt x="1724089" y="73582"/>
                  <a:pt x="1723098" y="69026"/>
                </a:cubicBezTo>
                <a:cubicBezTo>
                  <a:pt x="1722109" y="64470"/>
                  <a:pt x="1721020" y="60576"/>
                  <a:pt x="1719831" y="57342"/>
                </a:cubicBezTo>
                <a:cubicBezTo>
                  <a:pt x="1718642" y="54106"/>
                  <a:pt x="1717552" y="51498"/>
                  <a:pt x="1716561" y="49517"/>
                </a:cubicBezTo>
                <a:cubicBezTo>
                  <a:pt x="1715571" y="47537"/>
                  <a:pt x="1715077" y="46216"/>
                  <a:pt x="1715077" y="45555"/>
                </a:cubicBezTo>
                <a:cubicBezTo>
                  <a:pt x="1715077" y="42916"/>
                  <a:pt x="1717982" y="41596"/>
                  <a:pt x="1723793" y="41596"/>
                </a:cubicBezTo>
                <a:cubicBezTo>
                  <a:pt x="1728415" y="41596"/>
                  <a:pt x="1731848" y="42322"/>
                  <a:pt x="1734093" y="43775"/>
                </a:cubicBezTo>
                <a:cubicBezTo>
                  <a:pt x="1736338" y="45226"/>
                  <a:pt x="1737988" y="47074"/>
                  <a:pt x="1739044" y="49321"/>
                </a:cubicBezTo>
                <a:cubicBezTo>
                  <a:pt x="1740760" y="53413"/>
                  <a:pt x="1742378" y="58101"/>
                  <a:pt x="1743897" y="63383"/>
                </a:cubicBezTo>
                <a:cubicBezTo>
                  <a:pt x="1745417" y="68664"/>
                  <a:pt x="1746176" y="75201"/>
                  <a:pt x="1746176" y="82992"/>
                </a:cubicBezTo>
                <a:cubicBezTo>
                  <a:pt x="1746176" y="91706"/>
                  <a:pt x="1745153" y="99794"/>
                  <a:pt x="1743105" y="107255"/>
                </a:cubicBezTo>
                <a:cubicBezTo>
                  <a:pt x="1741058" y="114716"/>
                  <a:pt x="1738054" y="121187"/>
                  <a:pt x="1734093" y="126667"/>
                </a:cubicBezTo>
                <a:cubicBezTo>
                  <a:pt x="1730132" y="132146"/>
                  <a:pt x="1725180" y="136469"/>
                  <a:pt x="1719238" y="139639"/>
                </a:cubicBezTo>
                <a:cubicBezTo>
                  <a:pt x="1713297" y="142808"/>
                  <a:pt x="1706430" y="144393"/>
                  <a:pt x="1698639" y="144393"/>
                </a:cubicBezTo>
                <a:cubicBezTo>
                  <a:pt x="1693489" y="144393"/>
                  <a:pt x="1688965" y="143733"/>
                  <a:pt x="1685068" y="142413"/>
                </a:cubicBezTo>
                <a:cubicBezTo>
                  <a:pt x="1681174" y="141092"/>
                  <a:pt x="1677939" y="139606"/>
                  <a:pt x="1675364" y="137955"/>
                </a:cubicBezTo>
                <a:cubicBezTo>
                  <a:pt x="1672791" y="136305"/>
                  <a:pt x="1670810" y="134721"/>
                  <a:pt x="1669422" y="133201"/>
                </a:cubicBezTo>
                <a:cubicBezTo>
                  <a:pt x="1668036" y="131682"/>
                  <a:pt x="1667211" y="130659"/>
                  <a:pt x="1666947" y="130131"/>
                </a:cubicBezTo>
                <a:cubicBezTo>
                  <a:pt x="1666552" y="130528"/>
                  <a:pt x="1665562" y="131519"/>
                  <a:pt x="1663976" y="133105"/>
                </a:cubicBezTo>
                <a:cubicBezTo>
                  <a:pt x="1662392" y="134688"/>
                  <a:pt x="1660213" y="136305"/>
                  <a:pt x="1657439" y="137955"/>
                </a:cubicBezTo>
                <a:cubicBezTo>
                  <a:pt x="1654666" y="139606"/>
                  <a:pt x="1651365" y="141092"/>
                  <a:pt x="1647535" y="142413"/>
                </a:cubicBezTo>
                <a:cubicBezTo>
                  <a:pt x="1643706" y="143733"/>
                  <a:pt x="1639416" y="144393"/>
                  <a:pt x="1634663" y="144393"/>
                </a:cubicBezTo>
                <a:close/>
                <a:moveTo>
                  <a:pt x="1851744" y="144193"/>
                </a:moveTo>
                <a:cubicBezTo>
                  <a:pt x="1845802" y="144193"/>
                  <a:pt x="1841148" y="142313"/>
                  <a:pt x="1837781" y="138551"/>
                </a:cubicBezTo>
                <a:cubicBezTo>
                  <a:pt x="1834414" y="134787"/>
                  <a:pt x="1832731" y="129669"/>
                  <a:pt x="1832731" y="123198"/>
                </a:cubicBezTo>
                <a:lnTo>
                  <a:pt x="1832731" y="74871"/>
                </a:lnTo>
                <a:cubicBezTo>
                  <a:pt x="1832731" y="68929"/>
                  <a:pt x="1831180" y="64472"/>
                  <a:pt x="1828077" y="61501"/>
                </a:cubicBezTo>
                <a:cubicBezTo>
                  <a:pt x="1824974" y="58529"/>
                  <a:pt x="1820715" y="57043"/>
                  <a:pt x="1815301" y="57043"/>
                </a:cubicBezTo>
                <a:cubicBezTo>
                  <a:pt x="1811999" y="57043"/>
                  <a:pt x="1808763" y="57802"/>
                  <a:pt x="1805594" y="59322"/>
                </a:cubicBezTo>
                <a:cubicBezTo>
                  <a:pt x="1802427" y="60841"/>
                  <a:pt x="1799621" y="62657"/>
                  <a:pt x="1797177" y="64771"/>
                </a:cubicBezTo>
                <a:cubicBezTo>
                  <a:pt x="1794735" y="66882"/>
                  <a:pt x="1792787" y="68995"/>
                  <a:pt x="1791335" y="71108"/>
                </a:cubicBezTo>
                <a:cubicBezTo>
                  <a:pt x="1789882" y="73220"/>
                  <a:pt x="1789156" y="74870"/>
                  <a:pt x="1789156" y="76059"/>
                </a:cubicBezTo>
                <a:lnTo>
                  <a:pt x="1789156" y="139043"/>
                </a:lnTo>
                <a:cubicBezTo>
                  <a:pt x="1789156" y="140101"/>
                  <a:pt x="1788495" y="140961"/>
                  <a:pt x="1787173" y="141621"/>
                </a:cubicBezTo>
                <a:cubicBezTo>
                  <a:pt x="1785853" y="142280"/>
                  <a:pt x="1782949" y="142610"/>
                  <a:pt x="1778460" y="142610"/>
                </a:cubicBezTo>
                <a:cubicBezTo>
                  <a:pt x="1773838" y="142610"/>
                  <a:pt x="1770899" y="142280"/>
                  <a:pt x="1769644" y="141621"/>
                </a:cubicBezTo>
                <a:cubicBezTo>
                  <a:pt x="1768390" y="140961"/>
                  <a:pt x="1767764" y="140101"/>
                  <a:pt x="1767764" y="139043"/>
                </a:cubicBezTo>
                <a:lnTo>
                  <a:pt x="1767764" y="3566"/>
                </a:lnTo>
                <a:cubicBezTo>
                  <a:pt x="1767764" y="2509"/>
                  <a:pt x="1768390" y="1650"/>
                  <a:pt x="1769644" y="991"/>
                </a:cubicBezTo>
                <a:cubicBezTo>
                  <a:pt x="1770899" y="330"/>
                  <a:pt x="1773838" y="0"/>
                  <a:pt x="1778460" y="0"/>
                </a:cubicBezTo>
                <a:cubicBezTo>
                  <a:pt x="1782949" y="0"/>
                  <a:pt x="1785853" y="330"/>
                  <a:pt x="1787173" y="991"/>
                </a:cubicBezTo>
                <a:cubicBezTo>
                  <a:pt x="1788495" y="1650"/>
                  <a:pt x="1789156" y="2509"/>
                  <a:pt x="1789156" y="3566"/>
                </a:cubicBezTo>
                <a:lnTo>
                  <a:pt x="1789156" y="55263"/>
                </a:lnTo>
                <a:cubicBezTo>
                  <a:pt x="1791136" y="53413"/>
                  <a:pt x="1793381" y="51598"/>
                  <a:pt x="1795889" y="49816"/>
                </a:cubicBezTo>
                <a:cubicBezTo>
                  <a:pt x="1798398" y="48033"/>
                  <a:pt x="1801203" y="46382"/>
                  <a:pt x="1804306" y="44863"/>
                </a:cubicBezTo>
                <a:cubicBezTo>
                  <a:pt x="1807411" y="43344"/>
                  <a:pt x="1810680" y="42123"/>
                  <a:pt x="1814114" y="41200"/>
                </a:cubicBezTo>
                <a:cubicBezTo>
                  <a:pt x="1817547" y="40275"/>
                  <a:pt x="1821112" y="39813"/>
                  <a:pt x="1824810" y="39813"/>
                </a:cubicBezTo>
                <a:cubicBezTo>
                  <a:pt x="1829035" y="39813"/>
                  <a:pt x="1832963" y="40506"/>
                  <a:pt x="1836593" y="41892"/>
                </a:cubicBezTo>
                <a:cubicBezTo>
                  <a:pt x="1840224" y="43278"/>
                  <a:pt x="1843327" y="45160"/>
                  <a:pt x="1845902" y="47538"/>
                </a:cubicBezTo>
                <a:cubicBezTo>
                  <a:pt x="1848477" y="49913"/>
                  <a:pt x="1850491" y="52752"/>
                  <a:pt x="1851944" y="56054"/>
                </a:cubicBezTo>
                <a:cubicBezTo>
                  <a:pt x="1853396" y="59355"/>
                  <a:pt x="1854123" y="62920"/>
                  <a:pt x="1854123" y="66750"/>
                </a:cubicBezTo>
                <a:lnTo>
                  <a:pt x="1854123" y="118842"/>
                </a:lnTo>
                <a:cubicBezTo>
                  <a:pt x="1854123" y="122143"/>
                  <a:pt x="1854749" y="124454"/>
                  <a:pt x="1856003" y="125776"/>
                </a:cubicBezTo>
                <a:cubicBezTo>
                  <a:pt x="1857258" y="127095"/>
                  <a:pt x="1859206" y="127755"/>
                  <a:pt x="1861848" y="127755"/>
                </a:cubicBezTo>
                <a:lnTo>
                  <a:pt x="1862640" y="127755"/>
                </a:lnTo>
                <a:cubicBezTo>
                  <a:pt x="1863167" y="127755"/>
                  <a:pt x="1863695" y="127755"/>
                  <a:pt x="1864223" y="127755"/>
                </a:cubicBezTo>
                <a:cubicBezTo>
                  <a:pt x="1864751" y="127755"/>
                  <a:pt x="1865246" y="127788"/>
                  <a:pt x="1865707" y="127855"/>
                </a:cubicBezTo>
                <a:lnTo>
                  <a:pt x="1866402" y="127952"/>
                </a:lnTo>
                <a:cubicBezTo>
                  <a:pt x="1866930" y="128085"/>
                  <a:pt x="1867194" y="128415"/>
                  <a:pt x="1867194" y="128943"/>
                </a:cubicBezTo>
                <a:cubicBezTo>
                  <a:pt x="1867194" y="130263"/>
                  <a:pt x="1866699" y="131781"/>
                  <a:pt x="1865707" y="133498"/>
                </a:cubicBezTo>
                <a:cubicBezTo>
                  <a:pt x="1864718" y="135214"/>
                  <a:pt x="1863464" y="136832"/>
                  <a:pt x="1861944" y="138351"/>
                </a:cubicBezTo>
                <a:cubicBezTo>
                  <a:pt x="1860427" y="139871"/>
                  <a:pt x="1858777" y="141191"/>
                  <a:pt x="1856994" y="142314"/>
                </a:cubicBezTo>
                <a:cubicBezTo>
                  <a:pt x="1855211" y="143436"/>
                  <a:pt x="1853461" y="144062"/>
                  <a:pt x="1851744" y="144193"/>
                </a:cubicBezTo>
                <a:close/>
                <a:moveTo>
                  <a:pt x="1961673" y="144193"/>
                </a:moveTo>
                <a:cubicBezTo>
                  <a:pt x="1958768" y="144193"/>
                  <a:pt x="1956226" y="143698"/>
                  <a:pt x="1954048" y="142706"/>
                </a:cubicBezTo>
                <a:cubicBezTo>
                  <a:pt x="1951870" y="141717"/>
                  <a:pt x="1950054" y="140596"/>
                  <a:pt x="1948602" y="139343"/>
                </a:cubicBezTo>
                <a:cubicBezTo>
                  <a:pt x="1947149" y="138087"/>
                  <a:pt x="1946059" y="136865"/>
                  <a:pt x="1945332" y="135677"/>
                </a:cubicBezTo>
                <a:cubicBezTo>
                  <a:pt x="1944606" y="134488"/>
                  <a:pt x="1944177" y="133696"/>
                  <a:pt x="1944044" y="133301"/>
                </a:cubicBezTo>
                <a:cubicBezTo>
                  <a:pt x="1942593" y="134357"/>
                  <a:pt x="1940811" y="135512"/>
                  <a:pt x="1938698" y="136768"/>
                </a:cubicBezTo>
                <a:cubicBezTo>
                  <a:pt x="1936584" y="138021"/>
                  <a:pt x="1934206" y="139209"/>
                  <a:pt x="1931565" y="140331"/>
                </a:cubicBezTo>
                <a:cubicBezTo>
                  <a:pt x="1928926" y="141453"/>
                  <a:pt x="1925988" y="142410"/>
                  <a:pt x="1922752" y="143202"/>
                </a:cubicBezTo>
                <a:cubicBezTo>
                  <a:pt x="1919518" y="143996"/>
                  <a:pt x="1916053" y="144393"/>
                  <a:pt x="1912355" y="144393"/>
                </a:cubicBezTo>
                <a:cubicBezTo>
                  <a:pt x="1907733" y="144393"/>
                  <a:pt x="1903442" y="143799"/>
                  <a:pt x="1899480" y="142610"/>
                </a:cubicBezTo>
                <a:cubicBezTo>
                  <a:pt x="1895519" y="141421"/>
                  <a:pt x="1892086" y="139639"/>
                  <a:pt x="1889180" y="137263"/>
                </a:cubicBezTo>
                <a:cubicBezTo>
                  <a:pt x="1886275" y="134886"/>
                  <a:pt x="1883997" y="131882"/>
                  <a:pt x="1882347" y="128251"/>
                </a:cubicBezTo>
                <a:cubicBezTo>
                  <a:pt x="1880697" y="124618"/>
                  <a:pt x="1879872" y="120360"/>
                  <a:pt x="1879872" y="115476"/>
                </a:cubicBezTo>
                <a:cubicBezTo>
                  <a:pt x="1879872" y="109268"/>
                  <a:pt x="1881191" y="104085"/>
                  <a:pt x="1883831" y="99926"/>
                </a:cubicBezTo>
                <a:cubicBezTo>
                  <a:pt x="1886472" y="95767"/>
                  <a:pt x="1890004" y="92302"/>
                  <a:pt x="1894427" y="89529"/>
                </a:cubicBezTo>
                <a:cubicBezTo>
                  <a:pt x="1898852" y="86755"/>
                  <a:pt x="1904035" y="84444"/>
                  <a:pt x="1909977" y="82596"/>
                </a:cubicBezTo>
                <a:cubicBezTo>
                  <a:pt x="1915919" y="80747"/>
                  <a:pt x="1922191" y="79030"/>
                  <a:pt x="1928794" y="77446"/>
                </a:cubicBezTo>
                <a:cubicBezTo>
                  <a:pt x="1932888" y="76388"/>
                  <a:pt x="1935991" y="75398"/>
                  <a:pt x="1938102" y="74475"/>
                </a:cubicBezTo>
                <a:cubicBezTo>
                  <a:pt x="1940216" y="73550"/>
                  <a:pt x="1941273" y="72295"/>
                  <a:pt x="1941273" y="70709"/>
                </a:cubicBezTo>
                <a:cubicBezTo>
                  <a:pt x="1941273" y="66484"/>
                  <a:pt x="1939589" y="63084"/>
                  <a:pt x="1936222" y="60509"/>
                </a:cubicBezTo>
                <a:cubicBezTo>
                  <a:pt x="1932855" y="57934"/>
                  <a:pt x="1927871" y="56647"/>
                  <a:pt x="1921268" y="56647"/>
                </a:cubicBezTo>
                <a:cubicBezTo>
                  <a:pt x="1917307" y="56647"/>
                  <a:pt x="1913708" y="57109"/>
                  <a:pt x="1910472" y="58034"/>
                </a:cubicBezTo>
                <a:cubicBezTo>
                  <a:pt x="1907237" y="58959"/>
                  <a:pt x="1904364" y="59982"/>
                  <a:pt x="1901856" y="61105"/>
                </a:cubicBezTo>
                <a:cubicBezTo>
                  <a:pt x="1899347" y="62227"/>
                  <a:pt x="1897235" y="63250"/>
                  <a:pt x="1895518" y="64175"/>
                </a:cubicBezTo>
                <a:cubicBezTo>
                  <a:pt x="1893801" y="65098"/>
                  <a:pt x="1892547" y="65560"/>
                  <a:pt x="1891755" y="65560"/>
                </a:cubicBezTo>
                <a:cubicBezTo>
                  <a:pt x="1890436" y="65560"/>
                  <a:pt x="1889776" y="64702"/>
                  <a:pt x="1889776" y="62988"/>
                </a:cubicBezTo>
                <a:cubicBezTo>
                  <a:pt x="1889776" y="61535"/>
                  <a:pt x="1890040" y="59653"/>
                  <a:pt x="1890568" y="57342"/>
                </a:cubicBezTo>
                <a:cubicBezTo>
                  <a:pt x="1891096" y="55031"/>
                  <a:pt x="1891822" y="52753"/>
                  <a:pt x="1892747" y="50509"/>
                </a:cubicBezTo>
                <a:cubicBezTo>
                  <a:pt x="1893275" y="49451"/>
                  <a:pt x="1894462" y="48328"/>
                  <a:pt x="1896310" y="47142"/>
                </a:cubicBezTo>
                <a:cubicBezTo>
                  <a:pt x="1898160" y="45953"/>
                  <a:pt x="1900504" y="44797"/>
                  <a:pt x="1903343" y="43675"/>
                </a:cubicBezTo>
                <a:cubicBezTo>
                  <a:pt x="1906182" y="42553"/>
                  <a:pt x="1909383" y="41629"/>
                  <a:pt x="1912948" y="40904"/>
                </a:cubicBezTo>
                <a:cubicBezTo>
                  <a:pt x="1916514" y="40176"/>
                  <a:pt x="1920211" y="39813"/>
                  <a:pt x="1924039" y="39813"/>
                </a:cubicBezTo>
                <a:cubicBezTo>
                  <a:pt x="1938301" y="39813"/>
                  <a:pt x="1948402" y="43015"/>
                  <a:pt x="1954344" y="49420"/>
                </a:cubicBezTo>
                <a:cubicBezTo>
                  <a:pt x="1960286" y="55824"/>
                  <a:pt x="1963257" y="65430"/>
                  <a:pt x="1963257" y="78238"/>
                </a:cubicBezTo>
                <a:lnTo>
                  <a:pt x="1963257" y="119039"/>
                </a:lnTo>
                <a:cubicBezTo>
                  <a:pt x="1963257" y="122077"/>
                  <a:pt x="1963851" y="124256"/>
                  <a:pt x="1965040" y="125576"/>
                </a:cubicBezTo>
                <a:cubicBezTo>
                  <a:pt x="1966229" y="126896"/>
                  <a:pt x="1968012" y="127622"/>
                  <a:pt x="1970389" y="127755"/>
                </a:cubicBezTo>
                <a:cubicBezTo>
                  <a:pt x="1970520" y="127886"/>
                  <a:pt x="1971312" y="127952"/>
                  <a:pt x="1972765" y="127952"/>
                </a:cubicBezTo>
                <a:cubicBezTo>
                  <a:pt x="1974218" y="127952"/>
                  <a:pt x="1975010" y="127952"/>
                  <a:pt x="1975143" y="127952"/>
                </a:cubicBezTo>
                <a:cubicBezTo>
                  <a:pt x="1976463" y="127952"/>
                  <a:pt x="1977123" y="128481"/>
                  <a:pt x="1977123" y="129538"/>
                </a:cubicBezTo>
                <a:cubicBezTo>
                  <a:pt x="1977123" y="130461"/>
                  <a:pt x="1976661" y="131749"/>
                  <a:pt x="1975736" y="133401"/>
                </a:cubicBezTo>
                <a:cubicBezTo>
                  <a:pt x="1974811" y="135051"/>
                  <a:pt x="1973589" y="136669"/>
                  <a:pt x="1972070" y="138255"/>
                </a:cubicBezTo>
                <a:cubicBezTo>
                  <a:pt x="1970553" y="139838"/>
                  <a:pt x="1968902" y="141225"/>
                  <a:pt x="1967119" y="142413"/>
                </a:cubicBezTo>
                <a:cubicBezTo>
                  <a:pt x="1965338" y="143600"/>
                  <a:pt x="1963523" y="144193"/>
                  <a:pt x="1961673" y="144193"/>
                </a:cubicBezTo>
                <a:moveTo>
                  <a:pt x="1901856" y="113097"/>
                </a:moveTo>
                <a:cubicBezTo>
                  <a:pt x="1901856" y="118511"/>
                  <a:pt x="1903671" y="122407"/>
                  <a:pt x="1907302" y="124784"/>
                </a:cubicBezTo>
                <a:cubicBezTo>
                  <a:pt x="1910935" y="127160"/>
                  <a:pt x="1915458" y="128282"/>
                  <a:pt x="1920872" y="128151"/>
                </a:cubicBezTo>
                <a:cubicBezTo>
                  <a:pt x="1923778" y="128151"/>
                  <a:pt x="1926485" y="127755"/>
                  <a:pt x="1928993" y="126963"/>
                </a:cubicBezTo>
                <a:cubicBezTo>
                  <a:pt x="1931502" y="126170"/>
                  <a:pt x="1933713" y="125211"/>
                  <a:pt x="1935627" y="124089"/>
                </a:cubicBezTo>
                <a:cubicBezTo>
                  <a:pt x="1937541" y="122967"/>
                  <a:pt x="1939059" y="121746"/>
                  <a:pt x="1940182" y="120426"/>
                </a:cubicBezTo>
                <a:cubicBezTo>
                  <a:pt x="1941306" y="119106"/>
                  <a:pt x="1941868" y="117918"/>
                  <a:pt x="1941868" y="116860"/>
                </a:cubicBezTo>
                <a:lnTo>
                  <a:pt x="1941868" y="90914"/>
                </a:lnTo>
                <a:cubicBezTo>
                  <a:pt x="1941868" y="89594"/>
                  <a:pt x="1941207" y="88934"/>
                  <a:pt x="1939885" y="88934"/>
                </a:cubicBezTo>
                <a:cubicBezTo>
                  <a:pt x="1938433" y="88934"/>
                  <a:pt x="1935924" y="89462"/>
                  <a:pt x="1932360" y="90518"/>
                </a:cubicBezTo>
                <a:cubicBezTo>
                  <a:pt x="1929190" y="91442"/>
                  <a:pt x="1925823" y="92466"/>
                  <a:pt x="1922256" y="93588"/>
                </a:cubicBezTo>
                <a:cubicBezTo>
                  <a:pt x="1918692" y="94711"/>
                  <a:pt x="1915391" y="96097"/>
                  <a:pt x="1912352" y="97747"/>
                </a:cubicBezTo>
                <a:cubicBezTo>
                  <a:pt x="1909316" y="99397"/>
                  <a:pt x="1906807" y="101444"/>
                  <a:pt x="1904827" y="103888"/>
                </a:cubicBezTo>
                <a:cubicBezTo>
                  <a:pt x="1902846" y="106330"/>
                  <a:pt x="1901856" y="109400"/>
                  <a:pt x="1901856" y="113097"/>
                </a:cubicBezTo>
                <a:close/>
                <a:moveTo>
                  <a:pt x="2028621" y="144193"/>
                </a:moveTo>
                <a:cubicBezTo>
                  <a:pt x="2019643" y="144193"/>
                  <a:pt x="2012677" y="141520"/>
                  <a:pt x="2007725" y="136172"/>
                </a:cubicBezTo>
                <a:cubicBezTo>
                  <a:pt x="2002772" y="130825"/>
                  <a:pt x="2000296" y="123926"/>
                  <a:pt x="2000296" y="115476"/>
                </a:cubicBezTo>
                <a:lnTo>
                  <a:pt x="2000296" y="57838"/>
                </a:lnTo>
                <a:lnTo>
                  <a:pt x="1992967" y="57838"/>
                </a:lnTo>
                <a:cubicBezTo>
                  <a:pt x="1992044" y="57838"/>
                  <a:pt x="1991252" y="57243"/>
                  <a:pt x="1990591" y="56054"/>
                </a:cubicBezTo>
                <a:cubicBezTo>
                  <a:pt x="1989930" y="54866"/>
                  <a:pt x="1989600" y="52753"/>
                  <a:pt x="1989600" y="49717"/>
                </a:cubicBezTo>
                <a:cubicBezTo>
                  <a:pt x="1989600" y="46547"/>
                  <a:pt x="1989930" y="44401"/>
                  <a:pt x="1990591" y="43279"/>
                </a:cubicBezTo>
                <a:cubicBezTo>
                  <a:pt x="1991252" y="42157"/>
                  <a:pt x="1992111" y="41596"/>
                  <a:pt x="1993166" y="41596"/>
                </a:cubicBezTo>
                <a:lnTo>
                  <a:pt x="2000296" y="41596"/>
                </a:lnTo>
                <a:lnTo>
                  <a:pt x="2000296" y="21987"/>
                </a:lnTo>
                <a:cubicBezTo>
                  <a:pt x="2000296" y="20929"/>
                  <a:pt x="2001022" y="19839"/>
                  <a:pt x="2002475" y="18717"/>
                </a:cubicBezTo>
                <a:cubicBezTo>
                  <a:pt x="2003928" y="17595"/>
                  <a:pt x="2005678" y="16539"/>
                  <a:pt x="2007725" y="15550"/>
                </a:cubicBezTo>
                <a:cubicBezTo>
                  <a:pt x="2009772" y="14558"/>
                  <a:pt x="2011851" y="13733"/>
                  <a:pt x="2013963" y="13074"/>
                </a:cubicBezTo>
                <a:cubicBezTo>
                  <a:pt x="2016076" y="12414"/>
                  <a:pt x="2017727" y="12083"/>
                  <a:pt x="2018916" y="12083"/>
                </a:cubicBezTo>
                <a:cubicBezTo>
                  <a:pt x="2020764" y="12083"/>
                  <a:pt x="2021688" y="13139"/>
                  <a:pt x="2021688" y="15250"/>
                </a:cubicBezTo>
                <a:lnTo>
                  <a:pt x="2021688" y="41596"/>
                </a:lnTo>
                <a:lnTo>
                  <a:pt x="2042088" y="41596"/>
                </a:lnTo>
                <a:cubicBezTo>
                  <a:pt x="2043938" y="41596"/>
                  <a:pt x="2044863" y="42520"/>
                  <a:pt x="2044863" y="44367"/>
                </a:cubicBezTo>
                <a:cubicBezTo>
                  <a:pt x="2044863" y="45423"/>
                  <a:pt x="2044532" y="46710"/>
                  <a:pt x="2043871" y="48230"/>
                </a:cubicBezTo>
                <a:cubicBezTo>
                  <a:pt x="2043212" y="49749"/>
                  <a:pt x="2042387" y="51235"/>
                  <a:pt x="2041396" y="52688"/>
                </a:cubicBezTo>
                <a:cubicBezTo>
                  <a:pt x="2040407" y="54140"/>
                  <a:pt x="2039284" y="55362"/>
                  <a:pt x="2038029" y="56354"/>
                </a:cubicBezTo>
                <a:cubicBezTo>
                  <a:pt x="2036774" y="57343"/>
                  <a:pt x="2035618" y="57838"/>
                  <a:pt x="2034563" y="57838"/>
                </a:cubicBezTo>
                <a:lnTo>
                  <a:pt x="2021688" y="57838"/>
                </a:lnTo>
                <a:lnTo>
                  <a:pt x="2021688" y="107551"/>
                </a:lnTo>
                <a:cubicBezTo>
                  <a:pt x="2021688" y="114418"/>
                  <a:pt x="2023140" y="119469"/>
                  <a:pt x="2026046" y="122705"/>
                </a:cubicBezTo>
                <a:cubicBezTo>
                  <a:pt x="2028951" y="125939"/>
                  <a:pt x="2032847" y="127556"/>
                  <a:pt x="2037733" y="127556"/>
                </a:cubicBezTo>
                <a:cubicBezTo>
                  <a:pt x="2038392" y="127556"/>
                  <a:pt x="2039580" y="127490"/>
                  <a:pt x="2041296" y="127359"/>
                </a:cubicBezTo>
                <a:cubicBezTo>
                  <a:pt x="2043013" y="127226"/>
                  <a:pt x="2043938" y="127160"/>
                  <a:pt x="2044071" y="127160"/>
                </a:cubicBezTo>
                <a:cubicBezTo>
                  <a:pt x="2045260" y="127160"/>
                  <a:pt x="2045854" y="127821"/>
                  <a:pt x="2045854" y="129142"/>
                </a:cubicBezTo>
                <a:cubicBezTo>
                  <a:pt x="2045854" y="130065"/>
                  <a:pt x="2045325" y="131385"/>
                  <a:pt x="2044267" y="133102"/>
                </a:cubicBezTo>
                <a:cubicBezTo>
                  <a:pt x="2043211" y="134818"/>
                  <a:pt x="2041858" y="136503"/>
                  <a:pt x="2040208" y="138155"/>
                </a:cubicBezTo>
                <a:cubicBezTo>
                  <a:pt x="2038558" y="139805"/>
                  <a:pt x="2036709" y="141225"/>
                  <a:pt x="2034662" y="142413"/>
                </a:cubicBezTo>
                <a:cubicBezTo>
                  <a:pt x="2032615" y="143600"/>
                  <a:pt x="2030601" y="144193"/>
                  <a:pt x="2028621" y="144193"/>
                </a:cubicBezTo>
                <a:close/>
                <a:moveTo>
                  <a:pt x="2120128" y="142610"/>
                </a:moveTo>
                <a:cubicBezTo>
                  <a:pt x="2115639" y="142610"/>
                  <a:pt x="2112767" y="142280"/>
                  <a:pt x="2111512" y="141621"/>
                </a:cubicBezTo>
                <a:cubicBezTo>
                  <a:pt x="2110257" y="140961"/>
                  <a:pt x="2109629" y="140101"/>
                  <a:pt x="2109629" y="139043"/>
                </a:cubicBezTo>
                <a:lnTo>
                  <a:pt x="2109629" y="3566"/>
                </a:lnTo>
                <a:cubicBezTo>
                  <a:pt x="2109629" y="2509"/>
                  <a:pt x="2110257" y="1650"/>
                  <a:pt x="2111512" y="991"/>
                </a:cubicBezTo>
                <a:cubicBezTo>
                  <a:pt x="2112767" y="330"/>
                  <a:pt x="2115639" y="0"/>
                  <a:pt x="2120128" y="0"/>
                </a:cubicBezTo>
                <a:cubicBezTo>
                  <a:pt x="2124750" y="0"/>
                  <a:pt x="2127688" y="330"/>
                  <a:pt x="2128941" y="991"/>
                </a:cubicBezTo>
                <a:cubicBezTo>
                  <a:pt x="2130197" y="1650"/>
                  <a:pt x="2130824" y="2509"/>
                  <a:pt x="2130824" y="3566"/>
                </a:cubicBezTo>
                <a:lnTo>
                  <a:pt x="2130824" y="83388"/>
                </a:lnTo>
                <a:cubicBezTo>
                  <a:pt x="2135974" y="81671"/>
                  <a:pt x="2140727" y="79394"/>
                  <a:pt x="2145083" y="76555"/>
                </a:cubicBezTo>
                <a:cubicBezTo>
                  <a:pt x="2149442" y="73716"/>
                  <a:pt x="2153337" y="70514"/>
                  <a:pt x="2156771" y="66950"/>
                </a:cubicBezTo>
                <a:cubicBezTo>
                  <a:pt x="2160204" y="63383"/>
                  <a:pt x="2163175" y="59620"/>
                  <a:pt x="2165683" y="55658"/>
                </a:cubicBezTo>
                <a:cubicBezTo>
                  <a:pt x="2168192" y="51697"/>
                  <a:pt x="2170107" y="47868"/>
                  <a:pt x="2171429" y="44171"/>
                </a:cubicBezTo>
                <a:cubicBezTo>
                  <a:pt x="2171693" y="43377"/>
                  <a:pt x="2172022" y="42749"/>
                  <a:pt x="2172417" y="42288"/>
                </a:cubicBezTo>
                <a:cubicBezTo>
                  <a:pt x="2172814" y="41826"/>
                  <a:pt x="2173475" y="41596"/>
                  <a:pt x="2174400" y="41596"/>
                </a:cubicBezTo>
                <a:lnTo>
                  <a:pt x="2188462" y="41596"/>
                </a:lnTo>
                <a:cubicBezTo>
                  <a:pt x="2190574" y="41596"/>
                  <a:pt x="2191498" y="42388"/>
                  <a:pt x="2191234" y="43971"/>
                </a:cubicBezTo>
                <a:cubicBezTo>
                  <a:pt x="2191234" y="45027"/>
                  <a:pt x="2190838" y="46545"/>
                  <a:pt x="2190046" y="48526"/>
                </a:cubicBezTo>
                <a:cubicBezTo>
                  <a:pt x="2188593" y="51959"/>
                  <a:pt x="2186745" y="55558"/>
                  <a:pt x="2184500" y="59322"/>
                </a:cubicBezTo>
                <a:cubicBezTo>
                  <a:pt x="2182256" y="63085"/>
                  <a:pt x="2179746" y="66750"/>
                  <a:pt x="2176972" y="70317"/>
                </a:cubicBezTo>
                <a:cubicBezTo>
                  <a:pt x="2174199" y="73881"/>
                  <a:pt x="2171195" y="77214"/>
                  <a:pt x="2167959" y="80317"/>
                </a:cubicBezTo>
                <a:cubicBezTo>
                  <a:pt x="2164725" y="83420"/>
                  <a:pt x="2161392" y="86028"/>
                  <a:pt x="2157958" y="88142"/>
                </a:cubicBezTo>
                <a:cubicBezTo>
                  <a:pt x="2160467" y="89065"/>
                  <a:pt x="2162778" y="90550"/>
                  <a:pt x="2164892" y="92597"/>
                </a:cubicBezTo>
                <a:cubicBezTo>
                  <a:pt x="2167005" y="94644"/>
                  <a:pt x="2169019" y="97054"/>
                  <a:pt x="2170933" y="99826"/>
                </a:cubicBezTo>
                <a:cubicBezTo>
                  <a:pt x="2172847" y="102599"/>
                  <a:pt x="2174728" y="105735"/>
                  <a:pt x="2176576" y="109235"/>
                </a:cubicBezTo>
                <a:cubicBezTo>
                  <a:pt x="2178425" y="112734"/>
                  <a:pt x="2180340" y="116398"/>
                  <a:pt x="2182321" y="120227"/>
                </a:cubicBezTo>
                <a:cubicBezTo>
                  <a:pt x="2183774" y="123132"/>
                  <a:pt x="2185227" y="125047"/>
                  <a:pt x="2186679" y="125972"/>
                </a:cubicBezTo>
                <a:cubicBezTo>
                  <a:pt x="2188132" y="126897"/>
                  <a:pt x="2189849" y="127425"/>
                  <a:pt x="2191829" y="127556"/>
                </a:cubicBezTo>
                <a:cubicBezTo>
                  <a:pt x="2192093" y="127689"/>
                  <a:pt x="2193050" y="127788"/>
                  <a:pt x="2194700" y="127855"/>
                </a:cubicBezTo>
                <a:cubicBezTo>
                  <a:pt x="2196351" y="127919"/>
                  <a:pt x="2197308" y="127952"/>
                  <a:pt x="2197572" y="127952"/>
                </a:cubicBezTo>
                <a:cubicBezTo>
                  <a:pt x="2198893" y="127952"/>
                  <a:pt x="2199554" y="128481"/>
                  <a:pt x="2199554" y="129538"/>
                </a:cubicBezTo>
                <a:cubicBezTo>
                  <a:pt x="2199554" y="130461"/>
                  <a:pt x="2199059" y="131749"/>
                  <a:pt x="2198067" y="133401"/>
                </a:cubicBezTo>
                <a:cubicBezTo>
                  <a:pt x="2197078" y="135051"/>
                  <a:pt x="2195790" y="136669"/>
                  <a:pt x="2194205" y="138255"/>
                </a:cubicBezTo>
                <a:cubicBezTo>
                  <a:pt x="2192621" y="139838"/>
                  <a:pt x="2190871" y="141225"/>
                  <a:pt x="2188955" y="142413"/>
                </a:cubicBezTo>
                <a:cubicBezTo>
                  <a:pt x="2187041" y="143600"/>
                  <a:pt x="2185226" y="144193"/>
                  <a:pt x="2183509" y="144193"/>
                </a:cubicBezTo>
                <a:cubicBezTo>
                  <a:pt x="2176114" y="144193"/>
                  <a:pt x="2170965" y="141553"/>
                  <a:pt x="2168062" y="136272"/>
                </a:cubicBezTo>
                <a:cubicBezTo>
                  <a:pt x="2161854" y="125047"/>
                  <a:pt x="2156736" y="116068"/>
                  <a:pt x="2152709" y="109334"/>
                </a:cubicBezTo>
                <a:cubicBezTo>
                  <a:pt x="2148683" y="102601"/>
                  <a:pt x="2144953" y="98837"/>
                  <a:pt x="2141520" y="98043"/>
                </a:cubicBezTo>
                <a:cubicBezTo>
                  <a:pt x="2140859" y="98176"/>
                  <a:pt x="2140000" y="98441"/>
                  <a:pt x="2138942" y="98838"/>
                </a:cubicBezTo>
                <a:cubicBezTo>
                  <a:pt x="2137886" y="99233"/>
                  <a:pt x="2136831" y="99629"/>
                  <a:pt x="2135775" y="100026"/>
                </a:cubicBezTo>
                <a:cubicBezTo>
                  <a:pt x="2134719" y="100421"/>
                  <a:pt x="2133729" y="100783"/>
                  <a:pt x="2132804" y="101114"/>
                </a:cubicBezTo>
                <a:cubicBezTo>
                  <a:pt x="2131879" y="101444"/>
                  <a:pt x="2131219" y="101676"/>
                  <a:pt x="2130824" y="101809"/>
                </a:cubicBezTo>
                <a:lnTo>
                  <a:pt x="2130824" y="139043"/>
                </a:lnTo>
                <a:cubicBezTo>
                  <a:pt x="2130824" y="140101"/>
                  <a:pt x="2130197" y="140961"/>
                  <a:pt x="2128941" y="141621"/>
                </a:cubicBezTo>
                <a:cubicBezTo>
                  <a:pt x="2127688" y="142280"/>
                  <a:pt x="2124750" y="142610"/>
                  <a:pt x="2120128" y="142610"/>
                </a:cubicBezTo>
                <a:close/>
                <a:moveTo>
                  <a:pt x="2226491" y="1980"/>
                </a:moveTo>
                <a:cubicBezTo>
                  <a:pt x="2230321" y="1980"/>
                  <a:pt x="2233326" y="3003"/>
                  <a:pt x="2235504" y="5050"/>
                </a:cubicBezTo>
                <a:cubicBezTo>
                  <a:pt x="2237682" y="7097"/>
                  <a:pt x="2238771" y="10497"/>
                  <a:pt x="2238771" y="15250"/>
                </a:cubicBezTo>
                <a:cubicBezTo>
                  <a:pt x="2238771" y="20006"/>
                  <a:pt x="2237682" y="23340"/>
                  <a:pt x="2235504" y="25254"/>
                </a:cubicBezTo>
                <a:cubicBezTo>
                  <a:pt x="2233326" y="27168"/>
                  <a:pt x="2230321" y="28125"/>
                  <a:pt x="2226491" y="28125"/>
                </a:cubicBezTo>
                <a:cubicBezTo>
                  <a:pt x="2222663" y="28125"/>
                  <a:pt x="2219659" y="27168"/>
                  <a:pt x="2217479" y="25254"/>
                </a:cubicBezTo>
                <a:cubicBezTo>
                  <a:pt x="2215301" y="23340"/>
                  <a:pt x="2214212" y="20006"/>
                  <a:pt x="2214212" y="15250"/>
                </a:cubicBezTo>
                <a:cubicBezTo>
                  <a:pt x="2214212" y="10497"/>
                  <a:pt x="2215301" y="7097"/>
                  <a:pt x="2217479" y="5050"/>
                </a:cubicBezTo>
                <a:cubicBezTo>
                  <a:pt x="2219659" y="3003"/>
                  <a:pt x="2222663" y="1980"/>
                  <a:pt x="2226491" y="1980"/>
                </a:cubicBezTo>
                <a:moveTo>
                  <a:pt x="2215795" y="45159"/>
                </a:moveTo>
                <a:cubicBezTo>
                  <a:pt x="2215795" y="44103"/>
                  <a:pt x="2216455" y="43246"/>
                  <a:pt x="2217775" y="42587"/>
                </a:cubicBezTo>
                <a:cubicBezTo>
                  <a:pt x="2219097" y="41926"/>
                  <a:pt x="2222002" y="41596"/>
                  <a:pt x="2226491" y="41596"/>
                </a:cubicBezTo>
                <a:cubicBezTo>
                  <a:pt x="2230980" y="41596"/>
                  <a:pt x="2233885" y="41926"/>
                  <a:pt x="2235204" y="42587"/>
                </a:cubicBezTo>
                <a:cubicBezTo>
                  <a:pt x="2236526" y="43246"/>
                  <a:pt x="2237187" y="44103"/>
                  <a:pt x="2237187" y="45159"/>
                </a:cubicBezTo>
                <a:lnTo>
                  <a:pt x="2237187" y="118051"/>
                </a:lnTo>
                <a:cubicBezTo>
                  <a:pt x="2237187" y="121351"/>
                  <a:pt x="2237814" y="123662"/>
                  <a:pt x="2239067" y="124984"/>
                </a:cubicBezTo>
                <a:cubicBezTo>
                  <a:pt x="2240322" y="126304"/>
                  <a:pt x="2242271" y="126963"/>
                  <a:pt x="2244912" y="126963"/>
                </a:cubicBezTo>
                <a:lnTo>
                  <a:pt x="2245704" y="126963"/>
                </a:lnTo>
                <a:cubicBezTo>
                  <a:pt x="2246232" y="126963"/>
                  <a:pt x="2246760" y="126963"/>
                  <a:pt x="2247288" y="126963"/>
                </a:cubicBezTo>
                <a:cubicBezTo>
                  <a:pt x="2247818" y="126963"/>
                  <a:pt x="2248313" y="126997"/>
                  <a:pt x="2248775" y="127063"/>
                </a:cubicBezTo>
                <a:lnTo>
                  <a:pt x="2249467" y="127160"/>
                </a:lnTo>
                <a:cubicBezTo>
                  <a:pt x="2249997" y="127293"/>
                  <a:pt x="2250262" y="127623"/>
                  <a:pt x="2250262" y="128151"/>
                </a:cubicBezTo>
                <a:cubicBezTo>
                  <a:pt x="2250262" y="129471"/>
                  <a:pt x="2249766" y="130989"/>
                  <a:pt x="2248775" y="132706"/>
                </a:cubicBezTo>
                <a:cubicBezTo>
                  <a:pt x="2247785" y="134422"/>
                  <a:pt x="2246531" y="136040"/>
                  <a:pt x="2245012" y="137560"/>
                </a:cubicBezTo>
                <a:cubicBezTo>
                  <a:pt x="2243493" y="139077"/>
                  <a:pt x="2241841" y="140397"/>
                  <a:pt x="2240058" y="141522"/>
                </a:cubicBezTo>
                <a:cubicBezTo>
                  <a:pt x="2238277" y="142644"/>
                  <a:pt x="2236528" y="143271"/>
                  <a:pt x="2234812" y="143402"/>
                </a:cubicBezTo>
                <a:cubicBezTo>
                  <a:pt x="2228870" y="143402"/>
                  <a:pt x="2224214" y="141521"/>
                  <a:pt x="2220846" y="137759"/>
                </a:cubicBezTo>
                <a:cubicBezTo>
                  <a:pt x="2217479" y="133995"/>
                  <a:pt x="2215795" y="128878"/>
                  <a:pt x="2215795" y="122406"/>
                </a:cubicBezTo>
                <a:lnTo>
                  <a:pt x="2215795" y="45159"/>
                </a:lnTo>
                <a:close/>
                <a:moveTo>
                  <a:pt x="2338797" y="75267"/>
                </a:moveTo>
                <a:cubicBezTo>
                  <a:pt x="2338797" y="63118"/>
                  <a:pt x="2332987" y="57043"/>
                  <a:pt x="2321367" y="57043"/>
                </a:cubicBezTo>
                <a:cubicBezTo>
                  <a:pt x="2318067" y="57043"/>
                  <a:pt x="2314832" y="57802"/>
                  <a:pt x="2311663" y="59322"/>
                </a:cubicBezTo>
                <a:cubicBezTo>
                  <a:pt x="2308493" y="60841"/>
                  <a:pt x="2305687" y="62624"/>
                  <a:pt x="2303243" y="64671"/>
                </a:cubicBezTo>
                <a:cubicBezTo>
                  <a:pt x="2300801" y="66716"/>
                  <a:pt x="2298853" y="68829"/>
                  <a:pt x="2297401" y="71009"/>
                </a:cubicBezTo>
                <a:cubicBezTo>
                  <a:pt x="2295948" y="73187"/>
                  <a:pt x="2295222" y="74870"/>
                  <a:pt x="2295222" y="76059"/>
                </a:cubicBezTo>
                <a:lnTo>
                  <a:pt x="2295222" y="139043"/>
                </a:lnTo>
                <a:cubicBezTo>
                  <a:pt x="2295222" y="140101"/>
                  <a:pt x="2294562" y="140961"/>
                  <a:pt x="2293242" y="141621"/>
                </a:cubicBezTo>
                <a:cubicBezTo>
                  <a:pt x="2291922" y="142280"/>
                  <a:pt x="2289017" y="142610"/>
                  <a:pt x="2284526" y="142610"/>
                </a:cubicBezTo>
                <a:cubicBezTo>
                  <a:pt x="2280037" y="142610"/>
                  <a:pt x="2277131" y="142280"/>
                  <a:pt x="2275809" y="141621"/>
                </a:cubicBezTo>
                <a:cubicBezTo>
                  <a:pt x="2274490" y="140961"/>
                  <a:pt x="2273830" y="140101"/>
                  <a:pt x="2273830" y="139043"/>
                </a:cubicBezTo>
                <a:lnTo>
                  <a:pt x="2273830" y="65560"/>
                </a:lnTo>
                <a:cubicBezTo>
                  <a:pt x="2273830" y="63051"/>
                  <a:pt x="2273533" y="60972"/>
                  <a:pt x="2272938" y="59322"/>
                </a:cubicBezTo>
                <a:cubicBezTo>
                  <a:pt x="2272346" y="57671"/>
                  <a:pt x="2271686" y="56285"/>
                  <a:pt x="2270959" y="55163"/>
                </a:cubicBezTo>
                <a:cubicBezTo>
                  <a:pt x="2270233" y="54041"/>
                  <a:pt x="2269573" y="53149"/>
                  <a:pt x="2268979" y="52488"/>
                </a:cubicBezTo>
                <a:cubicBezTo>
                  <a:pt x="2268385" y="51827"/>
                  <a:pt x="2268087" y="51167"/>
                  <a:pt x="2268087" y="50509"/>
                </a:cubicBezTo>
                <a:cubicBezTo>
                  <a:pt x="2268087" y="49717"/>
                  <a:pt x="2268747" y="48726"/>
                  <a:pt x="2270067" y="47538"/>
                </a:cubicBezTo>
                <a:cubicBezTo>
                  <a:pt x="2271389" y="46349"/>
                  <a:pt x="2272940" y="45193"/>
                  <a:pt x="2274721" y="44071"/>
                </a:cubicBezTo>
                <a:cubicBezTo>
                  <a:pt x="2276504" y="42949"/>
                  <a:pt x="2278320" y="41992"/>
                  <a:pt x="2280167" y="41200"/>
                </a:cubicBezTo>
                <a:cubicBezTo>
                  <a:pt x="2282017" y="40406"/>
                  <a:pt x="2283470" y="40009"/>
                  <a:pt x="2284526" y="40009"/>
                </a:cubicBezTo>
                <a:cubicBezTo>
                  <a:pt x="2287036" y="40009"/>
                  <a:pt x="2289083" y="41132"/>
                  <a:pt x="2290667" y="43379"/>
                </a:cubicBezTo>
                <a:cubicBezTo>
                  <a:pt x="2292251" y="45623"/>
                  <a:pt x="2293505" y="48726"/>
                  <a:pt x="2294430" y="52688"/>
                </a:cubicBezTo>
                <a:cubicBezTo>
                  <a:pt x="2294563" y="52952"/>
                  <a:pt x="2294661" y="53347"/>
                  <a:pt x="2294726" y="53875"/>
                </a:cubicBezTo>
                <a:cubicBezTo>
                  <a:pt x="2294792" y="54403"/>
                  <a:pt x="2294892" y="54799"/>
                  <a:pt x="2295025" y="55063"/>
                </a:cubicBezTo>
                <a:cubicBezTo>
                  <a:pt x="2296214" y="54007"/>
                  <a:pt x="2297963" y="52654"/>
                  <a:pt x="2300272" y="51004"/>
                </a:cubicBezTo>
                <a:cubicBezTo>
                  <a:pt x="2302583" y="49352"/>
                  <a:pt x="2305290" y="47668"/>
                  <a:pt x="2308393" y="45951"/>
                </a:cubicBezTo>
                <a:cubicBezTo>
                  <a:pt x="2311498" y="44234"/>
                  <a:pt x="2314931" y="42783"/>
                  <a:pt x="2318693" y="41596"/>
                </a:cubicBezTo>
                <a:cubicBezTo>
                  <a:pt x="2322456" y="40407"/>
                  <a:pt x="2326385" y="39813"/>
                  <a:pt x="2330480" y="39813"/>
                </a:cubicBezTo>
                <a:cubicBezTo>
                  <a:pt x="2339591" y="39813"/>
                  <a:pt x="2346820" y="42354"/>
                  <a:pt x="2352168" y="47438"/>
                </a:cubicBezTo>
                <a:cubicBezTo>
                  <a:pt x="2357515" y="52521"/>
                  <a:pt x="2360189" y="59024"/>
                  <a:pt x="2360189" y="66947"/>
                </a:cubicBezTo>
                <a:lnTo>
                  <a:pt x="2360189" y="118842"/>
                </a:lnTo>
                <a:cubicBezTo>
                  <a:pt x="2360189" y="122143"/>
                  <a:pt x="2360815" y="124454"/>
                  <a:pt x="2362069" y="125776"/>
                </a:cubicBezTo>
                <a:cubicBezTo>
                  <a:pt x="2363324" y="127095"/>
                  <a:pt x="2365272" y="127755"/>
                  <a:pt x="2367914" y="127755"/>
                </a:cubicBezTo>
                <a:lnTo>
                  <a:pt x="2368705" y="127755"/>
                </a:lnTo>
                <a:cubicBezTo>
                  <a:pt x="2369233" y="127755"/>
                  <a:pt x="2369761" y="127755"/>
                  <a:pt x="2370289" y="127755"/>
                </a:cubicBezTo>
                <a:cubicBezTo>
                  <a:pt x="2370819" y="127755"/>
                  <a:pt x="2371315" y="127788"/>
                  <a:pt x="2371776" y="127855"/>
                </a:cubicBezTo>
                <a:lnTo>
                  <a:pt x="2372468" y="127952"/>
                </a:lnTo>
                <a:cubicBezTo>
                  <a:pt x="2372998" y="128085"/>
                  <a:pt x="2373263" y="128415"/>
                  <a:pt x="2373263" y="128943"/>
                </a:cubicBezTo>
                <a:cubicBezTo>
                  <a:pt x="2373263" y="130263"/>
                  <a:pt x="2372767" y="131781"/>
                  <a:pt x="2371776" y="133498"/>
                </a:cubicBezTo>
                <a:cubicBezTo>
                  <a:pt x="2370787" y="135214"/>
                  <a:pt x="2369533" y="136832"/>
                  <a:pt x="2368013" y="138351"/>
                </a:cubicBezTo>
                <a:cubicBezTo>
                  <a:pt x="2366494" y="139871"/>
                  <a:pt x="2364843" y="141191"/>
                  <a:pt x="2363060" y="142314"/>
                </a:cubicBezTo>
                <a:cubicBezTo>
                  <a:pt x="2361279" y="143436"/>
                  <a:pt x="2359530" y="144062"/>
                  <a:pt x="2357813" y="144193"/>
                </a:cubicBezTo>
                <a:cubicBezTo>
                  <a:pt x="2351871" y="144193"/>
                  <a:pt x="2347216" y="142313"/>
                  <a:pt x="2343847" y="138551"/>
                </a:cubicBezTo>
                <a:cubicBezTo>
                  <a:pt x="2340480" y="134787"/>
                  <a:pt x="2338797" y="129669"/>
                  <a:pt x="2338797" y="123198"/>
                </a:cubicBezTo>
                <a:lnTo>
                  <a:pt x="2338797" y="75267"/>
                </a:lnTo>
                <a:close/>
                <a:moveTo>
                  <a:pt x="2429910" y="144393"/>
                </a:moveTo>
                <a:cubicBezTo>
                  <a:pt x="2425024" y="144393"/>
                  <a:pt x="2420104" y="143535"/>
                  <a:pt x="2415152" y="141818"/>
                </a:cubicBezTo>
                <a:cubicBezTo>
                  <a:pt x="2410201" y="140101"/>
                  <a:pt x="2405745" y="137394"/>
                  <a:pt x="2401784" y="133697"/>
                </a:cubicBezTo>
                <a:cubicBezTo>
                  <a:pt x="2397823" y="130000"/>
                  <a:pt x="2394620" y="125180"/>
                  <a:pt x="2392176" y="119238"/>
                </a:cubicBezTo>
                <a:cubicBezTo>
                  <a:pt x="2389734" y="113297"/>
                  <a:pt x="2388513" y="106100"/>
                  <a:pt x="2388513" y="97647"/>
                </a:cubicBezTo>
                <a:cubicBezTo>
                  <a:pt x="2388513" y="86952"/>
                  <a:pt x="2390130" y="77941"/>
                  <a:pt x="2393364" y="70613"/>
                </a:cubicBezTo>
                <a:cubicBezTo>
                  <a:pt x="2396600" y="63283"/>
                  <a:pt x="2400628" y="57340"/>
                  <a:pt x="2405447" y="52784"/>
                </a:cubicBezTo>
                <a:cubicBezTo>
                  <a:pt x="2410267" y="48229"/>
                  <a:pt x="2415581" y="44928"/>
                  <a:pt x="2421390" y="42883"/>
                </a:cubicBezTo>
                <a:cubicBezTo>
                  <a:pt x="2427201" y="40836"/>
                  <a:pt x="2432681" y="39813"/>
                  <a:pt x="2437831" y="39813"/>
                </a:cubicBezTo>
                <a:cubicBezTo>
                  <a:pt x="2440209" y="39813"/>
                  <a:pt x="2442520" y="40011"/>
                  <a:pt x="2444764" y="40408"/>
                </a:cubicBezTo>
                <a:cubicBezTo>
                  <a:pt x="2447009" y="40803"/>
                  <a:pt x="2448989" y="41298"/>
                  <a:pt x="2450706" y="41892"/>
                </a:cubicBezTo>
                <a:cubicBezTo>
                  <a:pt x="2452423" y="42486"/>
                  <a:pt x="2453842" y="43047"/>
                  <a:pt x="2454964" y="43575"/>
                </a:cubicBezTo>
                <a:cubicBezTo>
                  <a:pt x="2456087" y="44103"/>
                  <a:pt x="2456780" y="44566"/>
                  <a:pt x="2457044" y="44963"/>
                </a:cubicBezTo>
                <a:lnTo>
                  <a:pt x="2457044" y="3566"/>
                </a:lnTo>
                <a:cubicBezTo>
                  <a:pt x="2457044" y="2509"/>
                  <a:pt x="2457704" y="1650"/>
                  <a:pt x="2459023" y="991"/>
                </a:cubicBezTo>
                <a:cubicBezTo>
                  <a:pt x="2460345" y="330"/>
                  <a:pt x="2463251" y="0"/>
                  <a:pt x="2467740" y="0"/>
                </a:cubicBezTo>
                <a:cubicBezTo>
                  <a:pt x="2472229" y="0"/>
                  <a:pt x="2475133" y="330"/>
                  <a:pt x="2476453" y="991"/>
                </a:cubicBezTo>
                <a:cubicBezTo>
                  <a:pt x="2477775" y="1650"/>
                  <a:pt x="2478436" y="2509"/>
                  <a:pt x="2478436" y="3566"/>
                </a:cubicBezTo>
                <a:lnTo>
                  <a:pt x="2478436" y="119039"/>
                </a:lnTo>
                <a:cubicBezTo>
                  <a:pt x="2478436" y="124453"/>
                  <a:pt x="2480615" y="127358"/>
                  <a:pt x="2484973" y="127755"/>
                </a:cubicBezTo>
                <a:cubicBezTo>
                  <a:pt x="2485237" y="127886"/>
                  <a:pt x="2486127" y="127952"/>
                  <a:pt x="2487645" y="127952"/>
                </a:cubicBezTo>
                <a:cubicBezTo>
                  <a:pt x="2489164" y="127952"/>
                  <a:pt x="2490055" y="127952"/>
                  <a:pt x="2490319" y="127952"/>
                </a:cubicBezTo>
                <a:cubicBezTo>
                  <a:pt x="2491641" y="127952"/>
                  <a:pt x="2492302" y="128481"/>
                  <a:pt x="2492302" y="129538"/>
                </a:cubicBezTo>
                <a:cubicBezTo>
                  <a:pt x="2492302" y="130461"/>
                  <a:pt x="2491806" y="131749"/>
                  <a:pt x="2490815" y="133401"/>
                </a:cubicBezTo>
                <a:cubicBezTo>
                  <a:pt x="2489826" y="135051"/>
                  <a:pt x="2488605" y="136669"/>
                  <a:pt x="2487152" y="138255"/>
                </a:cubicBezTo>
                <a:cubicBezTo>
                  <a:pt x="2485699" y="139838"/>
                  <a:pt x="2484048" y="141225"/>
                  <a:pt x="2482198" y="142413"/>
                </a:cubicBezTo>
                <a:cubicBezTo>
                  <a:pt x="2480351" y="143600"/>
                  <a:pt x="2478569" y="144193"/>
                  <a:pt x="2476852" y="144193"/>
                </a:cubicBezTo>
                <a:cubicBezTo>
                  <a:pt x="2473814" y="144193"/>
                  <a:pt x="2471205" y="143698"/>
                  <a:pt x="2469027" y="142706"/>
                </a:cubicBezTo>
                <a:cubicBezTo>
                  <a:pt x="2466849" y="141717"/>
                  <a:pt x="2465001" y="140596"/>
                  <a:pt x="2463481" y="139343"/>
                </a:cubicBezTo>
                <a:cubicBezTo>
                  <a:pt x="2461962" y="138087"/>
                  <a:pt x="2460840" y="136865"/>
                  <a:pt x="2460114" y="135677"/>
                </a:cubicBezTo>
                <a:cubicBezTo>
                  <a:pt x="2459389" y="134488"/>
                  <a:pt x="2458960" y="133696"/>
                  <a:pt x="2458827" y="133301"/>
                </a:cubicBezTo>
                <a:cubicBezTo>
                  <a:pt x="2458563" y="133565"/>
                  <a:pt x="2457671" y="134291"/>
                  <a:pt x="2456152" y="135480"/>
                </a:cubicBezTo>
                <a:cubicBezTo>
                  <a:pt x="2454635" y="136669"/>
                  <a:pt x="2452654" y="137923"/>
                  <a:pt x="2450210" y="139243"/>
                </a:cubicBezTo>
                <a:cubicBezTo>
                  <a:pt x="2447768" y="140563"/>
                  <a:pt x="2444831" y="141750"/>
                  <a:pt x="2441397" y="142806"/>
                </a:cubicBezTo>
                <a:cubicBezTo>
                  <a:pt x="2437964" y="143864"/>
                  <a:pt x="2434135" y="144393"/>
                  <a:pt x="2429910" y="144393"/>
                </a:cubicBezTo>
                <a:moveTo>
                  <a:pt x="2457044" y="66354"/>
                </a:moveTo>
                <a:cubicBezTo>
                  <a:pt x="2457044" y="63713"/>
                  <a:pt x="2455526" y="61369"/>
                  <a:pt x="2452489" y="59322"/>
                </a:cubicBezTo>
                <a:cubicBezTo>
                  <a:pt x="2449453" y="57274"/>
                  <a:pt x="2445888" y="56251"/>
                  <a:pt x="2441793" y="56251"/>
                </a:cubicBezTo>
                <a:cubicBezTo>
                  <a:pt x="2438096" y="56251"/>
                  <a:pt x="2434464" y="56945"/>
                  <a:pt x="2430898" y="58333"/>
                </a:cubicBezTo>
                <a:cubicBezTo>
                  <a:pt x="2427334" y="59719"/>
                  <a:pt x="2424132" y="61997"/>
                  <a:pt x="2421293" y="65167"/>
                </a:cubicBezTo>
                <a:cubicBezTo>
                  <a:pt x="2418454" y="68334"/>
                  <a:pt x="2416176" y="72460"/>
                  <a:pt x="2414460" y="77546"/>
                </a:cubicBezTo>
                <a:cubicBezTo>
                  <a:pt x="2412743" y="82629"/>
                  <a:pt x="2411885" y="88868"/>
                  <a:pt x="2411885" y="96263"/>
                </a:cubicBezTo>
                <a:cubicBezTo>
                  <a:pt x="2411885" y="102336"/>
                  <a:pt x="2412643" y="107452"/>
                  <a:pt x="2414161" y="111613"/>
                </a:cubicBezTo>
                <a:cubicBezTo>
                  <a:pt x="2415680" y="115772"/>
                  <a:pt x="2417660" y="119105"/>
                  <a:pt x="2420102" y="121614"/>
                </a:cubicBezTo>
                <a:cubicBezTo>
                  <a:pt x="2422546" y="124122"/>
                  <a:pt x="2425287" y="125906"/>
                  <a:pt x="2428323" y="126963"/>
                </a:cubicBezTo>
                <a:cubicBezTo>
                  <a:pt x="2431361" y="128019"/>
                  <a:pt x="2434333" y="128547"/>
                  <a:pt x="2437239" y="128547"/>
                </a:cubicBezTo>
                <a:cubicBezTo>
                  <a:pt x="2440011" y="128547"/>
                  <a:pt x="2442618" y="128085"/>
                  <a:pt x="2445060" y="127160"/>
                </a:cubicBezTo>
                <a:cubicBezTo>
                  <a:pt x="2447504" y="126235"/>
                  <a:pt x="2449617" y="125079"/>
                  <a:pt x="2451398" y="123693"/>
                </a:cubicBezTo>
                <a:cubicBezTo>
                  <a:pt x="2453181" y="122307"/>
                  <a:pt x="2454568" y="120888"/>
                  <a:pt x="2455557" y="119435"/>
                </a:cubicBezTo>
                <a:cubicBezTo>
                  <a:pt x="2456548" y="117982"/>
                  <a:pt x="2457044" y="116662"/>
                  <a:pt x="2457044" y="115476"/>
                </a:cubicBezTo>
                <a:lnTo>
                  <a:pt x="2457044" y="663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oftoneareyouaimingfor?">
            <a:extLst xmlns:a="http://schemas.openxmlformats.org/drawingml/2006/main">
              <a:ext uri="{FF2B5EF4-FFF2-40B4-BE49-F238E27FC236}">
                <a16:creationId xmlns:a16="http://schemas.microsoft.com/office/drawing/2014/main" id="{A88D607A-1936-42AE-B140-5F424E0F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001" y="604179"/>
            <a:ext cx="2452703" cy="190729"/>
          </a:xfrm>
          <a:custGeom xmlns:a="http://schemas.openxmlformats.org/drawingml/2006/main">
            <a:pathLst>
              <a:path w="2452703" h="190729">
                <a:moveTo>
                  <a:pt x="48973" y="144334"/>
                </a:moveTo>
                <a:cubicBezTo>
                  <a:pt x="42628" y="144334"/>
                  <a:pt x="36514" y="143311"/>
                  <a:pt x="30631" y="141264"/>
                </a:cubicBezTo>
                <a:cubicBezTo>
                  <a:pt x="24749" y="139214"/>
                  <a:pt x="19529" y="136042"/>
                  <a:pt x="14969" y="131746"/>
                </a:cubicBezTo>
                <a:cubicBezTo>
                  <a:pt x="10409" y="127450"/>
                  <a:pt x="6774" y="121998"/>
                  <a:pt x="4063" y="115389"/>
                </a:cubicBezTo>
                <a:cubicBezTo>
                  <a:pt x="1354" y="108780"/>
                  <a:pt x="0" y="100915"/>
                  <a:pt x="0" y="91795"/>
                </a:cubicBezTo>
                <a:cubicBezTo>
                  <a:pt x="0" y="82675"/>
                  <a:pt x="1354" y="74843"/>
                  <a:pt x="4063" y="68301"/>
                </a:cubicBezTo>
                <a:cubicBezTo>
                  <a:pt x="6774" y="61758"/>
                  <a:pt x="10409" y="56372"/>
                  <a:pt x="14969" y="52143"/>
                </a:cubicBezTo>
                <a:cubicBezTo>
                  <a:pt x="19529" y="47914"/>
                  <a:pt x="24749" y="44808"/>
                  <a:pt x="30631" y="42825"/>
                </a:cubicBezTo>
                <a:cubicBezTo>
                  <a:pt x="36514" y="40843"/>
                  <a:pt x="42628" y="39851"/>
                  <a:pt x="48973" y="39851"/>
                </a:cubicBezTo>
                <a:cubicBezTo>
                  <a:pt x="55184" y="39851"/>
                  <a:pt x="61231" y="40843"/>
                  <a:pt x="67112" y="42825"/>
                </a:cubicBezTo>
                <a:cubicBezTo>
                  <a:pt x="72993" y="44808"/>
                  <a:pt x="78180" y="47914"/>
                  <a:pt x="82674" y="52143"/>
                </a:cubicBezTo>
                <a:cubicBezTo>
                  <a:pt x="87169" y="56372"/>
                  <a:pt x="90771" y="61758"/>
                  <a:pt x="93480" y="68301"/>
                </a:cubicBezTo>
                <a:cubicBezTo>
                  <a:pt x="96190" y="74843"/>
                  <a:pt x="97546" y="82675"/>
                  <a:pt x="97546" y="91795"/>
                </a:cubicBezTo>
                <a:cubicBezTo>
                  <a:pt x="97546" y="100915"/>
                  <a:pt x="96190" y="108780"/>
                  <a:pt x="93480" y="115389"/>
                </a:cubicBezTo>
                <a:cubicBezTo>
                  <a:pt x="90771" y="121998"/>
                  <a:pt x="87169" y="127450"/>
                  <a:pt x="82674" y="131746"/>
                </a:cubicBezTo>
                <a:cubicBezTo>
                  <a:pt x="78180" y="136042"/>
                  <a:pt x="72993" y="139214"/>
                  <a:pt x="67112" y="141264"/>
                </a:cubicBezTo>
                <a:cubicBezTo>
                  <a:pt x="61231" y="143311"/>
                  <a:pt x="55184" y="144334"/>
                  <a:pt x="48973" y="144334"/>
                </a:cubicBezTo>
                <a:moveTo>
                  <a:pt x="48973" y="128672"/>
                </a:moveTo>
                <a:cubicBezTo>
                  <a:pt x="52407" y="128672"/>
                  <a:pt x="55644" y="127979"/>
                  <a:pt x="58684" y="126591"/>
                </a:cubicBezTo>
                <a:cubicBezTo>
                  <a:pt x="61725" y="125204"/>
                  <a:pt x="64402" y="123023"/>
                  <a:pt x="66716" y="120051"/>
                </a:cubicBezTo>
                <a:cubicBezTo>
                  <a:pt x="69029" y="117076"/>
                  <a:pt x="70879" y="113243"/>
                  <a:pt x="72267" y="108552"/>
                </a:cubicBezTo>
                <a:cubicBezTo>
                  <a:pt x="73654" y="103858"/>
                  <a:pt x="74348" y="98141"/>
                  <a:pt x="74348" y="91399"/>
                </a:cubicBezTo>
                <a:cubicBezTo>
                  <a:pt x="74348" y="84658"/>
                  <a:pt x="73654" y="78943"/>
                  <a:pt x="72267" y="74251"/>
                </a:cubicBezTo>
                <a:cubicBezTo>
                  <a:pt x="70879" y="69558"/>
                  <a:pt x="69029" y="65758"/>
                  <a:pt x="66716" y="62849"/>
                </a:cubicBezTo>
                <a:cubicBezTo>
                  <a:pt x="64402" y="59941"/>
                  <a:pt x="61725" y="57826"/>
                  <a:pt x="58684" y="56505"/>
                </a:cubicBezTo>
                <a:cubicBezTo>
                  <a:pt x="55644" y="55182"/>
                  <a:pt x="52407" y="54521"/>
                  <a:pt x="48973" y="54521"/>
                </a:cubicBezTo>
                <a:cubicBezTo>
                  <a:pt x="45536" y="54521"/>
                  <a:pt x="42264" y="55182"/>
                  <a:pt x="39156" y="56505"/>
                </a:cubicBezTo>
                <a:cubicBezTo>
                  <a:pt x="36050" y="57826"/>
                  <a:pt x="33307" y="59941"/>
                  <a:pt x="30927" y="62849"/>
                </a:cubicBezTo>
                <a:cubicBezTo>
                  <a:pt x="28549" y="65758"/>
                  <a:pt x="26666" y="69558"/>
                  <a:pt x="25279" y="74251"/>
                </a:cubicBezTo>
                <a:cubicBezTo>
                  <a:pt x="23891" y="78943"/>
                  <a:pt x="23198" y="84658"/>
                  <a:pt x="23198" y="91399"/>
                </a:cubicBezTo>
                <a:cubicBezTo>
                  <a:pt x="23198" y="98141"/>
                  <a:pt x="23891" y="103858"/>
                  <a:pt x="25279" y="108552"/>
                </a:cubicBezTo>
                <a:cubicBezTo>
                  <a:pt x="26666" y="113243"/>
                  <a:pt x="28549" y="117076"/>
                  <a:pt x="30927" y="120051"/>
                </a:cubicBezTo>
                <a:cubicBezTo>
                  <a:pt x="33307" y="123023"/>
                  <a:pt x="36050" y="125204"/>
                  <a:pt x="39156" y="126591"/>
                </a:cubicBezTo>
                <a:cubicBezTo>
                  <a:pt x="42264" y="127979"/>
                  <a:pt x="45536" y="128672"/>
                  <a:pt x="48973" y="128672"/>
                </a:cubicBezTo>
                <a:close/>
                <a:moveTo>
                  <a:pt x="170505" y="41636"/>
                </a:moveTo>
                <a:cubicBezTo>
                  <a:pt x="172356" y="41636"/>
                  <a:pt x="173282" y="42561"/>
                  <a:pt x="173282" y="44411"/>
                </a:cubicBezTo>
                <a:cubicBezTo>
                  <a:pt x="173282" y="45467"/>
                  <a:pt x="172951" y="46756"/>
                  <a:pt x="172290" y="48277"/>
                </a:cubicBezTo>
                <a:cubicBezTo>
                  <a:pt x="171628" y="49797"/>
                  <a:pt x="170769" y="51285"/>
                  <a:pt x="169712" y="52739"/>
                </a:cubicBezTo>
                <a:cubicBezTo>
                  <a:pt x="168656" y="54193"/>
                  <a:pt x="167565" y="55416"/>
                  <a:pt x="166442" y="56409"/>
                </a:cubicBezTo>
                <a:cubicBezTo>
                  <a:pt x="165319" y="57399"/>
                  <a:pt x="164228" y="57894"/>
                  <a:pt x="163169" y="57894"/>
                </a:cubicBezTo>
                <a:lnTo>
                  <a:pt x="145922" y="57894"/>
                </a:lnTo>
                <a:lnTo>
                  <a:pt x="145922" y="139179"/>
                </a:lnTo>
                <a:cubicBezTo>
                  <a:pt x="145922" y="140238"/>
                  <a:pt x="145294" y="141098"/>
                  <a:pt x="144037" y="141760"/>
                </a:cubicBezTo>
                <a:cubicBezTo>
                  <a:pt x="142781" y="142419"/>
                  <a:pt x="139840" y="142749"/>
                  <a:pt x="135216" y="142749"/>
                </a:cubicBezTo>
                <a:cubicBezTo>
                  <a:pt x="130720" y="142749"/>
                  <a:pt x="127844" y="142419"/>
                  <a:pt x="126588" y="141760"/>
                </a:cubicBezTo>
                <a:cubicBezTo>
                  <a:pt x="125333" y="141098"/>
                  <a:pt x="124706" y="140238"/>
                  <a:pt x="124706" y="139179"/>
                </a:cubicBezTo>
                <a:lnTo>
                  <a:pt x="124706" y="57894"/>
                </a:lnTo>
                <a:lnTo>
                  <a:pt x="117370" y="57894"/>
                </a:lnTo>
                <a:cubicBezTo>
                  <a:pt x="116446" y="57894"/>
                  <a:pt x="115653" y="57299"/>
                  <a:pt x="114992" y="56109"/>
                </a:cubicBezTo>
                <a:cubicBezTo>
                  <a:pt x="114330" y="54919"/>
                  <a:pt x="114000" y="52805"/>
                  <a:pt x="114000" y="49765"/>
                </a:cubicBezTo>
                <a:cubicBezTo>
                  <a:pt x="114000" y="46593"/>
                  <a:pt x="114330" y="44445"/>
                  <a:pt x="114992" y="43321"/>
                </a:cubicBezTo>
                <a:cubicBezTo>
                  <a:pt x="115653" y="42198"/>
                  <a:pt x="116513" y="41636"/>
                  <a:pt x="117569" y="41636"/>
                </a:cubicBezTo>
                <a:lnTo>
                  <a:pt x="124706" y="41636"/>
                </a:lnTo>
                <a:lnTo>
                  <a:pt x="124706" y="39652"/>
                </a:lnTo>
                <a:cubicBezTo>
                  <a:pt x="124706" y="33704"/>
                  <a:pt x="125598" y="28285"/>
                  <a:pt x="127383" y="23394"/>
                </a:cubicBezTo>
                <a:cubicBezTo>
                  <a:pt x="129168" y="18503"/>
                  <a:pt x="131746" y="14341"/>
                  <a:pt x="135116" y="10906"/>
                </a:cubicBezTo>
                <a:cubicBezTo>
                  <a:pt x="138486" y="7469"/>
                  <a:pt x="142550" y="4793"/>
                  <a:pt x="147307" y="2877"/>
                </a:cubicBezTo>
                <a:cubicBezTo>
                  <a:pt x="152067" y="959"/>
                  <a:pt x="157486" y="0"/>
                  <a:pt x="163565" y="0"/>
                </a:cubicBezTo>
                <a:cubicBezTo>
                  <a:pt x="166342" y="0"/>
                  <a:pt x="168986" y="297"/>
                  <a:pt x="171497" y="892"/>
                </a:cubicBezTo>
                <a:cubicBezTo>
                  <a:pt x="174008" y="1487"/>
                  <a:pt x="176255" y="2248"/>
                  <a:pt x="178237" y="3173"/>
                </a:cubicBezTo>
                <a:cubicBezTo>
                  <a:pt x="180220" y="4097"/>
                  <a:pt x="181773" y="5022"/>
                  <a:pt x="182896" y="5948"/>
                </a:cubicBezTo>
                <a:cubicBezTo>
                  <a:pt x="184020" y="6873"/>
                  <a:pt x="184581" y="7733"/>
                  <a:pt x="184581" y="8525"/>
                </a:cubicBezTo>
                <a:cubicBezTo>
                  <a:pt x="184581" y="9318"/>
                  <a:pt x="184152" y="10409"/>
                  <a:pt x="183293" y="11798"/>
                </a:cubicBezTo>
                <a:cubicBezTo>
                  <a:pt x="182433" y="13186"/>
                  <a:pt x="181442" y="14574"/>
                  <a:pt x="180319" y="15961"/>
                </a:cubicBezTo>
                <a:cubicBezTo>
                  <a:pt x="179195" y="17349"/>
                  <a:pt x="178072" y="18539"/>
                  <a:pt x="176949" y="19531"/>
                </a:cubicBezTo>
                <a:cubicBezTo>
                  <a:pt x="175825" y="20521"/>
                  <a:pt x="174933" y="21016"/>
                  <a:pt x="174271" y="21016"/>
                </a:cubicBezTo>
                <a:cubicBezTo>
                  <a:pt x="173479" y="21016"/>
                  <a:pt x="172686" y="20752"/>
                  <a:pt x="171894" y="20224"/>
                </a:cubicBezTo>
                <a:cubicBezTo>
                  <a:pt x="171101" y="19695"/>
                  <a:pt x="170208" y="19134"/>
                  <a:pt x="169216" y="18539"/>
                </a:cubicBezTo>
                <a:cubicBezTo>
                  <a:pt x="168226" y="17944"/>
                  <a:pt x="167069" y="17415"/>
                  <a:pt x="165746" y="16953"/>
                </a:cubicBezTo>
                <a:cubicBezTo>
                  <a:pt x="164425" y="16490"/>
                  <a:pt x="162773" y="16258"/>
                  <a:pt x="160791" y="16258"/>
                </a:cubicBezTo>
                <a:cubicBezTo>
                  <a:pt x="156826" y="16258"/>
                  <a:pt x="153356" y="17877"/>
                  <a:pt x="150381" y="21116"/>
                </a:cubicBezTo>
                <a:cubicBezTo>
                  <a:pt x="147408" y="24353"/>
                  <a:pt x="145922" y="28945"/>
                  <a:pt x="145922" y="34893"/>
                </a:cubicBezTo>
                <a:lnTo>
                  <a:pt x="145922" y="41636"/>
                </a:lnTo>
                <a:lnTo>
                  <a:pt x="170505" y="41636"/>
                </a:lnTo>
                <a:close/>
                <a:moveTo>
                  <a:pt x="277963" y="144334"/>
                </a:moveTo>
                <a:cubicBezTo>
                  <a:pt x="268976" y="144334"/>
                  <a:pt x="262004" y="141658"/>
                  <a:pt x="257047" y="136305"/>
                </a:cubicBezTo>
                <a:cubicBezTo>
                  <a:pt x="252090" y="130953"/>
                  <a:pt x="249611" y="124047"/>
                  <a:pt x="249611" y="115588"/>
                </a:cubicBezTo>
                <a:lnTo>
                  <a:pt x="249611" y="57894"/>
                </a:lnTo>
                <a:lnTo>
                  <a:pt x="242275" y="57894"/>
                </a:lnTo>
                <a:cubicBezTo>
                  <a:pt x="241351" y="57894"/>
                  <a:pt x="240558" y="57299"/>
                  <a:pt x="239897" y="56109"/>
                </a:cubicBezTo>
                <a:cubicBezTo>
                  <a:pt x="239235" y="54919"/>
                  <a:pt x="238905" y="52805"/>
                  <a:pt x="238905" y="49765"/>
                </a:cubicBezTo>
                <a:cubicBezTo>
                  <a:pt x="238905" y="46593"/>
                  <a:pt x="239235" y="44445"/>
                  <a:pt x="239897" y="43321"/>
                </a:cubicBezTo>
                <a:cubicBezTo>
                  <a:pt x="240558" y="42198"/>
                  <a:pt x="241418" y="41636"/>
                  <a:pt x="242474" y="41636"/>
                </a:cubicBezTo>
                <a:lnTo>
                  <a:pt x="249611" y="41636"/>
                </a:lnTo>
                <a:lnTo>
                  <a:pt x="249611" y="22009"/>
                </a:lnTo>
                <a:cubicBezTo>
                  <a:pt x="249611" y="20950"/>
                  <a:pt x="250338" y="19859"/>
                  <a:pt x="251792" y="18735"/>
                </a:cubicBezTo>
                <a:cubicBezTo>
                  <a:pt x="253246" y="17612"/>
                  <a:pt x="254998" y="16555"/>
                  <a:pt x="257047" y="15565"/>
                </a:cubicBezTo>
                <a:cubicBezTo>
                  <a:pt x="259096" y="14573"/>
                  <a:pt x="261177" y="13747"/>
                  <a:pt x="263291" y="13087"/>
                </a:cubicBezTo>
                <a:cubicBezTo>
                  <a:pt x="265407" y="12426"/>
                  <a:pt x="267059" y="12095"/>
                  <a:pt x="268249" y="12095"/>
                </a:cubicBezTo>
                <a:cubicBezTo>
                  <a:pt x="270099" y="12095"/>
                  <a:pt x="271024" y="13152"/>
                  <a:pt x="271024" y="15265"/>
                </a:cubicBezTo>
                <a:lnTo>
                  <a:pt x="271024" y="41636"/>
                </a:lnTo>
                <a:lnTo>
                  <a:pt x="291444" y="41636"/>
                </a:lnTo>
                <a:cubicBezTo>
                  <a:pt x="293295" y="41636"/>
                  <a:pt x="294221" y="42561"/>
                  <a:pt x="294221" y="44411"/>
                </a:cubicBezTo>
                <a:cubicBezTo>
                  <a:pt x="294221" y="45467"/>
                  <a:pt x="293890" y="46756"/>
                  <a:pt x="293229" y="48277"/>
                </a:cubicBezTo>
                <a:cubicBezTo>
                  <a:pt x="292569" y="49797"/>
                  <a:pt x="291743" y="51285"/>
                  <a:pt x="290751" y="52739"/>
                </a:cubicBezTo>
                <a:cubicBezTo>
                  <a:pt x="289761" y="54193"/>
                  <a:pt x="288638" y="55416"/>
                  <a:pt x="287381" y="56409"/>
                </a:cubicBezTo>
                <a:cubicBezTo>
                  <a:pt x="286125" y="57399"/>
                  <a:pt x="284968" y="57894"/>
                  <a:pt x="283911" y="57894"/>
                </a:cubicBezTo>
                <a:lnTo>
                  <a:pt x="271024" y="57894"/>
                </a:lnTo>
                <a:lnTo>
                  <a:pt x="271024" y="107656"/>
                </a:lnTo>
                <a:cubicBezTo>
                  <a:pt x="271024" y="114529"/>
                  <a:pt x="272478" y="119586"/>
                  <a:pt x="275386" y="122825"/>
                </a:cubicBezTo>
                <a:cubicBezTo>
                  <a:pt x="278294" y="126062"/>
                  <a:pt x="282194" y="127680"/>
                  <a:pt x="287085" y="127680"/>
                </a:cubicBezTo>
                <a:cubicBezTo>
                  <a:pt x="287744" y="127680"/>
                  <a:pt x="288933" y="127615"/>
                  <a:pt x="290651" y="127484"/>
                </a:cubicBezTo>
                <a:cubicBezTo>
                  <a:pt x="292370" y="127350"/>
                  <a:pt x="293295" y="127284"/>
                  <a:pt x="293428" y="127284"/>
                </a:cubicBezTo>
                <a:cubicBezTo>
                  <a:pt x="294618" y="127284"/>
                  <a:pt x="295213" y="127945"/>
                  <a:pt x="295213" y="129268"/>
                </a:cubicBezTo>
                <a:cubicBezTo>
                  <a:pt x="295213" y="130192"/>
                  <a:pt x="294684" y="131513"/>
                  <a:pt x="293625" y="133232"/>
                </a:cubicBezTo>
                <a:cubicBezTo>
                  <a:pt x="292568" y="134950"/>
                  <a:pt x="291214" y="136636"/>
                  <a:pt x="289562" y="138290"/>
                </a:cubicBezTo>
                <a:cubicBezTo>
                  <a:pt x="287910" y="139941"/>
                  <a:pt x="286060" y="141362"/>
                  <a:pt x="284011" y="142552"/>
                </a:cubicBezTo>
                <a:cubicBezTo>
                  <a:pt x="281962" y="143740"/>
                  <a:pt x="279946" y="144334"/>
                  <a:pt x="277963" y="144334"/>
                </a:cubicBezTo>
                <a:close/>
                <a:moveTo>
                  <a:pt x="359054" y="144334"/>
                </a:moveTo>
                <a:cubicBezTo>
                  <a:pt x="352709" y="144334"/>
                  <a:pt x="346595" y="143311"/>
                  <a:pt x="340712" y="141264"/>
                </a:cubicBezTo>
                <a:cubicBezTo>
                  <a:pt x="334831" y="139214"/>
                  <a:pt x="329611" y="136042"/>
                  <a:pt x="325050" y="131746"/>
                </a:cubicBezTo>
                <a:cubicBezTo>
                  <a:pt x="320490" y="127450"/>
                  <a:pt x="316855" y="121998"/>
                  <a:pt x="314145" y="115389"/>
                </a:cubicBezTo>
                <a:cubicBezTo>
                  <a:pt x="311436" y="108780"/>
                  <a:pt x="310082" y="100915"/>
                  <a:pt x="310082" y="91795"/>
                </a:cubicBezTo>
                <a:cubicBezTo>
                  <a:pt x="310082" y="82675"/>
                  <a:pt x="311436" y="74843"/>
                  <a:pt x="314145" y="68301"/>
                </a:cubicBezTo>
                <a:cubicBezTo>
                  <a:pt x="316855" y="61758"/>
                  <a:pt x="320490" y="56372"/>
                  <a:pt x="325050" y="52143"/>
                </a:cubicBezTo>
                <a:cubicBezTo>
                  <a:pt x="329611" y="47914"/>
                  <a:pt x="334831" y="44808"/>
                  <a:pt x="340712" y="42825"/>
                </a:cubicBezTo>
                <a:cubicBezTo>
                  <a:pt x="346595" y="40843"/>
                  <a:pt x="352709" y="39851"/>
                  <a:pt x="359054" y="39851"/>
                </a:cubicBezTo>
                <a:cubicBezTo>
                  <a:pt x="365266" y="39851"/>
                  <a:pt x="371312" y="40843"/>
                  <a:pt x="377194" y="42825"/>
                </a:cubicBezTo>
                <a:cubicBezTo>
                  <a:pt x="383075" y="44808"/>
                  <a:pt x="388262" y="47914"/>
                  <a:pt x="392755" y="52143"/>
                </a:cubicBezTo>
                <a:cubicBezTo>
                  <a:pt x="397251" y="56372"/>
                  <a:pt x="400853" y="61758"/>
                  <a:pt x="403561" y="68301"/>
                </a:cubicBezTo>
                <a:cubicBezTo>
                  <a:pt x="406272" y="74843"/>
                  <a:pt x="407627" y="82675"/>
                  <a:pt x="407627" y="91795"/>
                </a:cubicBezTo>
                <a:cubicBezTo>
                  <a:pt x="407627" y="100915"/>
                  <a:pt x="406272" y="108780"/>
                  <a:pt x="403561" y="115389"/>
                </a:cubicBezTo>
                <a:cubicBezTo>
                  <a:pt x="400853" y="121998"/>
                  <a:pt x="397251" y="127450"/>
                  <a:pt x="392755" y="131746"/>
                </a:cubicBezTo>
                <a:cubicBezTo>
                  <a:pt x="388262" y="136042"/>
                  <a:pt x="383075" y="139214"/>
                  <a:pt x="377194" y="141264"/>
                </a:cubicBezTo>
                <a:cubicBezTo>
                  <a:pt x="371312" y="143311"/>
                  <a:pt x="365266" y="144334"/>
                  <a:pt x="359054" y="144334"/>
                </a:cubicBezTo>
                <a:moveTo>
                  <a:pt x="359054" y="128672"/>
                </a:moveTo>
                <a:cubicBezTo>
                  <a:pt x="362489" y="128672"/>
                  <a:pt x="365726" y="127979"/>
                  <a:pt x="368765" y="126591"/>
                </a:cubicBezTo>
                <a:cubicBezTo>
                  <a:pt x="371807" y="125204"/>
                  <a:pt x="374484" y="123023"/>
                  <a:pt x="376797" y="120051"/>
                </a:cubicBezTo>
                <a:cubicBezTo>
                  <a:pt x="379111" y="117076"/>
                  <a:pt x="380961" y="113243"/>
                  <a:pt x="382349" y="108552"/>
                </a:cubicBezTo>
                <a:cubicBezTo>
                  <a:pt x="383736" y="103858"/>
                  <a:pt x="384430" y="98141"/>
                  <a:pt x="384430" y="91399"/>
                </a:cubicBezTo>
                <a:cubicBezTo>
                  <a:pt x="384430" y="84658"/>
                  <a:pt x="383736" y="78943"/>
                  <a:pt x="382349" y="74251"/>
                </a:cubicBezTo>
                <a:cubicBezTo>
                  <a:pt x="380961" y="69558"/>
                  <a:pt x="379111" y="65758"/>
                  <a:pt x="376797" y="62849"/>
                </a:cubicBezTo>
                <a:cubicBezTo>
                  <a:pt x="374484" y="59941"/>
                  <a:pt x="371807" y="57826"/>
                  <a:pt x="368765" y="56505"/>
                </a:cubicBezTo>
                <a:cubicBezTo>
                  <a:pt x="365726" y="55182"/>
                  <a:pt x="362489" y="54521"/>
                  <a:pt x="359054" y="54521"/>
                </a:cubicBezTo>
                <a:cubicBezTo>
                  <a:pt x="355618" y="54521"/>
                  <a:pt x="352345" y="55182"/>
                  <a:pt x="349237" y="56505"/>
                </a:cubicBezTo>
                <a:cubicBezTo>
                  <a:pt x="346131" y="57826"/>
                  <a:pt x="343388" y="59941"/>
                  <a:pt x="341009" y="62849"/>
                </a:cubicBezTo>
                <a:cubicBezTo>
                  <a:pt x="338631" y="65758"/>
                  <a:pt x="336748" y="69558"/>
                  <a:pt x="335361" y="74251"/>
                </a:cubicBezTo>
                <a:cubicBezTo>
                  <a:pt x="333973" y="78943"/>
                  <a:pt x="333279" y="84658"/>
                  <a:pt x="333279" y="91399"/>
                </a:cubicBezTo>
                <a:cubicBezTo>
                  <a:pt x="333279" y="98141"/>
                  <a:pt x="333973" y="103858"/>
                  <a:pt x="335361" y="108552"/>
                </a:cubicBezTo>
                <a:cubicBezTo>
                  <a:pt x="336748" y="113243"/>
                  <a:pt x="338631" y="117076"/>
                  <a:pt x="341009" y="120051"/>
                </a:cubicBezTo>
                <a:cubicBezTo>
                  <a:pt x="343388" y="123023"/>
                  <a:pt x="346131" y="125204"/>
                  <a:pt x="349237" y="126591"/>
                </a:cubicBezTo>
                <a:cubicBezTo>
                  <a:pt x="352345" y="127979"/>
                  <a:pt x="355618" y="128672"/>
                  <a:pt x="359054" y="128672"/>
                </a:cubicBezTo>
                <a:close/>
                <a:moveTo>
                  <a:pt x="498034" y="75341"/>
                </a:moveTo>
                <a:cubicBezTo>
                  <a:pt x="498034" y="63179"/>
                  <a:pt x="492218" y="57098"/>
                  <a:pt x="480587" y="57098"/>
                </a:cubicBezTo>
                <a:cubicBezTo>
                  <a:pt x="477284" y="57098"/>
                  <a:pt x="474046" y="57859"/>
                  <a:pt x="470873" y="59379"/>
                </a:cubicBezTo>
                <a:cubicBezTo>
                  <a:pt x="467701" y="60900"/>
                  <a:pt x="464891" y="62685"/>
                  <a:pt x="462445" y="64734"/>
                </a:cubicBezTo>
                <a:cubicBezTo>
                  <a:pt x="460001" y="66781"/>
                  <a:pt x="458051" y="68896"/>
                  <a:pt x="456597" y="71078"/>
                </a:cubicBezTo>
                <a:cubicBezTo>
                  <a:pt x="455143" y="73258"/>
                  <a:pt x="454416" y="74943"/>
                  <a:pt x="454416" y="76133"/>
                </a:cubicBezTo>
                <a:lnTo>
                  <a:pt x="454416" y="139179"/>
                </a:lnTo>
                <a:cubicBezTo>
                  <a:pt x="454416" y="140238"/>
                  <a:pt x="453756" y="141098"/>
                  <a:pt x="452435" y="141760"/>
                </a:cubicBezTo>
                <a:cubicBezTo>
                  <a:pt x="451114" y="142419"/>
                  <a:pt x="448205" y="142749"/>
                  <a:pt x="443710" y="142749"/>
                </a:cubicBezTo>
                <a:cubicBezTo>
                  <a:pt x="439216" y="142749"/>
                  <a:pt x="436308" y="142419"/>
                  <a:pt x="434985" y="141760"/>
                </a:cubicBezTo>
                <a:cubicBezTo>
                  <a:pt x="433664" y="141098"/>
                  <a:pt x="433003" y="140238"/>
                  <a:pt x="433003" y="139179"/>
                </a:cubicBezTo>
                <a:lnTo>
                  <a:pt x="433003" y="65623"/>
                </a:lnTo>
                <a:cubicBezTo>
                  <a:pt x="433003" y="63113"/>
                  <a:pt x="432706" y="61031"/>
                  <a:pt x="432111" y="59379"/>
                </a:cubicBezTo>
                <a:cubicBezTo>
                  <a:pt x="431518" y="57728"/>
                  <a:pt x="430858" y="56340"/>
                  <a:pt x="430129" y="55217"/>
                </a:cubicBezTo>
                <a:cubicBezTo>
                  <a:pt x="429403" y="54093"/>
                  <a:pt x="428743" y="53201"/>
                  <a:pt x="428148" y="52539"/>
                </a:cubicBezTo>
                <a:cubicBezTo>
                  <a:pt x="427553" y="51878"/>
                  <a:pt x="427255" y="51217"/>
                  <a:pt x="427255" y="50558"/>
                </a:cubicBezTo>
                <a:cubicBezTo>
                  <a:pt x="427255" y="49765"/>
                  <a:pt x="427916" y="48774"/>
                  <a:pt x="429237" y="47584"/>
                </a:cubicBezTo>
                <a:cubicBezTo>
                  <a:pt x="430560" y="46394"/>
                  <a:pt x="432113" y="45237"/>
                  <a:pt x="433896" y="44114"/>
                </a:cubicBezTo>
                <a:cubicBezTo>
                  <a:pt x="435681" y="42991"/>
                  <a:pt x="437498" y="42033"/>
                  <a:pt x="439347" y="41240"/>
                </a:cubicBezTo>
                <a:cubicBezTo>
                  <a:pt x="441199" y="40445"/>
                  <a:pt x="442653" y="40048"/>
                  <a:pt x="443710" y="40048"/>
                </a:cubicBezTo>
                <a:cubicBezTo>
                  <a:pt x="446223" y="40048"/>
                  <a:pt x="448272" y="41172"/>
                  <a:pt x="449857" y="43421"/>
                </a:cubicBezTo>
                <a:cubicBezTo>
                  <a:pt x="451442" y="45668"/>
                  <a:pt x="452698" y="48774"/>
                  <a:pt x="453623" y="52739"/>
                </a:cubicBezTo>
                <a:cubicBezTo>
                  <a:pt x="453757" y="53003"/>
                  <a:pt x="453855" y="53399"/>
                  <a:pt x="453920" y="53928"/>
                </a:cubicBezTo>
                <a:cubicBezTo>
                  <a:pt x="453987" y="54456"/>
                  <a:pt x="454086" y="54853"/>
                  <a:pt x="454219" y="55117"/>
                </a:cubicBezTo>
                <a:cubicBezTo>
                  <a:pt x="455409" y="54060"/>
                  <a:pt x="457160" y="52706"/>
                  <a:pt x="459471" y="51054"/>
                </a:cubicBezTo>
                <a:cubicBezTo>
                  <a:pt x="461785" y="49400"/>
                  <a:pt x="464494" y="47714"/>
                  <a:pt x="467600" y="45996"/>
                </a:cubicBezTo>
                <a:cubicBezTo>
                  <a:pt x="470708" y="44277"/>
                  <a:pt x="474145" y="42824"/>
                  <a:pt x="477910" y="41636"/>
                </a:cubicBezTo>
                <a:cubicBezTo>
                  <a:pt x="481678" y="40446"/>
                  <a:pt x="485610" y="39851"/>
                  <a:pt x="489709" y="39851"/>
                </a:cubicBezTo>
                <a:cubicBezTo>
                  <a:pt x="498829" y="39851"/>
                  <a:pt x="506065" y="42396"/>
                  <a:pt x="511418" y="47484"/>
                </a:cubicBezTo>
                <a:cubicBezTo>
                  <a:pt x="516770" y="52573"/>
                  <a:pt x="519447" y="59082"/>
                  <a:pt x="519447" y="67012"/>
                </a:cubicBezTo>
                <a:lnTo>
                  <a:pt x="519447" y="118958"/>
                </a:lnTo>
                <a:cubicBezTo>
                  <a:pt x="519447" y="122262"/>
                  <a:pt x="520074" y="124575"/>
                  <a:pt x="521328" y="125898"/>
                </a:cubicBezTo>
                <a:cubicBezTo>
                  <a:pt x="522585" y="127219"/>
                  <a:pt x="524535" y="127880"/>
                  <a:pt x="527179" y="127880"/>
                </a:cubicBezTo>
                <a:lnTo>
                  <a:pt x="527972" y="127880"/>
                </a:lnTo>
                <a:cubicBezTo>
                  <a:pt x="528500" y="127880"/>
                  <a:pt x="529029" y="127880"/>
                  <a:pt x="529557" y="127880"/>
                </a:cubicBezTo>
                <a:cubicBezTo>
                  <a:pt x="530087" y="127880"/>
                  <a:pt x="530584" y="127913"/>
                  <a:pt x="531045" y="127980"/>
                </a:cubicBezTo>
                <a:lnTo>
                  <a:pt x="531738" y="128077"/>
                </a:lnTo>
                <a:cubicBezTo>
                  <a:pt x="532269" y="128210"/>
                  <a:pt x="532534" y="128540"/>
                  <a:pt x="532534" y="129069"/>
                </a:cubicBezTo>
                <a:cubicBezTo>
                  <a:pt x="532534" y="130390"/>
                  <a:pt x="532038" y="131909"/>
                  <a:pt x="531045" y="133628"/>
                </a:cubicBezTo>
                <a:cubicBezTo>
                  <a:pt x="530055" y="135346"/>
                  <a:pt x="528800" y="136966"/>
                  <a:pt x="527279" y="138486"/>
                </a:cubicBezTo>
                <a:cubicBezTo>
                  <a:pt x="525758" y="140007"/>
                  <a:pt x="524105" y="141329"/>
                  <a:pt x="522321" y="142452"/>
                </a:cubicBezTo>
                <a:cubicBezTo>
                  <a:pt x="520538" y="143576"/>
                  <a:pt x="518787" y="144203"/>
                  <a:pt x="517069" y="144334"/>
                </a:cubicBezTo>
                <a:cubicBezTo>
                  <a:pt x="511121" y="144334"/>
                  <a:pt x="506461" y="142451"/>
                  <a:pt x="503089" y="138686"/>
                </a:cubicBezTo>
                <a:cubicBezTo>
                  <a:pt x="499719" y="134919"/>
                  <a:pt x="498034" y="129796"/>
                  <a:pt x="498034" y="123318"/>
                </a:cubicBezTo>
                <a:lnTo>
                  <a:pt x="498034" y="75341"/>
                </a:lnTo>
                <a:close/>
                <a:moveTo>
                  <a:pt x="598750" y="144534"/>
                </a:moveTo>
                <a:cubicBezTo>
                  <a:pt x="591879" y="144534"/>
                  <a:pt x="585370" y="143609"/>
                  <a:pt x="579222" y="141760"/>
                </a:cubicBezTo>
                <a:cubicBezTo>
                  <a:pt x="573077" y="139908"/>
                  <a:pt x="567658" y="137000"/>
                  <a:pt x="562965" y="133035"/>
                </a:cubicBezTo>
                <a:cubicBezTo>
                  <a:pt x="558274" y="129070"/>
                  <a:pt x="554573" y="124015"/>
                  <a:pt x="551862" y="117869"/>
                </a:cubicBezTo>
                <a:cubicBezTo>
                  <a:pt x="549154" y="111722"/>
                  <a:pt x="547799" y="104353"/>
                  <a:pt x="547799" y="95761"/>
                </a:cubicBezTo>
                <a:cubicBezTo>
                  <a:pt x="547799" y="85848"/>
                  <a:pt x="549220" y="77356"/>
                  <a:pt x="552062" y="70285"/>
                </a:cubicBezTo>
                <a:cubicBezTo>
                  <a:pt x="554903" y="63212"/>
                  <a:pt x="558670" y="57429"/>
                  <a:pt x="563361" y="52936"/>
                </a:cubicBezTo>
                <a:cubicBezTo>
                  <a:pt x="568054" y="48442"/>
                  <a:pt x="573308" y="45139"/>
                  <a:pt x="579123" y="43025"/>
                </a:cubicBezTo>
                <a:cubicBezTo>
                  <a:pt x="584939" y="40909"/>
                  <a:pt x="590821" y="39851"/>
                  <a:pt x="596769" y="39851"/>
                </a:cubicBezTo>
                <a:cubicBezTo>
                  <a:pt x="602849" y="39851"/>
                  <a:pt x="608170" y="40579"/>
                  <a:pt x="612730" y="42033"/>
                </a:cubicBezTo>
                <a:cubicBezTo>
                  <a:pt x="617290" y="43487"/>
                  <a:pt x="621090" y="45469"/>
                  <a:pt x="624129" y="47980"/>
                </a:cubicBezTo>
                <a:cubicBezTo>
                  <a:pt x="627168" y="50491"/>
                  <a:pt x="629448" y="53432"/>
                  <a:pt x="630969" y="56802"/>
                </a:cubicBezTo>
                <a:cubicBezTo>
                  <a:pt x="632490" y="60172"/>
                  <a:pt x="633250" y="63840"/>
                  <a:pt x="633250" y="67805"/>
                </a:cubicBezTo>
                <a:cubicBezTo>
                  <a:pt x="633250" y="74547"/>
                  <a:pt x="631234" y="80330"/>
                  <a:pt x="627203" y="85154"/>
                </a:cubicBezTo>
                <a:cubicBezTo>
                  <a:pt x="623171" y="89979"/>
                  <a:pt x="618115" y="93911"/>
                  <a:pt x="612034" y="96953"/>
                </a:cubicBezTo>
                <a:cubicBezTo>
                  <a:pt x="605955" y="99992"/>
                  <a:pt x="599347" y="102272"/>
                  <a:pt x="592210" y="103793"/>
                </a:cubicBezTo>
                <a:cubicBezTo>
                  <a:pt x="585072" y="105312"/>
                  <a:pt x="578397" y="106203"/>
                  <a:pt x="572186" y="106467"/>
                </a:cubicBezTo>
                <a:cubicBezTo>
                  <a:pt x="574035" y="114000"/>
                  <a:pt x="577669" y="119320"/>
                  <a:pt x="583089" y="122428"/>
                </a:cubicBezTo>
                <a:cubicBezTo>
                  <a:pt x="588508" y="125534"/>
                  <a:pt x="594654" y="127087"/>
                  <a:pt x="601527" y="127087"/>
                </a:cubicBezTo>
                <a:cubicBezTo>
                  <a:pt x="605493" y="127087"/>
                  <a:pt x="608995" y="126691"/>
                  <a:pt x="612034" y="125898"/>
                </a:cubicBezTo>
                <a:cubicBezTo>
                  <a:pt x="615075" y="125104"/>
                  <a:pt x="617686" y="124211"/>
                  <a:pt x="619866" y="123221"/>
                </a:cubicBezTo>
                <a:cubicBezTo>
                  <a:pt x="622047" y="122229"/>
                  <a:pt x="623864" y="121271"/>
                  <a:pt x="625318" y="120347"/>
                </a:cubicBezTo>
                <a:cubicBezTo>
                  <a:pt x="626772" y="119421"/>
                  <a:pt x="627895" y="118892"/>
                  <a:pt x="628688" y="118759"/>
                </a:cubicBezTo>
                <a:cubicBezTo>
                  <a:pt x="630804" y="118097"/>
                  <a:pt x="631862" y="118759"/>
                  <a:pt x="631862" y="120743"/>
                </a:cubicBezTo>
                <a:cubicBezTo>
                  <a:pt x="631862" y="122329"/>
                  <a:pt x="631564" y="124179"/>
                  <a:pt x="630969" y="126295"/>
                </a:cubicBezTo>
                <a:cubicBezTo>
                  <a:pt x="630374" y="128408"/>
                  <a:pt x="629548" y="130655"/>
                  <a:pt x="628491" y="133035"/>
                </a:cubicBezTo>
                <a:cubicBezTo>
                  <a:pt x="627963" y="133959"/>
                  <a:pt x="626840" y="135082"/>
                  <a:pt x="625121" y="136405"/>
                </a:cubicBezTo>
                <a:cubicBezTo>
                  <a:pt x="623403" y="137726"/>
                  <a:pt x="621255" y="138981"/>
                  <a:pt x="618678" y="140171"/>
                </a:cubicBezTo>
                <a:cubicBezTo>
                  <a:pt x="616100" y="141361"/>
                  <a:pt x="613093" y="142386"/>
                  <a:pt x="609656" y="143245"/>
                </a:cubicBezTo>
                <a:cubicBezTo>
                  <a:pt x="606220" y="144104"/>
                  <a:pt x="602584" y="144534"/>
                  <a:pt x="598750" y="144534"/>
                </a:cubicBezTo>
                <a:moveTo>
                  <a:pt x="570994" y="94176"/>
                </a:moveTo>
                <a:cubicBezTo>
                  <a:pt x="575753" y="93911"/>
                  <a:pt x="580545" y="93151"/>
                  <a:pt x="585370" y="91895"/>
                </a:cubicBezTo>
                <a:cubicBezTo>
                  <a:pt x="590194" y="90638"/>
                  <a:pt x="594555" y="88854"/>
                  <a:pt x="598454" y="86543"/>
                </a:cubicBezTo>
                <a:cubicBezTo>
                  <a:pt x="602352" y="84230"/>
                  <a:pt x="605492" y="81421"/>
                  <a:pt x="607871" y="78118"/>
                </a:cubicBezTo>
                <a:cubicBezTo>
                  <a:pt x="610251" y="74812"/>
                  <a:pt x="611441" y="70978"/>
                  <a:pt x="611441" y="66616"/>
                </a:cubicBezTo>
                <a:cubicBezTo>
                  <a:pt x="611441" y="63048"/>
                  <a:pt x="610185" y="60074"/>
                  <a:pt x="607672" y="57694"/>
                </a:cubicBezTo>
                <a:cubicBezTo>
                  <a:pt x="605161" y="55314"/>
                  <a:pt x="601791" y="54125"/>
                  <a:pt x="597561" y="54125"/>
                </a:cubicBezTo>
                <a:cubicBezTo>
                  <a:pt x="594258" y="54125"/>
                  <a:pt x="591053" y="54819"/>
                  <a:pt x="587947" y="56209"/>
                </a:cubicBezTo>
                <a:cubicBezTo>
                  <a:pt x="584841" y="57597"/>
                  <a:pt x="582065" y="59877"/>
                  <a:pt x="579619" y="63049"/>
                </a:cubicBezTo>
                <a:cubicBezTo>
                  <a:pt x="577174" y="66219"/>
                  <a:pt x="575158" y="70350"/>
                  <a:pt x="573571" y="75440"/>
                </a:cubicBezTo>
                <a:cubicBezTo>
                  <a:pt x="571986" y="80529"/>
                  <a:pt x="571127" y="86774"/>
                  <a:pt x="570994" y="94176"/>
                </a:cubicBezTo>
                <a:close/>
                <a:moveTo>
                  <a:pt x="775403" y="144334"/>
                </a:moveTo>
                <a:cubicBezTo>
                  <a:pt x="772495" y="144334"/>
                  <a:pt x="769950" y="143838"/>
                  <a:pt x="767770" y="142846"/>
                </a:cubicBezTo>
                <a:cubicBezTo>
                  <a:pt x="765590" y="141855"/>
                  <a:pt x="763773" y="140733"/>
                  <a:pt x="762319" y="139479"/>
                </a:cubicBezTo>
                <a:cubicBezTo>
                  <a:pt x="760865" y="138222"/>
                  <a:pt x="759773" y="136999"/>
                  <a:pt x="759045" y="135809"/>
                </a:cubicBezTo>
                <a:cubicBezTo>
                  <a:pt x="758319" y="134619"/>
                  <a:pt x="757890" y="133826"/>
                  <a:pt x="757757" y="133431"/>
                </a:cubicBezTo>
                <a:cubicBezTo>
                  <a:pt x="756304" y="134488"/>
                  <a:pt x="754521" y="135645"/>
                  <a:pt x="752405" y="136901"/>
                </a:cubicBezTo>
                <a:cubicBezTo>
                  <a:pt x="750289" y="138156"/>
                  <a:pt x="747909" y="139345"/>
                  <a:pt x="745265" y="140468"/>
                </a:cubicBezTo>
                <a:cubicBezTo>
                  <a:pt x="742623" y="141591"/>
                  <a:pt x="739683" y="142549"/>
                  <a:pt x="736444" y="143342"/>
                </a:cubicBezTo>
                <a:cubicBezTo>
                  <a:pt x="733207" y="144136"/>
                  <a:pt x="729738" y="144534"/>
                  <a:pt x="726037" y="144534"/>
                </a:cubicBezTo>
                <a:cubicBezTo>
                  <a:pt x="721410" y="144534"/>
                  <a:pt x="717115" y="143939"/>
                  <a:pt x="713149" y="142749"/>
                </a:cubicBezTo>
                <a:cubicBezTo>
                  <a:pt x="709184" y="141559"/>
                  <a:pt x="705748" y="139775"/>
                  <a:pt x="702839" y="137397"/>
                </a:cubicBezTo>
                <a:cubicBezTo>
                  <a:pt x="699931" y="135017"/>
                  <a:pt x="697651" y="132010"/>
                  <a:pt x="695999" y="128376"/>
                </a:cubicBezTo>
                <a:cubicBezTo>
                  <a:pt x="694348" y="124740"/>
                  <a:pt x="693522" y="120477"/>
                  <a:pt x="693522" y="115588"/>
                </a:cubicBezTo>
                <a:cubicBezTo>
                  <a:pt x="693522" y="109374"/>
                  <a:pt x="694843" y="104186"/>
                  <a:pt x="697485" y="100023"/>
                </a:cubicBezTo>
                <a:cubicBezTo>
                  <a:pt x="700129" y="95861"/>
                  <a:pt x="703664" y="92392"/>
                  <a:pt x="708091" y="89617"/>
                </a:cubicBezTo>
                <a:cubicBezTo>
                  <a:pt x="712520" y="86839"/>
                  <a:pt x="717708" y="84526"/>
                  <a:pt x="723656" y="82677"/>
                </a:cubicBezTo>
                <a:cubicBezTo>
                  <a:pt x="729604" y="80825"/>
                  <a:pt x="735882" y="79107"/>
                  <a:pt x="742491" y="77522"/>
                </a:cubicBezTo>
                <a:cubicBezTo>
                  <a:pt x="746589" y="76463"/>
                  <a:pt x="749695" y="75472"/>
                  <a:pt x="751809" y="74548"/>
                </a:cubicBezTo>
                <a:cubicBezTo>
                  <a:pt x="753925" y="73622"/>
                  <a:pt x="754982" y="72366"/>
                  <a:pt x="754982" y="70778"/>
                </a:cubicBezTo>
                <a:cubicBezTo>
                  <a:pt x="754982" y="66549"/>
                  <a:pt x="753297" y="63146"/>
                  <a:pt x="749927" y="60568"/>
                </a:cubicBezTo>
                <a:cubicBezTo>
                  <a:pt x="746557" y="57991"/>
                  <a:pt x="741568" y="56702"/>
                  <a:pt x="734958" y="56702"/>
                </a:cubicBezTo>
                <a:cubicBezTo>
                  <a:pt x="730993" y="56702"/>
                  <a:pt x="727391" y="57165"/>
                  <a:pt x="724152" y="58091"/>
                </a:cubicBezTo>
                <a:cubicBezTo>
                  <a:pt x="720913" y="59016"/>
                  <a:pt x="718038" y="60041"/>
                  <a:pt x="715527" y="61164"/>
                </a:cubicBezTo>
                <a:cubicBezTo>
                  <a:pt x="713016" y="62288"/>
                  <a:pt x="710902" y="63312"/>
                  <a:pt x="709183" y="64238"/>
                </a:cubicBezTo>
                <a:cubicBezTo>
                  <a:pt x="707465" y="65162"/>
                  <a:pt x="706210" y="65623"/>
                  <a:pt x="705417" y="65623"/>
                </a:cubicBezTo>
                <a:cubicBezTo>
                  <a:pt x="704096" y="65623"/>
                  <a:pt x="703435" y="64765"/>
                  <a:pt x="703435" y="63049"/>
                </a:cubicBezTo>
                <a:cubicBezTo>
                  <a:pt x="703435" y="61595"/>
                  <a:pt x="703700" y="59711"/>
                  <a:pt x="704228" y="57398"/>
                </a:cubicBezTo>
                <a:cubicBezTo>
                  <a:pt x="704756" y="55085"/>
                  <a:pt x="705483" y="52805"/>
                  <a:pt x="706409" y="50558"/>
                </a:cubicBezTo>
                <a:cubicBezTo>
                  <a:pt x="706938" y="49499"/>
                  <a:pt x="708127" y="48376"/>
                  <a:pt x="709976" y="47188"/>
                </a:cubicBezTo>
                <a:cubicBezTo>
                  <a:pt x="711827" y="45998"/>
                  <a:pt x="714174" y="44841"/>
                  <a:pt x="717016" y="43718"/>
                </a:cubicBezTo>
                <a:cubicBezTo>
                  <a:pt x="719857" y="42594"/>
                  <a:pt x="723062" y="41670"/>
                  <a:pt x="726630" y="40944"/>
                </a:cubicBezTo>
                <a:cubicBezTo>
                  <a:pt x="730200" y="40215"/>
                  <a:pt x="733901" y="39851"/>
                  <a:pt x="737733" y="39851"/>
                </a:cubicBezTo>
                <a:cubicBezTo>
                  <a:pt x="752008" y="39851"/>
                  <a:pt x="762119" y="43057"/>
                  <a:pt x="768067" y="49469"/>
                </a:cubicBezTo>
                <a:cubicBezTo>
                  <a:pt x="774014" y="55878"/>
                  <a:pt x="776988" y="65493"/>
                  <a:pt x="776988" y="78314"/>
                </a:cubicBezTo>
                <a:lnTo>
                  <a:pt x="776988" y="119155"/>
                </a:lnTo>
                <a:cubicBezTo>
                  <a:pt x="776988" y="122196"/>
                  <a:pt x="777583" y="124378"/>
                  <a:pt x="778773" y="125699"/>
                </a:cubicBezTo>
                <a:cubicBezTo>
                  <a:pt x="779963" y="127020"/>
                  <a:pt x="781748" y="127747"/>
                  <a:pt x="784128" y="127880"/>
                </a:cubicBezTo>
                <a:cubicBezTo>
                  <a:pt x="784259" y="128011"/>
                  <a:pt x="785051" y="128077"/>
                  <a:pt x="786505" y="128077"/>
                </a:cubicBezTo>
                <a:cubicBezTo>
                  <a:pt x="787960" y="128077"/>
                  <a:pt x="788753" y="128077"/>
                  <a:pt x="788886" y="128077"/>
                </a:cubicBezTo>
                <a:cubicBezTo>
                  <a:pt x="790207" y="128077"/>
                  <a:pt x="790868" y="128606"/>
                  <a:pt x="790868" y="129665"/>
                </a:cubicBezTo>
                <a:cubicBezTo>
                  <a:pt x="790868" y="130588"/>
                  <a:pt x="790405" y="131877"/>
                  <a:pt x="789479" y="133531"/>
                </a:cubicBezTo>
                <a:cubicBezTo>
                  <a:pt x="788554" y="135183"/>
                  <a:pt x="787330" y="136802"/>
                  <a:pt x="785810" y="138390"/>
                </a:cubicBezTo>
                <a:cubicBezTo>
                  <a:pt x="784291" y="139975"/>
                  <a:pt x="782639" y="141362"/>
                  <a:pt x="780854" y="142552"/>
                </a:cubicBezTo>
                <a:cubicBezTo>
                  <a:pt x="779071" y="143740"/>
                  <a:pt x="777254" y="144334"/>
                  <a:pt x="775403" y="144334"/>
                </a:cubicBezTo>
                <a:moveTo>
                  <a:pt x="715527" y="113207"/>
                </a:moveTo>
                <a:cubicBezTo>
                  <a:pt x="715527" y="118627"/>
                  <a:pt x="717344" y="122526"/>
                  <a:pt x="720979" y="124906"/>
                </a:cubicBezTo>
                <a:cubicBezTo>
                  <a:pt x="724615" y="127284"/>
                  <a:pt x="729143" y="128407"/>
                  <a:pt x="734562" y="128276"/>
                </a:cubicBezTo>
                <a:cubicBezTo>
                  <a:pt x="737470" y="128276"/>
                  <a:pt x="740180" y="127880"/>
                  <a:pt x="742691" y="127087"/>
                </a:cubicBezTo>
                <a:cubicBezTo>
                  <a:pt x="745202" y="126293"/>
                  <a:pt x="747415" y="125334"/>
                  <a:pt x="749331" y="124210"/>
                </a:cubicBezTo>
                <a:cubicBezTo>
                  <a:pt x="751247" y="123087"/>
                  <a:pt x="752767" y="121865"/>
                  <a:pt x="753890" y="120544"/>
                </a:cubicBezTo>
                <a:cubicBezTo>
                  <a:pt x="755016" y="119223"/>
                  <a:pt x="755578" y="118033"/>
                  <a:pt x="755578" y="116974"/>
                </a:cubicBezTo>
                <a:lnTo>
                  <a:pt x="755578" y="91002"/>
                </a:lnTo>
                <a:cubicBezTo>
                  <a:pt x="755578" y="89681"/>
                  <a:pt x="754917" y="89021"/>
                  <a:pt x="753594" y="89021"/>
                </a:cubicBezTo>
                <a:cubicBezTo>
                  <a:pt x="752140" y="89021"/>
                  <a:pt x="749629" y="89549"/>
                  <a:pt x="746061" y="90606"/>
                </a:cubicBezTo>
                <a:cubicBezTo>
                  <a:pt x="742889" y="91532"/>
                  <a:pt x="739517" y="92556"/>
                  <a:pt x="735948" y="93680"/>
                </a:cubicBezTo>
                <a:cubicBezTo>
                  <a:pt x="732380" y="94803"/>
                  <a:pt x="729075" y="96190"/>
                  <a:pt x="726034" y="97842"/>
                </a:cubicBezTo>
                <a:cubicBezTo>
                  <a:pt x="722995" y="99494"/>
                  <a:pt x="720484" y="101543"/>
                  <a:pt x="718501" y="103990"/>
                </a:cubicBezTo>
                <a:cubicBezTo>
                  <a:pt x="716519" y="106434"/>
                  <a:pt x="715527" y="109507"/>
                  <a:pt x="715527" y="113207"/>
                </a:cubicBezTo>
                <a:close/>
                <a:moveTo>
                  <a:pt x="822985" y="142749"/>
                </a:moveTo>
                <a:cubicBezTo>
                  <a:pt x="818491" y="142749"/>
                  <a:pt x="815583" y="142419"/>
                  <a:pt x="814260" y="141760"/>
                </a:cubicBezTo>
                <a:cubicBezTo>
                  <a:pt x="812939" y="141098"/>
                  <a:pt x="812278" y="140238"/>
                  <a:pt x="812278" y="139179"/>
                </a:cubicBezTo>
                <a:lnTo>
                  <a:pt x="812278" y="65623"/>
                </a:lnTo>
                <a:cubicBezTo>
                  <a:pt x="812278" y="63113"/>
                  <a:pt x="811981" y="61031"/>
                  <a:pt x="811386" y="59379"/>
                </a:cubicBezTo>
                <a:cubicBezTo>
                  <a:pt x="810793" y="57728"/>
                  <a:pt x="810132" y="56340"/>
                  <a:pt x="809404" y="55217"/>
                </a:cubicBezTo>
                <a:cubicBezTo>
                  <a:pt x="808678" y="54093"/>
                  <a:pt x="808018" y="53201"/>
                  <a:pt x="807423" y="52539"/>
                </a:cubicBezTo>
                <a:cubicBezTo>
                  <a:pt x="806828" y="51878"/>
                  <a:pt x="806530" y="51217"/>
                  <a:pt x="806530" y="50558"/>
                </a:cubicBezTo>
                <a:cubicBezTo>
                  <a:pt x="806530" y="49765"/>
                  <a:pt x="807191" y="48774"/>
                  <a:pt x="808512" y="47584"/>
                </a:cubicBezTo>
                <a:cubicBezTo>
                  <a:pt x="809835" y="46394"/>
                  <a:pt x="811388" y="45237"/>
                  <a:pt x="813171" y="44114"/>
                </a:cubicBezTo>
                <a:cubicBezTo>
                  <a:pt x="814956" y="42991"/>
                  <a:pt x="816773" y="42033"/>
                  <a:pt x="818622" y="41240"/>
                </a:cubicBezTo>
                <a:cubicBezTo>
                  <a:pt x="820474" y="40445"/>
                  <a:pt x="821928" y="40048"/>
                  <a:pt x="822985" y="40048"/>
                </a:cubicBezTo>
                <a:cubicBezTo>
                  <a:pt x="825629" y="40048"/>
                  <a:pt x="827777" y="41305"/>
                  <a:pt x="829428" y="43818"/>
                </a:cubicBezTo>
                <a:cubicBezTo>
                  <a:pt x="831082" y="46329"/>
                  <a:pt x="832437" y="49699"/>
                  <a:pt x="833494" y="53928"/>
                </a:cubicBezTo>
                <a:cubicBezTo>
                  <a:pt x="835608" y="51284"/>
                  <a:pt x="837987" y="48905"/>
                  <a:pt x="840631" y="46791"/>
                </a:cubicBezTo>
                <a:cubicBezTo>
                  <a:pt x="842878" y="45073"/>
                  <a:pt x="845554" y="43487"/>
                  <a:pt x="848660" y="42033"/>
                </a:cubicBezTo>
                <a:cubicBezTo>
                  <a:pt x="851766" y="40579"/>
                  <a:pt x="855104" y="39851"/>
                  <a:pt x="858673" y="39851"/>
                </a:cubicBezTo>
                <a:cubicBezTo>
                  <a:pt x="860920" y="39851"/>
                  <a:pt x="863068" y="40050"/>
                  <a:pt x="865117" y="40447"/>
                </a:cubicBezTo>
                <a:cubicBezTo>
                  <a:pt x="867166" y="40843"/>
                  <a:pt x="869017" y="41404"/>
                  <a:pt x="870668" y="42132"/>
                </a:cubicBezTo>
                <a:cubicBezTo>
                  <a:pt x="872320" y="42859"/>
                  <a:pt x="873641" y="43651"/>
                  <a:pt x="874631" y="44510"/>
                </a:cubicBezTo>
                <a:cubicBezTo>
                  <a:pt x="875624" y="45370"/>
                  <a:pt x="876120" y="46262"/>
                  <a:pt x="876120" y="47188"/>
                </a:cubicBezTo>
                <a:cubicBezTo>
                  <a:pt x="876120" y="47980"/>
                  <a:pt x="875690" y="49269"/>
                  <a:pt x="874831" y="51054"/>
                </a:cubicBezTo>
                <a:cubicBezTo>
                  <a:pt x="873972" y="52837"/>
                  <a:pt x="872881" y="54654"/>
                  <a:pt x="871558" y="56505"/>
                </a:cubicBezTo>
                <a:cubicBezTo>
                  <a:pt x="870237" y="58355"/>
                  <a:pt x="868916" y="59974"/>
                  <a:pt x="867595" y="61364"/>
                </a:cubicBezTo>
                <a:cubicBezTo>
                  <a:pt x="866274" y="62752"/>
                  <a:pt x="865084" y="63445"/>
                  <a:pt x="864025" y="63445"/>
                </a:cubicBezTo>
                <a:cubicBezTo>
                  <a:pt x="863365" y="63445"/>
                  <a:pt x="862638" y="63181"/>
                  <a:pt x="861844" y="62653"/>
                </a:cubicBezTo>
                <a:cubicBezTo>
                  <a:pt x="861051" y="62122"/>
                  <a:pt x="860126" y="61560"/>
                  <a:pt x="859070" y="60965"/>
                </a:cubicBezTo>
                <a:cubicBezTo>
                  <a:pt x="858013" y="60370"/>
                  <a:pt x="856823" y="59808"/>
                  <a:pt x="855500" y="59280"/>
                </a:cubicBezTo>
                <a:cubicBezTo>
                  <a:pt x="854179" y="58751"/>
                  <a:pt x="852593" y="58487"/>
                  <a:pt x="850741" y="58487"/>
                </a:cubicBezTo>
                <a:cubicBezTo>
                  <a:pt x="848494" y="58487"/>
                  <a:pt x="846347" y="59049"/>
                  <a:pt x="844297" y="60172"/>
                </a:cubicBezTo>
                <a:cubicBezTo>
                  <a:pt x="842250" y="61295"/>
                  <a:pt x="840433" y="62783"/>
                  <a:pt x="838846" y="64634"/>
                </a:cubicBezTo>
                <a:cubicBezTo>
                  <a:pt x="837261" y="66484"/>
                  <a:pt x="836005" y="68499"/>
                  <a:pt x="835080" y="70682"/>
                </a:cubicBezTo>
                <a:cubicBezTo>
                  <a:pt x="834154" y="72862"/>
                  <a:pt x="833691" y="75075"/>
                  <a:pt x="833691" y="77322"/>
                </a:cubicBezTo>
                <a:lnTo>
                  <a:pt x="833691" y="139179"/>
                </a:lnTo>
                <a:cubicBezTo>
                  <a:pt x="833691" y="140238"/>
                  <a:pt x="833030" y="141098"/>
                  <a:pt x="831709" y="141760"/>
                </a:cubicBezTo>
                <a:cubicBezTo>
                  <a:pt x="830388" y="142419"/>
                  <a:pt x="827480" y="142749"/>
                  <a:pt x="822985" y="142749"/>
                </a:cubicBezTo>
                <a:close/>
                <a:moveTo>
                  <a:pt x="939960" y="144534"/>
                </a:moveTo>
                <a:cubicBezTo>
                  <a:pt x="933088" y="144534"/>
                  <a:pt x="926579" y="143609"/>
                  <a:pt x="920432" y="141760"/>
                </a:cubicBezTo>
                <a:cubicBezTo>
                  <a:pt x="914286" y="139908"/>
                  <a:pt x="908867" y="137000"/>
                  <a:pt x="904174" y="133035"/>
                </a:cubicBezTo>
                <a:cubicBezTo>
                  <a:pt x="899483" y="129070"/>
                  <a:pt x="895782" y="124015"/>
                  <a:pt x="893071" y="117869"/>
                </a:cubicBezTo>
                <a:cubicBezTo>
                  <a:pt x="890363" y="111722"/>
                  <a:pt x="889008" y="104353"/>
                  <a:pt x="889008" y="95761"/>
                </a:cubicBezTo>
                <a:cubicBezTo>
                  <a:pt x="889008" y="85848"/>
                  <a:pt x="890429" y="77356"/>
                  <a:pt x="893271" y="70285"/>
                </a:cubicBezTo>
                <a:cubicBezTo>
                  <a:pt x="896113" y="63212"/>
                  <a:pt x="899879" y="57429"/>
                  <a:pt x="904570" y="52936"/>
                </a:cubicBezTo>
                <a:cubicBezTo>
                  <a:pt x="909263" y="48442"/>
                  <a:pt x="914517" y="45139"/>
                  <a:pt x="920332" y="43025"/>
                </a:cubicBezTo>
                <a:cubicBezTo>
                  <a:pt x="926148" y="40909"/>
                  <a:pt x="932030" y="39851"/>
                  <a:pt x="937978" y="39851"/>
                </a:cubicBezTo>
                <a:cubicBezTo>
                  <a:pt x="944059" y="39851"/>
                  <a:pt x="949379" y="40579"/>
                  <a:pt x="953939" y="42033"/>
                </a:cubicBezTo>
                <a:cubicBezTo>
                  <a:pt x="958499" y="43487"/>
                  <a:pt x="962299" y="45469"/>
                  <a:pt x="965338" y="47980"/>
                </a:cubicBezTo>
                <a:cubicBezTo>
                  <a:pt x="968378" y="50491"/>
                  <a:pt x="970658" y="53432"/>
                  <a:pt x="972178" y="56802"/>
                </a:cubicBezTo>
                <a:cubicBezTo>
                  <a:pt x="973699" y="60172"/>
                  <a:pt x="974459" y="63840"/>
                  <a:pt x="974459" y="67805"/>
                </a:cubicBezTo>
                <a:cubicBezTo>
                  <a:pt x="974459" y="74547"/>
                  <a:pt x="972444" y="80330"/>
                  <a:pt x="968412" y="85154"/>
                </a:cubicBezTo>
                <a:cubicBezTo>
                  <a:pt x="964380" y="89979"/>
                  <a:pt x="959324" y="93911"/>
                  <a:pt x="953243" y="96953"/>
                </a:cubicBezTo>
                <a:cubicBezTo>
                  <a:pt x="947165" y="99992"/>
                  <a:pt x="940556" y="102272"/>
                  <a:pt x="933419" y="103793"/>
                </a:cubicBezTo>
                <a:cubicBezTo>
                  <a:pt x="926281" y="105312"/>
                  <a:pt x="919607" y="106203"/>
                  <a:pt x="913395" y="106467"/>
                </a:cubicBezTo>
                <a:cubicBezTo>
                  <a:pt x="915244" y="114000"/>
                  <a:pt x="918879" y="119320"/>
                  <a:pt x="924298" y="122428"/>
                </a:cubicBezTo>
                <a:cubicBezTo>
                  <a:pt x="929717" y="125534"/>
                  <a:pt x="935863" y="127087"/>
                  <a:pt x="942737" y="127087"/>
                </a:cubicBezTo>
                <a:cubicBezTo>
                  <a:pt x="946702" y="127087"/>
                  <a:pt x="950204" y="126691"/>
                  <a:pt x="953243" y="125898"/>
                </a:cubicBezTo>
                <a:cubicBezTo>
                  <a:pt x="956285" y="125104"/>
                  <a:pt x="958895" y="124211"/>
                  <a:pt x="961076" y="123221"/>
                </a:cubicBezTo>
                <a:cubicBezTo>
                  <a:pt x="963256" y="122229"/>
                  <a:pt x="965073" y="121271"/>
                  <a:pt x="966527" y="120347"/>
                </a:cubicBezTo>
                <a:cubicBezTo>
                  <a:pt x="967981" y="119421"/>
                  <a:pt x="969105" y="118892"/>
                  <a:pt x="969897" y="118759"/>
                </a:cubicBezTo>
                <a:cubicBezTo>
                  <a:pt x="972013" y="118097"/>
                  <a:pt x="973071" y="118759"/>
                  <a:pt x="973071" y="120743"/>
                </a:cubicBezTo>
                <a:cubicBezTo>
                  <a:pt x="973071" y="122329"/>
                  <a:pt x="972773" y="124179"/>
                  <a:pt x="972178" y="126295"/>
                </a:cubicBezTo>
                <a:cubicBezTo>
                  <a:pt x="971583" y="128408"/>
                  <a:pt x="970757" y="130655"/>
                  <a:pt x="969701" y="133035"/>
                </a:cubicBezTo>
                <a:cubicBezTo>
                  <a:pt x="969172" y="133959"/>
                  <a:pt x="968049" y="135082"/>
                  <a:pt x="966331" y="136405"/>
                </a:cubicBezTo>
                <a:cubicBezTo>
                  <a:pt x="964612" y="137726"/>
                  <a:pt x="962464" y="138981"/>
                  <a:pt x="959887" y="140171"/>
                </a:cubicBezTo>
                <a:cubicBezTo>
                  <a:pt x="957309" y="141361"/>
                  <a:pt x="954302" y="142386"/>
                  <a:pt x="950865" y="143245"/>
                </a:cubicBezTo>
                <a:cubicBezTo>
                  <a:pt x="947429" y="144104"/>
                  <a:pt x="943794" y="144534"/>
                  <a:pt x="939960" y="144534"/>
                </a:cubicBezTo>
                <a:moveTo>
                  <a:pt x="912203" y="94176"/>
                </a:moveTo>
                <a:cubicBezTo>
                  <a:pt x="916963" y="93911"/>
                  <a:pt x="921755" y="93151"/>
                  <a:pt x="926579" y="91895"/>
                </a:cubicBezTo>
                <a:cubicBezTo>
                  <a:pt x="931403" y="90638"/>
                  <a:pt x="935765" y="88854"/>
                  <a:pt x="939663" y="86543"/>
                </a:cubicBezTo>
                <a:cubicBezTo>
                  <a:pt x="943562" y="84230"/>
                  <a:pt x="946701" y="81421"/>
                  <a:pt x="949081" y="78118"/>
                </a:cubicBezTo>
                <a:cubicBezTo>
                  <a:pt x="951460" y="74812"/>
                  <a:pt x="952650" y="70978"/>
                  <a:pt x="952650" y="66616"/>
                </a:cubicBezTo>
                <a:cubicBezTo>
                  <a:pt x="952650" y="63048"/>
                  <a:pt x="951394" y="60074"/>
                  <a:pt x="948881" y="57694"/>
                </a:cubicBezTo>
                <a:cubicBezTo>
                  <a:pt x="946370" y="55314"/>
                  <a:pt x="943000" y="54125"/>
                  <a:pt x="938771" y="54125"/>
                </a:cubicBezTo>
                <a:cubicBezTo>
                  <a:pt x="935467" y="54125"/>
                  <a:pt x="932262" y="54819"/>
                  <a:pt x="929156" y="56209"/>
                </a:cubicBezTo>
                <a:cubicBezTo>
                  <a:pt x="926050" y="57597"/>
                  <a:pt x="923274" y="59877"/>
                  <a:pt x="920828" y="63049"/>
                </a:cubicBezTo>
                <a:cubicBezTo>
                  <a:pt x="918384" y="66219"/>
                  <a:pt x="916368" y="70350"/>
                  <a:pt x="914780" y="75440"/>
                </a:cubicBezTo>
                <a:cubicBezTo>
                  <a:pt x="913195" y="80529"/>
                  <a:pt x="912336" y="86774"/>
                  <a:pt x="912203" y="94176"/>
                </a:cubicBezTo>
                <a:close/>
                <a:moveTo>
                  <a:pt x="1081918" y="190729"/>
                </a:moveTo>
                <a:cubicBezTo>
                  <a:pt x="1078348" y="190729"/>
                  <a:pt x="1074845" y="190432"/>
                  <a:pt x="1071408" y="189837"/>
                </a:cubicBezTo>
                <a:cubicBezTo>
                  <a:pt x="1067972" y="189242"/>
                  <a:pt x="1064866" y="188448"/>
                  <a:pt x="1062091" y="187456"/>
                </a:cubicBezTo>
                <a:cubicBezTo>
                  <a:pt x="1059315" y="186466"/>
                  <a:pt x="1056937" y="185376"/>
                  <a:pt x="1054954" y="184186"/>
                </a:cubicBezTo>
                <a:cubicBezTo>
                  <a:pt x="1052971" y="182996"/>
                  <a:pt x="1051649" y="181806"/>
                  <a:pt x="1050988" y="180616"/>
                </a:cubicBezTo>
                <a:cubicBezTo>
                  <a:pt x="1048741" y="175461"/>
                  <a:pt x="1047618" y="171298"/>
                  <a:pt x="1047618" y="168128"/>
                </a:cubicBezTo>
                <a:cubicBezTo>
                  <a:pt x="1047618" y="166409"/>
                  <a:pt x="1048609" y="165814"/>
                  <a:pt x="1050592" y="166343"/>
                </a:cubicBezTo>
                <a:cubicBezTo>
                  <a:pt x="1051648" y="166607"/>
                  <a:pt x="1052969" y="167135"/>
                  <a:pt x="1054555" y="167928"/>
                </a:cubicBezTo>
                <a:cubicBezTo>
                  <a:pt x="1056142" y="168721"/>
                  <a:pt x="1058059" y="169513"/>
                  <a:pt x="1060306" y="170306"/>
                </a:cubicBezTo>
                <a:cubicBezTo>
                  <a:pt x="1062552" y="171100"/>
                  <a:pt x="1065162" y="171828"/>
                  <a:pt x="1068135" y="172487"/>
                </a:cubicBezTo>
                <a:cubicBezTo>
                  <a:pt x="1071110" y="173149"/>
                  <a:pt x="1074382" y="173479"/>
                  <a:pt x="1077952" y="173479"/>
                </a:cubicBezTo>
                <a:cubicBezTo>
                  <a:pt x="1085485" y="173479"/>
                  <a:pt x="1091597" y="171365"/>
                  <a:pt x="1096288" y="167135"/>
                </a:cubicBezTo>
                <a:cubicBezTo>
                  <a:pt x="1100981" y="162906"/>
                  <a:pt x="1103328" y="156628"/>
                  <a:pt x="1103328" y="148300"/>
                </a:cubicBezTo>
                <a:lnTo>
                  <a:pt x="1103328" y="130061"/>
                </a:lnTo>
                <a:cubicBezTo>
                  <a:pt x="1102404" y="130854"/>
                  <a:pt x="1101016" y="132044"/>
                  <a:pt x="1099165" y="133631"/>
                </a:cubicBezTo>
                <a:cubicBezTo>
                  <a:pt x="1097315" y="135216"/>
                  <a:pt x="1095069" y="136802"/>
                  <a:pt x="1092425" y="138390"/>
                </a:cubicBezTo>
                <a:cubicBezTo>
                  <a:pt x="1089781" y="139975"/>
                  <a:pt x="1086740" y="141396"/>
                  <a:pt x="1083303" y="142652"/>
                </a:cubicBezTo>
                <a:cubicBezTo>
                  <a:pt x="1079867" y="143907"/>
                  <a:pt x="1076034" y="144534"/>
                  <a:pt x="1071805" y="144534"/>
                </a:cubicBezTo>
                <a:cubicBezTo>
                  <a:pt x="1062156" y="144534"/>
                  <a:pt x="1054457" y="141692"/>
                  <a:pt x="1048707" y="136009"/>
                </a:cubicBezTo>
                <a:cubicBezTo>
                  <a:pt x="1042957" y="130325"/>
                  <a:pt x="1040082" y="122593"/>
                  <a:pt x="1040082" y="112811"/>
                </a:cubicBezTo>
                <a:lnTo>
                  <a:pt x="1040082" y="45203"/>
                </a:lnTo>
                <a:cubicBezTo>
                  <a:pt x="1040082" y="44146"/>
                  <a:pt x="1040710" y="43288"/>
                  <a:pt x="1041967" y="42629"/>
                </a:cubicBezTo>
                <a:cubicBezTo>
                  <a:pt x="1043223" y="41967"/>
                  <a:pt x="1046098" y="41636"/>
                  <a:pt x="1050592" y="41636"/>
                </a:cubicBezTo>
                <a:cubicBezTo>
                  <a:pt x="1055218" y="41636"/>
                  <a:pt x="1058159" y="41967"/>
                  <a:pt x="1059413" y="42629"/>
                </a:cubicBezTo>
                <a:cubicBezTo>
                  <a:pt x="1060670" y="43288"/>
                  <a:pt x="1061298" y="44146"/>
                  <a:pt x="1061298" y="45203"/>
                </a:cubicBezTo>
                <a:lnTo>
                  <a:pt x="1061298" y="107260"/>
                </a:lnTo>
                <a:cubicBezTo>
                  <a:pt x="1061298" y="120081"/>
                  <a:pt x="1067378" y="126491"/>
                  <a:pt x="1079537" y="126491"/>
                </a:cubicBezTo>
                <a:cubicBezTo>
                  <a:pt x="1082974" y="126491"/>
                  <a:pt x="1086113" y="125831"/>
                  <a:pt x="1088955" y="124510"/>
                </a:cubicBezTo>
                <a:cubicBezTo>
                  <a:pt x="1091796" y="123187"/>
                  <a:pt x="1094307" y="121567"/>
                  <a:pt x="1096487" y="119651"/>
                </a:cubicBezTo>
                <a:cubicBezTo>
                  <a:pt x="1098670" y="117735"/>
                  <a:pt x="1100355" y="115753"/>
                  <a:pt x="1101543" y="113704"/>
                </a:cubicBezTo>
                <a:cubicBezTo>
                  <a:pt x="1102733" y="111655"/>
                  <a:pt x="1103328" y="109837"/>
                  <a:pt x="1103328" y="108252"/>
                </a:cubicBezTo>
                <a:lnTo>
                  <a:pt x="1103328" y="45203"/>
                </a:lnTo>
                <a:cubicBezTo>
                  <a:pt x="1103328" y="44146"/>
                  <a:pt x="1103988" y="43288"/>
                  <a:pt x="1105309" y="42629"/>
                </a:cubicBezTo>
                <a:cubicBezTo>
                  <a:pt x="1106632" y="41967"/>
                  <a:pt x="1109540" y="41636"/>
                  <a:pt x="1114034" y="41636"/>
                </a:cubicBezTo>
                <a:cubicBezTo>
                  <a:pt x="1118660" y="41636"/>
                  <a:pt x="1121601" y="41967"/>
                  <a:pt x="1122855" y="42629"/>
                </a:cubicBezTo>
                <a:cubicBezTo>
                  <a:pt x="1124112" y="43288"/>
                  <a:pt x="1124740" y="44146"/>
                  <a:pt x="1124740" y="45203"/>
                </a:cubicBezTo>
                <a:lnTo>
                  <a:pt x="1124740" y="148896"/>
                </a:lnTo>
                <a:cubicBezTo>
                  <a:pt x="1124740" y="154580"/>
                  <a:pt x="1123749" y="159932"/>
                  <a:pt x="1121766" y="164954"/>
                </a:cubicBezTo>
                <a:cubicBezTo>
                  <a:pt x="1119784" y="169976"/>
                  <a:pt x="1116942" y="174403"/>
                  <a:pt x="1113241" y="178235"/>
                </a:cubicBezTo>
                <a:cubicBezTo>
                  <a:pt x="1109540" y="182069"/>
                  <a:pt x="1105046" y="185109"/>
                  <a:pt x="1099758" y="187356"/>
                </a:cubicBezTo>
                <a:cubicBezTo>
                  <a:pt x="1094472" y="189605"/>
                  <a:pt x="1088525" y="190729"/>
                  <a:pt x="1081918" y="190729"/>
                </a:cubicBezTo>
                <a:close/>
                <a:moveTo>
                  <a:pt x="1195919" y="144334"/>
                </a:moveTo>
                <a:cubicBezTo>
                  <a:pt x="1189574" y="144334"/>
                  <a:pt x="1183460" y="143311"/>
                  <a:pt x="1177577" y="141264"/>
                </a:cubicBezTo>
                <a:cubicBezTo>
                  <a:pt x="1171696" y="139214"/>
                  <a:pt x="1166475" y="136042"/>
                  <a:pt x="1161915" y="131746"/>
                </a:cubicBezTo>
                <a:cubicBezTo>
                  <a:pt x="1157355" y="127450"/>
                  <a:pt x="1153720" y="121998"/>
                  <a:pt x="1151009" y="115389"/>
                </a:cubicBezTo>
                <a:cubicBezTo>
                  <a:pt x="1148301" y="108780"/>
                  <a:pt x="1146946" y="100915"/>
                  <a:pt x="1146946" y="91795"/>
                </a:cubicBezTo>
                <a:cubicBezTo>
                  <a:pt x="1146946" y="82675"/>
                  <a:pt x="1148301" y="74843"/>
                  <a:pt x="1151009" y="68301"/>
                </a:cubicBezTo>
                <a:cubicBezTo>
                  <a:pt x="1153720" y="61758"/>
                  <a:pt x="1157355" y="56372"/>
                  <a:pt x="1161915" y="52143"/>
                </a:cubicBezTo>
                <a:cubicBezTo>
                  <a:pt x="1166475" y="47914"/>
                  <a:pt x="1171696" y="44808"/>
                  <a:pt x="1177577" y="42825"/>
                </a:cubicBezTo>
                <a:cubicBezTo>
                  <a:pt x="1183460" y="40843"/>
                  <a:pt x="1189574" y="39851"/>
                  <a:pt x="1195919" y="39851"/>
                </a:cubicBezTo>
                <a:cubicBezTo>
                  <a:pt x="1202131" y="39851"/>
                  <a:pt x="1208177" y="40843"/>
                  <a:pt x="1214058" y="42825"/>
                </a:cubicBezTo>
                <a:cubicBezTo>
                  <a:pt x="1219939" y="44808"/>
                  <a:pt x="1225126" y="47914"/>
                  <a:pt x="1229620" y="52143"/>
                </a:cubicBezTo>
                <a:cubicBezTo>
                  <a:pt x="1234115" y="56372"/>
                  <a:pt x="1237717" y="61758"/>
                  <a:pt x="1240426" y="68301"/>
                </a:cubicBezTo>
                <a:cubicBezTo>
                  <a:pt x="1243137" y="74843"/>
                  <a:pt x="1244492" y="82675"/>
                  <a:pt x="1244492" y="91795"/>
                </a:cubicBezTo>
                <a:cubicBezTo>
                  <a:pt x="1244492" y="100915"/>
                  <a:pt x="1243137" y="108780"/>
                  <a:pt x="1240426" y="115389"/>
                </a:cubicBezTo>
                <a:cubicBezTo>
                  <a:pt x="1237717" y="121998"/>
                  <a:pt x="1234115" y="127450"/>
                  <a:pt x="1229620" y="131746"/>
                </a:cubicBezTo>
                <a:cubicBezTo>
                  <a:pt x="1225126" y="136042"/>
                  <a:pt x="1219939" y="139214"/>
                  <a:pt x="1214058" y="141264"/>
                </a:cubicBezTo>
                <a:cubicBezTo>
                  <a:pt x="1208177" y="143311"/>
                  <a:pt x="1202131" y="144334"/>
                  <a:pt x="1195919" y="144334"/>
                </a:cubicBezTo>
                <a:moveTo>
                  <a:pt x="1195919" y="128672"/>
                </a:moveTo>
                <a:cubicBezTo>
                  <a:pt x="1199353" y="128672"/>
                  <a:pt x="1202590" y="127979"/>
                  <a:pt x="1205630" y="126591"/>
                </a:cubicBezTo>
                <a:cubicBezTo>
                  <a:pt x="1208671" y="125204"/>
                  <a:pt x="1211349" y="123023"/>
                  <a:pt x="1213662" y="120051"/>
                </a:cubicBezTo>
                <a:cubicBezTo>
                  <a:pt x="1215975" y="117076"/>
                  <a:pt x="1217826" y="113243"/>
                  <a:pt x="1219213" y="108552"/>
                </a:cubicBezTo>
                <a:cubicBezTo>
                  <a:pt x="1220601" y="103858"/>
                  <a:pt x="1221294" y="98141"/>
                  <a:pt x="1221294" y="91399"/>
                </a:cubicBezTo>
                <a:cubicBezTo>
                  <a:pt x="1221294" y="84658"/>
                  <a:pt x="1220601" y="78943"/>
                  <a:pt x="1219213" y="74251"/>
                </a:cubicBezTo>
                <a:cubicBezTo>
                  <a:pt x="1217826" y="69558"/>
                  <a:pt x="1215975" y="65758"/>
                  <a:pt x="1213662" y="62849"/>
                </a:cubicBezTo>
                <a:cubicBezTo>
                  <a:pt x="1211349" y="59941"/>
                  <a:pt x="1208671" y="57826"/>
                  <a:pt x="1205630" y="56505"/>
                </a:cubicBezTo>
                <a:cubicBezTo>
                  <a:pt x="1202590" y="55182"/>
                  <a:pt x="1199353" y="54521"/>
                  <a:pt x="1195919" y="54521"/>
                </a:cubicBezTo>
                <a:cubicBezTo>
                  <a:pt x="1192482" y="54521"/>
                  <a:pt x="1189210" y="55182"/>
                  <a:pt x="1186102" y="56505"/>
                </a:cubicBezTo>
                <a:cubicBezTo>
                  <a:pt x="1182996" y="57826"/>
                  <a:pt x="1180253" y="59941"/>
                  <a:pt x="1177873" y="62849"/>
                </a:cubicBezTo>
                <a:cubicBezTo>
                  <a:pt x="1175495" y="65758"/>
                  <a:pt x="1173613" y="69558"/>
                  <a:pt x="1172225" y="74251"/>
                </a:cubicBezTo>
                <a:cubicBezTo>
                  <a:pt x="1170838" y="78943"/>
                  <a:pt x="1170144" y="84658"/>
                  <a:pt x="1170144" y="91399"/>
                </a:cubicBezTo>
                <a:cubicBezTo>
                  <a:pt x="1170144" y="98141"/>
                  <a:pt x="1170838" y="103858"/>
                  <a:pt x="1172225" y="108552"/>
                </a:cubicBezTo>
                <a:cubicBezTo>
                  <a:pt x="1173613" y="113243"/>
                  <a:pt x="1175495" y="117076"/>
                  <a:pt x="1177873" y="120051"/>
                </a:cubicBezTo>
                <a:cubicBezTo>
                  <a:pt x="1180253" y="123023"/>
                  <a:pt x="1182996" y="125204"/>
                  <a:pt x="1186102" y="126591"/>
                </a:cubicBezTo>
                <a:cubicBezTo>
                  <a:pt x="1189210" y="127979"/>
                  <a:pt x="1192482" y="128672"/>
                  <a:pt x="1195919" y="128672"/>
                </a:cubicBezTo>
                <a:close/>
                <a:moveTo>
                  <a:pt x="1329150" y="129665"/>
                </a:moveTo>
                <a:cubicBezTo>
                  <a:pt x="1327696" y="130986"/>
                  <a:pt x="1325977" y="132505"/>
                  <a:pt x="1323995" y="134224"/>
                </a:cubicBezTo>
                <a:cubicBezTo>
                  <a:pt x="1322012" y="135942"/>
                  <a:pt x="1319699" y="137562"/>
                  <a:pt x="1317055" y="139082"/>
                </a:cubicBezTo>
                <a:cubicBezTo>
                  <a:pt x="1314411" y="140601"/>
                  <a:pt x="1311437" y="141889"/>
                  <a:pt x="1308133" y="142946"/>
                </a:cubicBezTo>
                <a:cubicBezTo>
                  <a:pt x="1304830" y="144004"/>
                  <a:pt x="1301129" y="144534"/>
                  <a:pt x="1297031" y="144534"/>
                </a:cubicBezTo>
                <a:cubicBezTo>
                  <a:pt x="1292273" y="144534"/>
                  <a:pt x="1287845" y="143807"/>
                  <a:pt x="1283747" y="142353"/>
                </a:cubicBezTo>
                <a:cubicBezTo>
                  <a:pt x="1279651" y="140898"/>
                  <a:pt x="1276115" y="138784"/>
                  <a:pt x="1273140" y="136009"/>
                </a:cubicBezTo>
                <a:cubicBezTo>
                  <a:pt x="1270166" y="133234"/>
                  <a:pt x="1267852" y="129897"/>
                  <a:pt x="1266201" y="125998"/>
                </a:cubicBezTo>
                <a:cubicBezTo>
                  <a:pt x="1264549" y="122098"/>
                  <a:pt x="1263723" y="117702"/>
                  <a:pt x="1263723" y="112811"/>
                </a:cubicBezTo>
                <a:lnTo>
                  <a:pt x="1263723" y="45203"/>
                </a:lnTo>
                <a:cubicBezTo>
                  <a:pt x="1263723" y="44146"/>
                  <a:pt x="1264383" y="43288"/>
                  <a:pt x="1265704" y="42629"/>
                </a:cubicBezTo>
                <a:cubicBezTo>
                  <a:pt x="1267027" y="41967"/>
                  <a:pt x="1269936" y="41636"/>
                  <a:pt x="1274429" y="41636"/>
                </a:cubicBezTo>
                <a:cubicBezTo>
                  <a:pt x="1279056" y="41636"/>
                  <a:pt x="1281996" y="41967"/>
                  <a:pt x="1283251" y="42629"/>
                </a:cubicBezTo>
                <a:cubicBezTo>
                  <a:pt x="1284507" y="43288"/>
                  <a:pt x="1285136" y="44146"/>
                  <a:pt x="1285136" y="45203"/>
                </a:cubicBezTo>
                <a:lnTo>
                  <a:pt x="1285136" y="107260"/>
                </a:lnTo>
                <a:cubicBezTo>
                  <a:pt x="1285136" y="113736"/>
                  <a:pt x="1286821" y="118560"/>
                  <a:pt x="1290191" y="121733"/>
                </a:cubicBezTo>
                <a:cubicBezTo>
                  <a:pt x="1293561" y="124905"/>
                  <a:pt x="1298418" y="126491"/>
                  <a:pt x="1304763" y="126491"/>
                </a:cubicBezTo>
                <a:cubicBezTo>
                  <a:pt x="1308200" y="126491"/>
                  <a:pt x="1311371" y="125831"/>
                  <a:pt x="1314278" y="124510"/>
                </a:cubicBezTo>
                <a:cubicBezTo>
                  <a:pt x="1317186" y="123187"/>
                  <a:pt x="1319698" y="121600"/>
                  <a:pt x="1321814" y="119751"/>
                </a:cubicBezTo>
                <a:cubicBezTo>
                  <a:pt x="1323929" y="117900"/>
                  <a:pt x="1325614" y="115950"/>
                  <a:pt x="1326869" y="113903"/>
                </a:cubicBezTo>
                <a:cubicBezTo>
                  <a:pt x="1328125" y="111854"/>
                  <a:pt x="1328753" y="110103"/>
                  <a:pt x="1328753" y="108648"/>
                </a:cubicBezTo>
                <a:lnTo>
                  <a:pt x="1328753" y="45203"/>
                </a:lnTo>
                <a:cubicBezTo>
                  <a:pt x="1328753" y="44146"/>
                  <a:pt x="1329381" y="43288"/>
                  <a:pt x="1330635" y="42629"/>
                </a:cubicBezTo>
                <a:cubicBezTo>
                  <a:pt x="1331892" y="41967"/>
                  <a:pt x="1334767" y="41636"/>
                  <a:pt x="1339260" y="41636"/>
                </a:cubicBezTo>
                <a:cubicBezTo>
                  <a:pt x="1343887" y="41636"/>
                  <a:pt x="1346827" y="41967"/>
                  <a:pt x="1348082" y="42629"/>
                </a:cubicBezTo>
                <a:cubicBezTo>
                  <a:pt x="1349338" y="43288"/>
                  <a:pt x="1349966" y="44146"/>
                  <a:pt x="1349966" y="45203"/>
                </a:cubicBezTo>
                <a:lnTo>
                  <a:pt x="1349966" y="118958"/>
                </a:lnTo>
                <a:cubicBezTo>
                  <a:pt x="1349966" y="122262"/>
                  <a:pt x="1350594" y="124575"/>
                  <a:pt x="1351848" y="125898"/>
                </a:cubicBezTo>
                <a:cubicBezTo>
                  <a:pt x="1353105" y="127219"/>
                  <a:pt x="1355055" y="127880"/>
                  <a:pt x="1357699" y="127880"/>
                </a:cubicBezTo>
                <a:lnTo>
                  <a:pt x="1358492" y="127880"/>
                </a:lnTo>
                <a:cubicBezTo>
                  <a:pt x="1359020" y="127880"/>
                  <a:pt x="1359548" y="127880"/>
                  <a:pt x="1360077" y="127880"/>
                </a:cubicBezTo>
                <a:cubicBezTo>
                  <a:pt x="1360607" y="127880"/>
                  <a:pt x="1361103" y="127913"/>
                  <a:pt x="1361565" y="127980"/>
                </a:cubicBezTo>
                <a:lnTo>
                  <a:pt x="1362258" y="128077"/>
                </a:lnTo>
                <a:cubicBezTo>
                  <a:pt x="1362788" y="128210"/>
                  <a:pt x="1363054" y="128540"/>
                  <a:pt x="1363054" y="129069"/>
                </a:cubicBezTo>
                <a:cubicBezTo>
                  <a:pt x="1363054" y="130390"/>
                  <a:pt x="1362557" y="131909"/>
                  <a:pt x="1361565" y="133628"/>
                </a:cubicBezTo>
                <a:cubicBezTo>
                  <a:pt x="1360575" y="135346"/>
                  <a:pt x="1359319" y="136966"/>
                  <a:pt x="1357799" y="138486"/>
                </a:cubicBezTo>
                <a:cubicBezTo>
                  <a:pt x="1356278" y="140007"/>
                  <a:pt x="1354625" y="141329"/>
                  <a:pt x="1352840" y="142452"/>
                </a:cubicBezTo>
                <a:cubicBezTo>
                  <a:pt x="1351057" y="143576"/>
                  <a:pt x="1349307" y="144203"/>
                  <a:pt x="1347589" y="144334"/>
                </a:cubicBezTo>
                <a:cubicBezTo>
                  <a:pt x="1342698" y="144334"/>
                  <a:pt x="1338666" y="143045"/>
                  <a:pt x="1335494" y="140468"/>
                </a:cubicBezTo>
                <a:cubicBezTo>
                  <a:pt x="1332321" y="137890"/>
                  <a:pt x="1330207" y="134289"/>
                  <a:pt x="1329150" y="129665"/>
                </a:cubicBezTo>
                <a:close/>
                <a:moveTo>
                  <a:pt x="1503621" y="144334"/>
                </a:moveTo>
                <a:cubicBezTo>
                  <a:pt x="1500712" y="144334"/>
                  <a:pt x="1498168" y="143838"/>
                  <a:pt x="1495988" y="142846"/>
                </a:cubicBezTo>
                <a:cubicBezTo>
                  <a:pt x="1493808" y="141855"/>
                  <a:pt x="1491991" y="140733"/>
                  <a:pt x="1490537" y="139479"/>
                </a:cubicBezTo>
                <a:cubicBezTo>
                  <a:pt x="1489082" y="138222"/>
                  <a:pt x="1487991" y="136999"/>
                  <a:pt x="1487263" y="135809"/>
                </a:cubicBezTo>
                <a:cubicBezTo>
                  <a:pt x="1486537" y="134619"/>
                  <a:pt x="1486108" y="133826"/>
                  <a:pt x="1485974" y="133431"/>
                </a:cubicBezTo>
                <a:cubicBezTo>
                  <a:pt x="1484522" y="134488"/>
                  <a:pt x="1482738" y="135645"/>
                  <a:pt x="1480623" y="136901"/>
                </a:cubicBezTo>
                <a:cubicBezTo>
                  <a:pt x="1478507" y="138156"/>
                  <a:pt x="1476127" y="139345"/>
                  <a:pt x="1473483" y="140468"/>
                </a:cubicBezTo>
                <a:cubicBezTo>
                  <a:pt x="1470841" y="141591"/>
                  <a:pt x="1467901" y="142549"/>
                  <a:pt x="1464662" y="143342"/>
                </a:cubicBezTo>
                <a:cubicBezTo>
                  <a:pt x="1461425" y="144136"/>
                  <a:pt x="1457956" y="144534"/>
                  <a:pt x="1454255" y="144534"/>
                </a:cubicBezTo>
                <a:cubicBezTo>
                  <a:pt x="1449628" y="144534"/>
                  <a:pt x="1445332" y="143939"/>
                  <a:pt x="1441367" y="142749"/>
                </a:cubicBezTo>
                <a:cubicBezTo>
                  <a:pt x="1437402" y="141559"/>
                  <a:pt x="1433966" y="139775"/>
                  <a:pt x="1431057" y="137397"/>
                </a:cubicBezTo>
                <a:cubicBezTo>
                  <a:pt x="1428149" y="135017"/>
                  <a:pt x="1425869" y="132010"/>
                  <a:pt x="1424217" y="128376"/>
                </a:cubicBezTo>
                <a:cubicBezTo>
                  <a:pt x="1422565" y="124740"/>
                  <a:pt x="1421740" y="120477"/>
                  <a:pt x="1421740" y="115588"/>
                </a:cubicBezTo>
                <a:cubicBezTo>
                  <a:pt x="1421740" y="109374"/>
                  <a:pt x="1423061" y="104186"/>
                  <a:pt x="1425703" y="100023"/>
                </a:cubicBezTo>
                <a:cubicBezTo>
                  <a:pt x="1428347" y="95861"/>
                  <a:pt x="1431882" y="92392"/>
                  <a:pt x="1436309" y="89617"/>
                </a:cubicBezTo>
                <a:cubicBezTo>
                  <a:pt x="1440738" y="86839"/>
                  <a:pt x="1445926" y="84526"/>
                  <a:pt x="1451874" y="82677"/>
                </a:cubicBezTo>
                <a:cubicBezTo>
                  <a:pt x="1457822" y="80825"/>
                  <a:pt x="1464100" y="79107"/>
                  <a:pt x="1470709" y="77522"/>
                </a:cubicBezTo>
                <a:cubicBezTo>
                  <a:pt x="1474807" y="76463"/>
                  <a:pt x="1477913" y="75472"/>
                  <a:pt x="1480027" y="74548"/>
                </a:cubicBezTo>
                <a:cubicBezTo>
                  <a:pt x="1482142" y="73622"/>
                  <a:pt x="1483200" y="72366"/>
                  <a:pt x="1483200" y="70778"/>
                </a:cubicBezTo>
                <a:cubicBezTo>
                  <a:pt x="1483200" y="66549"/>
                  <a:pt x="1481515" y="63146"/>
                  <a:pt x="1478145" y="60568"/>
                </a:cubicBezTo>
                <a:cubicBezTo>
                  <a:pt x="1474775" y="57991"/>
                  <a:pt x="1469785" y="56702"/>
                  <a:pt x="1463176" y="56702"/>
                </a:cubicBezTo>
                <a:cubicBezTo>
                  <a:pt x="1459211" y="56702"/>
                  <a:pt x="1455609" y="57165"/>
                  <a:pt x="1452370" y="58091"/>
                </a:cubicBezTo>
                <a:cubicBezTo>
                  <a:pt x="1449131" y="59016"/>
                  <a:pt x="1446256" y="60041"/>
                  <a:pt x="1443745" y="61164"/>
                </a:cubicBezTo>
                <a:cubicBezTo>
                  <a:pt x="1441234" y="62288"/>
                  <a:pt x="1439120" y="63312"/>
                  <a:pt x="1437401" y="64238"/>
                </a:cubicBezTo>
                <a:cubicBezTo>
                  <a:pt x="1435683" y="65162"/>
                  <a:pt x="1434427" y="65623"/>
                  <a:pt x="1433635" y="65623"/>
                </a:cubicBezTo>
                <a:cubicBezTo>
                  <a:pt x="1432314" y="65623"/>
                  <a:pt x="1431653" y="64765"/>
                  <a:pt x="1431653" y="63049"/>
                </a:cubicBezTo>
                <a:cubicBezTo>
                  <a:pt x="1431653" y="61595"/>
                  <a:pt x="1431917" y="59711"/>
                  <a:pt x="1432446" y="57398"/>
                </a:cubicBezTo>
                <a:cubicBezTo>
                  <a:pt x="1432974" y="55085"/>
                  <a:pt x="1433701" y="52805"/>
                  <a:pt x="1434627" y="50558"/>
                </a:cubicBezTo>
                <a:cubicBezTo>
                  <a:pt x="1435155" y="49499"/>
                  <a:pt x="1436344" y="48376"/>
                  <a:pt x="1438194" y="47188"/>
                </a:cubicBezTo>
                <a:cubicBezTo>
                  <a:pt x="1440045" y="45998"/>
                  <a:pt x="1442392" y="44841"/>
                  <a:pt x="1445234" y="43718"/>
                </a:cubicBezTo>
                <a:cubicBezTo>
                  <a:pt x="1448075" y="42594"/>
                  <a:pt x="1451280" y="41670"/>
                  <a:pt x="1454848" y="40944"/>
                </a:cubicBezTo>
                <a:cubicBezTo>
                  <a:pt x="1458418" y="40215"/>
                  <a:pt x="1462118" y="39851"/>
                  <a:pt x="1465950" y="39851"/>
                </a:cubicBezTo>
                <a:cubicBezTo>
                  <a:pt x="1480225" y="39851"/>
                  <a:pt x="1490337" y="43057"/>
                  <a:pt x="1496284" y="49469"/>
                </a:cubicBezTo>
                <a:cubicBezTo>
                  <a:pt x="1502232" y="55878"/>
                  <a:pt x="1505206" y="65493"/>
                  <a:pt x="1505206" y="78314"/>
                </a:cubicBezTo>
                <a:lnTo>
                  <a:pt x="1505206" y="119155"/>
                </a:lnTo>
                <a:cubicBezTo>
                  <a:pt x="1505206" y="122196"/>
                  <a:pt x="1505801" y="124378"/>
                  <a:pt x="1506991" y="125699"/>
                </a:cubicBezTo>
                <a:cubicBezTo>
                  <a:pt x="1508181" y="127020"/>
                  <a:pt x="1509966" y="127747"/>
                  <a:pt x="1512345" y="127880"/>
                </a:cubicBezTo>
                <a:cubicBezTo>
                  <a:pt x="1512477" y="128011"/>
                  <a:pt x="1513269" y="128077"/>
                  <a:pt x="1514723" y="128077"/>
                </a:cubicBezTo>
                <a:cubicBezTo>
                  <a:pt x="1516177" y="128077"/>
                  <a:pt x="1516971" y="128077"/>
                  <a:pt x="1517104" y="128077"/>
                </a:cubicBezTo>
                <a:cubicBezTo>
                  <a:pt x="1518425" y="128077"/>
                  <a:pt x="1519086" y="128606"/>
                  <a:pt x="1519086" y="129665"/>
                </a:cubicBezTo>
                <a:cubicBezTo>
                  <a:pt x="1519086" y="130588"/>
                  <a:pt x="1518623" y="131877"/>
                  <a:pt x="1517697" y="133531"/>
                </a:cubicBezTo>
                <a:cubicBezTo>
                  <a:pt x="1516771" y="135183"/>
                  <a:pt x="1515548" y="136802"/>
                  <a:pt x="1514027" y="138390"/>
                </a:cubicBezTo>
                <a:cubicBezTo>
                  <a:pt x="1512509" y="139975"/>
                  <a:pt x="1510857" y="141362"/>
                  <a:pt x="1509072" y="142552"/>
                </a:cubicBezTo>
                <a:cubicBezTo>
                  <a:pt x="1507289" y="143740"/>
                  <a:pt x="1505472" y="144334"/>
                  <a:pt x="1503621" y="144334"/>
                </a:cubicBezTo>
                <a:moveTo>
                  <a:pt x="1443745" y="113207"/>
                </a:moveTo>
                <a:cubicBezTo>
                  <a:pt x="1443745" y="118627"/>
                  <a:pt x="1445562" y="122526"/>
                  <a:pt x="1449197" y="124906"/>
                </a:cubicBezTo>
                <a:cubicBezTo>
                  <a:pt x="1452833" y="127284"/>
                  <a:pt x="1457361" y="128407"/>
                  <a:pt x="1462780" y="128276"/>
                </a:cubicBezTo>
                <a:cubicBezTo>
                  <a:pt x="1465688" y="128276"/>
                  <a:pt x="1468398" y="127880"/>
                  <a:pt x="1470909" y="127087"/>
                </a:cubicBezTo>
                <a:cubicBezTo>
                  <a:pt x="1473420" y="126293"/>
                  <a:pt x="1475633" y="125334"/>
                  <a:pt x="1477549" y="124210"/>
                </a:cubicBezTo>
                <a:cubicBezTo>
                  <a:pt x="1479465" y="123087"/>
                  <a:pt x="1480985" y="121865"/>
                  <a:pt x="1482108" y="120544"/>
                </a:cubicBezTo>
                <a:cubicBezTo>
                  <a:pt x="1483234" y="119223"/>
                  <a:pt x="1483796" y="118033"/>
                  <a:pt x="1483796" y="116974"/>
                </a:cubicBezTo>
                <a:lnTo>
                  <a:pt x="1483796" y="91002"/>
                </a:lnTo>
                <a:cubicBezTo>
                  <a:pt x="1483796" y="89681"/>
                  <a:pt x="1483135" y="89021"/>
                  <a:pt x="1481812" y="89021"/>
                </a:cubicBezTo>
                <a:cubicBezTo>
                  <a:pt x="1480358" y="89021"/>
                  <a:pt x="1477847" y="89549"/>
                  <a:pt x="1474279" y="90606"/>
                </a:cubicBezTo>
                <a:cubicBezTo>
                  <a:pt x="1471106" y="91532"/>
                  <a:pt x="1467735" y="92556"/>
                  <a:pt x="1464166" y="93680"/>
                </a:cubicBezTo>
                <a:cubicBezTo>
                  <a:pt x="1460598" y="94803"/>
                  <a:pt x="1457293" y="96190"/>
                  <a:pt x="1454252" y="97842"/>
                </a:cubicBezTo>
                <a:cubicBezTo>
                  <a:pt x="1451212" y="99494"/>
                  <a:pt x="1448701" y="101543"/>
                  <a:pt x="1446719" y="103990"/>
                </a:cubicBezTo>
                <a:cubicBezTo>
                  <a:pt x="1444736" y="106434"/>
                  <a:pt x="1443745" y="109507"/>
                  <a:pt x="1443745" y="113207"/>
                </a:cubicBezTo>
                <a:close/>
                <a:moveTo>
                  <a:pt x="1547437" y="1982"/>
                </a:moveTo>
                <a:cubicBezTo>
                  <a:pt x="1551271" y="1982"/>
                  <a:pt x="1554278" y="3006"/>
                  <a:pt x="1556458" y="5055"/>
                </a:cubicBezTo>
                <a:cubicBezTo>
                  <a:pt x="1558638" y="7104"/>
                  <a:pt x="1559728" y="10508"/>
                  <a:pt x="1559728" y="15265"/>
                </a:cubicBezTo>
                <a:cubicBezTo>
                  <a:pt x="1559728" y="20025"/>
                  <a:pt x="1558638" y="23363"/>
                  <a:pt x="1556458" y="25279"/>
                </a:cubicBezTo>
                <a:cubicBezTo>
                  <a:pt x="1554278" y="27195"/>
                  <a:pt x="1551271" y="28153"/>
                  <a:pt x="1547437" y="28153"/>
                </a:cubicBezTo>
                <a:cubicBezTo>
                  <a:pt x="1543605" y="28153"/>
                  <a:pt x="1540598" y="27195"/>
                  <a:pt x="1538416" y="25279"/>
                </a:cubicBezTo>
                <a:cubicBezTo>
                  <a:pt x="1536235" y="23363"/>
                  <a:pt x="1535145" y="20025"/>
                  <a:pt x="1535145" y="15265"/>
                </a:cubicBezTo>
                <a:cubicBezTo>
                  <a:pt x="1535145" y="10508"/>
                  <a:pt x="1536235" y="7104"/>
                  <a:pt x="1538416" y="5055"/>
                </a:cubicBezTo>
                <a:cubicBezTo>
                  <a:pt x="1540598" y="3006"/>
                  <a:pt x="1543605" y="1982"/>
                  <a:pt x="1547437" y="1982"/>
                </a:cubicBezTo>
                <a:moveTo>
                  <a:pt x="1536731" y="45203"/>
                </a:moveTo>
                <a:cubicBezTo>
                  <a:pt x="1536731" y="44146"/>
                  <a:pt x="1537391" y="43288"/>
                  <a:pt x="1538712" y="42629"/>
                </a:cubicBezTo>
                <a:cubicBezTo>
                  <a:pt x="1540035" y="41967"/>
                  <a:pt x="1542943" y="41636"/>
                  <a:pt x="1547437" y="41636"/>
                </a:cubicBezTo>
                <a:cubicBezTo>
                  <a:pt x="1551930" y="41636"/>
                  <a:pt x="1554838" y="41967"/>
                  <a:pt x="1556159" y="42629"/>
                </a:cubicBezTo>
                <a:cubicBezTo>
                  <a:pt x="1557482" y="43288"/>
                  <a:pt x="1558143" y="44146"/>
                  <a:pt x="1558143" y="45203"/>
                </a:cubicBezTo>
                <a:lnTo>
                  <a:pt x="1558143" y="118166"/>
                </a:lnTo>
                <a:cubicBezTo>
                  <a:pt x="1558143" y="121469"/>
                  <a:pt x="1558770" y="123783"/>
                  <a:pt x="1560025" y="125106"/>
                </a:cubicBezTo>
                <a:cubicBezTo>
                  <a:pt x="1561281" y="126427"/>
                  <a:pt x="1563232" y="127087"/>
                  <a:pt x="1565876" y="127087"/>
                </a:cubicBezTo>
                <a:lnTo>
                  <a:pt x="1566668" y="127087"/>
                </a:lnTo>
                <a:cubicBezTo>
                  <a:pt x="1567197" y="127087"/>
                  <a:pt x="1567725" y="127087"/>
                  <a:pt x="1568254" y="127087"/>
                </a:cubicBezTo>
                <a:cubicBezTo>
                  <a:pt x="1568784" y="127087"/>
                  <a:pt x="1569280" y="127121"/>
                  <a:pt x="1569742" y="127187"/>
                </a:cubicBezTo>
                <a:lnTo>
                  <a:pt x="1570435" y="127284"/>
                </a:lnTo>
                <a:cubicBezTo>
                  <a:pt x="1570965" y="127417"/>
                  <a:pt x="1571230" y="127748"/>
                  <a:pt x="1571230" y="128276"/>
                </a:cubicBezTo>
                <a:cubicBezTo>
                  <a:pt x="1571230" y="129597"/>
                  <a:pt x="1570734" y="131117"/>
                  <a:pt x="1569742" y="132835"/>
                </a:cubicBezTo>
                <a:cubicBezTo>
                  <a:pt x="1568752" y="134554"/>
                  <a:pt x="1567496" y="136173"/>
                  <a:pt x="1565976" y="137694"/>
                </a:cubicBezTo>
                <a:cubicBezTo>
                  <a:pt x="1564455" y="139212"/>
                  <a:pt x="1562802" y="140534"/>
                  <a:pt x="1561017" y="141660"/>
                </a:cubicBezTo>
                <a:cubicBezTo>
                  <a:pt x="1559234" y="142783"/>
                  <a:pt x="1557484" y="143410"/>
                  <a:pt x="1555765" y="143542"/>
                </a:cubicBezTo>
                <a:cubicBezTo>
                  <a:pt x="1549818" y="143542"/>
                  <a:pt x="1545158" y="141659"/>
                  <a:pt x="1541786" y="137893"/>
                </a:cubicBezTo>
                <a:cubicBezTo>
                  <a:pt x="1538416" y="134126"/>
                  <a:pt x="1536731" y="129003"/>
                  <a:pt x="1536731" y="122525"/>
                </a:cubicBezTo>
                <a:lnTo>
                  <a:pt x="1536731" y="45203"/>
                </a:lnTo>
                <a:close/>
                <a:moveTo>
                  <a:pt x="1715366" y="73752"/>
                </a:moveTo>
                <a:cubicBezTo>
                  <a:pt x="1715366" y="68333"/>
                  <a:pt x="1713912" y="64203"/>
                  <a:pt x="1711003" y="61361"/>
                </a:cubicBezTo>
                <a:cubicBezTo>
                  <a:pt x="1708095" y="58519"/>
                  <a:pt x="1704130" y="57098"/>
                  <a:pt x="1699108" y="57098"/>
                </a:cubicBezTo>
                <a:cubicBezTo>
                  <a:pt x="1696333" y="57098"/>
                  <a:pt x="1693590" y="57661"/>
                  <a:pt x="1690879" y="58786"/>
                </a:cubicBezTo>
                <a:cubicBezTo>
                  <a:pt x="1688171" y="59910"/>
                  <a:pt x="1685725" y="61331"/>
                  <a:pt x="1683543" y="63049"/>
                </a:cubicBezTo>
                <a:cubicBezTo>
                  <a:pt x="1681363" y="64765"/>
                  <a:pt x="1679611" y="66582"/>
                  <a:pt x="1678288" y="68500"/>
                </a:cubicBezTo>
                <a:cubicBezTo>
                  <a:pt x="1676967" y="70416"/>
                  <a:pt x="1676307" y="72167"/>
                  <a:pt x="1676307" y="73752"/>
                </a:cubicBezTo>
                <a:lnTo>
                  <a:pt x="1676307" y="139179"/>
                </a:lnTo>
                <a:cubicBezTo>
                  <a:pt x="1676307" y="140238"/>
                  <a:pt x="1675646" y="141098"/>
                  <a:pt x="1674325" y="141760"/>
                </a:cubicBezTo>
                <a:cubicBezTo>
                  <a:pt x="1673004" y="142419"/>
                  <a:pt x="1670096" y="142749"/>
                  <a:pt x="1665600" y="142749"/>
                </a:cubicBezTo>
                <a:cubicBezTo>
                  <a:pt x="1660976" y="142749"/>
                  <a:pt x="1658035" y="142419"/>
                  <a:pt x="1656779" y="141760"/>
                </a:cubicBezTo>
                <a:cubicBezTo>
                  <a:pt x="1655524" y="141098"/>
                  <a:pt x="1654897" y="140238"/>
                  <a:pt x="1654897" y="139179"/>
                </a:cubicBezTo>
                <a:lnTo>
                  <a:pt x="1654897" y="74152"/>
                </a:lnTo>
                <a:cubicBezTo>
                  <a:pt x="1654897" y="68466"/>
                  <a:pt x="1653244" y="64203"/>
                  <a:pt x="1649939" y="61361"/>
                </a:cubicBezTo>
                <a:cubicBezTo>
                  <a:pt x="1646635" y="58519"/>
                  <a:pt x="1642670" y="57098"/>
                  <a:pt x="1638044" y="57098"/>
                </a:cubicBezTo>
                <a:cubicBezTo>
                  <a:pt x="1635268" y="57098"/>
                  <a:pt x="1632526" y="57693"/>
                  <a:pt x="1629815" y="58883"/>
                </a:cubicBezTo>
                <a:cubicBezTo>
                  <a:pt x="1627106" y="60073"/>
                  <a:pt x="1624727" y="61561"/>
                  <a:pt x="1622678" y="63345"/>
                </a:cubicBezTo>
                <a:cubicBezTo>
                  <a:pt x="1620629" y="65130"/>
                  <a:pt x="1618943" y="67014"/>
                  <a:pt x="1617620" y="68997"/>
                </a:cubicBezTo>
                <a:cubicBezTo>
                  <a:pt x="1616299" y="70979"/>
                  <a:pt x="1615639" y="72830"/>
                  <a:pt x="1615639" y="74548"/>
                </a:cubicBezTo>
                <a:lnTo>
                  <a:pt x="1615639" y="139179"/>
                </a:lnTo>
                <a:cubicBezTo>
                  <a:pt x="1615639" y="140238"/>
                  <a:pt x="1614978" y="141098"/>
                  <a:pt x="1613657" y="141760"/>
                </a:cubicBezTo>
                <a:cubicBezTo>
                  <a:pt x="1612336" y="142419"/>
                  <a:pt x="1609428" y="142749"/>
                  <a:pt x="1604932" y="142749"/>
                </a:cubicBezTo>
                <a:cubicBezTo>
                  <a:pt x="1600439" y="142749"/>
                  <a:pt x="1597531" y="142419"/>
                  <a:pt x="1596208" y="141760"/>
                </a:cubicBezTo>
                <a:cubicBezTo>
                  <a:pt x="1594887" y="141098"/>
                  <a:pt x="1594226" y="140238"/>
                  <a:pt x="1594226" y="139179"/>
                </a:cubicBezTo>
                <a:lnTo>
                  <a:pt x="1594226" y="65623"/>
                </a:lnTo>
                <a:cubicBezTo>
                  <a:pt x="1594226" y="63113"/>
                  <a:pt x="1593929" y="61031"/>
                  <a:pt x="1593334" y="59379"/>
                </a:cubicBezTo>
                <a:cubicBezTo>
                  <a:pt x="1592741" y="57728"/>
                  <a:pt x="1592080" y="56340"/>
                  <a:pt x="1591352" y="55217"/>
                </a:cubicBezTo>
                <a:cubicBezTo>
                  <a:pt x="1590626" y="54093"/>
                  <a:pt x="1589965" y="53201"/>
                  <a:pt x="1589371" y="52539"/>
                </a:cubicBezTo>
                <a:cubicBezTo>
                  <a:pt x="1588776" y="51878"/>
                  <a:pt x="1588478" y="51217"/>
                  <a:pt x="1588478" y="50558"/>
                </a:cubicBezTo>
                <a:cubicBezTo>
                  <a:pt x="1588478" y="49765"/>
                  <a:pt x="1589139" y="48774"/>
                  <a:pt x="1590460" y="47584"/>
                </a:cubicBezTo>
                <a:cubicBezTo>
                  <a:pt x="1591783" y="46394"/>
                  <a:pt x="1593336" y="45237"/>
                  <a:pt x="1595118" y="44114"/>
                </a:cubicBezTo>
                <a:cubicBezTo>
                  <a:pt x="1596903" y="42991"/>
                  <a:pt x="1598721" y="42033"/>
                  <a:pt x="1600570" y="41240"/>
                </a:cubicBezTo>
                <a:cubicBezTo>
                  <a:pt x="1602421" y="40445"/>
                  <a:pt x="1603876" y="40048"/>
                  <a:pt x="1604932" y="40048"/>
                </a:cubicBezTo>
                <a:cubicBezTo>
                  <a:pt x="1607576" y="40048"/>
                  <a:pt x="1609724" y="41337"/>
                  <a:pt x="1611376" y="43914"/>
                </a:cubicBezTo>
                <a:cubicBezTo>
                  <a:pt x="1613030" y="46492"/>
                  <a:pt x="1614385" y="49962"/>
                  <a:pt x="1615442" y="54324"/>
                </a:cubicBezTo>
                <a:cubicBezTo>
                  <a:pt x="1616763" y="53134"/>
                  <a:pt x="1618415" y="51680"/>
                  <a:pt x="1620397" y="49962"/>
                </a:cubicBezTo>
                <a:cubicBezTo>
                  <a:pt x="1622380" y="48243"/>
                  <a:pt x="1624693" y="46657"/>
                  <a:pt x="1627337" y="45203"/>
                </a:cubicBezTo>
                <a:cubicBezTo>
                  <a:pt x="1629981" y="43749"/>
                  <a:pt x="1632988" y="42494"/>
                  <a:pt x="1636359" y="41437"/>
                </a:cubicBezTo>
                <a:cubicBezTo>
                  <a:pt x="1639729" y="40380"/>
                  <a:pt x="1643528" y="39851"/>
                  <a:pt x="1647758" y="39851"/>
                </a:cubicBezTo>
                <a:cubicBezTo>
                  <a:pt x="1654103" y="39851"/>
                  <a:pt x="1659125" y="41339"/>
                  <a:pt x="1662826" y="44314"/>
                </a:cubicBezTo>
                <a:cubicBezTo>
                  <a:pt x="1666527" y="47286"/>
                  <a:pt x="1669700" y="51086"/>
                  <a:pt x="1672344" y="55713"/>
                </a:cubicBezTo>
                <a:cubicBezTo>
                  <a:pt x="1674193" y="53730"/>
                  <a:pt x="1676440" y="51781"/>
                  <a:pt x="1679084" y="49865"/>
                </a:cubicBezTo>
                <a:cubicBezTo>
                  <a:pt x="1681728" y="47947"/>
                  <a:pt x="1684635" y="46261"/>
                  <a:pt x="1687806" y="44807"/>
                </a:cubicBezTo>
                <a:cubicBezTo>
                  <a:pt x="1690978" y="43353"/>
                  <a:pt x="1694249" y="42164"/>
                  <a:pt x="1697620" y="41240"/>
                </a:cubicBezTo>
                <a:cubicBezTo>
                  <a:pt x="1700992" y="40314"/>
                  <a:pt x="1704330" y="39851"/>
                  <a:pt x="1707633" y="39851"/>
                </a:cubicBezTo>
                <a:cubicBezTo>
                  <a:pt x="1716092" y="39851"/>
                  <a:pt x="1723064" y="42131"/>
                  <a:pt x="1728550" y="46692"/>
                </a:cubicBezTo>
                <a:cubicBezTo>
                  <a:pt x="1734035" y="51252"/>
                  <a:pt x="1736778" y="57562"/>
                  <a:pt x="1736778" y="65623"/>
                </a:cubicBezTo>
                <a:lnTo>
                  <a:pt x="1736778" y="118958"/>
                </a:lnTo>
                <a:cubicBezTo>
                  <a:pt x="1736778" y="122262"/>
                  <a:pt x="1737406" y="124575"/>
                  <a:pt x="1738660" y="125898"/>
                </a:cubicBezTo>
                <a:cubicBezTo>
                  <a:pt x="1739916" y="127219"/>
                  <a:pt x="1741867" y="127880"/>
                  <a:pt x="1744511" y="127880"/>
                </a:cubicBezTo>
                <a:lnTo>
                  <a:pt x="1745303" y="127880"/>
                </a:lnTo>
                <a:cubicBezTo>
                  <a:pt x="1745832" y="127880"/>
                  <a:pt x="1746360" y="127880"/>
                  <a:pt x="1746889" y="127880"/>
                </a:cubicBezTo>
                <a:cubicBezTo>
                  <a:pt x="1747417" y="127880"/>
                  <a:pt x="1747912" y="127913"/>
                  <a:pt x="1748374" y="127980"/>
                </a:cubicBezTo>
                <a:lnTo>
                  <a:pt x="1749070" y="128077"/>
                </a:lnTo>
                <a:cubicBezTo>
                  <a:pt x="1749598" y="128210"/>
                  <a:pt x="1749862" y="128540"/>
                  <a:pt x="1749862" y="129069"/>
                </a:cubicBezTo>
                <a:cubicBezTo>
                  <a:pt x="1749862" y="130390"/>
                  <a:pt x="1749366" y="131909"/>
                  <a:pt x="1748374" y="133628"/>
                </a:cubicBezTo>
                <a:cubicBezTo>
                  <a:pt x="1747384" y="135346"/>
                  <a:pt x="1746128" y="136966"/>
                  <a:pt x="1744608" y="138486"/>
                </a:cubicBezTo>
                <a:cubicBezTo>
                  <a:pt x="1743089" y="140007"/>
                  <a:pt x="1741437" y="141329"/>
                  <a:pt x="1739652" y="142452"/>
                </a:cubicBezTo>
                <a:cubicBezTo>
                  <a:pt x="1737867" y="143576"/>
                  <a:pt x="1736116" y="144203"/>
                  <a:pt x="1734397" y="144334"/>
                </a:cubicBezTo>
                <a:cubicBezTo>
                  <a:pt x="1728450" y="144334"/>
                  <a:pt x="1723791" y="142451"/>
                  <a:pt x="1720421" y="138686"/>
                </a:cubicBezTo>
                <a:cubicBezTo>
                  <a:pt x="1717051" y="134919"/>
                  <a:pt x="1715366" y="129796"/>
                  <a:pt x="1715366" y="123318"/>
                </a:cubicBezTo>
                <a:lnTo>
                  <a:pt x="1715366" y="73752"/>
                </a:lnTo>
                <a:close/>
                <a:moveTo>
                  <a:pt x="1779007" y="1982"/>
                </a:moveTo>
                <a:cubicBezTo>
                  <a:pt x="1782841" y="1982"/>
                  <a:pt x="1785848" y="3006"/>
                  <a:pt x="1788028" y="5055"/>
                </a:cubicBezTo>
                <a:cubicBezTo>
                  <a:pt x="1790208" y="7104"/>
                  <a:pt x="1791298" y="10508"/>
                  <a:pt x="1791298" y="15265"/>
                </a:cubicBezTo>
                <a:cubicBezTo>
                  <a:pt x="1791298" y="20025"/>
                  <a:pt x="1790208" y="23363"/>
                  <a:pt x="1788028" y="25279"/>
                </a:cubicBezTo>
                <a:cubicBezTo>
                  <a:pt x="1785848" y="27195"/>
                  <a:pt x="1782841" y="28153"/>
                  <a:pt x="1779007" y="28153"/>
                </a:cubicBezTo>
                <a:cubicBezTo>
                  <a:pt x="1775175" y="28153"/>
                  <a:pt x="1772168" y="27195"/>
                  <a:pt x="1769985" y="25279"/>
                </a:cubicBezTo>
                <a:cubicBezTo>
                  <a:pt x="1767805" y="23363"/>
                  <a:pt x="1766715" y="20025"/>
                  <a:pt x="1766715" y="15265"/>
                </a:cubicBezTo>
                <a:cubicBezTo>
                  <a:pt x="1766715" y="10508"/>
                  <a:pt x="1767805" y="7104"/>
                  <a:pt x="1769985" y="5055"/>
                </a:cubicBezTo>
                <a:cubicBezTo>
                  <a:pt x="1772168" y="3006"/>
                  <a:pt x="1775175" y="1982"/>
                  <a:pt x="1779007" y="1982"/>
                </a:cubicBezTo>
                <a:moveTo>
                  <a:pt x="1768300" y="45203"/>
                </a:moveTo>
                <a:cubicBezTo>
                  <a:pt x="1768300" y="44146"/>
                  <a:pt x="1768961" y="43288"/>
                  <a:pt x="1770282" y="42629"/>
                </a:cubicBezTo>
                <a:cubicBezTo>
                  <a:pt x="1771605" y="41967"/>
                  <a:pt x="1774513" y="41636"/>
                  <a:pt x="1779007" y="41636"/>
                </a:cubicBezTo>
                <a:cubicBezTo>
                  <a:pt x="1783500" y="41636"/>
                  <a:pt x="1786407" y="41967"/>
                  <a:pt x="1787728" y="42629"/>
                </a:cubicBezTo>
                <a:cubicBezTo>
                  <a:pt x="1789052" y="43288"/>
                  <a:pt x="1789713" y="44146"/>
                  <a:pt x="1789713" y="45203"/>
                </a:cubicBezTo>
                <a:lnTo>
                  <a:pt x="1789713" y="118166"/>
                </a:lnTo>
                <a:cubicBezTo>
                  <a:pt x="1789713" y="121469"/>
                  <a:pt x="1790340" y="123783"/>
                  <a:pt x="1791595" y="125106"/>
                </a:cubicBezTo>
                <a:cubicBezTo>
                  <a:pt x="1792851" y="126427"/>
                  <a:pt x="1794801" y="127087"/>
                  <a:pt x="1797446" y="127087"/>
                </a:cubicBezTo>
                <a:lnTo>
                  <a:pt x="1798238" y="127087"/>
                </a:lnTo>
                <a:cubicBezTo>
                  <a:pt x="1798767" y="127087"/>
                  <a:pt x="1799295" y="127087"/>
                  <a:pt x="1799823" y="127087"/>
                </a:cubicBezTo>
                <a:cubicBezTo>
                  <a:pt x="1800354" y="127087"/>
                  <a:pt x="1800850" y="127121"/>
                  <a:pt x="1801312" y="127187"/>
                </a:cubicBezTo>
                <a:lnTo>
                  <a:pt x="1802005" y="127284"/>
                </a:lnTo>
                <a:cubicBezTo>
                  <a:pt x="1802535" y="127417"/>
                  <a:pt x="1802800" y="127748"/>
                  <a:pt x="1802800" y="128276"/>
                </a:cubicBezTo>
                <a:cubicBezTo>
                  <a:pt x="1802800" y="129597"/>
                  <a:pt x="1802304" y="131117"/>
                  <a:pt x="1801312" y="132835"/>
                </a:cubicBezTo>
                <a:cubicBezTo>
                  <a:pt x="1800322" y="134554"/>
                  <a:pt x="1799066" y="136173"/>
                  <a:pt x="1797545" y="137694"/>
                </a:cubicBezTo>
                <a:cubicBezTo>
                  <a:pt x="1796025" y="139212"/>
                  <a:pt x="1794372" y="140534"/>
                  <a:pt x="1792587" y="141660"/>
                </a:cubicBezTo>
                <a:cubicBezTo>
                  <a:pt x="1790804" y="142783"/>
                  <a:pt x="1789054" y="143410"/>
                  <a:pt x="1787335" y="143542"/>
                </a:cubicBezTo>
                <a:cubicBezTo>
                  <a:pt x="1781388" y="143542"/>
                  <a:pt x="1776728" y="141659"/>
                  <a:pt x="1773356" y="137893"/>
                </a:cubicBezTo>
                <a:cubicBezTo>
                  <a:pt x="1769985" y="134126"/>
                  <a:pt x="1768300" y="129003"/>
                  <a:pt x="1768300" y="122525"/>
                </a:cubicBezTo>
                <a:lnTo>
                  <a:pt x="1768300" y="45203"/>
                </a:lnTo>
                <a:close/>
                <a:moveTo>
                  <a:pt x="1891222" y="75341"/>
                </a:moveTo>
                <a:cubicBezTo>
                  <a:pt x="1891222" y="63179"/>
                  <a:pt x="1885407" y="57098"/>
                  <a:pt x="1873776" y="57098"/>
                </a:cubicBezTo>
                <a:cubicBezTo>
                  <a:pt x="1870472" y="57098"/>
                  <a:pt x="1867234" y="57859"/>
                  <a:pt x="1864062" y="59379"/>
                </a:cubicBezTo>
                <a:cubicBezTo>
                  <a:pt x="1860889" y="60900"/>
                  <a:pt x="1858080" y="62685"/>
                  <a:pt x="1855633" y="64734"/>
                </a:cubicBezTo>
                <a:cubicBezTo>
                  <a:pt x="1853189" y="66781"/>
                  <a:pt x="1851240" y="68896"/>
                  <a:pt x="1849786" y="71078"/>
                </a:cubicBezTo>
                <a:cubicBezTo>
                  <a:pt x="1848332" y="73258"/>
                  <a:pt x="1847605" y="74943"/>
                  <a:pt x="1847605" y="76133"/>
                </a:cubicBezTo>
                <a:lnTo>
                  <a:pt x="1847605" y="139179"/>
                </a:lnTo>
                <a:cubicBezTo>
                  <a:pt x="1847605" y="140238"/>
                  <a:pt x="1846944" y="141098"/>
                  <a:pt x="1845623" y="141760"/>
                </a:cubicBezTo>
                <a:cubicBezTo>
                  <a:pt x="1844302" y="142419"/>
                  <a:pt x="1841394" y="142749"/>
                  <a:pt x="1836898" y="142749"/>
                </a:cubicBezTo>
                <a:cubicBezTo>
                  <a:pt x="1832405" y="142749"/>
                  <a:pt x="1829496" y="142419"/>
                  <a:pt x="1828173" y="141760"/>
                </a:cubicBezTo>
                <a:cubicBezTo>
                  <a:pt x="1826852" y="141098"/>
                  <a:pt x="1826192" y="140238"/>
                  <a:pt x="1826192" y="139179"/>
                </a:cubicBezTo>
                <a:lnTo>
                  <a:pt x="1826192" y="65623"/>
                </a:lnTo>
                <a:cubicBezTo>
                  <a:pt x="1826192" y="63113"/>
                  <a:pt x="1825894" y="61031"/>
                  <a:pt x="1825299" y="59379"/>
                </a:cubicBezTo>
                <a:cubicBezTo>
                  <a:pt x="1824706" y="57728"/>
                  <a:pt x="1824046" y="56340"/>
                  <a:pt x="1823318" y="55217"/>
                </a:cubicBezTo>
                <a:cubicBezTo>
                  <a:pt x="1822592" y="54093"/>
                  <a:pt x="1821931" y="53201"/>
                  <a:pt x="1821336" y="52539"/>
                </a:cubicBezTo>
                <a:cubicBezTo>
                  <a:pt x="1820741" y="51878"/>
                  <a:pt x="1820444" y="51217"/>
                  <a:pt x="1820444" y="50558"/>
                </a:cubicBezTo>
                <a:cubicBezTo>
                  <a:pt x="1820444" y="49765"/>
                  <a:pt x="1821104" y="48774"/>
                  <a:pt x="1822425" y="47584"/>
                </a:cubicBezTo>
                <a:cubicBezTo>
                  <a:pt x="1823748" y="46394"/>
                  <a:pt x="1825301" y="45237"/>
                  <a:pt x="1827084" y="44114"/>
                </a:cubicBezTo>
                <a:cubicBezTo>
                  <a:pt x="1828869" y="42991"/>
                  <a:pt x="1830686" y="42033"/>
                  <a:pt x="1832536" y="41240"/>
                </a:cubicBezTo>
                <a:cubicBezTo>
                  <a:pt x="1834387" y="40445"/>
                  <a:pt x="1835841" y="40048"/>
                  <a:pt x="1836898" y="40048"/>
                </a:cubicBezTo>
                <a:cubicBezTo>
                  <a:pt x="1839411" y="40048"/>
                  <a:pt x="1841460" y="41172"/>
                  <a:pt x="1843045" y="43421"/>
                </a:cubicBezTo>
                <a:cubicBezTo>
                  <a:pt x="1844631" y="45668"/>
                  <a:pt x="1845886" y="48774"/>
                  <a:pt x="1846812" y="52739"/>
                </a:cubicBezTo>
                <a:cubicBezTo>
                  <a:pt x="1846945" y="53003"/>
                  <a:pt x="1847044" y="53399"/>
                  <a:pt x="1847108" y="53928"/>
                </a:cubicBezTo>
                <a:cubicBezTo>
                  <a:pt x="1847175" y="54456"/>
                  <a:pt x="1847275" y="54853"/>
                  <a:pt x="1847408" y="55117"/>
                </a:cubicBezTo>
                <a:cubicBezTo>
                  <a:pt x="1848598" y="54060"/>
                  <a:pt x="1850348" y="52706"/>
                  <a:pt x="1852660" y="51054"/>
                </a:cubicBezTo>
                <a:cubicBezTo>
                  <a:pt x="1854973" y="49400"/>
                  <a:pt x="1857683" y="47714"/>
                  <a:pt x="1860788" y="45996"/>
                </a:cubicBezTo>
                <a:cubicBezTo>
                  <a:pt x="1863896" y="44277"/>
                  <a:pt x="1867333" y="42824"/>
                  <a:pt x="1871099" y="41636"/>
                </a:cubicBezTo>
                <a:cubicBezTo>
                  <a:pt x="1874866" y="40446"/>
                  <a:pt x="1878799" y="39851"/>
                  <a:pt x="1882897" y="39851"/>
                </a:cubicBezTo>
                <a:cubicBezTo>
                  <a:pt x="1892017" y="39851"/>
                  <a:pt x="1899253" y="42396"/>
                  <a:pt x="1904606" y="47484"/>
                </a:cubicBezTo>
                <a:cubicBezTo>
                  <a:pt x="1909959" y="52573"/>
                  <a:pt x="1912635" y="59082"/>
                  <a:pt x="1912635" y="67012"/>
                </a:cubicBezTo>
                <a:lnTo>
                  <a:pt x="1912635" y="118958"/>
                </a:lnTo>
                <a:cubicBezTo>
                  <a:pt x="1912635" y="122262"/>
                  <a:pt x="1913262" y="124575"/>
                  <a:pt x="1914517" y="125898"/>
                </a:cubicBezTo>
                <a:cubicBezTo>
                  <a:pt x="1915773" y="127219"/>
                  <a:pt x="1917723" y="127880"/>
                  <a:pt x="1920368" y="127880"/>
                </a:cubicBezTo>
                <a:lnTo>
                  <a:pt x="1921160" y="127880"/>
                </a:lnTo>
                <a:cubicBezTo>
                  <a:pt x="1921689" y="127880"/>
                  <a:pt x="1922217" y="127880"/>
                  <a:pt x="1922745" y="127880"/>
                </a:cubicBezTo>
                <a:cubicBezTo>
                  <a:pt x="1923276" y="127880"/>
                  <a:pt x="1923772" y="127913"/>
                  <a:pt x="1924234" y="127980"/>
                </a:cubicBezTo>
                <a:lnTo>
                  <a:pt x="1924927" y="128077"/>
                </a:lnTo>
                <a:cubicBezTo>
                  <a:pt x="1925457" y="128210"/>
                  <a:pt x="1925722" y="128540"/>
                  <a:pt x="1925722" y="129069"/>
                </a:cubicBezTo>
                <a:cubicBezTo>
                  <a:pt x="1925722" y="130390"/>
                  <a:pt x="1925226" y="131909"/>
                  <a:pt x="1924234" y="133628"/>
                </a:cubicBezTo>
                <a:cubicBezTo>
                  <a:pt x="1923244" y="135346"/>
                  <a:pt x="1921988" y="136966"/>
                  <a:pt x="1920467" y="138486"/>
                </a:cubicBezTo>
                <a:cubicBezTo>
                  <a:pt x="1918947" y="140007"/>
                  <a:pt x="1917294" y="141329"/>
                  <a:pt x="1915509" y="142452"/>
                </a:cubicBezTo>
                <a:cubicBezTo>
                  <a:pt x="1913726" y="143576"/>
                  <a:pt x="1911976" y="144203"/>
                  <a:pt x="1910257" y="144334"/>
                </a:cubicBezTo>
                <a:cubicBezTo>
                  <a:pt x="1904310" y="144334"/>
                  <a:pt x="1899650" y="142451"/>
                  <a:pt x="1896278" y="138686"/>
                </a:cubicBezTo>
                <a:cubicBezTo>
                  <a:pt x="1892907" y="134919"/>
                  <a:pt x="1891222" y="129796"/>
                  <a:pt x="1891222" y="123318"/>
                </a:cubicBezTo>
                <a:lnTo>
                  <a:pt x="1891222" y="75341"/>
                </a:lnTo>
                <a:close/>
                <a:moveTo>
                  <a:pt x="2009389" y="134224"/>
                </a:moveTo>
                <a:cubicBezTo>
                  <a:pt x="2009125" y="134621"/>
                  <a:pt x="2008298" y="135381"/>
                  <a:pt x="2006908" y="136505"/>
                </a:cubicBezTo>
                <a:cubicBezTo>
                  <a:pt x="2005521" y="137628"/>
                  <a:pt x="2003670" y="138785"/>
                  <a:pt x="2001357" y="139975"/>
                </a:cubicBezTo>
                <a:cubicBezTo>
                  <a:pt x="1999046" y="141163"/>
                  <a:pt x="1996271" y="142219"/>
                  <a:pt x="1993032" y="143145"/>
                </a:cubicBezTo>
                <a:cubicBezTo>
                  <a:pt x="1989793" y="144071"/>
                  <a:pt x="1986257" y="144534"/>
                  <a:pt x="1982425" y="144534"/>
                </a:cubicBezTo>
                <a:cubicBezTo>
                  <a:pt x="1977665" y="144534"/>
                  <a:pt x="1972840" y="143609"/>
                  <a:pt x="1967949" y="141760"/>
                </a:cubicBezTo>
                <a:cubicBezTo>
                  <a:pt x="1963061" y="139908"/>
                  <a:pt x="1958634" y="137033"/>
                  <a:pt x="1954669" y="133135"/>
                </a:cubicBezTo>
                <a:cubicBezTo>
                  <a:pt x="1950704" y="129234"/>
                  <a:pt x="1947432" y="124310"/>
                  <a:pt x="1944855" y="118362"/>
                </a:cubicBezTo>
                <a:cubicBezTo>
                  <a:pt x="1942277" y="112415"/>
                  <a:pt x="1940988" y="105409"/>
                  <a:pt x="1940988" y="97346"/>
                </a:cubicBezTo>
                <a:cubicBezTo>
                  <a:pt x="1940988" y="87036"/>
                  <a:pt x="1942640" y="78247"/>
                  <a:pt x="1945944" y="70978"/>
                </a:cubicBezTo>
                <a:cubicBezTo>
                  <a:pt x="1949249" y="63707"/>
                  <a:pt x="1953579" y="57760"/>
                  <a:pt x="1958931" y="53135"/>
                </a:cubicBezTo>
                <a:cubicBezTo>
                  <a:pt x="1964284" y="48509"/>
                  <a:pt x="1970397" y="45139"/>
                  <a:pt x="1977270" y="43025"/>
                </a:cubicBezTo>
                <a:cubicBezTo>
                  <a:pt x="1984144" y="40909"/>
                  <a:pt x="1991215" y="39851"/>
                  <a:pt x="1998483" y="39851"/>
                </a:cubicBezTo>
                <a:cubicBezTo>
                  <a:pt x="2002977" y="39851"/>
                  <a:pt x="2007173" y="40248"/>
                  <a:pt x="2011071" y="41040"/>
                </a:cubicBezTo>
                <a:cubicBezTo>
                  <a:pt x="2014972" y="41833"/>
                  <a:pt x="2018376" y="42858"/>
                  <a:pt x="2021284" y="44114"/>
                </a:cubicBezTo>
                <a:cubicBezTo>
                  <a:pt x="2024193" y="45368"/>
                  <a:pt x="2026506" y="46756"/>
                  <a:pt x="2028224" y="48277"/>
                </a:cubicBezTo>
                <a:cubicBezTo>
                  <a:pt x="2029943" y="49797"/>
                  <a:pt x="2030802" y="51285"/>
                  <a:pt x="2030802" y="52739"/>
                </a:cubicBezTo>
                <a:lnTo>
                  <a:pt x="2030802" y="148896"/>
                </a:lnTo>
                <a:cubicBezTo>
                  <a:pt x="2030802" y="154580"/>
                  <a:pt x="2029810" y="159932"/>
                  <a:pt x="2027825" y="164954"/>
                </a:cubicBezTo>
                <a:cubicBezTo>
                  <a:pt x="2025842" y="169976"/>
                  <a:pt x="2023001" y="174403"/>
                  <a:pt x="2019300" y="178235"/>
                </a:cubicBezTo>
                <a:cubicBezTo>
                  <a:pt x="2015599" y="182069"/>
                  <a:pt x="2011105" y="185109"/>
                  <a:pt x="2005819" y="187356"/>
                </a:cubicBezTo>
                <a:cubicBezTo>
                  <a:pt x="2000533" y="189605"/>
                  <a:pt x="1994586" y="190729"/>
                  <a:pt x="1987977" y="190729"/>
                </a:cubicBezTo>
                <a:cubicBezTo>
                  <a:pt x="1984407" y="190729"/>
                  <a:pt x="1980903" y="190432"/>
                  <a:pt x="1977467" y="189837"/>
                </a:cubicBezTo>
                <a:cubicBezTo>
                  <a:pt x="1974030" y="189242"/>
                  <a:pt x="1970924" y="188448"/>
                  <a:pt x="1968149" y="187456"/>
                </a:cubicBezTo>
                <a:cubicBezTo>
                  <a:pt x="1965374" y="186466"/>
                  <a:pt x="1962995" y="185376"/>
                  <a:pt x="1961013" y="184186"/>
                </a:cubicBezTo>
                <a:cubicBezTo>
                  <a:pt x="1959030" y="182996"/>
                  <a:pt x="1957708" y="181806"/>
                  <a:pt x="1957046" y="180616"/>
                </a:cubicBezTo>
                <a:cubicBezTo>
                  <a:pt x="1954800" y="175461"/>
                  <a:pt x="1953676" y="171298"/>
                  <a:pt x="1953676" y="168128"/>
                </a:cubicBezTo>
                <a:cubicBezTo>
                  <a:pt x="1953676" y="166674"/>
                  <a:pt x="1954337" y="165946"/>
                  <a:pt x="1955658" y="165946"/>
                </a:cubicBezTo>
                <a:cubicBezTo>
                  <a:pt x="1956453" y="165946"/>
                  <a:pt x="1957676" y="166343"/>
                  <a:pt x="1959327" y="167135"/>
                </a:cubicBezTo>
                <a:cubicBezTo>
                  <a:pt x="1960979" y="167928"/>
                  <a:pt x="1962994" y="168787"/>
                  <a:pt x="1965372" y="169713"/>
                </a:cubicBezTo>
                <a:cubicBezTo>
                  <a:pt x="1967752" y="170639"/>
                  <a:pt x="1970495" y="171498"/>
                  <a:pt x="1973601" y="172290"/>
                </a:cubicBezTo>
                <a:cubicBezTo>
                  <a:pt x="1976706" y="173083"/>
                  <a:pt x="1980176" y="173479"/>
                  <a:pt x="1984010" y="173479"/>
                </a:cubicBezTo>
                <a:cubicBezTo>
                  <a:pt x="1991545" y="173479"/>
                  <a:pt x="1997658" y="171365"/>
                  <a:pt x="2002349" y="167135"/>
                </a:cubicBezTo>
                <a:cubicBezTo>
                  <a:pt x="2007043" y="162906"/>
                  <a:pt x="2009389" y="156628"/>
                  <a:pt x="2009389" y="148300"/>
                </a:cubicBezTo>
                <a:lnTo>
                  <a:pt x="2009389" y="134224"/>
                </a:lnTo>
                <a:moveTo>
                  <a:pt x="2009389" y="63246"/>
                </a:moveTo>
                <a:cubicBezTo>
                  <a:pt x="2009389" y="61396"/>
                  <a:pt x="2008232" y="59646"/>
                  <a:pt x="2005919" y="57994"/>
                </a:cubicBezTo>
                <a:cubicBezTo>
                  <a:pt x="2003606" y="56340"/>
                  <a:pt x="2000335" y="55513"/>
                  <a:pt x="1996105" y="55513"/>
                </a:cubicBezTo>
                <a:cubicBezTo>
                  <a:pt x="1991876" y="55513"/>
                  <a:pt x="1987844" y="56207"/>
                  <a:pt x="1984010" y="57594"/>
                </a:cubicBezTo>
                <a:cubicBezTo>
                  <a:pt x="1980176" y="58982"/>
                  <a:pt x="1976805" y="61295"/>
                  <a:pt x="1973897" y="64534"/>
                </a:cubicBezTo>
                <a:cubicBezTo>
                  <a:pt x="1970991" y="67773"/>
                  <a:pt x="1968679" y="72004"/>
                  <a:pt x="1966960" y="77225"/>
                </a:cubicBezTo>
                <a:cubicBezTo>
                  <a:pt x="1965242" y="82445"/>
                  <a:pt x="1964383" y="88888"/>
                  <a:pt x="1964383" y="96554"/>
                </a:cubicBezTo>
                <a:cubicBezTo>
                  <a:pt x="1964383" y="102898"/>
                  <a:pt x="1965110" y="108120"/>
                  <a:pt x="1966564" y="112218"/>
                </a:cubicBezTo>
                <a:cubicBezTo>
                  <a:pt x="1968018" y="116314"/>
                  <a:pt x="1969934" y="119586"/>
                  <a:pt x="1972312" y="122032"/>
                </a:cubicBezTo>
                <a:cubicBezTo>
                  <a:pt x="1974692" y="124476"/>
                  <a:pt x="1977401" y="126195"/>
                  <a:pt x="1980441" y="127187"/>
                </a:cubicBezTo>
                <a:cubicBezTo>
                  <a:pt x="1983482" y="128177"/>
                  <a:pt x="1986589" y="128672"/>
                  <a:pt x="1989761" y="128672"/>
                </a:cubicBezTo>
                <a:cubicBezTo>
                  <a:pt x="1992403" y="128672"/>
                  <a:pt x="1994914" y="128177"/>
                  <a:pt x="1997294" y="127187"/>
                </a:cubicBezTo>
                <a:cubicBezTo>
                  <a:pt x="1999674" y="126195"/>
                  <a:pt x="2001755" y="124972"/>
                  <a:pt x="2003538" y="123517"/>
                </a:cubicBezTo>
                <a:cubicBezTo>
                  <a:pt x="2005323" y="122063"/>
                  <a:pt x="2006744" y="120510"/>
                  <a:pt x="2007801" y="118859"/>
                </a:cubicBezTo>
                <a:cubicBezTo>
                  <a:pt x="2008860" y="117207"/>
                  <a:pt x="2009389" y="115654"/>
                  <a:pt x="2009389" y="114200"/>
                </a:cubicBezTo>
                <a:lnTo>
                  <a:pt x="2009389" y="63246"/>
                </a:lnTo>
                <a:close/>
                <a:moveTo>
                  <a:pt x="2152930" y="41636"/>
                </a:moveTo>
                <a:cubicBezTo>
                  <a:pt x="2154781" y="41636"/>
                  <a:pt x="2155707" y="42561"/>
                  <a:pt x="2155707" y="44411"/>
                </a:cubicBezTo>
                <a:cubicBezTo>
                  <a:pt x="2155707" y="45467"/>
                  <a:pt x="2155376" y="46756"/>
                  <a:pt x="2154714" y="48277"/>
                </a:cubicBezTo>
                <a:cubicBezTo>
                  <a:pt x="2154053" y="49797"/>
                  <a:pt x="2153194" y="51285"/>
                  <a:pt x="2152137" y="52739"/>
                </a:cubicBezTo>
                <a:cubicBezTo>
                  <a:pt x="2151080" y="54193"/>
                  <a:pt x="2149990" y="55416"/>
                  <a:pt x="2148867" y="56409"/>
                </a:cubicBezTo>
                <a:cubicBezTo>
                  <a:pt x="2147743" y="57399"/>
                  <a:pt x="2146652" y="57894"/>
                  <a:pt x="2145593" y="57894"/>
                </a:cubicBezTo>
                <a:lnTo>
                  <a:pt x="2128347" y="57894"/>
                </a:lnTo>
                <a:lnTo>
                  <a:pt x="2128347" y="139179"/>
                </a:lnTo>
                <a:cubicBezTo>
                  <a:pt x="2128347" y="140238"/>
                  <a:pt x="2127718" y="141098"/>
                  <a:pt x="2126462" y="141760"/>
                </a:cubicBezTo>
                <a:cubicBezTo>
                  <a:pt x="2125205" y="142419"/>
                  <a:pt x="2122265" y="142749"/>
                  <a:pt x="2117640" y="142749"/>
                </a:cubicBezTo>
                <a:cubicBezTo>
                  <a:pt x="2113145" y="142749"/>
                  <a:pt x="2110269" y="142419"/>
                  <a:pt x="2109012" y="141760"/>
                </a:cubicBezTo>
                <a:cubicBezTo>
                  <a:pt x="2107758" y="141098"/>
                  <a:pt x="2107131" y="140238"/>
                  <a:pt x="2107131" y="139179"/>
                </a:cubicBezTo>
                <a:lnTo>
                  <a:pt x="2107131" y="57894"/>
                </a:lnTo>
                <a:lnTo>
                  <a:pt x="2099794" y="57894"/>
                </a:lnTo>
                <a:cubicBezTo>
                  <a:pt x="2098871" y="57894"/>
                  <a:pt x="2098078" y="57299"/>
                  <a:pt x="2097416" y="56109"/>
                </a:cubicBezTo>
                <a:cubicBezTo>
                  <a:pt x="2096755" y="54919"/>
                  <a:pt x="2096424" y="52805"/>
                  <a:pt x="2096424" y="49765"/>
                </a:cubicBezTo>
                <a:cubicBezTo>
                  <a:pt x="2096424" y="46593"/>
                  <a:pt x="2096755" y="44445"/>
                  <a:pt x="2097416" y="43321"/>
                </a:cubicBezTo>
                <a:cubicBezTo>
                  <a:pt x="2098078" y="42198"/>
                  <a:pt x="2098937" y="41636"/>
                  <a:pt x="2099994" y="41636"/>
                </a:cubicBezTo>
                <a:lnTo>
                  <a:pt x="2107131" y="41636"/>
                </a:lnTo>
                <a:lnTo>
                  <a:pt x="2107131" y="39652"/>
                </a:lnTo>
                <a:cubicBezTo>
                  <a:pt x="2107131" y="33704"/>
                  <a:pt x="2108023" y="28285"/>
                  <a:pt x="2109808" y="23394"/>
                </a:cubicBezTo>
                <a:cubicBezTo>
                  <a:pt x="2111593" y="18503"/>
                  <a:pt x="2114170" y="14341"/>
                  <a:pt x="2117540" y="10906"/>
                </a:cubicBezTo>
                <a:cubicBezTo>
                  <a:pt x="2120910" y="7469"/>
                  <a:pt x="2124974" y="4793"/>
                  <a:pt x="2129732" y="2877"/>
                </a:cubicBezTo>
                <a:cubicBezTo>
                  <a:pt x="2134492" y="959"/>
                  <a:pt x="2139911" y="0"/>
                  <a:pt x="2145990" y="0"/>
                </a:cubicBezTo>
                <a:cubicBezTo>
                  <a:pt x="2148767" y="0"/>
                  <a:pt x="2151411" y="297"/>
                  <a:pt x="2153922" y="892"/>
                </a:cubicBezTo>
                <a:cubicBezTo>
                  <a:pt x="2156433" y="1487"/>
                  <a:pt x="2158680" y="2248"/>
                  <a:pt x="2160662" y="3173"/>
                </a:cubicBezTo>
                <a:cubicBezTo>
                  <a:pt x="2162645" y="4097"/>
                  <a:pt x="2164198" y="5022"/>
                  <a:pt x="2165321" y="5948"/>
                </a:cubicBezTo>
                <a:cubicBezTo>
                  <a:pt x="2166444" y="6873"/>
                  <a:pt x="2167006" y="7733"/>
                  <a:pt x="2167006" y="8525"/>
                </a:cubicBezTo>
                <a:cubicBezTo>
                  <a:pt x="2167006" y="9318"/>
                  <a:pt x="2166576" y="10409"/>
                  <a:pt x="2165717" y="11798"/>
                </a:cubicBezTo>
                <a:cubicBezTo>
                  <a:pt x="2164858" y="13186"/>
                  <a:pt x="2163867" y="14574"/>
                  <a:pt x="2162743" y="15961"/>
                </a:cubicBezTo>
                <a:cubicBezTo>
                  <a:pt x="2161620" y="17349"/>
                  <a:pt x="2160497" y="18539"/>
                  <a:pt x="2159373" y="19531"/>
                </a:cubicBezTo>
                <a:cubicBezTo>
                  <a:pt x="2158250" y="20521"/>
                  <a:pt x="2157358" y="21016"/>
                  <a:pt x="2156696" y="21016"/>
                </a:cubicBezTo>
                <a:cubicBezTo>
                  <a:pt x="2155903" y="21016"/>
                  <a:pt x="2155111" y="20752"/>
                  <a:pt x="2154318" y="20224"/>
                </a:cubicBezTo>
                <a:cubicBezTo>
                  <a:pt x="2153526" y="19695"/>
                  <a:pt x="2152633" y="19134"/>
                  <a:pt x="2151641" y="18539"/>
                </a:cubicBezTo>
                <a:cubicBezTo>
                  <a:pt x="2150651" y="17944"/>
                  <a:pt x="2149494" y="17415"/>
                  <a:pt x="2148171" y="16953"/>
                </a:cubicBezTo>
                <a:cubicBezTo>
                  <a:pt x="2146850" y="16490"/>
                  <a:pt x="2145198" y="16258"/>
                  <a:pt x="2143216" y="16258"/>
                </a:cubicBezTo>
                <a:cubicBezTo>
                  <a:pt x="2139250" y="16258"/>
                  <a:pt x="2135781" y="17877"/>
                  <a:pt x="2132806" y="21116"/>
                </a:cubicBezTo>
                <a:cubicBezTo>
                  <a:pt x="2129833" y="24353"/>
                  <a:pt x="2128347" y="28945"/>
                  <a:pt x="2128347" y="34893"/>
                </a:cubicBezTo>
                <a:lnTo>
                  <a:pt x="2128347" y="41636"/>
                </a:lnTo>
                <a:lnTo>
                  <a:pt x="2152930" y="41636"/>
                </a:lnTo>
                <a:close/>
                <a:moveTo>
                  <a:pt x="2226091" y="144334"/>
                </a:moveTo>
                <a:cubicBezTo>
                  <a:pt x="2219746" y="144334"/>
                  <a:pt x="2213632" y="143311"/>
                  <a:pt x="2207749" y="141264"/>
                </a:cubicBezTo>
                <a:cubicBezTo>
                  <a:pt x="2201868" y="139214"/>
                  <a:pt x="2196647" y="136042"/>
                  <a:pt x="2192087" y="131746"/>
                </a:cubicBezTo>
                <a:cubicBezTo>
                  <a:pt x="2187527" y="127450"/>
                  <a:pt x="2183892" y="121998"/>
                  <a:pt x="2181181" y="115389"/>
                </a:cubicBezTo>
                <a:cubicBezTo>
                  <a:pt x="2178472" y="108780"/>
                  <a:pt x="2177118" y="100915"/>
                  <a:pt x="2177118" y="91795"/>
                </a:cubicBezTo>
                <a:cubicBezTo>
                  <a:pt x="2177118" y="82675"/>
                  <a:pt x="2178472" y="74843"/>
                  <a:pt x="2181181" y="68301"/>
                </a:cubicBezTo>
                <a:cubicBezTo>
                  <a:pt x="2183892" y="61758"/>
                  <a:pt x="2187527" y="56372"/>
                  <a:pt x="2192087" y="52143"/>
                </a:cubicBezTo>
                <a:cubicBezTo>
                  <a:pt x="2196647" y="47914"/>
                  <a:pt x="2201868" y="44808"/>
                  <a:pt x="2207749" y="42825"/>
                </a:cubicBezTo>
                <a:cubicBezTo>
                  <a:pt x="2213632" y="40843"/>
                  <a:pt x="2219746" y="39851"/>
                  <a:pt x="2226091" y="39851"/>
                </a:cubicBezTo>
                <a:cubicBezTo>
                  <a:pt x="2232303" y="39851"/>
                  <a:pt x="2238349" y="40843"/>
                  <a:pt x="2244230" y="42825"/>
                </a:cubicBezTo>
                <a:cubicBezTo>
                  <a:pt x="2250111" y="44808"/>
                  <a:pt x="2255298" y="47914"/>
                  <a:pt x="2259792" y="52143"/>
                </a:cubicBezTo>
                <a:cubicBezTo>
                  <a:pt x="2264287" y="56372"/>
                  <a:pt x="2267889" y="61758"/>
                  <a:pt x="2270598" y="68301"/>
                </a:cubicBezTo>
                <a:cubicBezTo>
                  <a:pt x="2273309" y="74843"/>
                  <a:pt x="2274664" y="82675"/>
                  <a:pt x="2274664" y="91795"/>
                </a:cubicBezTo>
                <a:cubicBezTo>
                  <a:pt x="2274664" y="100915"/>
                  <a:pt x="2273309" y="108780"/>
                  <a:pt x="2270598" y="115389"/>
                </a:cubicBezTo>
                <a:cubicBezTo>
                  <a:pt x="2267889" y="121998"/>
                  <a:pt x="2264287" y="127450"/>
                  <a:pt x="2259792" y="131746"/>
                </a:cubicBezTo>
                <a:cubicBezTo>
                  <a:pt x="2255298" y="136042"/>
                  <a:pt x="2250111" y="139214"/>
                  <a:pt x="2244230" y="141264"/>
                </a:cubicBezTo>
                <a:cubicBezTo>
                  <a:pt x="2238349" y="143311"/>
                  <a:pt x="2232303" y="144334"/>
                  <a:pt x="2226091" y="144334"/>
                </a:cubicBezTo>
                <a:moveTo>
                  <a:pt x="2226091" y="128672"/>
                </a:moveTo>
                <a:cubicBezTo>
                  <a:pt x="2229525" y="128672"/>
                  <a:pt x="2232762" y="127979"/>
                  <a:pt x="2235802" y="126591"/>
                </a:cubicBezTo>
                <a:cubicBezTo>
                  <a:pt x="2238843" y="125204"/>
                  <a:pt x="2241520" y="123023"/>
                  <a:pt x="2243834" y="120051"/>
                </a:cubicBezTo>
                <a:cubicBezTo>
                  <a:pt x="2246147" y="117076"/>
                  <a:pt x="2247997" y="113243"/>
                  <a:pt x="2249385" y="108552"/>
                </a:cubicBezTo>
                <a:cubicBezTo>
                  <a:pt x="2250773" y="103858"/>
                  <a:pt x="2251466" y="98141"/>
                  <a:pt x="2251466" y="91399"/>
                </a:cubicBezTo>
                <a:cubicBezTo>
                  <a:pt x="2251466" y="84658"/>
                  <a:pt x="2250773" y="78943"/>
                  <a:pt x="2249385" y="74251"/>
                </a:cubicBezTo>
                <a:cubicBezTo>
                  <a:pt x="2247997" y="69558"/>
                  <a:pt x="2246147" y="65758"/>
                  <a:pt x="2243834" y="62849"/>
                </a:cubicBezTo>
                <a:cubicBezTo>
                  <a:pt x="2241520" y="59941"/>
                  <a:pt x="2238843" y="57826"/>
                  <a:pt x="2235802" y="56505"/>
                </a:cubicBezTo>
                <a:cubicBezTo>
                  <a:pt x="2232762" y="55182"/>
                  <a:pt x="2229525" y="54521"/>
                  <a:pt x="2226091" y="54521"/>
                </a:cubicBezTo>
                <a:cubicBezTo>
                  <a:pt x="2222654" y="54521"/>
                  <a:pt x="2219382" y="55182"/>
                  <a:pt x="2216274" y="56505"/>
                </a:cubicBezTo>
                <a:cubicBezTo>
                  <a:pt x="2213168" y="57826"/>
                  <a:pt x="2210425" y="59941"/>
                  <a:pt x="2208045" y="62849"/>
                </a:cubicBezTo>
                <a:cubicBezTo>
                  <a:pt x="2205667" y="65758"/>
                  <a:pt x="2203785" y="69558"/>
                  <a:pt x="2202397" y="74251"/>
                </a:cubicBezTo>
                <a:cubicBezTo>
                  <a:pt x="2201009" y="78943"/>
                  <a:pt x="2200316" y="84658"/>
                  <a:pt x="2200316" y="91399"/>
                </a:cubicBezTo>
                <a:cubicBezTo>
                  <a:pt x="2200316" y="98141"/>
                  <a:pt x="2201009" y="103858"/>
                  <a:pt x="2202397" y="108552"/>
                </a:cubicBezTo>
                <a:cubicBezTo>
                  <a:pt x="2203785" y="113243"/>
                  <a:pt x="2205667" y="117076"/>
                  <a:pt x="2208045" y="120051"/>
                </a:cubicBezTo>
                <a:cubicBezTo>
                  <a:pt x="2210425" y="123023"/>
                  <a:pt x="2213168" y="125204"/>
                  <a:pt x="2216274" y="126591"/>
                </a:cubicBezTo>
                <a:cubicBezTo>
                  <a:pt x="2219382" y="127979"/>
                  <a:pt x="2222654" y="128672"/>
                  <a:pt x="2226091" y="128672"/>
                </a:cubicBezTo>
                <a:close/>
                <a:moveTo>
                  <a:pt x="2310745" y="142749"/>
                </a:moveTo>
                <a:cubicBezTo>
                  <a:pt x="2306251" y="142749"/>
                  <a:pt x="2303343" y="142419"/>
                  <a:pt x="2302020" y="141760"/>
                </a:cubicBezTo>
                <a:cubicBezTo>
                  <a:pt x="2300699" y="141098"/>
                  <a:pt x="2300039" y="140238"/>
                  <a:pt x="2300039" y="139179"/>
                </a:cubicBezTo>
                <a:lnTo>
                  <a:pt x="2300039" y="65623"/>
                </a:lnTo>
                <a:cubicBezTo>
                  <a:pt x="2300039" y="63113"/>
                  <a:pt x="2299741" y="61031"/>
                  <a:pt x="2299146" y="59379"/>
                </a:cubicBezTo>
                <a:cubicBezTo>
                  <a:pt x="2298553" y="57728"/>
                  <a:pt x="2297893" y="56340"/>
                  <a:pt x="2297165" y="55217"/>
                </a:cubicBezTo>
                <a:cubicBezTo>
                  <a:pt x="2296438" y="54093"/>
                  <a:pt x="2295778" y="53201"/>
                  <a:pt x="2295183" y="52539"/>
                </a:cubicBezTo>
                <a:cubicBezTo>
                  <a:pt x="2294588" y="51878"/>
                  <a:pt x="2294291" y="51217"/>
                  <a:pt x="2294291" y="50558"/>
                </a:cubicBezTo>
                <a:cubicBezTo>
                  <a:pt x="2294291" y="49765"/>
                  <a:pt x="2294951" y="48774"/>
                  <a:pt x="2296272" y="47584"/>
                </a:cubicBezTo>
                <a:cubicBezTo>
                  <a:pt x="2297595" y="46394"/>
                  <a:pt x="2299148" y="45237"/>
                  <a:pt x="2300931" y="44114"/>
                </a:cubicBezTo>
                <a:cubicBezTo>
                  <a:pt x="2302716" y="42991"/>
                  <a:pt x="2304533" y="42033"/>
                  <a:pt x="2306382" y="41240"/>
                </a:cubicBezTo>
                <a:cubicBezTo>
                  <a:pt x="2308234" y="40445"/>
                  <a:pt x="2309688" y="40048"/>
                  <a:pt x="2310745" y="40048"/>
                </a:cubicBezTo>
                <a:cubicBezTo>
                  <a:pt x="2313389" y="40048"/>
                  <a:pt x="2315537" y="41305"/>
                  <a:pt x="2317189" y="43818"/>
                </a:cubicBezTo>
                <a:cubicBezTo>
                  <a:pt x="2318842" y="46329"/>
                  <a:pt x="2320198" y="49699"/>
                  <a:pt x="2321255" y="53928"/>
                </a:cubicBezTo>
                <a:cubicBezTo>
                  <a:pt x="2323368" y="51284"/>
                  <a:pt x="2325747" y="48905"/>
                  <a:pt x="2328391" y="46791"/>
                </a:cubicBezTo>
                <a:cubicBezTo>
                  <a:pt x="2330638" y="45073"/>
                  <a:pt x="2333314" y="43487"/>
                  <a:pt x="2336420" y="42033"/>
                </a:cubicBezTo>
                <a:cubicBezTo>
                  <a:pt x="2339526" y="40579"/>
                  <a:pt x="2342864" y="39851"/>
                  <a:pt x="2346434" y="39851"/>
                </a:cubicBezTo>
                <a:cubicBezTo>
                  <a:pt x="2348680" y="39851"/>
                  <a:pt x="2350828" y="40050"/>
                  <a:pt x="2352877" y="40447"/>
                </a:cubicBezTo>
                <a:cubicBezTo>
                  <a:pt x="2354926" y="40843"/>
                  <a:pt x="2356777" y="41404"/>
                  <a:pt x="2358429" y="42132"/>
                </a:cubicBezTo>
                <a:cubicBezTo>
                  <a:pt x="2360080" y="42859"/>
                  <a:pt x="2361401" y="43651"/>
                  <a:pt x="2362392" y="44510"/>
                </a:cubicBezTo>
                <a:cubicBezTo>
                  <a:pt x="2363384" y="45370"/>
                  <a:pt x="2363880" y="46262"/>
                  <a:pt x="2363880" y="47188"/>
                </a:cubicBezTo>
                <a:cubicBezTo>
                  <a:pt x="2363880" y="47980"/>
                  <a:pt x="2363451" y="49269"/>
                  <a:pt x="2362591" y="51054"/>
                </a:cubicBezTo>
                <a:cubicBezTo>
                  <a:pt x="2361732" y="52837"/>
                  <a:pt x="2360641" y="54654"/>
                  <a:pt x="2359318" y="56505"/>
                </a:cubicBezTo>
                <a:cubicBezTo>
                  <a:pt x="2357997" y="58355"/>
                  <a:pt x="2356676" y="59974"/>
                  <a:pt x="2355355" y="61364"/>
                </a:cubicBezTo>
                <a:cubicBezTo>
                  <a:pt x="2354034" y="62752"/>
                  <a:pt x="2352844" y="63445"/>
                  <a:pt x="2351785" y="63445"/>
                </a:cubicBezTo>
                <a:cubicBezTo>
                  <a:pt x="2351126" y="63445"/>
                  <a:pt x="2350399" y="63181"/>
                  <a:pt x="2349604" y="62653"/>
                </a:cubicBezTo>
                <a:cubicBezTo>
                  <a:pt x="2348811" y="62122"/>
                  <a:pt x="2347887" y="61560"/>
                  <a:pt x="2346830" y="60965"/>
                </a:cubicBezTo>
                <a:cubicBezTo>
                  <a:pt x="2345773" y="60370"/>
                  <a:pt x="2344583" y="59808"/>
                  <a:pt x="2343260" y="59280"/>
                </a:cubicBezTo>
                <a:cubicBezTo>
                  <a:pt x="2341939" y="58751"/>
                  <a:pt x="2340353" y="58487"/>
                  <a:pt x="2338501" y="58487"/>
                </a:cubicBezTo>
                <a:cubicBezTo>
                  <a:pt x="2336255" y="58487"/>
                  <a:pt x="2334107" y="59049"/>
                  <a:pt x="2332058" y="60172"/>
                </a:cubicBezTo>
                <a:cubicBezTo>
                  <a:pt x="2330011" y="61295"/>
                  <a:pt x="2328193" y="62783"/>
                  <a:pt x="2326606" y="64634"/>
                </a:cubicBezTo>
                <a:cubicBezTo>
                  <a:pt x="2325021" y="66484"/>
                  <a:pt x="2323765" y="68499"/>
                  <a:pt x="2322840" y="70682"/>
                </a:cubicBezTo>
                <a:cubicBezTo>
                  <a:pt x="2321914" y="72862"/>
                  <a:pt x="2321451" y="75075"/>
                  <a:pt x="2321451" y="77322"/>
                </a:cubicBezTo>
                <a:lnTo>
                  <a:pt x="2321451" y="139179"/>
                </a:lnTo>
                <a:cubicBezTo>
                  <a:pt x="2321451" y="140238"/>
                  <a:pt x="2320791" y="141098"/>
                  <a:pt x="2319470" y="141760"/>
                </a:cubicBezTo>
                <a:cubicBezTo>
                  <a:pt x="2318149" y="142419"/>
                  <a:pt x="2315240" y="142749"/>
                  <a:pt x="2310745" y="142749"/>
                </a:cubicBezTo>
                <a:close/>
                <a:moveTo>
                  <a:pt x="2452703" y="43418"/>
                </a:moveTo>
                <a:cubicBezTo>
                  <a:pt x="2452703" y="49368"/>
                  <a:pt x="2451050" y="54887"/>
                  <a:pt x="2447744" y="59975"/>
                </a:cubicBezTo>
                <a:cubicBezTo>
                  <a:pt x="2444441" y="65064"/>
                  <a:pt x="2440806" y="69624"/>
                  <a:pt x="2436841" y="73655"/>
                </a:cubicBezTo>
                <a:cubicBezTo>
                  <a:pt x="2432876" y="77687"/>
                  <a:pt x="2429241" y="81157"/>
                  <a:pt x="2425935" y="84065"/>
                </a:cubicBezTo>
                <a:cubicBezTo>
                  <a:pt x="2422632" y="86972"/>
                  <a:pt x="2420980" y="89218"/>
                  <a:pt x="2420980" y="90806"/>
                </a:cubicBezTo>
                <a:lnTo>
                  <a:pt x="2420980" y="102701"/>
                </a:lnTo>
                <a:cubicBezTo>
                  <a:pt x="2420980" y="103625"/>
                  <a:pt x="2420154" y="104417"/>
                  <a:pt x="2418502" y="105079"/>
                </a:cubicBezTo>
                <a:cubicBezTo>
                  <a:pt x="2416851" y="105740"/>
                  <a:pt x="2413844" y="106071"/>
                  <a:pt x="2409481" y="106071"/>
                </a:cubicBezTo>
                <a:cubicBezTo>
                  <a:pt x="2404855" y="106071"/>
                  <a:pt x="2401781" y="105740"/>
                  <a:pt x="2400260" y="105079"/>
                </a:cubicBezTo>
                <a:cubicBezTo>
                  <a:pt x="2398742" y="104417"/>
                  <a:pt x="2397982" y="103558"/>
                  <a:pt x="2397982" y="102501"/>
                </a:cubicBezTo>
                <a:lnTo>
                  <a:pt x="2397982" y="86244"/>
                </a:lnTo>
                <a:cubicBezTo>
                  <a:pt x="2397982" y="84922"/>
                  <a:pt x="2398775" y="83403"/>
                  <a:pt x="2400360" y="81684"/>
                </a:cubicBezTo>
                <a:cubicBezTo>
                  <a:pt x="2401947" y="79966"/>
                  <a:pt x="2403963" y="78050"/>
                  <a:pt x="2406408" y="75937"/>
                </a:cubicBezTo>
                <a:cubicBezTo>
                  <a:pt x="2408854" y="73821"/>
                  <a:pt x="2411498" y="71541"/>
                  <a:pt x="2414340" y="69096"/>
                </a:cubicBezTo>
                <a:cubicBezTo>
                  <a:pt x="2417181" y="66650"/>
                  <a:pt x="2419824" y="64073"/>
                  <a:pt x="2422269" y="61364"/>
                </a:cubicBezTo>
                <a:cubicBezTo>
                  <a:pt x="2424715" y="58653"/>
                  <a:pt x="2426731" y="55877"/>
                  <a:pt x="2428316" y="53035"/>
                </a:cubicBezTo>
                <a:cubicBezTo>
                  <a:pt x="2429904" y="50194"/>
                  <a:pt x="2430697" y="47253"/>
                  <a:pt x="2430697" y="44214"/>
                </a:cubicBezTo>
                <a:cubicBezTo>
                  <a:pt x="2430697" y="38264"/>
                  <a:pt x="2428946" y="33803"/>
                  <a:pt x="2425442" y="30830"/>
                </a:cubicBezTo>
                <a:cubicBezTo>
                  <a:pt x="2421939" y="27855"/>
                  <a:pt x="2417544" y="26368"/>
                  <a:pt x="2412258" y="26368"/>
                </a:cubicBezTo>
                <a:cubicBezTo>
                  <a:pt x="2405780" y="26368"/>
                  <a:pt x="2400955" y="28549"/>
                  <a:pt x="2397783" y="32912"/>
                </a:cubicBezTo>
                <a:cubicBezTo>
                  <a:pt x="2394612" y="37274"/>
                  <a:pt x="2392497" y="43486"/>
                  <a:pt x="2391439" y="51547"/>
                </a:cubicBezTo>
                <a:cubicBezTo>
                  <a:pt x="2391174" y="53001"/>
                  <a:pt x="2390778" y="53927"/>
                  <a:pt x="2390250" y="54324"/>
                </a:cubicBezTo>
                <a:cubicBezTo>
                  <a:pt x="2389721" y="54722"/>
                  <a:pt x="2388730" y="54920"/>
                  <a:pt x="2387276" y="54920"/>
                </a:cubicBezTo>
                <a:cubicBezTo>
                  <a:pt x="2385691" y="54920"/>
                  <a:pt x="2384006" y="54656"/>
                  <a:pt x="2382221" y="54128"/>
                </a:cubicBezTo>
                <a:cubicBezTo>
                  <a:pt x="2380436" y="53597"/>
                  <a:pt x="2378783" y="52936"/>
                  <a:pt x="2377262" y="52143"/>
                </a:cubicBezTo>
                <a:cubicBezTo>
                  <a:pt x="2375744" y="51350"/>
                  <a:pt x="2374488" y="50491"/>
                  <a:pt x="2373496" y="49566"/>
                </a:cubicBezTo>
                <a:cubicBezTo>
                  <a:pt x="2372506" y="48640"/>
                  <a:pt x="2372011" y="47715"/>
                  <a:pt x="2372011" y="46791"/>
                </a:cubicBezTo>
                <a:cubicBezTo>
                  <a:pt x="2372011" y="41901"/>
                  <a:pt x="2372803" y="37142"/>
                  <a:pt x="2374388" y="32515"/>
                </a:cubicBezTo>
                <a:cubicBezTo>
                  <a:pt x="2375976" y="27889"/>
                  <a:pt x="2378454" y="23758"/>
                  <a:pt x="2381824" y="20124"/>
                </a:cubicBezTo>
                <a:cubicBezTo>
                  <a:pt x="2385195" y="16490"/>
                  <a:pt x="2389489" y="13549"/>
                  <a:pt x="2394709" y="11302"/>
                </a:cubicBezTo>
                <a:cubicBezTo>
                  <a:pt x="2399930" y="9056"/>
                  <a:pt x="2406110" y="7932"/>
                  <a:pt x="2413248" y="7932"/>
                </a:cubicBezTo>
                <a:cubicBezTo>
                  <a:pt x="2425673" y="7932"/>
                  <a:pt x="2435355" y="11170"/>
                  <a:pt x="2442293" y="17646"/>
                </a:cubicBezTo>
                <a:cubicBezTo>
                  <a:pt x="2449233" y="24122"/>
                  <a:pt x="2452703" y="32713"/>
                  <a:pt x="2452703" y="43418"/>
                </a:cubicBezTo>
                <a:moveTo>
                  <a:pt x="2409085" y="144138"/>
                </a:moveTo>
                <a:cubicBezTo>
                  <a:pt x="2404856" y="144138"/>
                  <a:pt x="2401650" y="143014"/>
                  <a:pt x="2399468" y="140767"/>
                </a:cubicBezTo>
                <a:cubicBezTo>
                  <a:pt x="2397287" y="138521"/>
                  <a:pt x="2396197" y="134885"/>
                  <a:pt x="2396197" y="129861"/>
                </a:cubicBezTo>
                <a:cubicBezTo>
                  <a:pt x="2396197" y="120080"/>
                  <a:pt x="2400493" y="115189"/>
                  <a:pt x="2409085" y="115189"/>
                </a:cubicBezTo>
                <a:cubicBezTo>
                  <a:pt x="2413183" y="115189"/>
                  <a:pt x="2416454" y="116379"/>
                  <a:pt x="2418899" y="118759"/>
                </a:cubicBezTo>
                <a:cubicBezTo>
                  <a:pt x="2421345" y="121139"/>
                  <a:pt x="2422568" y="124840"/>
                  <a:pt x="2422568" y="129861"/>
                </a:cubicBezTo>
                <a:cubicBezTo>
                  <a:pt x="2422568" y="134885"/>
                  <a:pt x="2421378" y="138521"/>
                  <a:pt x="2418999" y="140767"/>
                </a:cubicBezTo>
                <a:cubicBezTo>
                  <a:pt x="2416619" y="143014"/>
                  <a:pt x="2413314" y="144138"/>
                  <a:pt x="2409085" y="1441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Onlinegeneration">
            <a:extLst xmlns:a="http://schemas.openxmlformats.org/drawingml/2006/main">
              <a:ext uri="{FF2B5EF4-FFF2-40B4-BE49-F238E27FC236}">
                <a16:creationId xmlns:a16="http://schemas.microsoft.com/office/drawing/2014/main" id="{9D97CAFF-C564-4299-8608-5DB46DAC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983" y="3810923"/>
            <a:ext cx="1620209" cy="190543"/>
          </a:xfrm>
          <a:custGeom xmlns:a="http://schemas.openxmlformats.org/drawingml/2006/main">
            <a:pathLst>
              <a:path w="1620209" h="190543">
                <a:moveTo>
                  <a:pt x="62193" y="144393"/>
                </a:moveTo>
                <a:cubicBezTo>
                  <a:pt x="52951" y="144393"/>
                  <a:pt x="44532" y="142973"/>
                  <a:pt x="36938" y="140135"/>
                </a:cubicBezTo>
                <a:cubicBezTo>
                  <a:pt x="29346" y="137296"/>
                  <a:pt x="22810" y="133037"/>
                  <a:pt x="17330" y="127359"/>
                </a:cubicBezTo>
                <a:cubicBezTo>
                  <a:pt x="11849" y="121681"/>
                  <a:pt x="7591" y="114551"/>
                  <a:pt x="4555" y="105968"/>
                </a:cubicBezTo>
                <a:cubicBezTo>
                  <a:pt x="1518" y="97384"/>
                  <a:pt x="0" y="87348"/>
                  <a:pt x="0" y="75859"/>
                </a:cubicBezTo>
                <a:cubicBezTo>
                  <a:pt x="0" y="64373"/>
                  <a:pt x="1683" y="54371"/>
                  <a:pt x="5050" y="45854"/>
                </a:cubicBezTo>
                <a:cubicBezTo>
                  <a:pt x="8417" y="37337"/>
                  <a:pt x="12973" y="30307"/>
                  <a:pt x="18717" y="24762"/>
                </a:cubicBezTo>
                <a:cubicBezTo>
                  <a:pt x="24461" y="19215"/>
                  <a:pt x="31096" y="15055"/>
                  <a:pt x="38622" y="12283"/>
                </a:cubicBezTo>
                <a:cubicBezTo>
                  <a:pt x="46149" y="9508"/>
                  <a:pt x="54006" y="8121"/>
                  <a:pt x="62193" y="8121"/>
                </a:cubicBezTo>
                <a:cubicBezTo>
                  <a:pt x="70379" y="8121"/>
                  <a:pt x="78235" y="9508"/>
                  <a:pt x="85761" y="12283"/>
                </a:cubicBezTo>
                <a:cubicBezTo>
                  <a:pt x="93288" y="15055"/>
                  <a:pt x="99924" y="19215"/>
                  <a:pt x="105668" y="24762"/>
                </a:cubicBezTo>
                <a:cubicBezTo>
                  <a:pt x="111413" y="30307"/>
                  <a:pt x="115968" y="37337"/>
                  <a:pt x="119335" y="45854"/>
                </a:cubicBezTo>
                <a:cubicBezTo>
                  <a:pt x="122702" y="54371"/>
                  <a:pt x="124385" y="64373"/>
                  <a:pt x="124385" y="75859"/>
                </a:cubicBezTo>
                <a:cubicBezTo>
                  <a:pt x="124385" y="87348"/>
                  <a:pt x="122801" y="97384"/>
                  <a:pt x="119631" y="105968"/>
                </a:cubicBezTo>
                <a:cubicBezTo>
                  <a:pt x="116464" y="114551"/>
                  <a:pt x="112074" y="121681"/>
                  <a:pt x="106460" y="127359"/>
                </a:cubicBezTo>
                <a:cubicBezTo>
                  <a:pt x="100849" y="133037"/>
                  <a:pt x="94246" y="137296"/>
                  <a:pt x="86652" y="140135"/>
                </a:cubicBezTo>
                <a:cubicBezTo>
                  <a:pt x="79060" y="142973"/>
                  <a:pt x="70907" y="144393"/>
                  <a:pt x="62193" y="144393"/>
                </a:cubicBezTo>
                <a:moveTo>
                  <a:pt x="62193" y="125377"/>
                </a:moveTo>
                <a:cubicBezTo>
                  <a:pt x="67607" y="125377"/>
                  <a:pt x="72723" y="124486"/>
                  <a:pt x="77543" y="122705"/>
                </a:cubicBezTo>
                <a:cubicBezTo>
                  <a:pt x="82362" y="120922"/>
                  <a:pt x="86621" y="118050"/>
                  <a:pt x="90318" y="114088"/>
                </a:cubicBezTo>
                <a:cubicBezTo>
                  <a:pt x="94015" y="110127"/>
                  <a:pt x="96920" y="105044"/>
                  <a:pt x="99031" y="98838"/>
                </a:cubicBezTo>
                <a:cubicBezTo>
                  <a:pt x="101145" y="92630"/>
                  <a:pt x="102202" y="85103"/>
                  <a:pt x="102202" y="76255"/>
                </a:cubicBezTo>
                <a:cubicBezTo>
                  <a:pt x="102202" y="67277"/>
                  <a:pt x="101079" y="59685"/>
                  <a:pt x="98835" y="53479"/>
                </a:cubicBezTo>
                <a:cubicBezTo>
                  <a:pt x="96590" y="47274"/>
                  <a:pt x="93586" y="42257"/>
                  <a:pt x="89822" y="38428"/>
                </a:cubicBezTo>
                <a:cubicBezTo>
                  <a:pt x="86061" y="34598"/>
                  <a:pt x="81802" y="31825"/>
                  <a:pt x="77047" y="30108"/>
                </a:cubicBezTo>
                <a:cubicBezTo>
                  <a:pt x="72294" y="28391"/>
                  <a:pt x="67343" y="27533"/>
                  <a:pt x="62193" y="27533"/>
                </a:cubicBezTo>
                <a:cubicBezTo>
                  <a:pt x="57043" y="27533"/>
                  <a:pt x="52058" y="28391"/>
                  <a:pt x="47238" y="30108"/>
                </a:cubicBezTo>
                <a:cubicBezTo>
                  <a:pt x="42419" y="31825"/>
                  <a:pt x="38127" y="34598"/>
                  <a:pt x="34363" y="38428"/>
                </a:cubicBezTo>
                <a:cubicBezTo>
                  <a:pt x="30600" y="42257"/>
                  <a:pt x="27596" y="47274"/>
                  <a:pt x="25351" y="53479"/>
                </a:cubicBezTo>
                <a:cubicBezTo>
                  <a:pt x="23106" y="59685"/>
                  <a:pt x="21984" y="67277"/>
                  <a:pt x="21984" y="76255"/>
                </a:cubicBezTo>
                <a:cubicBezTo>
                  <a:pt x="21984" y="85103"/>
                  <a:pt x="23008" y="92630"/>
                  <a:pt x="25055" y="98838"/>
                </a:cubicBezTo>
                <a:cubicBezTo>
                  <a:pt x="27102" y="105044"/>
                  <a:pt x="29941" y="110127"/>
                  <a:pt x="33572" y="114088"/>
                </a:cubicBezTo>
                <a:cubicBezTo>
                  <a:pt x="37202" y="118050"/>
                  <a:pt x="41461" y="120922"/>
                  <a:pt x="46347" y="122705"/>
                </a:cubicBezTo>
                <a:cubicBezTo>
                  <a:pt x="51233" y="124486"/>
                  <a:pt x="56515" y="125377"/>
                  <a:pt x="62193" y="125377"/>
                </a:cubicBezTo>
                <a:close/>
                <a:moveTo>
                  <a:pt x="215101" y="75267"/>
                </a:moveTo>
                <a:cubicBezTo>
                  <a:pt x="215101" y="63118"/>
                  <a:pt x="209291" y="57043"/>
                  <a:pt x="197672" y="57043"/>
                </a:cubicBezTo>
                <a:cubicBezTo>
                  <a:pt x="194371" y="57043"/>
                  <a:pt x="191136" y="57802"/>
                  <a:pt x="187967" y="59322"/>
                </a:cubicBezTo>
                <a:cubicBezTo>
                  <a:pt x="184798" y="60841"/>
                  <a:pt x="181991" y="62624"/>
                  <a:pt x="179547" y="64671"/>
                </a:cubicBezTo>
                <a:cubicBezTo>
                  <a:pt x="177105" y="66716"/>
                  <a:pt x="175158" y="68829"/>
                  <a:pt x="173705" y="71009"/>
                </a:cubicBezTo>
                <a:cubicBezTo>
                  <a:pt x="172252" y="73187"/>
                  <a:pt x="171526" y="74870"/>
                  <a:pt x="171526" y="76059"/>
                </a:cubicBezTo>
                <a:lnTo>
                  <a:pt x="171526" y="139043"/>
                </a:lnTo>
                <a:cubicBezTo>
                  <a:pt x="171526" y="140101"/>
                  <a:pt x="170866" y="140961"/>
                  <a:pt x="169546" y="141621"/>
                </a:cubicBezTo>
                <a:cubicBezTo>
                  <a:pt x="168226" y="142280"/>
                  <a:pt x="165321" y="142610"/>
                  <a:pt x="160830" y="142610"/>
                </a:cubicBezTo>
                <a:cubicBezTo>
                  <a:pt x="156341" y="142610"/>
                  <a:pt x="153435" y="142280"/>
                  <a:pt x="152114" y="141621"/>
                </a:cubicBezTo>
                <a:cubicBezTo>
                  <a:pt x="150794" y="140961"/>
                  <a:pt x="150134" y="140101"/>
                  <a:pt x="150134" y="139043"/>
                </a:cubicBezTo>
                <a:lnTo>
                  <a:pt x="150134" y="65560"/>
                </a:lnTo>
                <a:cubicBezTo>
                  <a:pt x="150134" y="63051"/>
                  <a:pt x="149837" y="60972"/>
                  <a:pt x="149242" y="59322"/>
                </a:cubicBezTo>
                <a:cubicBezTo>
                  <a:pt x="148650" y="57671"/>
                  <a:pt x="147990" y="56285"/>
                  <a:pt x="147263" y="55163"/>
                </a:cubicBezTo>
                <a:cubicBezTo>
                  <a:pt x="146537" y="54041"/>
                  <a:pt x="145878" y="53149"/>
                  <a:pt x="145283" y="52488"/>
                </a:cubicBezTo>
                <a:cubicBezTo>
                  <a:pt x="144689" y="51827"/>
                  <a:pt x="144392" y="51167"/>
                  <a:pt x="144392" y="50509"/>
                </a:cubicBezTo>
                <a:cubicBezTo>
                  <a:pt x="144392" y="49717"/>
                  <a:pt x="145052" y="48726"/>
                  <a:pt x="146371" y="47538"/>
                </a:cubicBezTo>
                <a:cubicBezTo>
                  <a:pt x="147693" y="46349"/>
                  <a:pt x="149244" y="45193"/>
                  <a:pt x="151026" y="44071"/>
                </a:cubicBezTo>
                <a:cubicBezTo>
                  <a:pt x="152809" y="42949"/>
                  <a:pt x="154624" y="41992"/>
                  <a:pt x="156472" y="41200"/>
                </a:cubicBezTo>
                <a:cubicBezTo>
                  <a:pt x="158321" y="40406"/>
                  <a:pt x="159774" y="40009"/>
                  <a:pt x="160830" y="40009"/>
                </a:cubicBezTo>
                <a:cubicBezTo>
                  <a:pt x="163340" y="40009"/>
                  <a:pt x="165388" y="41132"/>
                  <a:pt x="166971" y="43379"/>
                </a:cubicBezTo>
                <a:cubicBezTo>
                  <a:pt x="168555" y="45623"/>
                  <a:pt x="169809" y="48726"/>
                  <a:pt x="170734" y="52688"/>
                </a:cubicBezTo>
                <a:cubicBezTo>
                  <a:pt x="170867" y="52952"/>
                  <a:pt x="170966" y="53347"/>
                  <a:pt x="171030" y="53875"/>
                </a:cubicBezTo>
                <a:cubicBezTo>
                  <a:pt x="171097" y="54403"/>
                  <a:pt x="171196" y="54799"/>
                  <a:pt x="171329" y="55063"/>
                </a:cubicBezTo>
                <a:cubicBezTo>
                  <a:pt x="172518" y="54007"/>
                  <a:pt x="174267" y="52654"/>
                  <a:pt x="176576" y="51004"/>
                </a:cubicBezTo>
                <a:cubicBezTo>
                  <a:pt x="178887" y="49352"/>
                  <a:pt x="181594" y="47668"/>
                  <a:pt x="184697" y="45951"/>
                </a:cubicBezTo>
                <a:cubicBezTo>
                  <a:pt x="187802" y="44234"/>
                  <a:pt x="191235" y="42783"/>
                  <a:pt x="194997" y="41596"/>
                </a:cubicBezTo>
                <a:cubicBezTo>
                  <a:pt x="198761" y="40407"/>
                  <a:pt x="202690" y="39813"/>
                  <a:pt x="206784" y="39813"/>
                </a:cubicBezTo>
                <a:cubicBezTo>
                  <a:pt x="215895" y="39813"/>
                  <a:pt x="223124" y="42354"/>
                  <a:pt x="228472" y="47438"/>
                </a:cubicBezTo>
                <a:cubicBezTo>
                  <a:pt x="233819" y="52521"/>
                  <a:pt x="236493" y="59024"/>
                  <a:pt x="236493" y="66947"/>
                </a:cubicBezTo>
                <a:lnTo>
                  <a:pt x="236493" y="118842"/>
                </a:lnTo>
                <a:cubicBezTo>
                  <a:pt x="236493" y="122143"/>
                  <a:pt x="237120" y="124454"/>
                  <a:pt x="238373" y="125776"/>
                </a:cubicBezTo>
                <a:cubicBezTo>
                  <a:pt x="239628" y="127095"/>
                  <a:pt x="241576" y="127755"/>
                  <a:pt x="244218" y="127755"/>
                </a:cubicBezTo>
                <a:lnTo>
                  <a:pt x="245010" y="127755"/>
                </a:lnTo>
                <a:cubicBezTo>
                  <a:pt x="245538" y="127755"/>
                  <a:pt x="246066" y="127755"/>
                  <a:pt x="246593" y="127755"/>
                </a:cubicBezTo>
                <a:cubicBezTo>
                  <a:pt x="247123" y="127755"/>
                  <a:pt x="247619" y="127788"/>
                  <a:pt x="248080" y="127855"/>
                </a:cubicBezTo>
                <a:lnTo>
                  <a:pt x="248773" y="127952"/>
                </a:lnTo>
                <a:cubicBezTo>
                  <a:pt x="249302" y="128085"/>
                  <a:pt x="249567" y="128415"/>
                  <a:pt x="249567" y="128943"/>
                </a:cubicBezTo>
                <a:cubicBezTo>
                  <a:pt x="249567" y="130263"/>
                  <a:pt x="249072" y="131781"/>
                  <a:pt x="248080" y="133498"/>
                </a:cubicBezTo>
                <a:cubicBezTo>
                  <a:pt x="247091" y="135214"/>
                  <a:pt x="245837" y="136832"/>
                  <a:pt x="244318" y="138351"/>
                </a:cubicBezTo>
                <a:cubicBezTo>
                  <a:pt x="242798" y="139871"/>
                  <a:pt x="241147" y="141191"/>
                  <a:pt x="239364" y="142314"/>
                </a:cubicBezTo>
                <a:cubicBezTo>
                  <a:pt x="237583" y="143436"/>
                  <a:pt x="235834" y="144062"/>
                  <a:pt x="234117" y="144193"/>
                </a:cubicBezTo>
                <a:cubicBezTo>
                  <a:pt x="228176" y="144193"/>
                  <a:pt x="223520" y="142313"/>
                  <a:pt x="220151" y="138551"/>
                </a:cubicBezTo>
                <a:cubicBezTo>
                  <a:pt x="216785" y="134787"/>
                  <a:pt x="215101" y="129669"/>
                  <a:pt x="215101" y="123198"/>
                </a:cubicBezTo>
                <a:lnTo>
                  <a:pt x="215101" y="75267"/>
                </a:lnTo>
                <a:close/>
                <a:moveTo>
                  <a:pt x="268777" y="3566"/>
                </a:moveTo>
                <a:cubicBezTo>
                  <a:pt x="268777" y="2509"/>
                  <a:pt x="269404" y="1650"/>
                  <a:pt x="270660" y="991"/>
                </a:cubicBezTo>
                <a:cubicBezTo>
                  <a:pt x="271915" y="330"/>
                  <a:pt x="274787" y="0"/>
                  <a:pt x="279276" y="0"/>
                </a:cubicBezTo>
                <a:cubicBezTo>
                  <a:pt x="283898" y="0"/>
                  <a:pt x="286836" y="330"/>
                  <a:pt x="288089" y="991"/>
                </a:cubicBezTo>
                <a:cubicBezTo>
                  <a:pt x="289345" y="1650"/>
                  <a:pt x="289972" y="2509"/>
                  <a:pt x="289972" y="3566"/>
                </a:cubicBezTo>
                <a:lnTo>
                  <a:pt x="289972" y="118842"/>
                </a:lnTo>
                <a:cubicBezTo>
                  <a:pt x="289972" y="122143"/>
                  <a:pt x="290599" y="124454"/>
                  <a:pt x="291852" y="125776"/>
                </a:cubicBezTo>
                <a:cubicBezTo>
                  <a:pt x="293107" y="127095"/>
                  <a:pt x="295056" y="127755"/>
                  <a:pt x="297697" y="127755"/>
                </a:cubicBezTo>
                <a:lnTo>
                  <a:pt x="298489" y="127755"/>
                </a:lnTo>
                <a:cubicBezTo>
                  <a:pt x="299017" y="127755"/>
                  <a:pt x="299545" y="127755"/>
                  <a:pt x="300073" y="127755"/>
                </a:cubicBezTo>
                <a:cubicBezTo>
                  <a:pt x="300601" y="127755"/>
                  <a:pt x="301095" y="127788"/>
                  <a:pt x="301557" y="127855"/>
                </a:cubicBezTo>
                <a:lnTo>
                  <a:pt x="302252" y="127952"/>
                </a:lnTo>
                <a:cubicBezTo>
                  <a:pt x="302780" y="128085"/>
                  <a:pt x="303044" y="128415"/>
                  <a:pt x="303044" y="128943"/>
                </a:cubicBezTo>
                <a:cubicBezTo>
                  <a:pt x="303044" y="130263"/>
                  <a:pt x="302548" y="131781"/>
                  <a:pt x="301557" y="133498"/>
                </a:cubicBezTo>
                <a:cubicBezTo>
                  <a:pt x="300567" y="135214"/>
                  <a:pt x="299313" y="136832"/>
                  <a:pt x="297794" y="138351"/>
                </a:cubicBezTo>
                <a:cubicBezTo>
                  <a:pt x="296277" y="139871"/>
                  <a:pt x="294627" y="141191"/>
                  <a:pt x="292843" y="142314"/>
                </a:cubicBezTo>
                <a:cubicBezTo>
                  <a:pt x="291060" y="143436"/>
                  <a:pt x="289310" y="144062"/>
                  <a:pt x="287594" y="144193"/>
                </a:cubicBezTo>
                <a:cubicBezTo>
                  <a:pt x="281652" y="144193"/>
                  <a:pt x="276997" y="142313"/>
                  <a:pt x="273631" y="138551"/>
                </a:cubicBezTo>
                <a:cubicBezTo>
                  <a:pt x="270264" y="134787"/>
                  <a:pt x="268646" y="129669"/>
                  <a:pt x="268777" y="123198"/>
                </a:cubicBezTo>
                <a:lnTo>
                  <a:pt x="268777" y="3566"/>
                </a:lnTo>
                <a:close/>
                <a:moveTo>
                  <a:pt x="332358" y="1980"/>
                </a:moveTo>
                <a:cubicBezTo>
                  <a:pt x="336188" y="1980"/>
                  <a:pt x="339192" y="3003"/>
                  <a:pt x="341370" y="5050"/>
                </a:cubicBezTo>
                <a:cubicBezTo>
                  <a:pt x="343548" y="7097"/>
                  <a:pt x="344637" y="10497"/>
                  <a:pt x="344637" y="15250"/>
                </a:cubicBezTo>
                <a:cubicBezTo>
                  <a:pt x="344637" y="20006"/>
                  <a:pt x="343548" y="23340"/>
                  <a:pt x="341370" y="25254"/>
                </a:cubicBezTo>
                <a:cubicBezTo>
                  <a:pt x="339192" y="27168"/>
                  <a:pt x="336188" y="28125"/>
                  <a:pt x="332358" y="28125"/>
                </a:cubicBezTo>
                <a:cubicBezTo>
                  <a:pt x="328530" y="28125"/>
                  <a:pt x="325526" y="27168"/>
                  <a:pt x="323345" y="25254"/>
                </a:cubicBezTo>
                <a:cubicBezTo>
                  <a:pt x="321167" y="23340"/>
                  <a:pt x="320078" y="20006"/>
                  <a:pt x="320078" y="15250"/>
                </a:cubicBezTo>
                <a:cubicBezTo>
                  <a:pt x="320078" y="10497"/>
                  <a:pt x="321167" y="7097"/>
                  <a:pt x="323345" y="5050"/>
                </a:cubicBezTo>
                <a:cubicBezTo>
                  <a:pt x="325526" y="3003"/>
                  <a:pt x="328530" y="1980"/>
                  <a:pt x="332358" y="1980"/>
                </a:cubicBezTo>
                <a:moveTo>
                  <a:pt x="321662" y="45159"/>
                </a:moveTo>
                <a:cubicBezTo>
                  <a:pt x="321662" y="44103"/>
                  <a:pt x="322322" y="43246"/>
                  <a:pt x="323642" y="42587"/>
                </a:cubicBezTo>
                <a:cubicBezTo>
                  <a:pt x="324963" y="41926"/>
                  <a:pt x="327869" y="41596"/>
                  <a:pt x="332358" y="41596"/>
                </a:cubicBezTo>
                <a:cubicBezTo>
                  <a:pt x="336847" y="41596"/>
                  <a:pt x="339751" y="41926"/>
                  <a:pt x="341071" y="42587"/>
                </a:cubicBezTo>
                <a:cubicBezTo>
                  <a:pt x="342393" y="43246"/>
                  <a:pt x="343054" y="44103"/>
                  <a:pt x="343054" y="45159"/>
                </a:cubicBezTo>
                <a:lnTo>
                  <a:pt x="343054" y="118051"/>
                </a:lnTo>
                <a:cubicBezTo>
                  <a:pt x="343054" y="121351"/>
                  <a:pt x="343680" y="123662"/>
                  <a:pt x="344934" y="124984"/>
                </a:cubicBezTo>
                <a:cubicBezTo>
                  <a:pt x="346189" y="126304"/>
                  <a:pt x="348137" y="126963"/>
                  <a:pt x="350779" y="126963"/>
                </a:cubicBezTo>
                <a:lnTo>
                  <a:pt x="351571" y="126963"/>
                </a:lnTo>
                <a:cubicBezTo>
                  <a:pt x="352099" y="126963"/>
                  <a:pt x="352626" y="126963"/>
                  <a:pt x="353154" y="126963"/>
                </a:cubicBezTo>
                <a:cubicBezTo>
                  <a:pt x="353684" y="126963"/>
                  <a:pt x="354180" y="126997"/>
                  <a:pt x="354641" y="127063"/>
                </a:cubicBezTo>
                <a:lnTo>
                  <a:pt x="355333" y="127160"/>
                </a:lnTo>
                <a:cubicBezTo>
                  <a:pt x="355863" y="127293"/>
                  <a:pt x="356128" y="127623"/>
                  <a:pt x="356128" y="128151"/>
                </a:cubicBezTo>
                <a:cubicBezTo>
                  <a:pt x="356128" y="129471"/>
                  <a:pt x="355633" y="130989"/>
                  <a:pt x="354641" y="132706"/>
                </a:cubicBezTo>
                <a:cubicBezTo>
                  <a:pt x="353652" y="134422"/>
                  <a:pt x="352398" y="136040"/>
                  <a:pt x="350879" y="137560"/>
                </a:cubicBezTo>
                <a:cubicBezTo>
                  <a:pt x="349359" y="139077"/>
                  <a:pt x="347708" y="140397"/>
                  <a:pt x="345925" y="141522"/>
                </a:cubicBezTo>
                <a:cubicBezTo>
                  <a:pt x="344144" y="142644"/>
                  <a:pt x="342395" y="143271"/>
                  <a:pt x="340678" y="143402"/>
                </a:cubicBezTo>
                <a:cubicBezTo>
                  <a:pt x="334736" y="143402"/>
                  <a:pt x="330081" y="141521"/>
                  <a:pt x="326712" y="137759"/>
                </a:cubicBezTo>
                <a:cubicBezTo>
                  <a:pt x="323345" y="133995"/>
                  <a:pt x="321662" y="128878"/>
                  <a:pt x="321662" y="122406"/>
                </a:cubicBezTo>
                <a:lnTo>
                  <a:pt x="321662" y="45159"/>
                </a:lnTo>
                <a:close/>
                <a:moveTo>
                  <a:pt x="444663" y="75267"/>
                </a:moveTo>
                <a:cubicBezTo>
                  <a:pt x="444663" y="63118"/>
                  <a:pt x="438853" y="57043"/>
                  <a:pt x="427234" y="57043"/>
                </a:cubicBezTo>
                <a:cubicBezTo>
                  <a:pt x="423933" y="57043"/>
                  <a:pt x="420699" y="57802"/>
                  <a:pt x="417529" y="59322"/>
                </a:cubicBezTo>
                <a:cubicBezTo>
                  <a:pt x="414360" y="60841"/>
                  <a:pt x="411553" y="62624"/>
                  <a:pt x="409109" y="64671"/>
                </a:cubicBezTo>
                <a:cubicBezTo>
                  <a:pt x="406667" y="66716"/>
                  <a:pt x="404720" y="68829"/>
                  <a:pt x="403267" y="71009"/>
                </a:cubicBezTo>
                <a:cubicBezTo>
                  <a:pt x="401814" y="73187"/>
                  <a:pt x="401088" y="74870"/>
                  <a:pt x="401088" y="76059"/>
                </a:cubicBezTo>
                <a:lnTo>
                  <a:pt x="401088" y="139043"/>
                </a:lnTo>
                <a:cubicBezTo>
                  <a:pt x="401088" y="140101"/>
                  <a:pt x="400428" y="140961"/>
                  <a:pt x="399108" y="141621"/>
                </a:cubicBezTo>
                <a:cubicBezTo>
                  <a:pt x="397789" y="142280"/>
                  <a:pt x="394883" y="142610"/>
                  <a:pt x="390392" y="142610"/>
                </a:cubicBezTo>
                <a:cubicBezTo>
                  <a:pt x="385903" y="142610"/>
                  <a:pt x="382997" y="142280"/>
                  <a:pt x="381676" y="141621"/>
                </a:cubicBezTo>
                <a:cubicBezTo>
                  <a:pt x="380356" y="140961"/>
                  <a:pt x="379696" y="140101"/>
                  <a:pt x="379696" y="139043"/>
                </a:cubicBezTo>
                <a:lnTo>
                  <a:pt x="379696" y="65560"/>
                </a:lnTo>
                <a:cubicBezTo>
                  <a:pt x="379696" y="63051"/>
                  <a:pt x="379399" y="60972"/>
                  <a:pt x="378805" y="59322"/>
                </a:cubicBezTo>
                <a:cubicBezTo>
                  <a:pt x="378212" y="57671"/>
                  <a:pt x="377552" y="56285"/>
                  <a:pt x="376825" y="55163"/>
                </a:cubicBezTo>
                <a:cubicBezTo>
                  <a:pt x="376100" y="54041"/>
                  <a:pt x="375440" y="53149"/>
                  <a:pt x="374845" y="52488"/>
                </a:cubicBezTo>
                <a:cubicBezTo>
                  <a:pt x="374251" y="51827"/>
                  <a:pt x="373954" y="51167"/>
                  <a:pt x="373954" y="50509"/>
                </a:cubicBezTo>
                <a:cubicBezTo>
                  <a:pt x="373954" y="49717"/>
                  <a:pt x="374614" y="48726"/>
                  <a:pt x="375933" y="47538"/>
                </a:cubicBezTo>
                <a:cubicBezTo>
                  <a:pt x="377255" y="46349"/>
                  <a:pt x="378807" y="45193"/>
                  <a:pt x="380588" y="44071"/>
                </a:cubicBezTo>
                <a:cubicBezTo>
                  <a:pt x="382371" y="42949"/>
                  <a:pt x="384186" y="41992"/>
                  <a:pt x="386034" y="41200"/>
                </a:cubicBezTo>
                <a:cubicBezTo>
                  <a:pt x="387884" y="40406"/>
                  <a:pt x="389336" y="40009"/>
                  <a:pt x="390392" y="40009"/>
                </a:cubicBezTo>
                <a:cubicBezTo>
                  <a:pt x="392903" y="40009"/>
                  <a:pt x="394950" y="41132"/>
                  <a:pt x="396533" y="43379"/>
                </a:cubicBezTo>
                <a:cubicBezTo>
                  <a:pt x="398117" y="45623"/>
                  <a:pt x="399371" y="48726"/>
                  <a:pt x="400296" y="52688"/>
                </a:cubicBezTo>
                <a:cubicBezTo>
                  <a:pt x="400429" y="52952"/>
                  <a:pt x="400528" y="53347"/>
                  <a:pt x="400592" y="53875"/>
                </a:cubicBezTo>
                <a:cubicBezTo>
                  <a:pt x="400659" y="54403"/>
                  <a:pt x="400758" y="54799"/>
                  <a:pt x="400891" y="55063"/>
                </a:cubicBezTo>
                <a:cubicBezTo>
                  <a:pt x="402080" y="54007"/>
                  <a:pt x="403829" y="52654"/>
                  <a:pt x="406138" y="51004"/>
                </a:cubicBezTo>
                <a:cubicBezTo>
                  <a:pt x="408449" y="49352"/>
                  <a:pt x="411156" y="47668"/>
                  <a:pt x="414259" y="45951"/>
                </a:cubicBezTo>
                <a:cubicBezTo>
                  <a:pt x="417364" y="44234"/>
                  <a:pt x="420797" y="42783"/>
                  <a:pt x="424559" y="41596"/>
                </a:cubicBezTo>
                <a:cubicBezTo>
                  <a:pt x="428323" y="40407"/>
                  <a:pt x="432252" y="39813"/>
                  <a:pt x="436346" y="39813"/>
                </a:cubicBezTo>
                <a:cubicBezTo>
                  <a:pt x="445457" y="39813"/>
                  <a:pt x="452686" y="42354"/>
                  <a:pt x="458034" y="47438"/>
                </a:cubicBezTo>
                <a:cubicBezTo>
                  <a:pt x="463381" y="52521"/>
                  <a:pt x="466055" y="59024"/>
                  <a:pt x="466055" y="66947"/>
                </a:cubicBezTo>
                <a:lnTo>
                  <a:pt x="466055" y="118842"/>
                </a:lnTo>
                <a:cubicBezTo>
                  <a:pt x="466055" y="122143"/>
                  <a:pt x="466682" y="124454"/>
                  <a:pt x="467935" y="125776"/>
                </a:cubicBezTo>
                <a:cubicBezTo>
                  <a:pt x="469190" y="127095"/>
                  <a:pt x="471139" y="127755"/>
                  <a:pt x="473780" y="127755"/>
                </a:cubicBezTo>
                <a:lnTo>
                  <a:pt x="474572" y="127755"/>
                </a:lnTo>
                <a:cubicBezTo>
                  <a:pt x="475100" y="127755"/>
                  <a:pt x="475628" y="127755"/>
                  <a:pt x="476156" y="127755"/>
                </a:cubicBezTo>
                <a:cubicBezTo>
                  <a:pt x="476685" y="127755"/>
                  <a:pt x="477181" y="127788"/>
                  <a:pt x="477643" y="127855"/>
                </a:cubicBezTo>
                <a:lnTo>
                  <a:pt x="478335" y="127952"/>
                </a:lnTo>
                <a:cubicBezTo>
                  <a:pt x="478865" y="128085"/>
                  <a:pt x="479129" y="128415"/>
                  <a:pt x="479129" y="128943"/>
                </a:cubicBezTo>
                <a:cubicBezTo>
                  <a:pt x="479129" y="130263"/>
                  <a:pt x="478634" y="131781"/>
                  <a:pt x="477643" y="133498"/>
                </a:cubicBezTo>
                <a:cubicBezTo>
                  <a:pt x="476653" y="135214"/>
                  <a:pt x="475399" y="136832"/>
                  <a:pt x="473880" y="138351"/>
                </a:cubicBezTo>
                <a:cubicBezTo>
                  <a:pt x="472361" y="139871"/>
                  <a:pt x="470709" y="141191"/>
                  <a:pt x="468926" y="142314"/>
                </a:cubicBezTo>
                <a:cubicBezTo>
                  <a:pt x="467145" y="143436"/>
                  <a:pt x="465396" y="144062"/>
                  <a:pt x="463680" y="144193"/>
                </a:cubicBezTo>
                <a:cubicBezTo>
                  <a:pt x="457738" y="144193"/>
                  <a:pt x="453082" y="142313"/>
                  <a:pt x="449714" y="138551"/>
                </a:cubicBezTo>
                <a:cubicBezTo>
                  <a:pt x="446347" y="134787"/>
                  <a:pt x="444663" y="129669"/>
                  <a:pt x="444663" y="123198"/>
                </a:cubicBezTo>
                <a:lnTo>
                  <a:pt x="444663" y="75267"/>
                </a:lnTo>
                <a:close/>
                <a:moveTo>
                  <a:pt x="545282" y="144393"/>
                </a:moveTo>
                <a:cubicBezTo>
                  <a:pt x="538417" y="144393"/>
                  <a:pt x="531914" y="143469"/>
                  <a:pt x="525773" y="141621"/>
                </a:cubicBezTo>
                <a:cubicBezTo>
                  <a:pt x="519634" y="139772"/>
                  <a:pt x="514220" y="136866"/>
                  <a:pt x="509531" y="132905"/>
                </a:cubicBezTo>
                <a:cubicBezTo>
                  <a:pt x="504845" y="128944"/>
                  <a:pt x="501148" y="123894"/>
                  <a:pt x="498440" y="117754"/>
                </a:cubicBezTo>
                <a:cubicBezTo>
                  <a:pt x="495734" y="111613"/>
                  <a:pt x="494381" y="104251"/>
                  <a:pt x="494381" y="95668"/>
                </a:cubicBezTo>
                <a:cubicBezTo>
                  <a:pt x="494381" y="85765"/>
                  <a:pt x="495800" y="77281"/>
                  <a:pt x="498639" y="70217"/>
                </a:cubicBezTo>
                <a:cubicBezTo>
                  <a:pt x="501478" y="63151"/>
                  <a:pt x="505241" y="57373"/>
                  <a:pt x="509927" y="52884"/>
                </a:cubicBezTo>
                <a:cubicBezTo>
                  <a:pt x="514616" y="48395"/>
                  <a:pt x="519865" y="45095"/>
                  <a:pt x="525673" y="42983"/>
                </a:cubicBezTo>
                <a:cubicBezTo>
                  <a:pt x="531484" y="40869"/>
                  <a:pt x="537361" y="39813"/>
                  <a:pt x="543302" y="39813"/>
                </a:cubicBezTo>
                <a:cubicBezTo>
                  <a:pt x="549377" y="39813"/>
                  <a:pt x="554692" y="40539"/>
                  <a:pt x="559248" y="41992"/>
                </a:cubicBezTo>
                <a:cubicBezTo>
                  <a:pt x="563804" y="43444"/>
                  <a:pt x="567600" y="45425"/>
                  <a:pt x="570636" y="47934"/>
                </a:cubicBezTo>
                <a:cubicBezTo>
                  <a:pt x="573672" y="50442"/>
                  <a:pt x="575950" y="53380"/>
                  <a:pt x="577469" y="56747"/>
                </a:cubicBezTo>
                <a:cubicBezTo>
                  <a:pt x="578989" y="60113"/>
                  <a:pt x="579748" y="63777"/>
                  <a:pt x="579748" y="67739"/>
                </a:cubicBezTo>
                <a:cubicBezTo>
                  <a:pt x="579748" y="74474"/>
                  <a:pt x="577734" y="80252"/>
                  <a:pt x="573707" y="85071"/>
                </a:cubicBezTo>
                <a:cubicBezTo>
                  <a:pt x="569679" y="89891"/>
                  <a:pt x="564628" y="93820"/>
                  <a:pt x="558553" y="96858"/>
                </a:cubicBezTo>
                <a:cubicBezTo>
                  <a:pt x="552480" y="99895"/>
                  <a:pt x="545878" y="102173"/>
                  <a:pt x="538748" y="103692"/>
                </a:cubicBezTo>
                <a:cubicBezTo>
                  <a:pt x="531617" y="105209"/>
                  <a:pt x="524949" y="106100"/>
                  <a:pt x="518743" y="106363"/>
                </a:cubicBezTo>
                <a:cubicBezTo>
                  <a:pt x="520591" y="113889"/>
                  <a:pt x="524222" y="119204"/>
                  <a:pt x="529636" y="122309"/>
                </a:cubicBezTo>
                <a:cubicBezTo>
                  <a:pt x="535050" y="125412"/>
                  <a:pt x="541190" y="126963"/>
                  <a:pt x="548057" y="126963"/>
                </a:cubicBezTo>
                <a:cubicBezTo>
                  <a:pt x="552018" y="126963"/>
                  <a:pt x="555517" y="126567"/>
                  <a:pt x="558553" y="125776"/>
                </a:cubicBezTo>
                <a:cubicBezTo>
                  <a:pt x="561591" y="124982"/>
                  <a:pt x="564200" y="124090"/>
                  <a:pt x="566378" y="123101"/>
                </a:cubicBezTo>
                <a:cubicBezTo>
                  <a:pt x="568556" y="122110"/>
                  <a:pt x="570371" y="121153"/>
                  <a:pt x="571824" y="120230"/>
                </a:cubicBezTo>
                <a:cubicBezTo>
                  <a:pt x="573277" y="119305"/>
                  <a:pt x="574399" y="118776"/>
                  <a:pt x="575191" y="118643"/>
                </a:cubicBezTo>
                <a:cubicBezTo>
                  <a:pt x="577304" y="117982"/>
                  <a:pt x="578361" y="118643"/>
                  <a:pt x="578361" y="120626"/>
                </a:cubicBezTo>
                <a:cubicBezTo>
                  <a:pt x="578361" y="122209"/>
                  <a:pt x="578064" y="124058"/>
                  <a:pt x="577469" y="126172"/>
                </a:cubicBezTo>
                <a:cubicBezTo>
                  <a:pt x="576875" y="128283"/>
                  <a:pt x="576050" y="130528"/>
                  <a:pt x="574994" y="132905"/>
                </a:cubicBezTo>
                <a:cubicBezTo>
                  <a:pt x="574466" y="133828"/>
                  <a:pt x="573344" y="134950"/>
                  <a:pt x="571627" y="136272"/>
                </a:cubicBezTo>
                <a:cubicBezTo>
                  <a:pt x="569911" y="137592"/>
                  <a:pt x="567765" y="138846"/>
                  <a:pt x="565190" y="140035"/>
                </a:cubicBezTo>
                <a:cubicBezTo>
                  <a:pt x="562615" y="141224"/>
                  <a:pt x="559611" y="142247"/>
                  <a:pt x="556177" y="143105"/>
                </a:cubicBezTo>
                <a:cubicBezTo>
                  <a:pt x="552744" y="143964"/>
                  <a:pt x="549112" y="144393"/>
                  <a:pt x="545282" y="144393"/>
                </a:cubicBezTo>
                <a:moveTo>
                  <a:pt x="517553" y="94084"/>
                </a:moveTo>
                <a:cubicBezTo>
                  <a:pt x="522308" y="93820"/>
                  <a:pt x="527095" y="93060"/>
                  <a:pt x="531914" y="91805"/>
                </a:cubicBezTo>
                <a:cubicBezTo>
                  <a:pt x="536734" y="90550"/>
                  <a:pt x="541091" y="88768"/>
                  <a:pt x="544986" y="86459"/>
                </a:cubicBezTo>
                <a:cubicBezTo>
                  <a:pt x="548881" y="84148"/>
                  <a:pt x="552017" y="81342"/>
                  <a:pt x="554394" y="78042"/>
                </a:cubicBezTo>
                <a:cubicBezTo>
                  <a:pt x="556772" y="74739"/>
                  <a:pt x="557961" y="70909"/>
                  <a:pt x="557961" y="66551"/>
                </a:cubicBezTo>
                <a:cubicBezTo>
                  <a:pt x="557961" y="62987"/>
                  <a:pt x="556705" y="60016"/>
                  <a:pt x="554195" y="57638"/>
                </a:cubicBezTo>
                <a:cubicBezTo>
                  <a:pt x="551686" y="55261"/>
                  <a:pt x="548319" y="54072"/>
                  <a:pt x="544094" y="54072"/>
                </a:cubicBezTo>
                <a:cubicBezTo>
                  <a:pt x="540794" y="54072"/>
                  <a:pt x="537592" y="54766"/>
                  <a:pt x="534489" y="56154"/>
                </a:cubicBezTo>
                <a:cubicBezTo>
                  <a:pt x="531387" y="57540"/>
                  <a:pt x="528613" y="59818"/>
                  <a:pt x="526169" y="62988"/>
                </a:cubicBezTo>
                <a:cubicBezTo>
                  <a:pt x="523727" y="66155"/>
                  <a:pt x="521713" y="70281"/>
                  <a:pt x="520128" y="75367"/>
                </a:cubicBezTo>
                <a:cubicBezTo>
                  <a:pt x="518544" y="80450"/>
                  <a:pt x="517686" y="86689"/>
                  <a:pt x="517553" y="94084"/>
                </a:cubicBezTo>
                <a:close/>
                <a:moveTo>
                  <a:pt x="709883" y="134093"/>
                </a:moveTo>
                <a:cubicBezTo>
                  <a:pt x="709619" y="134490"/>
                  <a:pt x="708793" y="135249"/>
                  <a:pt x="707405" y="136372"/>
                </a:cubicBezTo>
                <a:cubicBezTo>
                  <a:pt x="706019" y="137494"/>
                  <a:pt x="704170" y="138650"/>
                  <a:pt x="701859" y="139838"/>
                </a:cubicBezTo>
                <a:cubicBezTo>
                  <a:pt x="699550" y="141025"/>
                  <a:pt x="696778" y="142081"/>
                  <a:pt x="693542" y="143006"/>
                </a:cubicBezTo>
                <a:cubicBezTo>
                  <a:pt x="690306" y="143931"/>
                  <a:pt x="686774" y="144393"/>
                  <a:pt x="682946" y="144393"/>
                </a:cubicBezTo>
                <a:cubicBezTo>
                  <a:pt x="678191" y="144393"/>
                  <a:pt x="673370" y="143469"/>
                  <a:pt x="668484" y="141621"/>
                </a:cubicBezTo>
                <a:cubicBezTo>
                  <a:pt x="663600" y="139772"/>
                  <a:pt x="659177" y="136900"/>
                  <a:pt x="655216" y="133005"/>
                </a:cubicBezTo>
                <a:cubicBezTo>
                  <a:pt x="651255" y="129108"/>
                  <a:pt x="647987" y="124189"/>
                  <a:pt x="645412" y="118247"/>
                </a:cubicBezTo>
                <a:cubicBezTo>
                  <a:pt x="642837" y="112305"/>
                  <a:pt x="641549" y="105307"/>
                  <a:pt x="641549" y="97251"/>
                </a:cubicBezTo>
                <a:cubicBezTo>
                  <a:pt x="641549" y="86951"/>
                  <a:pt x="643199" y="78171"/>
                  <a:pt x="646500" y="70909"/>
                </a:cubicBezTo>
                <a:cubicBezTo>
                  <a:pt x="649802" y="63645"/>
                  <a:pt x="654127" y="57704"/>
                  <a:pt x="659475" y="53083"/>
                </a:cubicBezTo>
                <a:cubicBezTo>
                  <a:pt x="664822" y="48461"/>
                  <a:pt x="670929" y="45095"/>
                  <a:pt x="677796" y="42983"/>
                </a:cubicBezTo>
                <a:cubicBezTo>
                  <a:pt x="684662" y="40869"/>
                  <a:pt x="691726" y="39813"/>
                  <a:pt x="698988" y="39813"/>
                </a:cubicBezTo>
                <a:cubicBezTo>
                  <a:pt x="703477" y="39813"/>
                  <a:pt x="707669" y="40209"/>
                  <a:pt x="711564" y="41000"/>
                </a:cubicBezTo>
                <a:cubicBezTo>
                  <a:pt x="715460" y="41792"/>
                  <a:pt x="718862" y="42816"/>
                  <a:pt x="721767" y="44071"/>
                </a:cubicBezTo>
                <a:cubicBezTo>
                  <a:pt x="724672" y="45324"/>
                  <a:pt x="726983" y="46710"/>
                  <a:pt x="728700" y="48230"/>
                </a:cubicBezTo>
                <a:cubicBezTo>
                  <a:pt x="730417" y="49749"/>
                  <a:pt x="731275" y="51235"/>
                  <a:pt x="731275" y="52688"/>
                </a:cubicBezTo>
                <a:lnTo>
                  <a:pt x="731275" y="148751"/>
                </a:lnTo>
                <a:cubicBezTo>
                  <a:pt x="731275" y="154429"/>
                  <a:pt x="730284" y="159776"/>
                  <a:pt x="728301" y="164793"/>
                </a:cubicBezTo>
                <a:cubicBezTo>
                  <a:pt x="726321" y="169810"/>
                  <a:pt x="723482" y="174233"/>
                  <a:pt x="719784" y="178061"/>
                </a:cubicBezTo>
                <a:cubicBezTo>
                  <a:pt x="716087" y="181891"/>
                  <a:pt x="711598" y="184929"/>
                  <a:pt x="706317" y="187173"/>
                </a:cubicBezTo>
                <a:cubicBezTo>
                  <a:pt x="701036" y="189420"/>
                  <a:pt x="695094" y="190543"/>
                  <a:pt x="688492" y="190543"/>
                </a:cubicBezTo>
                <a:cubicBezTo>
                  <a:pt x="684925" y="190543"/>
                  <a:pt x="681425" y="190246"/>
                  <a:pt x="677992" y="189652"/>
                </a:cubicBezTo>
                <a:cubicBezTo>
                  <a:pt x="674559" y="189057"/>
                  <a:pt x="671456" y="188264"/>
                  <a:pt x="668683" y="187273"/>
                </a:cubicBezTo>
                <a:cubicBezTo>
                  <a:pt x="665911" y="186284"/>
                  <a:pt x="663534" y="185195"/>
                  <a:pt x="661554" y="184006"/>
                </a:cubicBezTo>
                <a:cubicBezTo>
                  <a:pt x="659573" y="182817"/>
                  <a:pt x="658253" y="181629"/>
                  <a:pt x="657592" y="180440"/>
                </a:cubicBezTo>
                <a:cubicBezTo>
                  <a:pt x="655347" y="175290"/>
                  <a:pt x="654225" y="171131"/>
                  <a:pt x="654225" y="167964"/>
                </a:cubicBezTo>
                <a:cubicBezTo>
                  <a:pt x="654225" y="166511"/>
                  <a:pt x="654885" y="165785"/>
                  <a:pt x="656204" y="165785"/>
                </a:cubicBezTo>
                <a:cubicBezTo>
                  <a:pt x="656998" y="165785"/>
                  <a:pt x="658220" y="166181"/>
                  <a:pt x="659870" y="166972"/>
                </a:cubicBezTo>
                <a:cubicBezTo>
                  <a:pt x="661521" y="167764"/>
                  <a:pt x="663533" y="168623"/>
                  <a:pt x="665909" y="169547"/>
                </a:cubicBezTo>
                <a:cubicBezTo>
                  <a:pt x="668287" y="170472"/>
                  <a:pt x="671027" y="171331"/>
                  <a:pt x="674130" y="172122"/>
                </a:cubicBezTo>
                <a:cubicBezTo>
                  <a:pt x="677233" y="172914"/>
                  <a:pt x="680699" y="173310"/>
                  <a:pt x="684529" y="173310"/>
                </a:cubicBezTo>
                <a:cubicBezTo>
                  <a:pt x="692057" y="173310"/>
                  <a:pt x="698164" y="171198"/>
                  <a:pt x="702850" y="166972"/>
                </a:cubicBezTo>
                <a:cubicBezTo>
                  <a:pt x="707539" y="162747"/>
                  <a:pt x="709883" y="156475"/>
                  <a:pt x="709883" y="148156"/>
                </a:cubicBezTo>
                <a:lnTo>
                  <a:pt x="709883" y="134093"/>
                </a:lnTo>
                <a:moveTo>
                  <a:pt x="709883" y="63184"/>
                </a:moveTo>
                <a:cubicBezTo>
                  <a:pt x="709883" y="61336"/>
                  <a:pt x="708728" y="59587"/>
                  <a:pt x="706417" y="57937"/>
                </a:cubicBezTo>
                <a:cubicBezTo>
                  <a:pt x="704106" y="56285"/>
                  <a:pt x="700838" y="55459"/>
                  <a:pt x="696612" y="55459"/>
                </a:cubicBezTo>
                <a:cubicBezTo>
                  <a:pt x="692387" y="55459"/>
                  <a:pt x="688360" y="56152"/>
                  <a:pt x="684529" y="57538"/>
                </a:cubicBezTo>
                <a:cubicBezTo>
                  <a:pt x="680699" y="58925"/>
                  <a:pt x="677331" y="61236"/>
                  <a:pt x="674426" y="64471"/>
                </a:cubicBezTo>
                <a:cubicBezTo>
                  <a:pt x="671522" y="67707"/>
                  <a:pt x="669212" y="71934"/>
                  <a:pt x="667496" y="77150"/>
                </a:cubicBezTo>
                <a:cubicBezTo>
                  <a:pt x="665779" y="82364"/>
                  <a:pt x="664921" y="88801"/>
                  <a:pt x="664921" y="96459"/>
                </a:cubicBezTo>
                <a:cubicBezTo>
                  <a:pt x="664921" y="102798"/>
                  <a:pt x="665647" y="108015"/>
                  <a:pt x="667100" y="112109"/>
                </a:cubicBezTo>
                <a:cubicBezTo>
                  <a:pt x="668552" y="116201"/>
                  <a:pt x="670467" y="119469"/>
                  <a:pt x="672842" y="121913"/>
                </a:cubicBezTo>
                <a:cubicBezTo>
                  <a:pt x="675220" y="124355"/>
                  <a:pt x="677927" y="126072"/>
                  <a:pt x="680963" y="127063"/>
                </a:cubicBezTo>
                <a:cubicBezTo>
                  <a:pt x="684001" y="128052"/>
                  <a:pt x="687105" y="128547"/>
                  <a:pt x="690275" y="128547"/>
                </a:cubicBezTo>
                <a:cubicBezTo>
                  <a:pt x="692914" y="128547"/>
                  <a:pt x="695423" y="128052"/>
                  <a:pt x="697800" y="127063"/>
                </a:cubicBezTo>
                <a:cubicBezTo>
                  <a:pt x="700178" y="126072"/>
                  <a:pt x="702257" y="124850"/>
                  <a:pt x="704038" y="123397"/>
                </a:cubicBezTo>
                <a:cubicBezTo>
                  <a:pt x="705821" y="121944"/>
                  <a:pt x="707241" y="120393"/>
                  <a:pt x="708297" y="118743"/>
                </a:cubicBezTo>
                <a:cubicBezTo>
                  <a:pt x="709354" y="117093"/>
                  <a:pt x="709883" y="115541"/>
                  <a:pt x="709883" y="114088"/>
                </a:cubicBezTo>
                <a:lnTo>
                  <a:pt x="709883" y="63184"/>
                </a:lnTo>
                <a:close/>
                <a:moveTo>
                  <a:pt x="806539" y="144393"/>
                </a:moveTo>
                <a:cubicBezTo>
                  <a:pt x="799674" y="144393"/>
                  <a:pt x="793171" y="143469"/>
                  <a:pt x="787030" y="141621"/>
                </a:cubicBezTo>
                <a:cubicBezTo>
                  <a:pt x="780891" y="139772"/>
                  <a:pt x="775477" y="136866"/>
                  <a:pt x="770788" y="132905"/>
                </a:cubicBezTo>
                <a:cubicBezTo>
                  <a:pt x="766102" y="128944"/>
                  <a:pt x="762404" y="123894"/>
                  <a:pt x="759697" y="117754"/>
                </a:cubicBezTo>
                <a:cubicBezTo>
                  <a:pt x="756991" y="111613"/>
                  <a:pt x="755638" y="104251"/>
                  <a:pt x="755638" y="95668"/>
                </a:cubicBezTo>
                <a:cubicBezTo>
                  <a:pt x="755638" y="85765"/>
                  <a:pt x="757057" y="77281"/>
                  <a:pt x="759896" y="70217"/>
                </a:cubicBezTo>
                <a:cubicBezTo>
                  <a:pt x="762735" y="63151"/>
                  <a:pt x="766498" y="57373"/>
                  <a:pt x="771184" y="52884"/>
                </a:cubicBezTo>
                <a:cubicBezTo>
                  <a:pt x="775873" y="48395"/>
                  <a:pt x="781122" y="45095"/>
                  <a:pt x="786930" y="42983"/>
                </a:cubicBezTo>
                <a:cubicBezTo>
                  <a:pt x="792741" y="40869"/>
                  <a:pt x="798618" y="39813"/>
                  <a:pt x="804559" y="39813"/>
                </a:cubicBezTo>
                <a:cubicBezTo>
                  <a:pt x="810634" y="39813"/>
                  <a:pt x="815949" y="40539"/>
                  <a:pt x="820505" y="41992"/>
                </a:cubicBezTo>
                <a:cubicBezTo>
                  <a:pt x="825061" y="43444"/>
                  <a:pt x="828857" y="45425"/>
                  <a:pt x="831893" y="47934"/>
                </a:cubicBezTo>
                <a:cubicBezTo>
                  <a:pt x="834929" y="50442"/>
                  <a:pt x="837207" y="53380"/>
                  <a:pt x="838726" y="56747"/>
                </a:cubicBezTo>
                <a:cubicBezTo>
                  <a:pt x="840246" y="60113"/>
                  <a:pt x="841005" y="63777"/>
                  <a:pt x="841005" y="67739"/>
                </a:cubicBezTo>
                <a:cubicBezTo>
                  <a:pt x="841005" y="74474"/>
                  <a:pt x="838991" y="80252"/>
                  <a:pt x="834964" y="85071"/>
                </a:cubicBezTo>
                <a:cubicBezTo>
                  <a:pt x="830936" y="89891"/>
                  <a:pt x="825885" y="93820"/>
                  <a:pt x="819810" y="96858"/>
                </a:cubicBezTo>
                <a:cubicBezTo>
                  <a:pt x="813737" y="99895"/>
                  <a:pt x="807135" y="102173"/>
                  <a:pt x="800005" y="103692"/>
                </a:cubicBezTo>
                <a:cubicBezTo>
                  <a:pt x="792874" y="105209"/>
                  <a:pt x="786206" y="106100"/>
                  <a:pt x="780000" y="106363"/>
                </a:cubicBezTo>
                <a:cubicBezTo>
                  <a:pt x="781848" y="113889"/>
                  <a:pt x="785479" y="119204"/>
                  <a:pt x="790893" y="122309"/>
                </a:cubicBezTo>
                <a:cubicBezTo>
                  <a:pt x="796307" y="125412"/>
                  <a:pt x="802447" y="126963"/>
                  <a:pt x="809313" y="126963"/>
                </a:cubicBezTo>
                <a:cubicBezTo>
                  <a:pt x="813275" y="126963"/>
                  <a:pt x="816773" y="126567"/>
                  <a:pt x="819810" y="125776"/>
                </a:cubicBezTo>
                <a:cubicBezTo>
                  <a:pt x="822848" y="124982"/>
                  <a:pt x="825457" y="124090"/>
                  <a:pt x="827635" y="123101"/>
                </a:cubicBezTo>
                <a:cubicBezTo>
                  <a:pt x="829813" y="122110"/>
                  <a:pt x="831628" y="121153"/>
                  <a:pt x="833081" y="120230"/>
                </a:cubicBezTo>
                <a:cubicBezTo>
                  <a:pt x="834533" y="119305"/>
                  <a:pt x="835656" y="118776"/>
                  <a:pt x="836448" y="118643"/>
                </a:cubicBezTo>
                <a:cubicBezTo>
                  <a:pt x="838561" y="117982"/>
                  <a:pt x="839618" y="118643"/>
                  <a:pt x="839618" y="120626"/>
                </a:cubicBezTo>
                <a:cubicBezTo>
                  <a:pt x="839618" y="122209"/>
                  <a:pt x="839321" y="124058"/>
                  <a:pt x="838726" y="126172"/>
                </a:cubicBezTo>
                <a:cubicBezTo>
                  <a:pt x="838132" y="128283"/>
                  <a:pt x="837307" y="130528"/>
                  <a:pt x="836251" y="132905"/>
                </a:cubicBezTo>
                <a:cubicBezTo>
                  <a:pt x="835723" y="133828"/>
                  <a:pt x="834601" y="134950"/>
                  <a:pt x="832884" y="136272"/>
                </a:cubicBezTo>
                <a:cubicBezTo>
                  <a:pt x="831168" y="137592"/>
                  <a:pt x="829022" y="138846"/>
                  <a:pt x="826447" y="140035"/>
                </a:cubicBezTo>
                <a:cubicBezTo>
                  <a:pt x="823872" y="141224"/>
                  <a:pt x="820868" y="142247"/>
                  <a:pt x="817434" y="143105"/>
                </a:cubicBezTo>
                <a:cubicBezTo>
                  <a:pt x="814001" y="143964"/>
                  <a:pt x="810369" y="144393"/>
                  <a:pt x="806539" y="144393"/>
                </a:cubicBezTo>
                <a:moveTo>
                  <a:pt x="778809" y="94084"/>
                </a:moveTo>
                <a:cubicBezTo>
                  <a:pt x="783565" y="93820"/>
                  <a:pt x="788352" y="93060"/>
                  <a:pt x="793171" y="91805"/>
                </a:cubicBezTo>
                <a:cubicBezTo>
                  <a:pt x="797991" y="90550"/>
                  <a:pt x="802348" y="88768"/>
                  <a:pt x="806243" y="86459"/>
                </a:cubicBezTo>
                <a:cubicBezTo>
                  <a:pt x="810138" y="84148"/>
                  <a:pt x="813274" y="81342"/>
                  <a:pt x="815651" y="78042"/>
                </a:cubicBezTo>
                <a:cubicBezTo>
                  <a:pt x="818029" y="74739"/>
                  <a:pt x="819218" y="70909"/>
                  <a:pt x="819218" y="66551"/>
                </a:cubicBezTo>
                <a:cubicBezTo>
                  <a:pt x="819218" y="62987"/>
                  <a:pt x="817962" y="60016"/>
                  <a:pt x="815452" y="57638"/>
                </a:cubicBezTo>
                <a:cubicBezTo>
                  <a:pt x="812943" y="55261"/>
                  <a:pt x="809576" y="54072"/>
                  <a:pt x="805351" y="54072"/>
                </a:cubicBezTo>
                <a:cubicBezTo>
                  <a:pt x="802051" y="54072"/>
                  <a:pt x="798849" y="54766"/>
                  <a:pt x="795746" y="56154"/>
                </a:cubicBezTo>
                <a:cubicBezTo>
                  <a:pt x="792644" y="57540"/>
                  <a:pt x="789870" y="59818"/>
                  <a:pt x="787426" y="62988"/>
                </a:cubicBezTo>
                <a:cubicBezTo>
                  <a:pt x="784984" y="66155"/>
                  <a:pt x="782970" y="70281"/>
                  <a:pt x="781384" y="75367"/>
                </a:cubicBezTo>
                <a:cubicBezTo>
                  <a:pt x="779801" y="80450"/>
                  <a:pt x="778942" y="86689"/>
                  <a:pt x="778809" y="94084"/>
                </a:cubicBezTo>
                <a:close/>
                <a:moveTo>
                  <a:pt x="930135" y="75267"/>
                </a:moveTo>
                <a:cubicBezTo>
                  <a:pt x="930135" y="63118"/>
                  <a:pt x="924325" y="57043"/>
                  <a:pt x="912705" y="57043"/>
                </a:cubicBezTo>
                <a:cubicBezTo>
                  <a:pt x="909405" y="57043"/>
                  <a:pt x="906170" y="57802"/>
                  <a:pt x="903001" y="59322"/>
                </a:cubicBezTo>
                <a:cubicBezTo>
                  <a:pt x="899831" y="60841"/>
                  <a:pt x="897025" y="62624"/>
                  <a:pt x="894581" y="64671"/>
                </a:cubicBezTo>
                <a:cubicBezTo>
                  <a:pt x="892139" y="66716"/>
                  <a:pt x="890191" y="68829"/>
                  <a:pt x="888739" y="71009"/>
                </a:cubicBezTo>
                <a:cubicBezTo>
                  <a:pt x="887286" y="73187"/>
                  <a:pt x="886559" y="74870"/>
                  <a:pt x="886559" y="76059"/>
                </a:cubicBezTo>
                <a:lnTo>
                  <a:pt x="886559" y="139043"/>
                </a:lnTo>
                <a:cubicBezTo>
                  <a:pt x="886559" y="140101"/>
                  <a:pt x="885900" y="140961"/>
                  <a:pt x="884580" y="141621"/>
                </a:cubicBezTo>
                <a:cubicBezTo>
                  <a:pt x="883260" y="142280"/>
                  <a:pt x="880355" y="142610"/>
                  <a:pt x="875864" y="142610"/>
                </a:cubicBezTo>
                <a:cubicBezTo>
                  <a:pt x="871374" y="142610"/>
                  <a:pt x="868469" y="142280"/>
                  <a:pt x="867147" y="141621"/>
                </a:cubicBezTo>
                <a:cubicBezTo>
                  <a:pt x="865828" y="140961"/>
                  <a:pt x="865168" y="140101"/>
                  <a:pt x="865168" y="139043"/>
                </a:cubicBezTo>
                <a:lnTo>
                  <a:pt x="865168" y="65560"/>
                </a:lnTo>
                <a:cubicBezTo>
                  <a:pt x="865168" y="63051"/>
                  <a:pt x="864870" y="60972"/>
                  <a:pt x="864276" y="59322"/>
                </a:cubicBezTo>
                <a:cubicBezTo>
                  <a:pt x="863684" y="57671"/>
                  <a:pt x="863024" y="56285"/>
                  <a:pt x="862296" y="55163"/>
                </a:cubicBezTo>
                <a:cubicBezTo>
                  <a:pt x="861571" y="54041"/>
                  <a:pt x="860911" y="53149"/>
                  <a:pt x="860317" y="52488"/>
                </a:cubicBezTo>
                <a:cubicBezTo>
                  <a:pt x="859723" y="51827"/>
                  <a:pt x="859425" y="51167"/>
                  <a:pt x="859425" y="50509"/>
                </a:cubicBezTo>
                <a:cubicBezTo>
                  <a:pt x="859425" y="49717"/>
                  <a:pt x="860085" y="48726"/>
                  <a:pt x="861405" y="47538"/>
                </a:cubicBezTo>
                <a:cubicBezTo>
                  <a:pt x="862727" y="46349"/>
                  <a:pt x="864278" y="45193"/>
                  <a:pt x="866059" y="44071"/>
                </a:cubicBezTo>
                <a:cubicBezTo>
                  <a:pt x="867842" y="42949"/>
                  <a:pt x="869658" y="41992"/>
                  <a:pt x="871505" y="41200"/>
                </a:cubicBezTo>
                <a:cubicBezTo>
                  <a:pt x="873355" y="40406"/>
                  <a:pt x="874808" y="40009"/>
                  <a:pt x="875864" y="40009"/>
                </a:cubicBezTo>
                <a:cubicBezTo>
                  <a:pt x="878374" y="40009"/>
                  <a:pt x="880421" y="41132"/>
                  <a:pt x="882005" y="43379"/>
                </a:cubicBezTo>
                <a:cubicBezTo>
                  <a:pt x="883589" y="45623"/>
                  <a:pt x="884843" y="48726"/>
                  <a:pt x="885768" y="52688"/>
                </a:cubicBezTo>
                <a:cubicBezTo>
                  <a:pt x="885901" y="52952"/>
                  <a:pt x="885999" y="53347"/>
                  <a:pt x="886064" y="53875"/>
                </a:cubicBezTo>
                <a:cubicBezTo>
                  <a:pt x="886130" y="54403"/>
                  <a:pt x="886230" y="54799"/>
                  <a:pt x="886363" y="55063"/>
                </a:cubicBezTo>
                <a:cubicBezTo>
                  <a:pt x="887552" y="54007"/>
                  <a:pt x="889301" y="52654"/>
                  <a:pt x="891610" y="51004"/>
                </a:cubicBezTo>
                <a:cubicBezTo>
                  <a:pt x="893921" y="49352"/>
                  <a:pt x="896628" y="47668"/>
                  <a:pt x="899731" y="45951"/>
                </a:cubicBezTo>
                <a:cubicBezTo>
                  <a:pt x="902835" y="44234"/>
                  <a:pt x="906269" y="42783"/>
                  <a:pt x="910031" y="41596"/>
                </a:cubicBezTo>
                <a:cubicBezTo>
                  <a:pt x="913794" y="40407"/>
                  <a:pt x="917723" y="39813"/>
                  <a:pt x="921817" y="39813"/>
                </a:cubicBezTo>
                <a:cubicBezTo>
                  <a:pt x="930929" y="39813"/>
                  <a:pt x="938158" y="42354"/>
                  <a:pt x="943505" y="47438"/>
                </a:cubicBezTo>
                <a:cubicBezTo>
                  <a:pt x="948853" y="52521"/>
                  <a:pt x="951527" y="59024"/>
                  <a:pt x="951527" y="66947"/>
                </a:cubicBezTo>
                <a:lnTo>
                  <a:pt x="951527" y="118842"/>
                </a:lnTo>
                <a:cubicBezTo>
                  <a:pt x="951527" y="122143"/>
                  <a:pt x="952153" y="124454"/>
                  <a:pt x="953406" y="125776"/>
                </a:cubicBezTo>
                <a:cubicBezTo>
                  <a:pt x="954662" y="127095"/>
                  <a:pt x="956610" y="127755"/>
                  <a:pt x="959252" y="127755"/>
                </a:cubicBezTo>
                <a:lnTo>
                  <a:pt x="960043" y="127755"/>
                </a:lnTo>
                <a:cubicBezTo>
                  <a:pt x="960571" y="127755"/>
                  <a:pt x="961099" y="127755"/>
                  <a:pt x="961627" y="127755"/>
                </a:cubicBezTo>
                <a:cubicBezTo>
                  <a:pt x="962157" y="127755"/>
                  <a:pt x="962653" y="127788"/>
                  <a:pt x="963114" y="127855"/>
                </a:cubicBezTo>
                <a:lnTo>
                  <a:pt x="963806" y="127952"/>
                </a:lnTo>
                <a:cubicBezTo>
                  <a:pt x="964336" y="128085"/>
                  <a:pt x="964601" y="128415"/>
                  <a:pt x="964601" y="128943"/>
                </a:cubicBezTo>
                <a:cubicBezTo>
                  <a:pt x="964601" y="130263"/>
                  <a:pt x="964105" y="131781"/>
                  <a:pt x="963114" y="133498"/>
                </a:cubicBezTo>
                <a:cubicBezTo>
                  <a:pt x="962125" y="135214"/>
                  <a:pt x="960871" y="136832"/>
                  <a:pt x="959351" y="138351"/>
                </a:cubicBezTo>
                <a:cubicBezTo>
                  <a:pt x="957832" y="139871"/>
                  <a:pt x="956181" y="141191"/>
                  <a:pt x="954398" y="142314"/>
                </a:cubicBezTo>
                <a:cubicBezTo>
                  <a:pt x="952617" y="143436"/>
                  <a:pt x="950868" y="144062"/>
                  <a:pt x="949151" y="144193"/>
                </a:cubicBezTo>
                <a:cubicBezTo>
                  <a:pt x="943209" y="144193"/>
                  <a:pt x="938554" y="142313"/>
                  <a:pt x="935185" y="138551"/>
                </a:cubicBezTo>
                <a:cubicBezTo>
                  <a:pt x="931818" y="134787"/>
                  <a:pt x="930135" y="129669"/>
                  <a:pt x="930135" y="123198"/>
                </a:cubicBezTo>
                <a:lnTo>
                  <a:pt x="930135" y="75267"/>
                </a:lnTo>
                <a:close/>
                <a:moveTo>
                  <a:pt x="1030753" y="144393"/>
                </a:moveTo>
                <a:cubicBezTo>
                  <a:pt x="1023888" y="144393"/>
                  <a:pt x="1017385" y="143469"/>
                  <a:pt x="1011244" y="141621"/>
                </a:cubicBezTo>
                <a:cubicBezTo>
                  <a:pt x="1005105" y="139772"/>
                  <a:pt x="999691" y="136866"/>
                  <a:pt x="995002" y="132905"/>
                </a:cubicBezTo>
                <a:cubicBezTo>
                  <a:pt x="990316" y="128944"/>
                  <a:pt x="986618" y="123894"/>
                  <a:pt x="983910" y="117754"/>
                </a:cubicBezTo>
                <a:cubicBezTo>
                  <a:pt x="981204" y="111613"/>
                  <a:pt x="979851" y="104251"/>
                  <a:pt x="979851" y="95668"/>
                </a:cubicBezTo>
                <a:cubicBezTo>
                  <a:pt x="979851" y="85765"/>
                  <a:pt x="981271" y="77281"/>
                  <a:pt x="984110" y="70217"/>
                </a:cubicBezTo>
                <a:cubicBezTo>
                  <a:pt x="986949" y="63151"/>
                  <a:pt x="990711" y="57373"/>
                  <a:pt x="995398" y="52884"/>
                </a:cubicBezTo>
                <a:cubicBezTo>
                  <a:pt x="1000087" y="48395"/>
                  <a:pt x="1005335" y="45095"/>
                  <a:pt x="1011144" y="42983"/>
                </a:cubicBezTo>
                <a:cubicBezTo>
                  <a:pt x="1016955" y="40869"/>
                  <a:pt x="1022831" y="39813"/>
                  <a:pt x="1028773" y="39813"/>
                </a:cubicBezTo>
                <a:cubicBezTo>
                  <a:pt x="1034848" y="39813"/>
                  <a:pt x="1040163" y="40539"/>
                  <a:pt x="1044719" y="41992"/>
                </a:cubicBezTo>
                <a:cubicBezTo>
                  <a:pt x="1049274" y="43444"/>
                  <a:pt x="1053070" y="45425"/>
                  <a:pt x="1056107" y="47934"/>
                </a:cubicBezTo>
                <a:cubicBezTo>
                  <a:pt x="1059143" y="50442"/>
                  <a:pt x="1061421" y="53380"/>
                  <a:pt x="1062940" y="56747"/>
                </a:cubicBezTo>
                <a:cubicBezTo>
                  <a:pt x="1064459" y="60113"/>
                  <a:pt x="1065219" y="63777"/>
                  <a:pt x="1065219" y="67739"/>
                </a:cubicBezTo>
                <a:cubicBezTo>
                  <a:pt x="1065219" y="74474"/>
                  <a:pt x="1063205" y="80252"/>
                  <a:pt x="1059177" y="85071"/>
                </a:cubicBezTo>
                <a:cubicBezTo>
                  <a:pt x="1055150" y="89891"/>
                  <a:pt x="1050098" y="93820"/>
                  <a:pt x="1044024" y="96858"/>
                </a:cubicBezTo>
                <a:cubicBezTo>
                  <a:pt x="1037951" y="99895"/>
                  <a:pt x="1031349" y="102173"/>
                  <a:pt x="1024219" y="103692"/>
                </a:cubicBezTo>
                <a:cubicBezTo>
                  <a:pt x="1017088" y="105209"/>
                  <a:pt x="1010420" y="106100"/>
                  <a:pt x="1004214" y="106363"/>
                </a:cubicBezTo>
                <a:cubicBezTo>
                  <a:pt x="1006062" y="113889"/>
                  <a:pt x="1009692" y="119204"/>
                  <a:pt x="1015106" y="122309"/>
                </a:cubicBezTo>
                <a:cubicBezTo>
                  <a:pt x="1020520" y="125412"/>
                  <a:pt x="1026661" y="126963"/>
                  <a:pt x="1033527" y="126963"/>
                </a:cubicBezTo>
                <a:cubicBezTo>
                  <a:pt x="1037488" y="126963"/>
                  <a:pt x="1040987" y="126567"/>
                  <a:pt x="1044024" y="125776"/>
                </a:cubicBezTo>
                <a:cubicBezTo>
                  <a:pt x="1047062" y="124982"/>
                  <a:pt x="1049670" y="124090"/>
                  <a:pt x="1051848" y="123101"/>
                </a:cubicBezTo>
                <a:cubicBezTo>
                  <a:pt x="1054026" y="122110"/>
                  <a:pt x="1055842" y="121153"/>
                  <a:pt x="1057294" y="120230"/>
                </a:cubicBezTo>
                <a:cubicBezTo>
                  <a:pt x="1058747" y="119305"/>
                  <a:pt x="1059869" y="118776"/>
                  <a:pt x="1060661" y="118643"/>
                </a:cubicBezTo>
                <a:cubicBezTo>
                  <a:pt x="1062775" y="117982"/>
                  <a:pt x="1063832" y="118643"/>
                  <a:pt x="1063832" y="120626"/>
                </a:cubicBezTo>
                <a:cubicBezTo>
                  <a:pt x="1063832" y="122209"/>
                  <a:pt x="1063535" y="124058"/>
                  <a:pt x="1062940" y="126172"/>
                </a:cubicBezTo>
                <a:cubicBezTo>
                  <a:pt x="1062346" y="128283"/>
                  <a:pt x="1061521" y="130528"/>
                  <a:pt x="1060465" y="132905"/>
                </a:cubicBezTo>
                <a:cubicBezTo>
                  <a:pt x="1059937" y="133828"/>
                  <a:pt x="1058815" y="134950"/>
                  <a:pt x="1057098" y="136272"/>
                </a:cubicBezTo>
                <a:cubicBezTo>
                  <a:pt x="1055381" y="137592"/>
                  <a:pt x="1053236" y="138846"/>
                  <a:pt x="1050661" y="140035"/>
                </a:cubicBezTo>
                <a:cubicBezTo>
                  <a:pt x="1048086" y="141224"/>
                  <a:pt x="1045081" y="142247"/>
                  <a:pt x="1041648" y="143105"/>
                </a:cubicBezTo>
                <a:cubicBezTo>
                  <a:pt x="1038215" y="143964"/>
                  <a:pt x="1034583" y="144393"/>
                  <a:pt x="1030753" y="144393"/>
                </a:cubicBezTo>
                <a:moveTo>
                  <a:pt x="1003023" y="94084"/>
                </a:moveTo>
                <a:cubicBezTo>
                  <a:pt x="1007778" y="93820"/>
                  <a:pt x="1012566" y="93060"/>
                  <a:pt x="1017385" y="91805"/>
                </a:cubicBezTo>
                <a:cubicBezTo>
                  <a:pt x="1022205" y="90550"/>
                  <a:pt x="1026562" y="88768"/>
                  <a:pt x="1030457" y="86459"/>
                </a:cubicBezTo>
                <a:cubicBezTo>
                  <a:pt x="1034351" y="84148"/>
                  <a:pt x="1037487" y="81342"/>
                  <a:pt x="1039865" y="78042"/>
                </a:cubicBezTo>
                <a:cubicBezTo>
                  <a:pt x="1042242" y="74739"/>
                  <a:pt x="1043431" y="70909"/>
                  <a:pt x="1043431" y="66551"/>
                </a:cubicBezTo>
                <a:cubicBezTo>
                  <a:pt x="1043431" y="62987"/>
                  <a:pt x="1042176" y="60016"/>
                  <a:pt x="1039665" y="57638"/>
                </a:cubicBezTo>
                <a:cubicBezTo>
                  <a:pt x="1037157" y="55261"/>
                  <a:pt x="1033790" y="54072"/>
                  <a:pt x="1029565" y="54072"/>
                </a:cubicBezTo>
                <a:cubicBezTo>
                  <a:pt x="1026265" y="54072"/>
                  <a:pt x="1023063" y="54766"/>
                  <a:pt x="1019960" y="56154"/>
                </a:cubicBezTo>
                <a:cubicBezTo>
                  <a:pt x="1016857" y="57540"/>
                  <a:pt x="1014084" y="59818"/>
                  <a:pt x="1011640" y="62988"/>
                </a:cubicBezTo>
                <a:cubicBezTo>
                  <a:pt x="1009198" y="66155"/>
                  <a:pt x="1007184" y="70281"/>
                  <a:pt x="1005598" y="75367"/>
                </a:cubicBezTo>
                <a:cubicBezTo>
                  <a:pt x="1004015" y="80450"/>
                  <a:pt x="1003156" y="86689"/>
                  <a:pt x="1003023" y="94084"/>
                </a:cubicBezTo>
                <a:close/>
                <a:moveTo>
                  <a:pt x="1100077" y="142610"/>
                </a:moveTo>
                <a:cubicBezTo>
                  <a:pt x="1095588" y="142610"/>
                  <a:pt x="1092682" y="142280"/>
                  <a:pt x="1091361" y="141621"/>
                </a:cubicBezTo>
                <a:cubicBezTo>
                  <a:pt x="1090041" y="140961"/>
                  <a:pt x="1089381" y="140101"/>
                  <a:pt x="1089381" y="139043"/>
                </a:cubicBezTo>
                <a:lnTo>
                  <a:pt x="1089381" y="65560"/>
                </a:lnTo>
                <a:cubicBezTo>
                  <a:pt x="1089381" y="63051"/>
                  <a:pt x="1089084" y="60972"/>
                  <a:pt x="1088490" y="59322"/>
                </a:cubicBezTo>
                <a:cubicBezTo>
                  <a:pt x="1087897" y="57671"/>
                  <a:pt x="1087237" y="56285"/>
                  <a:pt x="1086510" y="55163"/>
                </a:cubicBezTo>
                <a:cubicBezTo>
                  <a:pt x="1085785" y="54041"/>
                  <a:pt x="1085125" y="53149"/>
                  <a:pt x="1084530" y="52488"/>
                </a:cubicBezTo>
                <a:cubicBezTo>
                  <a:pt x="1083936" y="51827"/>
                  <a:pt x="1083639" y="51167"/>
                  <a:pt x="1083639" y="50509"/>
                </a:cubicBezTo>
                <a:cubicBezTo>
                  <a:pt x="1083639" y="49717"/>
                  <a:pt x="1084299" y="48726"/>
                  <a:pt x="1085618" y="47538"/>
                </a:cubicBezTo>
                <a:cubicBezTo>
                  <a:pt x="1086940" y="46349"/>
                  <a:pt x="1088492" y="45193"/>
                  <a:pt x="1090273" y="44071"/>
                </a:cubicBezTo>
                <a:cubicBezTo>
                  <a:pt x="1092056" y="42949"/>
                  <a:pt x="1093871" y="41992"/>
                  <a:pt x="1095719" y="41200"/>
                </a:cubicBezTo>
                <a:cubicBezTo>
                  <a:pt x="1097568" y="40406"/>
                  <a:pt x="1099021" y="40009"/>
                  <a:pt x="1100077" y="40009"/>
                </a:cubicBezTo>
                <a:cubicBezTo>
                  <a:pt x="1102718" y="40009"/>
                  <a:pt x="1104864" y="41264"/>
                  <a:pt x="1106514" y="43775"/>
                </a:cubicBezTo>
                <a:cubicBezTo>
                  <a:pt x="1108167" y="46283"/>
                  <a:pt x="1109521" y="49650"/>
                  <a:pt x="1110576" y="53875"/>
                </a:cubicBezTo>
                <a:cubicBezTo>
                  <a:pt x="1112688" y="51234"/>
                  <a:pt x="1115065" y="48857"/>
                  <a:pt x="1117706" y="46746"/>
                </a:cubicBezTo>
                <a:cubicBezTo>
                  <a:pt x="1119951" y="45029"/>
                  <a:pt x="1122624" y="43444"/>
                  <a:pt x="1125727" y="41992"/>
                </a:cubicBezTo>
                <a:cubicBezTo>
                  <a:pt x="1128830" y="40539"/>
                  <a:pt x="1132165" y="39813"/>
                  <a:pt x="1135731" y="39813"/>
                </a:cubicBezTo>
                <a:cubicBezTo>
                  <a:pt x="1137976" y="39813"/>
                  <a:pt x="1140121" y="40011"/>
                  <a:pt x="1142168" y="40408"/>
                </a:cubicBezTo>
                <a:cubicBezTo>
                  <a:pt x="1144216" y="40803"/>
                  <a:pt x="1146064" y="41364"/>
                  <a:pt x="1147714" y="42091"/>
                </a:cubicBezTo>
                <a:cubicBezTo>
                  <a:pt x="1149365" y="42817"/>
                  <a:pt x="1150684" y="43609"/>
                  <a:pt x="1151674" y="44467"/>
                </a:cubicBezTo>
                <a:cubicBezTo>
                  <a:pt x="1152665" y="45325"/>
                  <a:pt x="1153161" y="46217"/>
                  <a:pt x="1153161" y="47142"/>
                </a:cubicBezTo>
                <a:cubicBezTo>
                  <a:pt x="1153161" y="47934"/>
                  <a:pt x="1152731" y="49221"/>
                  <a:pt x="1151873" y="51004"/>
                </a:cubicBezTo>
                <a:cubicBezTo>
                  <a:pt x="1151015" y="52785"/>
                  <a:pt x="1149925" y="54601"/>
                  <a:pt x="1148603" y="56450"/>
                </a:cubicBezTo>
                <a:cubicBezTo>
                  <a:pt x="1147283" y="58298"/>
                  <a:pt x="1145963" y="59916"/>
                  <a:pt x="1144644" y="61304"/>
                </a:cubicBezTo>
                <a:cubicBezTo>
                  <a:pt x="1143324" y="62690"/>
                  <a:pt x="1142135" y="63383"/>
                  <a:pt x="1141077" y="63383"/>
                </a:cubicBezTo>
                <a:cubicBezTo>
                  <a:pt x="1140419" y="63383"/>
                  <a:pt x="1139692" y="63120"/>
                  <a:pt x="1138898" y="62592"/>
                </a:cubicBezTo>
                <a:cubicBezTo>
                  <a:pt x="1138106" y="62062"/>
                  <a:pt x="1137183" y="61500"/>
                  <a:pt x="1136127" y="60905"/>
                </a:cubicBezTo>
                <a:cubicBezTo>
                  <a:pt x="1135071" y="60311"/>
                  <a:pt x="1133882" y="59750"/>
                  <a:pt x="1132561" y="59222"/>
                </a:cubicBezTo>
                <a:cubicBezTo>
                  <a:pt x="1131241" y="58694"/>
                  <a:pt x="1129656" y="58430"/>
                  <a:pt x="1127807" y="58430"/>
                </a:cubicBezTo>
                <a:cubicBezTo>
                  <a:pt x="1125562" y="58430"/>
                  <a:pt x="1123416" y="58991"/>
                  <a:pt x="1121369" y="60113"/>
                </a:cubicBezTo>
                <a:cubicBezTo>
                  <a:pt x="1119324" y="61236"/>
                  <a:pt x="1117509" y="62722"/>
                  <a:pt x="1115923" y="64571"/>
                </a:cubicBezTo>
                <a:cubicBezTo>
                  <a:pt x="1114339" y="66419"/>
                  <a:pt x="1113085" y="68433"/>
                  <a:pt x="1112160" y="70613"/>
                </a:cubicBezTo>
                <a:cubicBezTo>
                  <a:pt x="1111235" y="72791"/>
                  <a:pt x="1110773" y="75002"/>
                  <a:pt x="1110773" y="77247"/>
                </a:cubicBezTo>
                <a:lnTo>
                  <a:pt x="1110773" y="139043"/>
                </a:lnTo>
                <a:cubicBezTo>
                  <a:pt x="1110773" y="140101"/>
                  <a:pt x="1110113" y="140961"/>
                  <a:pt x="1108793" y="141621"/>
                </a:cubicBezTo>
                <a:cubicBezTo>
                  <a:pt x="1107474" y="142280"/>
                  <a:pt x="1104568" y="142610"/>
                  <a:pt x="1100077" y="142610"/>
                </a:cubicBezTo>
                <a:close/>
                <a:moveTo>
                  <a:pt x="1245262" y="144193"/>
                </a:moveTo>
                <a:cubicBezTo>
                  <a:pt x="1242357" y="144193"/>
                  <a:pt x="1239815" y="143698"/>
                  <a:pt x="1237637" y="142706"/>
                </a:cubicBezTo>
                <a:cubicBezTo>
                  <a:pt x="1235459" y="141717"/>
                  <a:pt x="1233644" y="140596"/>
                  <a:pt x="1232191" y="139343"/>
                </a:cubicBezTo>
                <a:cubicBezTo>
                  <a:pt x="1230738" y="138087"/>
                  <a:pt x="1229648" y="136865"/>
                  <a:pt x="1228921" y="135677"/>
                </a:cubicBezTo>
                <a:cubicBezTo>
                  <a:pt x="1228195" y="134488"/>
                  <a:pt x="1227766" y="133696"/>
                  <a:pt x="1227633" y="133301"/>
                </a:cubicBezTo>
                <a:cubicBezTo>
                  <a:pt x="1226183" y="134357"/>
                  <a:pt x="1224400" y="135512"/>
                  <a:pt x="1222287" y="136768"/>
                </a:cubicBezTo>
                <a:cubicBezTo>
                  <a:pt x="1220173" y="138021"/>
                  <a:pt x="1217796" y="139209"/>
                  <a:pt x="1215154" y="140331"/>
                </a:cubicBezTo>
                <a:cubicBezTo>
                  <a:pt x="1212515" y="141453"/>
                  <a:pt x="1209577" y="142410"/>
                  <a:pt x="1206341" y="143202"/>
                </a:cubicBezTo>
                <a:cubicBezTo>
                  <a:pt x="1203107" y="143996"/>
                  <a:pt x="1199642" y="144393"/>
                  <a:pt x="1195945" y="144393"/>
                </a:cubicBezTo>
                <a:cubicBezTo>
                  <a:pt x="1191323" y="144393"/>
                  <a:pt x="1187031" y="143799"/>
                  <a:pt x="1183070" y="142610"/>
                </a:cubicBezTo>
                <a:cubicBezTo>
                  <a:pt x="1179108" y="141421"/>
                  <a:pt x="1175675" y="139639"/>
                  <a:pt x="1172770" y="137263"/>
                </a:cubicBezTo>
                <a:cubicBezTo>
                  <a:pt x="1169864" y="134886"/>
                  <a:pt x="1167586" y="131882"/>
                  <a:pt x="1165936" y="128251"/>
                </a:cubicBezTo>
                <a:cubicBezTo>
                  <a:pt x="1164286" y="124618"/>
                  <a:pt x="1163461" y="120360"/>
                  <a:pt x="1163461" y="115476"/>
                </a:cubicBezTo>
                <a:cubicBezTo>
                  <a:pt x="1163461" y="109268"/>
                  <a:pt x="1164781" y="104085"/>
                  <a:pt x="1167420" y="99926"/>
                </a:cubicBezTo>
                <a:cubicBezTo>
                  <a:pt x="1170062" y="95767"/>
                  <a:pt x="1173594" y="92302"/>
                  <a:pt x="1178016" y="89529"/>
                </a:cubicBezTo>
                <a:cubicBezTo>
                  <a:pt x="1182441" y="86755"/>
                  <a:pt x="1187624" y="84444"/>
                  <a:pt x="1193566" y="82596"/>
                </a:cubicBezTo>
                <a:cubicBezTo>
                  <a:pt x="1199508" y="80747"/>
                  <a:pt x="1205780" y="79030"/>
                  <a:pt x="1212383" y="77446"/>
                </a:cubicBezTo>
                <a:cubicBezTo>
                  <a:pt x="1216477" y="76388"/>
                  <a:pt x="1219580" y="75398"/>
                  <a:pt x="1221691" y="74475"/>
                </a:cubicBezTo>
                <a:cubicBezTo>
                  <a:pt x="1223805" y="73550"/>
                  <a:pt x="1224862" y="72295"/>
                  <a:pt x="1224862" y="70709"/>
                </a:cubicBezTo>
                <a:cubicBezTo>
                  <a:pt x="1224862" y="66484"/>
                  <a:pt x="1223178" y="63084"/>
                  <a:pt x="1219812" y="60509"/>
                </a:cubicBezTo>
                <a:cubicBezTo>
                  <a:pt x="1216445" y="57934"/>
                  <a:pt x="1211460" y="56647"/>
                  <a:pt x="1204857" y="56647"/>
                </a:cubicBezTo>
                <a:cubicBezTo>
                  <a:pt x="1200896" y="56647"/>
                  <a:pt x="1197298" y="57109"/>
                  <a:pt x="1194062" y="58034"/>
                </a:cubicBezTo>
                <a:cubicBezTo>
                  <a:pt x="1190826" y="58959"/>
                  <a:pt x="1187954" y="59982"/>
                  <a:pt x="1185445" y="61105"/>
                </a:cubicBezTo>
                <a:cubicBezTo>
                  <a:pt x="1182937" y="62227"/>
                  <a:pt x="1180824" y="63250"/>
                  <a:pt x="1179107" y="64175"/>
                </a:cubicBezTo>
                <a:cubicBezTo>
                  <a:pt x="1177391" y="65098"/>
                  <a:pt x="1176137" y="65560"/>
                  <a:pt x="1175345" y="65560"/>
                </a:cubicBezTo>
                <a:cubicBezTo>
                  <a:pt x="1174025" y="65560"/>
                  <a:pt x="1173365" y="64702"/>
                  <a:pt x="1173365" y="62988"/>
                </a:cubicBezTo>
                <a:cubicBezTo>
                  <a:pt x="1173365" y="61535"/>
                  <a:pt x="1173629" y="59653"/>
                  <a:pt x="1174157" y="57342"/>
                </a:cubicBezTo>
                <a:cubicBezTo>
                  <a:pt x="1174685" y="55031"/>
                  <a:pt x="1175411" y="52753"/>
                  <a:pt x="1176336" y="50509"/>
                </a:cubicBezTo>
                <a:cubicBezTo>
                  <a:pt x="1176864" y="49451"/>
                  <a:pt x="1178052" y="48328"/>
                  <a:pt x="1179899" y="47142"/>
                </a:cubicBezTo>
                <a:cubicBezTo>
                  <a:pt x="1181749" y="45953"/>
                  <a:pt x="1184093" y="44797"/>
                  <a:pt x="1186932" y="43675"/>
                </a:cubicBezTo>
                <a:cubicBezTo>
                  <a:pt x="1189771" y="42553"/>
                  <a:pt x="1192973" y="41629"/>
                  <a:pt x="1196537" y="40904"/>
                </a:cubicBezTo>
                <a:cubicBezTo>
                  <a:pt x="1200103" y="40176"/>
                  <a:pt x="1203801" y="39813"/>
                  <a:pt x="1207629" y="39813"/>
                </a:cubicBezTo>
                <a:cubicBezTo>
                  <a:pt x="1221890" y="39813"/>
                  <a:pt x="1231991" y="43015"/>
                  <a:pt x="1237933" y="49420"/>
                </a:cubicBezTo>
                <a:cubicBezTo>
                  <a:pt x="1243875" y="55824"/>
                  <a:pt x="1246846" y="65430"/>
                  <a:pt x="1246846" y="78238"/>
                </a:cubicBezTo>
                <a:lnTo>
                  <a:pt x="1246846" y="119039"/>
                </a:lnTo>
                <a:cubicBezTo>
                  <a:pt x="1246846" y="122077"/>
                  <a:pt x="1247440" y="124256"/>
                  <a:pt x="1248629" y="125576"/>
                </a:cubicBezTo>
                <a:cubicBezTo>
                  <a:pt x="1249818" y="126896"/>
                  <a:pt x="1251601" y="127622"/>
                  <a:pt x="1253979" y="127755"/>
                </a:cubicBezTo>
                <a:cubicBezTo>
                  <a:pt x="1254110" y="127886"/>
                  <a:pt x="1254901" y="127952"/>
                  <a:pt x="1256354" y="127952"/>
                </a:cubicBezTo>
                <a:cubicBezTo>
                  <a:pt x="1257807" y="127952"/>
                  <a:pt x="1258600" y="127952"/>
                  <a:pt x="1258733" y="127952"/>
                </a:cubicBezTo>
                <a:cubicBezTo>
                  <a:pt x="1260052" y="127952"/>
                  <a:pt x="1260712" y="128481"/>
                  <a:pt x="1260712" y="129538"/>
                </a:cubicBezTo>
                <a:cubicBezTo>
                  <a:pt x="1260712" y="130461"/>
                  <a:pt x="1260250" y="131749"/>
                  <a:pt x="1259325" y="133401"/>
                </a:cubicBezTo>
                <a:cubicBezTo>
                  <a:pt x="1258400" y="135051"/>
                  <a:pt x="1257178" y="136669"/>
                  <a:pt x="1255659" y="138255"/>
                </a:cubicBezTo>
                <a:cubicBezTo>
                  <a:pt x="1254142" y="139838"/>
                  <a:pt x="1252492" y="141225"/>
                  <a:pt x="1250709" y="142413"/>
                </a:cubicBezTo>
                <a:cubicBezTo>
                  <a:pt x="1248927" y="143600"/>
                  <a:pt x="1247112" y="144193"/>
                  <a:pt x="1245262" y="144193"/>
                </a:cubicBezTo>
                <a:moveTo>
                  <a:pt x="1185445" y="113097"/>
                </a:moveTo>
                <a:cubicBezTo>
                  <a:pt x="1185445" y="118511"/>
                  <a:pt x="1187261" y="122407"/>
                  <a:pt x="1190891" y="124784"/>
                </a:cubicBezTo>
                <a:cubicBezTo>
                  <a:pt x="1194524" y="127160"/>
                  <a:pt x="1199047" y="128282"/>
                  <a:pt x="1204461" y="128151"/>
                </a:cubicBezTo>
                <a:cubicBezTo>
                  <a:pt x="1207367" y="128151"/>
                  <a:pt x="1210074" y="127755"/>
                  <a:pt x="1212582" y="126963"/>
                </a:cubicBezTo>
                <a:cubicBezTo>
                  <a:pt x="1215091" y="126170"/>
                  <a:pt x="1217302" y="125211"/>
                  <a:pt x="1219216" y="124089"/>
                </a:cubicBezTo>
                <a:cubicBezTo>
                  <a:pt x="1221130" y="122967"/>
                  <a:pt x="1222649" y="121746"/>
                  <a:pt x="1223771" y="120426"/>
                </a:cubicBezTo>
                <a:cubicBezTo>
                  <a:pt x="1224895" y="119106"/>
                  <a:pt x="1225457" y="117918"/>
                  <a:pt x="1225457" y="116860"/>
                </a:cubicBezTo>
                <a:lnTo>
                  <a:pt x="1225457" y="90914"/>
                </a:lnTo>
                <a:cubicBezTo>
                  <a:pt x="1225457" y="89594"/>
                  <a:pt x="1224796" y="88934"/>
                  <a:pt x="1223475" y="88934"/>
                </a:cubicBezTo>
                <a:cubicBezTo>
                  <a:pt x="1222022" y="88934"/>
                  <a:pt x="1219513" y="89462"/>
                  <a:pt x="1215949" y="90518"/>
                </a:cubicBezTo>
                <a:cubicBezTo>
                  <a:pt x="1212780" y="91442"/>
                  <a:pt x="1209412" y="92466"/>
                  <a:pt x="1205846" y="93588"/>
                </a:cubicBezTo>
                <a:cubicBezTo>
                  <a:pt x="1202281" y="94711"/>
                  <a:pt x="1198980" y="96097"/>
                  <a:pt x="1195942" y="97747"/>
                </a:cubicBezTo>
                <a:cubicBezTo>
                  <a:pt x="1192905" y="99397"/>
                  <a:pt x="1190397" y="101444"/>
                  <a:pt x="1188416" y="103888"/>
                </a:cubicBezTo>
                <a:cubicBezTo>
                  <a:pt x="1186435" y="106330"/>
                  <a:pt x="1185445" y="109400"/>
                  <a:pt x="1185445" y="113097"/>
                </a:cubicBezTo>
                <a:close/>
                <a:moveTo>
                  <a:pt x="1312210" y="144193"/>
                </a:moveTo>
                <a:cubicBezTo>
                  <a:pt x="1303231" y="144193"/>
                  <a:pt x="1296266" y="141520"/>
                  <a:pt x="1291313" y="136172"/>
                </a:cubicBezTo>
                <a:cubicBezTo>
                  <a:pt x="1286361" y="130825"/>
                  <a:pt x="1283885" y="123926"/>
                  <a:pt x="1283885" y="115476"/>
                </a:cubicBezTo>
                <a:lnTo>
                  <a:pt x="1283885" y="57838"/>
                </a:lnTo>
                <a:lnTo>
                  <a:pt x="1276556" y="57838"/>
                </a:lnTo>
                <a:cubicBezTo>
                  <a:pt x="1275633" y="57838"/>
                  <a:pt x="1274841" y="57243"/>
                  <a:pt x="1274180" y="56054"/>
                </a:cubicBezTo>
                <a:cubicBezTo>
                  <a:pt x="1273519" y="54866"/>
                  <a:pt x="1273189" y="52753"/>
                  <a:pt x="1273189" y="49717"/>
                </a:cubicBezTo>
                <a:cubicBezTo>
                  <a:pt x="1273189" y="46547"/>
                  <a:pt x="1273519" y="44401"/>
                  <a:pt x="1274180" y="43279"/>
                </a:cubicBezTo>
                <a:cubicBezTo>
                  <a:pt x="1274841" y="42157"/>
                  <a:pt x="1275699" y="41596"/>
                  <a:pt x="1276755" y="41596"/>
                </a:cubicBezTo>
                <a:lnTo>
                  <a:pt x="1283885" y="41596"/>
                </a:lnTo>
                <a:lnTo>
                  <a:pt x="1283885" y="21987"/>
                </a:lnTo>
                <a:cubicBezTo>
                  <a:pt x="1283885" y="20929"/>
                  <a:pt x="1284611" y="19839"/>
                  <a:pt x="1286064" y="18717"/>
                </a:cubicBezTo>
                <a:cubicBezTo>
                  <a:pt x="1287516" y="17595"/>
                  <a:pt x="1289266" y="16539"/>
                  <a:pt x="1291313" y="15550"/>
                </a:cubicBezTo>
                <a:cubicBezTo>
                  <a:pt x="1293361" y="14558"/>
                  <a:pt x="1295440" y="13733"/>
                  <a:pt x="1297551" y="13074"/>
                </a:cubicBezTo>
                <a:cubicBezTo>
                  <a:pt x="1299665" y="12414"/>
                  <a:pt x="1301316" y="12083"/>
                  <a:pt x="1302505" y="12083"/>
                </a:cubicBezTo>
                <a:cubicBezTo>
                  <a:pt x="1304353" y="12083"/>
                  <a:pt x="1305276" y="13139"/>
                  <a:pt x="1305276" y="15250"/>
                </a:cubicBezTo>
                <a:lnTo>
                  <a:pt x="1305276" y="41596"/>
                </a:lnTo>
                <a:lnTo>
                  <a:pt x="1325677" y="41596"/>
                </a:lnTo>
                <a:cubicBezTo>
                  <a:pt x="1327527" y="41596"/>
                  <a:pt x="1328451" y="42520"/>
                  <a:pt x="1328451" y="44367"/>
                </a:cubicBezTo>
                <a:cubicBezTo>
                  <a:pt x="1328451" y="45423"/>
                  <a:pt x="1328121" y="46710"/>
                  <a:pt x="1327460" y="48230"/>
                </a:cubicBezTo>
                <a:cubicBezTo>
                  <a:pt x="1326801" y="49749"/>
                  <a:pt x="1325976" y="51235"/>
                  <a:pt x="1324985" y="52688"/>
                </a:cubicBezTo>
                <a:cubicBezTo>
                  <a:pt x="1323995" y="54140"/>
                  <a:pt x="1322873" y="55362"/>
                  <a:pt x="1321618" y="56354"/>
                </a:cubicBezTo>
                <a:cubicBezTo>
                  <a:pt x="1320363" y="57343"/>
                  <a:pt x="1319207" y="57838"/>
                  <a:pt x="1318151" y="57838"/>
                </a:cubicBezTo>
                <a:lnTo>
                  <a:pt x="1305276" y="57838"/>
                </a:lnTo>
                <a:lnTo>
                  <a:pt x="1305276" y="107551"/>
                </a:lnTo>
                <a:cubicBezTo>
                  <a:pt x="1305276" y="114418"/>
                  <a:pt x="1306729" y="119469"/>
                  <a:pt x="1309635" y="122705"/>
                </a:cubicBezTo>
                <a:cubicBezTo>
                  <a:pt x="1312540" y="125939"/>
                  <a:pt x="1316436" y="127556"/>
                  <a:pt x="1321322" y="127556"/>
                </a:cubicBezTo>
                <a:cubicBezTo>
                  <a:pt x="1321981" y="127556"/>
                  <a:pt x="1323168" y="127490"/>
                  <a:pt x="1324885" y="127359"/>
                </a:cubicBezTo>
                <a:cubicBezTo>
                  <a:pt x="1326602" y="127226"/>
                  <a:pt x="1327527" y="127160"/>
                  <a:pt x="1327659" y="127160"/>
                </a:cubicBezTo>
                <a:cubicBezTo>
                  <a:pt x="1328848" y="127160"/>
                  <a:pt x="1329443" y="127821"/>
                  <a:pt x="1329443" y="129142"/>
                </a:cubicBezTo>
                <a:cubicBezTo>
                  <a:pt x="1329443" y="130065"/>
                  <a:pt x="1328914" y="131385"/>
                  <a:pt x="1327856" y="133102"/>
                </a:cubicBezTo>
                <a:cubicBezTo>
                  <a:pt x="1326800" y="134818"/>
                  <a:pt x="1325447" y="136503"/>
                  <a:pt x="1323797" y="138155"/>
                </a:cubicBezTo>
                <a:cubicBezTo>
                  <a:pt x="1322147" y="139805"/>
                  <a:pt x="1320298" y="141225"/>
                  <a:pt x="1318251" y="142413"/>
                </a:cubicBezTo>
                <a:cubicBezTo>
                  <a:pt x="1316204" y="143600"/>
                  <a:pt x="1314190" y="144193"/>
                  <a:pt x="1312210" y="144193"/>
                </a:cubicBezTo>
                <a:close/>
                <a:moveTo>
                  <a:pt x="1358756" y="1980"/>
                </a:moveTo>
                <a:cubicBezTo>
                  <a:pt x="1362586" y="1980"/>
                  <a:pt x="1365590" y="3003"/>
                  <a:pt x="1367768" y="5050"/>
                </a:cubicBezTo>
                <a:cubicBezTo>
                  <a:pt x="1369946" y="7097"/>
                  <a:pt x="1371035" y="10497"/>
                  <a:pt x="1371035" y="15250"/>
                </a:cubicBezTo>
                <a:cubicBezTo>
                  <a:pt x="1371035" y="20006"/>
                  <a:pt x="1369946" y="23340"/>
                  <a:pt x="1367768" y="25254"/>
                </a:cubicBezTo>
                <a:cubicBezTo>
                  <a:pt x="1365590" y="27168"/>
                  <a:pt x="1362586" y="28125"/>
                  <a:pt x="1358756" y="28125"/>
                </a:cubicBezTo>
                <a:cubicBezTo>
                  <a:pt x="1354927" y="28125"/>
                  <a:pt x="1351923" y="27168"/>
                  <a:pt x="1349743" y="25254"/>
                </a:cubicBezTo>
                <a:cubicBezTo>
                  <a:pt x="1347565" y="23340"/>
                  <a:pt x="1346476" y="20006"/>
                  <a:pt x="1346476" y="15250"/>
                </a:cubicBezTo>
                <a:cubicBezTo>
                  <a:pt x="1346476" y="10497"/>
                  <a:pt x="1347565" y="7097"/>
                  <a:pt x="1349743" y="5050"/>
                </a:cubicBezTo>
                <a:cubicBezTo>
                  <a:pt x="1351923" y="3003"/>
                  <a:pt x="1354927" y="1980"/>
                  <a:pt x="1358756" y="1980"/>
                </a:cubicBezTo>
                <a:moveTo>
                  <a:pt x="1348060" y="45159"/>
                </a:moveTo>
                <a:cubicBezTo>
                  <a:pt x="1348060" y="44103"/>
                  <a:pt x="1348720" y="43246"/>
                  <a:pt x="1350039" y="42587"/>
                </a:cubicBezTo>
                <a:cubicBezTo>
                  <a:pt x="1351361" y="41926"/>
                  <a:pt x="1354267" y="41596"/>
                  <a:pt x="1358756" y="41596"/>
                </a:cubicBezTo>
                <a:cubicBezTo>
                  <a:pt x="1363245" y="41596"/>
                  <a:pt x="1366149" y="41926"/>
                  <a:pt x="1367469" y="42587"/>
                </a:cubicBezTo>
                <a:cubicBezTo>
                  <a:pt x="1368791" y="43246"/>
                  <a:pt x="1369452" y="44103"/>
                  <a:pt x="1369452" y="45159"/>
                </a:cubicBezTo>
                <a:lnTo>
                  <a:pt x="1369452" y="118051"/>
                </a:lnTo>
                <a:cubicBezTo>
                  <a:pt x="1369452" y="121351"/>
                  <a:pt x="1370078" y="123662"/>
                  <a:pt x="1371331" y="124984"/>
                </a:cubicBezTo>
                <a:cubicBezTo>
                  <a:pt x="1372587" y="126304"/>
                  <a:pt x="1374535" y="126963"/>
                  <a:pt x="1377176" y="126963"/>
                </a:cubicBezTo>
                <a:lnTo>
                  <a:pt x="1377968" y="126963"/>
                </a:lnTo>
                <a:cubicBezTo>
                  <a:pt x="1378496" y="126963"/>
                  <a:pt x="1379024" y="126963"/>
                  <a:pt x="1379552" y="126963"/>
                </a:cubicBezTo>
                <a:cubicBezTo>
                  <a:pt x="1380082" y="126963"/>
                  <a:pt x="1380578" y="126997"/>
                  <a:pt x="1381039" y="127063"/>
                </a:cubicBezTo>
                <a:lnTo>
                  <a:pt x="1381731" y="127160"/>
                </a:lnTo>
                <a:cubicBezTo>
                  <a:pt x="1382261" y="127293"/>
                  <a:pt x="1382526" y="127623"/>
                  <a:pt x="1382526" y="128151"/>
                </a:cubicBezTo>
                <a:cubicBezTo>
                  <a:pt x="1382526" y="129471"/>
                  <a:pt x="1382030" y="130989"/>
                  <a:pt x="1381039" y="132706"/>
                </a:cubicBezTo>
                <a:cubicBezTo>
                  <a:pt x="1380050" y="134422"/>
                  <a:pt x="1378795" y="136040"/>
                  <a:pt x="1377276" y="137560"/>
                </a:cubicBezTo>
                <a:cubicBezTo>
                  <a:pt x="1375757" y="139077"/>
                  <a:pt x="1374106" y="140397"/>
                  <a:pt x="1372323" y="141522"/>
                </a:cubicBezTo>
                <a:cubicBezTo>
                  <a:pt x="1370542" y="142644"/>
                  <a:pt x="1368793" y="143271"/>
                  <a:pt x="1367076" y="143402"/>
                </a:cubicBezTo>
                <a:cubicBezTo>
                  <a:pt x="1361134" y="143402"/>
                  <a:pt x="1356479" y="141521"/>
                  <a:pt x="1353110" y="137759"/>
                </a:cubicBezTo>
                <a:cubicBezTo>
                  <a:pt x="1349743" y="133995"/>
                  <a:pt x="1348060" y="128878"/>
                  <a:pt x="1348060" y="122406"/>
                </a:cubicBezTo>
                <a:lnTo>
                  <a:pt x="1348060" y="45159"/>
                </a:lnTo>
                <a:close/>
                <a:moveTo>
                  <a:pt x="1446899" y="144193"/>
                </a:moveTo>
                <a:cubicBezTo>
                  <a:pt x="1440560" y="144193"/>
                  <a:pt x="1434452" y="143171"/>
                  <a:pt x="1428574" y="141126"/>
                </a:cubicBezTo>
                <a:cubicBezTo>
                  <a:pt x="1422699" y="139079"/>
                  <a:pt x="1417484" y="135909"/>
                  <a:pt x="1412928" y="131618"/>
                </a:cubicBezTo>
                <a:cubicBezTo>
                  <a:pt x="1408372" y="127326"/>
                  <a:pt x="1404741" y="121879"/>
                  <a:pt x="1402033" y="115276"/>
                </a:cubicBezTo>
                <a:cubicBezTo>
                  <a:pt x="1399327" y="108673"/>
                  <a:pt x="1397974" y="100817"/>
                  <a:pt x="1397974" y="91705"/>
                </a:cubicBezTo>
                <a:cubicBezTo>
                  <a:pt x="1397974" y="82594"/>
                  <a:pt x="1399327" y="74770"/>
                  <a:pt x="1402033" y="68234"/>
                </a:cubicBezTo>
                <a:cubicBezTo>
                  <a:pt x="1404741" y="61698"/>
                  <a:pt x="1408372" y="56317"/>
                  <a:pt x="1412928" y="52092"/>
                </a:cubicBezTo>
                <a:cubicBezTo>
                  <a:pt x="1417484" y="47867"/>
                  <a:pt x="1422699" y="44764"/>
                  <a:pt x="1428574" y="42784"/>
                </a:cubicBezTo>
                <a:cubicBezTo>
                  <a:pt x="1434452" y="40803"/>
                  <a:pt x="1440560" y="39813"/>
                  <a:pt x="1446899" y="39813"/>
                </a:cubicBezTo>
                <a:cubicBezTo>
                  <a:pt x="1453104" y="39813"/>
                  <a:pt x="1459145" y="40803"/>
                  <a:pt x="1465020" y="42784"/>
                </a:cubicBezTo>
                <a:cubicBezTo>
                  <a:pt x="1470896" y="44764"/>
                  <a:pt x="1476078" y="47867"/>
                  <a:pt x="1480567" y="52092"/>
                </a:cubicBezTo>
                <a:cubicBezTo>
                  <a:pt x="1485058" y="56317"/>
                  <a:pt x="1488657" y="61698"/>
                  <a:pt x="1491362" y="68234"/>
                </a:cubicBezTo>
                <a:cubicBezTo>
                  <a:pt x="1494070" y="74770"/>
                  <a:pt x="1495424" y="82594"/>
                  <a:pt x="1495424" y="91705"/>
                </a:cubicBezTo>
                <a:cubicBezTo>
                  <a:pt x="1495424" y="100817"/>
                  <a:pt x="1494070" y="108673"/>
                  <a:pt x="1491362" y="115276"/>
                </a:cubicBezTo>
                <a:cubicBezTo>
                  <a:pt x="1488657" y="121879"/>
                  <a:pt x="1485058" y="127326"/>
                  <a:pt x="1480567" y="131618"/>
                </a:cubicBezTo>
                <a:cubicBezTo>
                  <a:pt x="1476078" y="135909"/>
                  <a:pt x="1470896" y="139079"/>
                  <a:pt x="1465020" y="141126"/>
                </a:cubicBezTo>
                <a:cubicBezTo>
                  <a:pt x="1459145" y="143171"/>
                  <a:pt x="1453104" y="144193"/>
                  <a:pt x="1446899" y="144193"/>
                </a:cubicBezTo>
                <a:moveTo>
                  <a:pt x="1446899" y="128547"/>
                </a:moveTo>
                <a:cubicBezTo>
                  <a:pt x="1450330" y="128547"/>
                  <a:pt x="1453564" y="127854"/>
                  <a:pt x="1456600" y="126468"/>
                </a:cubicBezTo>
                <a:cubicBezTo>
                  <a:pt x="1459638" y="125082"/>
                  <a:pt x="1462313" y="122903"/>
                  <a:pt x="1464624" y="119934"/>
                </a:cubicBezTo>
                <a:cubicBezTo>
                  <a:pt x="1466935" y="116962"/>
                  <a:pt x="1468784" y="113132"/>
                  <a:pt x="1470170" y="108446"/>
                </a:cubicBezTo>
                <a:cubicBezTo>
                  <a:pt x="1471556" y="103757"/>
                  <a:pt x="1472250" y="98045"/>
                  <a:pt x="1472250" y="91309"/>
                </a:cubicBezTo>
                <a:cubicBezTo>
                  <a:pt x="1472250" y="84576"/>
                  <a:pt x="1471556" y="78866"/>
                  <a:pt x="1470170" y="74179"/>
                </a:cubicBezTo>
                <a:cubicBezTo>
                  <a:pt x="1468784" y="69491"/>
                  <a:pt x="1466935" y="65694"/>
                  <a:pt x="1464624" y="62788"/>
                </a:cubicBezTo>
                <a:cubicBezTo>
                  <a:pt x="1462313" y="59883"/>
                  <a:pt x="1459638" y="57770"/>
                  <a:pt x="1456600" y="56450"/>
                </a:cubicBezTo>
                <a:cubicBezTo>
                  <a:pt x="1453564" y="55129"/>
                  <a:pt x="1450330" y="54468"/>
                  <a:pt x="1446899" y="54468"/>
                </a:cubicBezTo>
                <a:cubicBezTo>
                  <a:pt x="1443465" y="54468"/>
                  <a:pt x="1440196" y="55129"/>
                  <a:pt x="1437091" y="56450"/>
                </a:cubicBezTo>
                <a:cubicBezTo>
                  <a:pt x="1433988" y="57770"/>
                  <a:pt x="1431248" y="59883"/>
                  <a:pt x="1428871" y="62788"/>
                </a:cubicBezTo>
                <a:cubicBezTo>
                  <a:pt x="1426495" y="65694"/>
                  <a:pt x="1424614" y="69491"/>
                  <a:pt x="1423228" y="74179"/>
                </a:cubicBezTo>
                <a:cubicBezTo>
                  <a:pt x="1421842" y="78866"/>
                  <a:pt x="1421149" y="84576"/>
                  <a:pt x="1421149" y="91309"/>
                </a:cubicBezTo>
                <a:cubicBezTo>
                  <a:pt x="1421149" y="98045"/>
                  <a:pt x="1421842" y="103757"/>
                  <a:pt x="1423228" y="108446"/>
                </a:cubicBezTo>
                <a:cubicBezTo>
                  <a:pt x="1424614" y="113132"/>
                  <a:pt x="1426495" y="116962"/>
                  <a:pt x="1428871" y="119934"/>
                </a:cubicBezTo>
                <a:cubicBezTo>
                  <a:pt x="1431248" y="122903"/>
                  <a:pt x="1433988" y="125082"/>
                  <a:pt x="1437091" y="126468"/>
                </a:cubicBezTo>
                <a:cubicBezTo>
                  <a:pt x="1440196" y="127854"/>
                  <a:pt x="1443465" y="128547"/>
                  <a:pt x="1446899" y="128547"/>
                </a:cubicBezTo>
                <a:close/>
                <a:moveTo>
                  <a:pt x="1585743" y="75267"/>
                </a:moveTo>
                <a:cubicBezTo>
                  <a:pt x="1585743" y="63118"/>
                  <a:pt x="1579933" y="57043"/>
                  <a:pt x="1568313" y="57043"/>
                </a:cubicBezTo>
                <a:cubicBezTo>
                  <a:pt x="1565013" y="57043"/>
                  <a:pt x="1561778" y="57802"/>
                  <a:pt x="1558609" y="59322"/>
                </a:cubicBezTo>
                <a:cubicBezTo>
                  <a:pt x="1555440" y="60841"/>
                  <a:pt x="1552633" y="62624"/>
                  <a:pt x="1550189" y="64671"/>
                </a:cubicBezTo>
                <a:cubicBezTo>
                  <a:pt x="1547747" y="66716"/>
                  <a:pt x="1545799" y="68829"/>
                  <a:pt x="1544347" y="71009"/>
                </a:cubicBezTo>
                <a:cubicBezTo>
                  <a:pt x="1542894" y="73187"/>
                  <a:pt x="1542168" y="74870"/>
                  <a:pt x="1542168" y="76059"/>
                </a:cubicBezTo>
                <a:lnTo>
                  <a:pt x="1542168" y="139043"/>
                </a:lnTo>
                <a:cubicBezTo>
                  <a:pt x="1542168" y="140101"/>
                  <a:pt x="1541508" y="140961"/>
                  <a:pt x="1540188" y="141621"/>
                </a:cubicBezTo>
                <a:cubicBezTo>
                  <a:pt x="1538868" y="142280"/>
                  <a:pt x="1535963" y="142610"/>
                  <a:pt x="1531472" y="142610"/>
                </a:cubicBezTo>
                <a:cubicBezTo>
                  <a:pt x="1526983" y="142610"/>
                  <a:pt x="1524077" y="142280"/>
                  <a:pt x="1522755" y="141621"/>
                </a:cubicBezTo>
                <a:cubicBezTo>
                  <a:pt x="1521436" y="140961"/>
                  <a:pt x="1520776" y="140101"/>
                  <a:pt x="1520776" y="139043"/>
                </a:cubicBezTo>
                <a:lnTo>
                  <a:pt x="1520776" y="65560"/>
                </a:lnTo>
                <a:cubicBezTo>
                  <a:pt x="1520776" y="63051"/>
                  <a:pt x="1520479" y="60972"/>
                  <a:pt x="1519884" y="59322"/>
                </a:cubicBezTo>
                <a:cubicBezTo>
                  <a:pt x="1519292" y="57671"/>
                  <a:pt x="1518632" y="56285"/>
                  <a:pt x="1517905" y="55163"/>
                </a:cubicBezTo>
                <a:cubicBezTo>
                  <a:pt x="1517179" y="54041"/>
                  <a:pt x="1516519" y="53149"/>
                  <a:pt x="1515925" y="52488"/>
                </a:cubicBezTo>
                <a:cubicBezTo>
                  <a:pt x="1515331" y="51827"/>
                  <a:pt x="1515034" y="51167"/>
                  <a:pt x="1515034" y="50509"/>
                </a:cubicBezTo>
                <a:cubicBezTo>
                  <a:pt x="1515034" y="49717"/>
                  <a:pt x="1515693" y="48726"/>
                  <a:pt x="1517013" y="47538"/>
                </a:cubicBezTo>
                <a:cubicBezTo>
                  <a:pt x="1518335" y="46349"/>
                  <a:pt x="1519886" y="45193"/>
                  <a:pt x="1521667" y="44071"/>
                </a:cubicBezTo>
                <a:cubicBezTo>
                  <a:pt x="1523451" y="42949"/>
                  <a:pt x="1525266" y="41992"/>
                  <a:pt x="1527114" y="41200"/>
                </a:cubicBezTo>
                <a:cubicBezTo>
                  <a:pt x="1528963" y="40406"/>
                  <a:pt x="1530416" y="40009"/>
                  <a:pt x="1531472" y="40009"/>
                </a:cubicBezTo>
                <a:cubicBezTo>
                  <a:pt x="1533982" y="40009"/>
                  <a:pt x="1536029" y="41132"/>
                  <a:pt x="1537613" y="43379"/>
                </a:cubicBezTo>
                <a:cubicBezTo>
                  <a:pt x="1539197" y="45623"/>
                  <a:pt x="1540451" y="48726"/>
                  <a:pt x="1541376" y="52688"/>
                </a:cubicBezTo>
                <a:cubicBezTo>
                  <a:pt x="1541509" y="52952"/>
                  <a:pt x="1541608" y="53347"/>
                  <a:pt x="1541672" y="53875"/>
                </a:cubicBezTo>
                <a:cubicBezTo>
                  <a:pt x="1541738" y="54403"/>
                  <a:pt x="1541838" y="54799"/>
                  <a:pt x="1541971" y="55063"/>
                </a:cubicBezTo>
                <a:cubicBezTo>
                  <a:pt x="1543160" y="54007"/>
                  <a:pt x="1544909" y="52654"/>
                  <a:pt x="1547218" y="51004"/>
                </a:cubicBezTo>
                <a:cubicBezTo>
                  <a:pt x="1549529" y="49352"/>
                  <a:pt x="1552236" y="47668"/>
                  <a:pt x="1555339" y="45951"/>
                </a:cubicBezTo>
                <a:cubicBezTo>
                  <a:pt x="1558444" y="44234"/>
                  <a:pt x="1561877" y="42783"/>
                  <a:pt x="1565639" y="41596"/>
                </a:cubicBezTo>
                <a:cubicBezTo>
                  <a:pt x="1569403" y="40407"/>
                  <a:pt x="1573332" y="39813"/>
                  <a:pt x="1577426" y="39813"/>
                </a:cubicBezTo>
                <a:cubicBezTo>
                  <a:pt x="1586537" y="39813"/>
                  <a:pt x="1593766" y="42354"/>
                  <a:pt x="1599114" y="47438"/>
                </a:cubicBezTo>
                <a:cubicBezTo>
                  <a:pt x="1604461" y="52521"/>
                  <a:pt x="1607135" y="59024"/>
                  <a:pt x="1607135" y="66947"/>
                </a:cubicBezTo>
                <a:lnTo>
                  <a:pt x="1607135" y="118842"/>
                </a:lnTo>
                <a:cubicBezTo>
                  <a:pt x="1607135" y="122143"/>
                  <a:pt x="1607761" y="124454"/>
                  <a:pt x="1609015" y="125776"/>
                </a:cubicBezTo>
                <a:cubicBezTo>
                  <a:pt x="1610270" y="127095"/>
                  <a:pt x="1612218" y="127755"/>
                  <a:pt x="1614860" y="127755"/>
                </a:cubicBezTo>
                <a:lnTo>
                  <a:pt x="1615652" y="127755"/>
                </a:lnTo>
                <a:cubicBezTo>
                  <a:pt x="1616180" y="127755"/>
                  <a:pt x="1616707" y="127755"/>
                  <a:pt x="1617235" y="127755"/>
                </a:cubicBezTo>
                <a:cubicBezTo>
                  <a:pt x="1617765" y="127755"/>
                  <a:pt x="1618261" y="127788"/>
                  <a:pt x="1618722" y="127855"/>
                </a:cubicBezTo>
                <a:lnTo>
                  <a:pt x="1619414" y="127952"/>
                </a:lnTo>
                <a:cubicBezTo>
                  <a:pt x="1619944" y="128085"/>
                  <a:pt x="1620209" y="128415"/>
                  <a:pt x="1620209" y="128943"/>
                </a:cubicBezTo>
                <a:cubicBezTo>
                  <a:pt x="1620209" y="130263"/>
                  <a:pt x="1619714" y="131781"/>
                  <a:pt x="1618722" y="133498"/>
                </a:cubicBezTo>
                <a:cubicBezTo>
                  <a:pt x="1617733" y="135214"/>
                  <a:pt x="1616479" y="136832"/>
                  <a:pt x="1614960" y="138351"/>
                </a:cubicBezTo>
                <a:cubicBezTo>
                  <a:pt x="1613440" y="139871"/>
                  <a:pt x="1611789" y="141191"/>
                  <a:pt x="1610006" y="142314"/>
                </a:cubicBezTo>
                <a:cubicBezTo>
                  <a:pt x="1608225" y="143436"/>
                  <a:pt x="1606476" y="144062"/>
                  <a:pt x="1604759" y="144193"/>
                </a:cubicBezTo>
                <a:cubicBezTo>
                  <a:pt x="1598817" y="144193"/>
                  <a:pt x="1594162" y="142313"/>
                  <a:pt x="1590793" y="138551"/>
                </a:cubicBezTo>
                <a:cubicBezTo>
                  <a:pt x="1587426" y="134787"/>
                  <a:pt x="1585743" y="129669"/>
                  <a:pt x="1585743" y="123198"/>
                </a:cubicBezTo>
                <a:lnTo>
                  <a:pt x="1585743" y="75267"/>
                </a:lnTo>
                <a:close/>
              </a:path>
            </a:pathLst>
          </a:custGeom>
          <a:solidFill xmlns:a="http://schemas.openxmlformats.org/drawingml/2006/main">
            <a:srgbClr val="BE6F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1BD47-B8E4-4120-AA15-B8FE2E9B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651" y="974224"/>
            <a:ext cx="193238" cy="605801"/>
          </a:xfrm>
          <a:custGeom xmlns:a="http://schemas.openxmlformats.org/drawingml/2006/main">
            <a:pathLst>
              <a:path w="193238" h="605801">
                <a:moveTo>
                  <a:pt x="128825" y="0"/>
                </a:moveTo>
                <a:lnTo>
                  <a:pt x="64413" y="0"/>
                </a:lnTo>
                <a:lnTo>
                  <a:pt x="64413" y="412563"/>
                </a:lnTo>
                <a:lnTo>
                  <a:pt x="0" y="412563"/>
                </a:lnTo>
                <a:lnTo>
                  <a:pt x="96619" y="605801"/>
                </a:lnTo>
                <a:lnTo>
                  <a:pt x="193238" y="412563"/>
                </a:lnTo>
                <a:lnTo>
                  <a:pt x="128825" y="412563"/>
                </a:lnTo>
                <a:lnTo>
                  <a:pt x="128825" y="0"/>
                </a:lnTo>
                <a:close/>
              </a:path>
            </a:pathLst>
          </a:custGeom>
          <a:solidFill xmlns:a="http://schemas.openxmlformats.org/drawingml/2006/main">
            <a:srgbClr val="B36D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F1DF1F-EC8B-4AB7-9946-0EBEA610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12" y="2466906"/>
            <a:ext cx="2021671" cy="193238"/>
          </a:xfrm>
          <a:custGeom xmlns:a="http://schemas.openxmlformats.org/drawingml/2006/main">
            <a:pathLst>
              <a:path w="2021671" h="193238">
                <a:moveTo>
                  <a:pt x="1828513" y="193238"/>
                </a:moveTo>
                <a:lnTo>
                  <a:pt x="2021671" y="96458"/>
                </a:lnTo>
                <a:lnTo>
                  <a:pt x="1828352" y="0"/>
                </a:lnTo>
                <a:lnTo>
                  <a:pt x="1828406" y="64439"/>
                </a:lnTo>
                <a:lnTo>
                  <a:pt x="0" y="65942"/>
                </a:lnTo>
                <a:lnTo>
                  <a:pt x="81" y="130355"/>
                </a:lnTo>
                <a:lnTo>
                  <a:pt x="1828460" y="128852"/>
                </a:lnTo>
                <a:lnTo>
                  <a:pt x="1828513" y="193238"/>
                </a:lnTo>
                <a:close/>
              </a:path>
            </a:pathLst>
          </a:custGeom>
          <a:solidFill xmlns:a="http://schemas.openxmlformats.org/drawingml/2006/main">
            <a:srgbClr val="706F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RLfinetuning">
            <a:extLst xmlns:a="http://schemas.openxmlformats.org/drawingml/2006/main">
              <a:ext uri="{FF2B5EF4-FFF2-40B4-BE49-F238E27FC236}">
                <a16:creationId xmlns:a16="http://schemas.microsoft.com/office/drawing/2014/main" id="{42F3E4F5-0154-4691-93B9-95F77E73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442" y="2679130"/>
            <a:ext cx="1244098" cy="190543"/>
          </a:xfrm>
          <a:custGeom xmlns:a="http://schemas.openxmlformats.org/drawingml/2006/main">
            <a:pathLst>
              <a:path w="1244098" h="190543">
                <a:moveTo>
                  <a:pt x="14655" y="142610"/>
                </a:moveTo>
                <a:cubicBezTo>
                  <a:pt x="8846" y="142610"/>
                  <a:pt x="4952" y="142147"/>
                  <a:pt x="2971" y="141223"/>
                </a:cubicBezTo>
                <a:cubicBezTo>
                  <a:pt x="990" y="140298"/>
                  <a:pt x="0" y="139242"/>
                  <a:pt x="0" y="138055"/>
                </a:cubicBezTo>
                <a:lnTo>
                  <a:pt x="0" y="19412"/>
                </a:lnTo>
                <a:cubicBezTo>
                  <a:pt x="0" y="17959"/>
                  <a:pt x="1122" y="16540"/>
                  <a:pt x="3367" y="15154"/>
                </a:cubicBezTo>
                <a:cubicBezTo>
                  <a:pt x="5611" y="13766"/>
                  <a:pt x="8648" y="12543"/>
                  <a:pt x="12476" y="11488"/>
                </a:cubicBezTo>
                <a:cubicBezTo>
                  <a:pt x="16306" y="10432"/>
                  <a:pt x="20796" y="9575"/>
                  <a:pt x="25946" y="8916"/>
                </a:cubicBezTo>
                <a:cubicBezTo>
                  <a:pt x="31096" y="8255"/>
                  <a:pt x="36510" y="7924"/>
                  <a:pt x="42188" y="7924"/>
                </a:cubicBezTo>
                <a:cubicBezTo>
                  <a:pt x="50902" y="7924"/>
                  <a:pt x="58792" y="8882"/>
                  <a:pt x="65856" y="10796"/>
                </a:cubicBezTo>
                <a:cubicBezTo>
                  <a:pt x="72922" y="12710"/>
                  <a:pt x="78930" y="15450"/>
                  <a:pt x="83881" y="19016"/>
                </a:cubicBezTo>
                <a:cubicBezTo>
                  <a:pt x="88833" y="22581"/>
                  <a:pt x="92662" y="27004"/>
                  <a:pt x="95368" y="32287"/>
                </a:cubicBezTo>
                <a:cubicBezTo>
                  <a:pt x="98076" y="37568"/>
                  <a:pt x="99430" y="43575"/>
                  <a:pt x="99430" y="50309"/>
                </a:cubicBezTo>
                <a:cubicBezTo>
                  <a:pt x="99430" y="57837"/>
                  <a:pt x="97911" y="64274"/>
                  <a:pt x="94873" y="69621"/>
                </a:cubicBezTo>
                <a:cubicBezTo>
                  <a:pt x="91836" y="74969"/>
                  <a:pt x="88536" y="79359"/>
                  <a:pt x="84972" y="82793"/>
                </a:cubicBezTo>
                <a:cubicBezTo>
                  <a:pt x="80614" y="86754"/>
                  <a:pt x="75728" y="90055"/>
                  <a:pt x="70314" y="92697"/>
                </a:cubicBezTo>
                <a:cubicBezTo>
                  <a:pt x="72427" y="93621"/>
                  <a:pt x="74738" y="95867"/>
                  <a:pt x="77247" y="99433"/>
                </a:cubicBezTo>
                <a:cubicBezTo>
                  <a:pt x="79755" y="102998"/>
                  <a:pt x="82429" y="106760"/>
                  <a:pt x="85268" y="110722"/>
                </a:cubicBezTo>
                <a:cubicBezTo>
                  <a:pt x="88107" y="114683"/>
                  <a:pt x="91176" y="118215"/>
                  <a:pt x="94477" y="121318"/>
                </a:cubicBezTo>
                <a:cubicBezTo>
                  <a:pt x="97779" y="124421"/>
                  <a:pt x="101279" y="125972"/>
                  <a:pt x="104976" y="125972"/>
                </a:cubicBezTo>
                <a:lnTo>
                  <a:pt x="106164" y="125972"/>
                </a:lnTo>
                <a:lnTo>
                  <a:pt x="108543" y="125773"/>
                </a:lnTo>
                <a:cubicBezTo>
                  <a:pt x="109598" y="125773"/>
                  <a:pt x="110522" y="125872"/>
                  <a:pt x="111314" y="126072"/>
                </a:cubicBezTo>
                <a:cubicBezTo>
                  <a:pt x="112106" y="126269"/>
                  <a:pt x="112502" y="127028"/>
                  <a:pt x="112502" y="128348"/>
                </a:cubicBezTo>
                <a:cubicBezTo>
                  <a:pt x="112502" y="129669"/>
                  <a:pt x="111775" y="131255"/>
                  <a:pt x="110323" y="133105"/>
                </a:cubicBezTo>
                <a:cubicBezTo>
                  <a:pt x="108870" y="134952"/>
                  <a:pt x="106923" y="136701"/>
                  <a:pt x="104481" y="138351"/>
                </a:cubicBezTo>
                <a:cubicBezTo>
                  <a:pt x="102039" y="140002"/>
                  <a:pt x="99233" y="141421"/>
                  <a:pt x="96063" y="142610"/>
                </a:cubicBezTo>
                <a:cubicBezTo>
                  <a:pt x="92894" y="143799"/>
                  <a:pt x="89593" y="144393"/>
                  <a:pt x="86159" y="144393"/>
                </a:cubicBezTo>
                <a:cubicBezTo>
                  <a:pt x="80746" y="144393"/>
                  <a:pt x="76157" y="143337"/>
                  <a:pt x="72393" y="141226"/>
                </a:cubicBezTo>
                <a:cubicBezTo>
                  <a:pt x="68629" y="139112"/>
                  <a:pt x="65427" y="136471"/>
                  <a:pt x="62785" y="133301"/>
                </a:cubicBezTo>
                <a:cubicBezTo>
                  <a:pt x="60146" y="130132"/>
                  <a:pt x="57901" y="126665"/>
                  <a:pt x="56051" y="122901"/>
                </a:cubicBezTo>
                <a:cubicBezTo>
                  <a:pt x="54204" y="119138"/>
                  <a:pt x="52422" y="115672"/>
                  <a:pt x="50705" y="112505"/>
                </a:cubicBezTo>
                <a:cubicBezTo>
                  <a:pt x="48988" y="109335"/>
                  <a:pt x="47140" y="106695"/>
                  <a:pt x="45159" y="104583"/>
                </a:cubicBezTo>
                <a:cubicBezTo>
                  <a:pt x="43178" y="102470"/>
                  <a:pt x="40802" y="101413"/>
                  <a:pt x="38029" y="101413"/>
                </a:cubicBezTo>
                <a:lnTo>
                  <a:pt x="31692" y="101413"/>
                </a:lnTo>
                <a:cubicBezTo>
                  <a:pt x="30106" y="101413"/>
                  <a:pt x="29313" y="102205"/>
                  <a:pt x="29313" y="103788"/>
                </a:cubicBezTo>
                <a:lnTo>
                  <a:pt x="29313" y="138055"/>
                </a:lnTo>
                <a:cubicBezTo>
                  <a:pt x="29313" y="139242"/>
                  <a:pt x="28323" y="140298"/>
                  <a:pt x="26342" y="141223"/>
                </a:cubicBezTo>
                <a:cubicBezTo>
                  <a:pt x="24362" y="142147"/>
                  <a:pt x="20466" y="142610"/>
                  <a:pt x="14655" y="142610"/>
                </a:cubicBezTo>
                <a:moveTo>
                  <a:pt x="29313" y="72296"/>
                </a:moveTo>
                <a:cubicBezTo>
                  <a:pt x="29313" y="74277"/>
                  <a:pt x="30105" y="75763"/>
                  <a:pt x="31689" y="76754"/>
                </a:cubicBezTo>
                <a:cubicBezTo>
                  <a:pt x="33274" y="77743"/>
                  <a:pt x="35849" y="78238"/>
                  <a:pt x="39414" y="78238"/>
                </a:cubicBezTo>
                <a:cubicBezTo>
                  <a:pt x="43111" y="78238"/>
                  <a:pt x="46676" y="77842"/>
                  <a:pt x="50110" y="77050"/>
                </a:cubicBezTo>
                <a:cubicBezTo>
                  <a:pt x="53543" y="76256"/>
                  <a:pt x="56580" y="74869"/>
                  <a:pt x="59222" y="72889"/>
                </a:cubicBezTo>
                <a:cubicBezTo>
                  <a:pt x="61863" y="70908"/>
                  <a:pt x="63976" y="68234"/>
                  <a:pt x="65560" y="64867"/>
                </a:cubicBezTo>
                <a:cubicBezTo>
                  <a:pt x="67145" y="61501"/>
                  <a:pt x="67938" y="57242"/>
                  <a:pt x="67938" y="52092"/>
                </a:cubicBezTo>
                <a:cubicBezTo>
                  <a:pt x="67938" y="47998"/>
                  <a:pt x="67344" y="44565"/>
                  <a:pt x="66155" y="41792"/>
                </a:cubicBezTo>
                <a:cubicBezTo>
                  <a:pt x="64966" y="39020"/>
                  <a:pt x="63315" y="36808"/>
                  <a:pt x="61201" y="35158"/>
                </a:cubicBezTo>
                <a:cubicBezTo>
                  <a:pt x="59090" y="33508"/>
                  <a:pt x="56581" y="32353"/>
                  <a:pt x="53676" y="31692"/>
                </a:cubicBezTo>
                <a:cubicBezTo>
                  <a:pt x="50770" y="31031"/>
                  <a:pt x="47668" y="30700"/>
                  <a:pt x="44367" y="30700"/>
                </a:cubicBezTo>
                <a:cubicBezTo>
                  <a:pt x="34331" y="30700"/>
                  <a:pt x="29313" y="32813"/>
                  <a:pt x="29313" y="37038"/>
                </a:cubicBezTo>
                <a:lnTo>
                  <a:pt x="29313" y="72296"/>
                </a:lnTo>
                <a:close/>
                <a:moveTo>
                  <a:pt x="136131" y="142610"/>
                </a:moveTo>
                <a:cubicBezTo>
                  <a:pt x="133622" y="142610"/>
                  <a:pt x="132368" y="141289"/>
                  <a:pt x="132368" y="138648"/>
                </a:cubicBezTo>
                <a:lnTo>
                  <a:pt x="132368" y="14459"/>
                </a:lnTo>
                <a:cubicBezTo>
                  <a:pt x="132368" y="13270"/>
                  <a:pt x="133292" y="12214"/>
                  <a:pt x="135139" y="11291"/>
                </a:cubicBezTo>
                <a:cubicBezTo>
                  <a:pt x="136989" y="10366"/>
                  <a:pt x="140950" y="9904"/>
                  <a:pt x="147023" y="9904"/>
                </a:cubicBezTo>
                <a:cubicBezTo>
                  <a:pt x="153098" y="9904"/>
                  <a:pt x="157059" y="10366"/>
                  <a:pt x="158907" y="11291"/>
                </a:cubicBezTo>
                <a:cubicBezTo>
                  <a:pt x="160756" y="12214"/>
                  <a:pt x="161681" y="13270"/>
                  <a:pt x="161681" y="14459"/>
                </a:cubicBezTo>
                <a:lnTo>
                  <a:pt x="161681" y="114285"/>
                </a:lnTo>
                <a:cubicBezTo>
                  <a:pt x="161681" y="116265"/>
                  <a:pt x="162671" y="117256"/>
                  <a:pt x="164652" y="117256"/>
                </a:cubicBezTo>
                <a:lnTo>
                  <a:pt x="179507" y="117256"/>
                </a:lnTo>
                <a:cubicBezTo>
                  <a:pt x="187034" y="117256"/>
                  <a:pt x="193108" y="116992"/>
                  <a:pt x="197728" y="116464"/>
                </a:cubicBezTo>
                <a:cubicBezTo>
                  <a:pt x="202350" y="115936"/>
                  <a:pt x="206047" y="115375"/>
                  <a:pt x="208820" y="114781"/>
                </a:cubicBezTo>
                <a:cubicBezTo>
                  <a:pt x="211594" y="114186"/>
                  <a:pt x="213608" y="113625"/>
                  <a:pt x="214861" y="113097"/>
                </a:cubicBezTo>
                <a:cubicBezTo>
                  <a:pt x="216117" y="112569"/>
                  <a:pt x="217140" y="112305"/>
                  <a:pt x="217932" y="112305"/>
                </a:cubicBezTo>
                <a:cubicBezTo>
                  <a:pt x="219649" y="112305"/>
                  <a:pt x="220507" y="113296"/>
                  <a:pt x="220507" y="115276"/>
                </a:cubicBezTo>
                <a:cubicBezTo>
                  <a:pt x="220507" y="123727"/>
                  <a:pt x="219747" y="130395"/>
                  <a:pt x="218228" y="135281"/>
                </a:cubicBezTo>
                <a:cubicBezTo>
                  <a:pt x="216711" y="140167"/>
                  <a:pt x="213708" y="142610"/>
                  <a:pt x="209219" y="142610"/>
                </a:cubicBezTo>
                <a:lnTo>
                  <a:pt x="136131" y="142610"/>
                </a:lnTo>
                <a:close/>
                <a:moveTo>
                  <a:pt x="334566" y="41596"/>
                </a:moveTo>
                <a:cubicBezTo>
                  <a:pt x="336679" y="41596"/>
                  <a:pt x="337736" y="42652"/>
                  <a:pt x="337736" y="44763"/>
                </a:cubicBezTo>
                <a:cubicBezTo>
                  <a:pt x="337736" y="45952"/>
                  <a:pt x="337340" y="47537"/>
                  <a:pt x="336548" y="49517"/>
                </a:cubicBezTo>
                <a:cubicBezTo>
                  <a:pt x="335756" y="51498"/>
                  <a:pt x="334766" y="53413"/>
                  <a:pt x="333577" y="55263"/>
                </a:cubicBezTo>
                <a:cubicBezTo>
                  <a:pt x="332389" y="57110"/>
                  <a:pt x="331101" y="58695"/>
                  <a:pt x="329715" y="60017"/>
                </a:cubicBezTo>
                <a:cubicBezTo>
                  <a:pt x="328329" y="61336"/>
                  <a:pt x="327041" y="61996"/>
                  <a:pt x="325852" y="61996"/>
                </a:cubicBezTo>
                <a:lnTo>
                  <a:pt x="312781" y="61996"/>
                </a:lnTo>
                <a:lnTo>
                  <a:pt x="312781" y="137856"/>
                </a:lnTo>
                <a:cubicBezTo>
                  <a:pt x="312781" y="139044"/>
                  <a:pt x="311823" y="140135"/>
                  <a:pt x="309907" y="141126"/>
                </a:cubicBezTo>
                <a:cubicBezTo>
                  <a:pt x="307993" y="142115"/>
                  <a:pt x="304065" y="142610"/>
                  <a:pt x="298123" y="142610"/>
                </a:cubicBezTo>
                <a:cubicBezTo>
                  <a:pt x="292048" y="142610"/>
                  <a:pt x="288086" y="142115"/>
                  <a:pt x="286236" y="141126"/>
                </a:cubicBezTo>
                <a:cubicBezTo>
                  <a:pt x="284388" y="140135"/>
                  <a:pt x="283465" y="139044"/>
                  <a:pt x="283465" y="137856"/>
                </a:cubicBezTo>
                <a:lnTo>
                  <a:pt x="283465" y="61996"/>
                </a:lnTo>
                <a:lnTo>
                  <a:pt x="278315" y="61996"/>
                </a:lnTo>
                <a:cubicBezTo>
                  <a:pt x="277259" y="61996"/>
                  <a:pt x="276302" y="61238"/>
                  <a:pt x="275444" y="59720"/>
                </a:cubicBezTo>
                <a:cubicBezTo>
                  <a:pt x="274585" y="58201"/>
                  <a:pt x="274156" y="55593"/>
                  <a:pt x="274156" y="51896"/>
                </a:cubicBezTo>
                <a:cubicBezTo>
                  <a:pt x="274156" y="48065"/>
                  <a:pt x="274585" y="45392"/>
                  <a:pt x="275444" y="43875"/>
                </a:cubicBezTo>
                <a:cubicBezTo>
                  <a:pt x="276302" y="42355"/>
                  <a:pt x="277259" y="41596"/>
                  <a:pt x="278315" y="41596"/>
                </a:cubicBezTo>
                <a:lnTo>
                  <a:pt x="283465" y="41596"/>
                </a:lnTo>
                <a:lnTo>
                  <a:pt x="283465" y="40801"/>
                </a:lnTo>
                <a:cubicBezTo>
                  <a:pt x="283465" y="34728"/>
                  <a:pt x="284422" y="29183"/>
                  <a:pt x="286336" y="24166"/>
                </a:cubicBezTo>
                <a:cubicBezTo>
                  <a:pt x="288252" y="19147"/>
                  <a:pt x="291025" y="14856"/>
                  <a:pt x="294656" y="11291"/>
                </a:cubicBezTo>
                <a:cubicBezTo>
                  <a:pt x="298287" y="7725"/>
                  <a:pt x="302743" y="4952"/>
                  <a:pt x="308024" y="2971"/>
                </a:cubicBezTo>
                <a:cubicBezTo>
                  <a:pt x="313307" y="990"/>
                  <a:pt x="319250" y="0"/>
                  <a:pt x="325852" y="0"/>
                </a:cubicBezTo>
                <a:cubicBezTo>
                  <a:pt x="329022" y="0"/>
                  <a:pt x="331993" y="297"/>
                  <a:pt x="334765" y="892"/>
                </a:cubicBezTo>
                <a:cubicBezTo>
                  <a:pt x="337537" y="1486"/>
                  <a:pt x="339979" y="2212"/>
                  <a:pt x="342091" y="3071"/>
                </a:cubicBezTo>
                <a:cubicBezTo>
                  <a:pt x="344205" y="3929"/>
                  <a:pt x="345856" y="4854"/>
                  <a:pt x="347045" y="5845"/>
                </a:cubicBezTo>
                <a:cubicBezTo>
                  <a:pt x="348233" y="6834"/>
                  <a:pt x="348828" y="7791"/>
                  <a:pt x="348828" y="8716"/>
                </a:cubicBezTo>
                <a:cubicBezTo>
                  <a:pt x="348828" y="9639"/>
                  <a:pt x="348332" y="10992"/>
                  <a:pt x="347341" y="12775"/>
                </a:cubicBezTo>
                <a:cubicBezTo>
                  <a:pt x="346351" y="14558"/>
                  <a:pt x="345164" y="16342"/>
                  <a:pt x="343778" y="18125"/>
                </a:cubicBezTo>
                <a:cubicBezTo>
                  <a:pt x="342391" y="19906"/>
                  <a:pt x="341005" y="21490"/>
                  <a:pt x="339619" y="22879"/>
                </a:cubicBezTo>
                <a:cubicBezTo>
                  <a:pt x="338233" y="24265"/>
                  <a:pt x="337143" y="24958"/>
                  <a:pt x="336349" y="24958"/>
                </a:cubicBezTo>
                <a:cubicBezTo>
                  <a:pt x="335426" y="24958"/>
                  <a:pt x="334502" y="24727"/>
                  <a:pt x="333577" y="24266"/>
                </a:cubicBezTo>
                <a:cubicBezTo>
                  <a:pt x="332652" y="23803"/>
                  <a:pt x="331728" y="23307"/>
                  <a:pt x="330803" y="22779"/>
                </a:cubicBezTo>
                <a:cubicBezTo>
                  <a:pt x="329880" y="22251"/>
                  <a:pt x="328856" y="21756"/>
                  <a:pt x="327732" y="21295"/>
                </a:cubicBezTo>
                <a:cubicBezTo>
                  <a:pt x="326610" y="20832"/>
                  <a:pt x="325257" y="20600"/>
                  <a:pt x="323673" y="20600"/>
                </a:cubicBezTo>
                <a:cubicBezTo>
                  <a:pt x="320768" y="20600"/>
                  <a:pt x="318226" y="21789"/>
                  <a:pt x="316048" y="24166"/>
                </a:cubicBezTo>
                <a:cubicBezTo>
                  <a:pt x="313870" y="26542"/>
                  <a:pt x="312781" y="29645"/>
                  <a:pt x="312781" y="33475"/>
                </a:cubicBezTo>
                <a:lnTo>
                  <a:pt x="312781" y="41596"/>
                </a:lnTo>
                <a:lnTo>
                  <a:pt x="334566" y="41596"/>
                </a:lnTo>
                <a:close/>
                <a:moveTo>
                  <a:pt x="375171" y="0"/>
                </a:moveTo>
                <a:cubicBezTo>
                  <a:pt x="380716" y="0"/>
                  <a:pt x="384743" y="1189"/>
                  <a:pt x="387251" y="3566"/>
                </a:cubicBezTo>
                <a:cubicBezTo>
                  <a:pt x="389762" y="5942"/>
                  <a:pt x="391017" y="9837"/>
                  <a:pt x="391017" y="15250"/>
                </a:cubicBezTo>
                <a:cubicBezTo>
                  <a:pt x="391017" y="20797"/>
                  <a:pt x="389762" y="24693"/>
                  <a:pt x="387251" y="26938"/>
                </a:cubicBezTo>
                <a:cubicBezTo>
                  <a:pt x="384743" y="29182"/>
                  <a:pt x="380716" y="30304"/>
                  <a:pt x="375171" y="30304"/>
                </a:cubicBezTo>
                <a:cubicBezTo>
                  <a:pt x="369624" y="30304"/>
                  <a:pt x="365596" y="29182"/>
                  <a:pt x="363088" y="26938"/>
                </a:cubicBezTo>
                <a:cubicBezTo>
                  <a:pt x="360579" y="24693"/>
                  <a:pt x="359325" y="20797"/>
                  <a:pt x="359325" y="15250"/>
                </a:cubicBezTo>
                <a:cubicBezTo>
                  <a:pt x="359325" y="9837"/>
                  <a:pt x="360579" y="5942"/>
                  <a:pt x="363088" y="3566"/>
                </a:cubicBezTo>
                <a:cubicBezTo>
                  <a:pt x="365596" y="1189"/>
                  <a:pt x="369624" y="0"/>
                  <a:pt x="375171" y="0"/>
                </a:cubicBezTo>
                <a:moveTo>
                  <a:pt x="389826" y="115476"/>
                </a:moveTo>
                <a:cubicBezTo>
                  <a:pt x="389826" y="118512"/>
                  <a:pt x="390519" y="120691"/>
                  <a:pt x="391905" y="122013"/>
                </a:cubicBezTo>
                <a:cubicBezTo>
                  <a:pt x="393294" y="123333"/>
                  <a:pt x="395110" y="123992"/>
                  <a:pt x="397355" y="123992"/>
                </a:cubicBezTo>
                <a:lnTo>
                  <a:pt x="401513" y="123992"/>
                </a:lnTo>
                <a:cubicBezTo>
                  <a:pt x="403361" y="123992"/>
                  <a:pt x="404285" y="124851"/>
                  <a:pt x="404285" y="126567"/>
                </a:cubicBezTo>
                <a:cubicBezTo>
                  <a:pt x="404285" y="127754"/>
                  <a:pt x="403657" y="129338"/>
                  <a:pt x="402402" y="131319"/>
                </a:cubicBezTo>
                <a:cubicBezTo>
                  <a:pt x="401149" y="133299"/>
                  <a:pt x="399565" y="135281"/>
                  <a:pt x="397651" y="137263"/>
                </a:cubicBezTo>
                <a:cubicBezTo>
                  <a:pt x="395737" y="139244"/>
                  <a:pt x="393558" y="140961"/>
                  <a:pt x="391114" y="142413"/>
                </a:cubicBezTo>
                <a:cubicBezTo>
                  <a:pt x="388672" y="143864"/>
                  <a:pt x="386262" y="144589"/>
                  <a:pt x="383884" y="144589"/>
                </a:cubicBezTo>
                <a:cubicBezTo>
                  <a:pt x="376490" y="144589"/>
                  <a:pt x="370745" y="142510"/>
                  <a:pt x="366651" y="138351"/>
                </a:cubicBezTo>
                <a:cubicBezTo>
                  <a:pt x="362559" y="134193"/>
                  <a:pt x="360513" y="128416"/>
                  <a:pt x="360513" y="121022"/>
                </a:cubicBezTo>
                <a:lnTo>
                  <a:pt x="360513" y="46350"/>
                </a:lnTo>
                <a:cubicBezTo>
                  <a:pt x="360513" y="45028"/>
                  <a:pt x="361470" y="43906"/>
                  <a:pt x="363384" y="42983"/>
                </a:cubicBezTo>
                <a:cubicBezTo>
                  <a:pt x="365300" y="42058"/>
                  <a:pt x="369229" y="41596"/>
                  <a:pt x="375171" y="41596"/>
                </a:cubicBezTo>
                <a:cubicBezTo>
                  <a:pt x="381244" y="41596"/>
                  <a:pt x="385204" y="42058"/>
                  <a:pt x="387052" y="42983"/>
                </a:cubicBezTo>
                <a:cubicBezTo>
                  <a:pt x="388901" y="43906"/>
                  <a:pt x="389826" y="45028"/>
                  <a:pt x="389826" y="46350"/>
                </a:cubicBezTo>
                <a:lnTo>
                  <a:pt x="389826" y="115476"/>
                </a:lnTo>
                <a:close/>
                <a:moveTo>
                  <a:pt x="509659" y="144589"/>
                </a:moveTo>
                <a:cubicBezTo>
                  <a:pt x="502264" y="144589"/>
                  <a:pt x="496553" y="142510"/>
                  <a:pt x="492525" y="138351"/>
                </a:cubicBezTo>
                <a:cubicBezTo>
                  <a:pt x="488500" y="134193"/>
                  <a:pt x="486487" y="128416"/>
                  <a:pt x="486487" y="121022"/>
                </a:cubicBezTo>
                <a:lnTo>
                  <a:pt x="486487" y="75859"/>
                </a:lnTo>
                <a:cubicBezTo>
                  <a:pt x="486487" y="71106"/>
                  <a:pt x="485298" y="67608"/>
                  <a:pt x="482921" y="65363"/>
                </a:cubicBezTo>
                <a:cubicBezTo>
                  <a:pt x="480543" y="63119"/>
                  <a:pt x="477176" y="61996"/>
                  <a:pt x="472820" y="61996"/>
                </a:cubicBezTo>
                <a:cubicBezTo>
                  <a:pt x="470443" y="61996"/>
                  <a:pt x="468098" y="62492"/>
                  <a:pt x="465787" y="63483"/>
                </a:cubicBezTo>
                <a:cubicBezTo>
                  <a:pt x="463476" y="64472"/>
                  <a:pt x="461364" y="65694"/>
                  <a:pt x="459449" y="67146"/>
                </a:cubicBezTo>
                <a:cubicBezTo>
                  <a:pt x="457535" y="68599"/>
                  <a:pt x="455984" y="70118"/>
                  <a:pt x="454795" y="71704"/>
                </a:cubicBezTo>
                <a:cubicBezTo>
                  <a:pt x="453606" y="73288"/>
                  <a:pt x="453012" y="74673"/>
                  <a:pt x="453012" y="75859"/>
                </a:cubicBezTo>
                <a:lnTo>
                  <a:pt x="453012" y="137856"/>
                </a:lnTo>
                <a:cubicBezTo>
                  <a:pt x="453012" y="139044"/>
                  <a:pt x="452087" y="140135"/>
                  <a:pt x="450238" y="141126"/>
                </a:cubicBezTo>
                <a:cubicBezTo>
                  <a:pt x="448390" y="142115"/>
                  <a:pt x="444429" y="142610"/>
                  <a:pt x="438354" y="142610"/>
                </a:cubicBezTo>
                <a:cubicBezTo>
                  <a:pt x="432412" y="142610"/>
                  <a:pt x="428484" y="142115"/>
                  <a:pt x="426570" y="141126"/>
                </a:cubicBezTo>
                <a:cubicBezTo>
                  <a:pt x="424656" y="140135"/>
                  <a:pt x="423699" y="139044"/>
                  <a:pt x="423699" y="137856"/>
                </a:cubicBezTo>
                <a:lnTo>
                  <a:pt x="423699" y="68533"/>
                </a:lnTo>
                <a:cubicBezTo>
                  <a:pt x="423699" y="66420"/>
                  <a:pt x="423402" y="64604"/>
                  <a:pt x="422807" y="63087"/>
                </a:cubicBezTo>
                <a:cubicBezTo>
                  <a:pt x="422213" y="61568"/>
                  <a:pt x="421585" y="60281"/>
                  <a:pt x="420924" y="59225"/>
                </a:cubicBezTo>
                <a:cubicBezTo>
                  <a:pt x="420263" y="58167"/>
                  <a:pt x="419636" y="57209"/>
                  <a:pt x="419041" y="56351"/>
                </a:cubicBezTo>
                <a:cubicBezTo>
                  <a:pt x="418449" y="55492"/>
                  <a:pt x="418153" y="54667"/>
                  <a:pt x="418153" y="53875"/>
                </a:cubicBezTo>
                <a:cubicBezTo>
                  <a:pt x="418153" y="52687"/>
                  <a:pt x="419043" y="51300"/>
                  <a:pt x="420825" y="49717"/>
                </a:cubicBezTo>
                <a:cubicBezTo>
                  <a:pt x="422608" y="48131"/>
                  <a:pt x="424720" y="46580"/>
                  <a:pt x="427162" y="45062"/>
                </a:cubicBezTo>
                <a:cubicBezTo>
                  <a:pt x="429606" y="43543"/>
                  <a:pt x="432083" y="42256"/>
                  <a:pt x="434591" y="41200"/>
                </a:cubicBezTo>
                <a:cubicBezTo>
                  <a:pt x="437100" y="40142"/>
                  <a:pt x="439147" y="39613"/>
                  <a:pt x="440732" y="39613"/>
                </a:cubicBezTo>
                <a:cubicBezTo>
                  <a:pt x="442316" y="39613"/>
                  <a:pt x="443702" y="39977"/>
                  <a:pt x="444891" y="40704"/>
                </a:cubicBezTo>
                <a:cubicBezTo>
                  <a:pt x="446080" y="41430"/>
                  <a:pt x="447136" y="42387"/>
                  <a:pt x="448058" y="43575"/>
                </a:cubicBezTo>
                <a:cubicBezTo>
                  <a:pt x="448983" y="44764"/>
                  <a:pt x="449776" y="46052"/>
                  <a:pt x="450437" y="47438"/>
                </a:cubicBezTo>
                <a:cubicBezTo>
                  <a:pt x="451098" y="48824"/>
                  <a:pt x="451692" y="50177"/>
                  <a:pt x="452220" y="51497"/>
                </a:cubicBezTo>
                <a:cubicBezTo>
                  <a:pt x="453804" y="50177"/>
                  <a:pt x="455817" y="48824"/>
                  <a:pt x="458259" y="47438"/>
                </a:cubicBezTo>
                <a:cubicBezTo>
                  <a:pt x="460703" y="46052"/>
                  <a:pt x="463377" y="44764"/>
                  <a:pt x="466283" y="43575"/>
                </a:cubicBezTo>
                <a:cubicBezTo>
                  <a:pt x="469188" y="42387"/>
                  <a:pt x="472324" y="41430"/>
                  <a:pt x="475691" y="40704"/>
                </a:cubicBezTo>
                <a:cubicBezTo>
                  <a:pt x="479058" y="39977"/>
                  <a:pt x="482458" y="39613"/>
                  <a:pt x="485891" y="39613"/>
                </a:cubicBezTo>
                <a:cubicBezTo>
                  <a:pt x="490250" y="39613"/>
                  <a:pt x="494244" y="40241"/>
                  <a:pt x="497875" y="41496"/>
                </a:cubicBezTo>
                <a:cubicBezTo>
                  <a:pt x="501506" y="42749"/>
                  <a:pt x="504642" y="44531"/>
                  <a:pt x="507283" y="46842"/>
                </a:cubicBezTo>
                <a:cubicBezTo>
                  <a:pt x="509925" y="49154"/>
                  <a:pt x="512004" y="51960"/>
                  <a:pt x="513521" y="55263"/>
                </a:cubicBezTo>
                <a:cubicBezTo>
                  <a:pt x="515040" y="58563"/>
                  <a:pt x="515800" y="62326"/>
                  <a:pt x="515800" y="66551"/>
                </a:cubicBezTo>
                <a:lnTo>
                  <a:pt x="515800" y="115476"/>
                </a:lnTo>
                <a:cubicBezTo>
                  <a:pt x="515800" y="118512"/>
                  <a:pt x="516493" y="120691"/>
                  <a:pt x="517879" y="122013"/>
                </a:cubicBezTo>
                <a:cubicBezTo>
                  <a:pt x="519266" y="123333"/>
                  <a:pt x="521081" y="123992"/>
                  <a:pt x="523326" y="123992"/>
                </a:cubicBezTo>
                <a:lnTo>
                  <a:pt x="527484" y="123992"/>
                </a:lnTo>
                <a:cubicBezTo>
                  <a:pt x="529334" y="123992"/>
                  <a:pt x="530259" y="124851"/>
                  <a:pt x="530259" y="126567"/>
                </a:cubicBezTo>
                <a:cubicBezTo>
                  <a:pt x="530259" y="127754"/>
                  <a:pt x="529631" y="129338"/>
                  <a:pt x="528376" y="131319"/>
                </a:cubicBezTo>
                <a:cubicBezTo>
                  <a:pt x="527123" y="133299"/>
                  <a:pt x="525506" y="135281"/>
                  <a:pt x="523525" y="137263"/>
                </a:cubicBezTo>
                <a:cubicBezTo>
                  <a:pt x="521544" y="139244"/>
                  <a:pt x="519332" y="140961"/>
                  <a:pt x="516888" y="142413"/>
                </a:cubicBezTo>
                <a:cubicBezTo>
                  <a:pt x="514446" y="143864"/>
                  <a:pt x="512036" y="144589"/>
                  <a:pt x="509659" y="144589"/>
                </a:cubicBezTo>
                <a:close/>
                <a:moveTo>
                  <a:pt x="597007" y="144589"/>
                </a:moveTo>
                <a:cubicBezTo>
                  <a:pt x="589217" y="144589"/>
                  <a:pt x="581988" y="143567"/>
                  <a:pt x="575319" y="141522"/>
                </a:cubicBezTo>
                <a:cubicBezTo>
                  <a:pt x="568652" y="139475"/>
                  <a:pt x="562907" y="136372"/>
                  <a:pt x="558086" y="132213"/>
                </a:cubicBezTo>
                <a:cubicBezTo>
                  <a:pt x="553266" y="128052"/>
                  <a:pt x="549470" y="122869"/>
                  <a:pt x="546698" y="116663"/>
                </a:cubicBezTo>
                <a:cubicBezTo>
                  <a:pt x="543925" y="110458"/>
                  <a:pt x="542539" y="103129"/>
                  <a:pt x="542539" y="94676"/>
                </a:cubicBezTo>
                <a:cubicBezTo>
                  <a:pt x="542539" y="84906"/>
                  <a:pt x="543992" y="76555"/>
                  <a:pt x="546897" y="69621"/>
                </a:cubicBezTo>
                <a:cubicBezTo>
                  <a:pt x="549803" y="62688"/>
                  <a:pt x="553665" y="56977"/>
                  <a:pt x="558485" y="52488"/>
                </a:cubicBezTo>
                <a:cubicBezTo>
                  <a:pt x="563304" y="47999"/>
                  <a:pt x="568750" y="44731"/>
                  <a:pt x="574823" y="42684"/>
                </a:cubicBezTo>
                <a:cubicBezTo>
                  <a:pt x="580898" y="40637"/>
                  <a:pt x="587105" y="39613"/>
                  <a:pt x="593444" y="39613"/>
                </a:cubicBezTo>
                <a:cubicBezTo>
                  <a:pt x="600177" y="39613"/>
                  <a:pt x="606053" y="40373"/>
                  <a:pt x="611070" y="41892"/>
                </a:cubicBezTo>
                <a:cubicBezTo>
                  <a:pt x="616089" y="43411"/>
                  <a:pt x="620281" y="45458"/>
                  <a:pt x="623648" y="48033"/>
                </a:cubicBezTo>
                <a:cubicBezTo>
                  <a:pt x="627015" y="50608"/>
                  <a:pt x="629524" y="53678"/>
                  <a:pt x="631174" y="57242"/>
                </a:cubicBezTo>
                <a:cubicBezTo>
                  <a:pt x="632826" y="60806"/>
                  <a:pt x="633652" y="64636"/>
                  <a:pt x="633652" y="68730"/>
                </a:cubicBezTo>
                <a:cubicBezTo>
                  <a:pt x="633652" y="75333"/>
                  <a:pt x="631737" y="80978"/>
                  <a:pt x="627907" y="85667"/>
                </a:cubicBezTo>
                <a:cubicBezTo>
                  <a:pt x="624076" y="90353"/>
                  <a:pt x="619256" y="94216"/>
                  <a:pt x="613445" y="97254"/>
                </a:cubicBezTo>
                <a:cubicBezTo>
                  <a:pt x="607636" y="100291"/>
                  <a:pt x="601365" y="102535"/>
                  <a:pt x="594631" y="103988"/>
                </a:cubicBezTo>
                <a:cubicBezTo>
                  <a:pt x="587898" y="105439"/>
                  <a:pt x="581559" y="106296"/>
                  <a:pt x="575615" y="106560"/>
                </a:cubicBezTo>
                <a:cubicBezTo>
                  <a:pt x="577862" y="112635"/>
                  <a:pt x="581460" y="116794"/>
                  <a:pt x="586411" y="119039"/>
                </a:cubicBezTo>
                <a:cubicBezTo>
                  <a:pt x="591363" y="121283"/>
                  <a:pt x="596678" y="122406"/>
                  <a:pt x="602356" y="122406"/>
                </a:cubicBezTo>
                <a:cubicBezTo>
                  <a:pt x="606184" y="122406"/>
                  <a:pt x="609585" y="121944"/>
                  <a:pt x="612556" y="121022"/>
                </a:cubicBezTo>
                <a:cubicBezTo>
                  <a:pt x="615528" y="120097"/>
                  <a:pt x="618137" y="119073"/>
                  <a:pt x="620381" y="117951"/>
                </a:cubicBezTo>
                <a:cubicBezTo>
                  <a:pt x="622626" y="116829"/>
                  <a:pt x="624474" y="115805"/>
                  <a:pt x="625927" y="114880"/>
                </a:cubicBezTo>
                <a:cubicBezTo>
                  <a:pt x="627380" y="113955"/>
                  <a:pt x="628502" y="113493"/>
                  <a:pt x="629294" y="113493"/>
                </a:cubicBezTo>
                <a:cubicBezTo>
                  <a:pt x="629953" y="113493"/>
                  <a:pt x="630579" y="113692"/>
                  <a:pt x="631174" y="114088"/>
                </a:cubicBezTo>
                <a:cubicBezTo>
                  <a:pt x="631768" y="114483"/>
                  <a:pt x="632065" y="115210"/>
                  <a:pt x="632065" y="116268"/>
                </a:cubicBezTo>
                <a:cubicBezTo>
                  <a:pt x="632065" y="117851"/>
                  <a:pt x="631735" y="120194"/>
                  <a:pt x="631074" y="123297"/>
                </a:cubicBezTo>
                <a:cubicBezTo>
                  <a:pt x="630415" y="126400"/>
                  <a:pt x="629491" y="129471"/>
                  <a:pt x="628303" y="132509"/>
                </a:cubicBezTo>
                <a:cubicBezTo>
                  <a:pt x="627906" y="133565"/>
                  <a:pt x="626849" y="134786"/>
                  <a:pt x="625132" y="136172"/>
                </a:cubicBezTo>
                <a:cubicBezTo>
                  <a:pt x="623418" y="137559"/>
                  <a:pt x="621206" y="138879"/>
                  <a:pt x="618498" y="140135"/>
                </a:cubicBezTo>
                <a:cubicBezTo>
                  <a:pt x="615792" y="141388"/>
                  <a:pt x="612623" y="142444"/>
                  <a:pt x="608990" y="143302"/>
                </a:cubicBezTo>
                <a:cubicBezTo>
                  <a:pt x="605359" y="144160"/>
                  <a:pt x="601365" y="144589"/>
                  <a:pt x="597007" y="144589"/>
                </a:cubicBezTo>
                <a:moveTo>
                  <a:pt x="573835" y="91509"/>
                </a:moveTo>
                <a:cubicBezTo>
                  <a:pt x="577796" y="91112"/>
                  <a:pt x="581592" y="90287"/>
                  <a:pt x="585223" y="89034"/>
                </a:cubicBezTo>
                <a:cubicBezTo>
                  <a:pt x="588854" y="87778"/>
                  <a:pt x="592089" y="86127"/>
                  <a:pt x="594927" y="84080"/>
                </a:cubicBezTo>
                <a:cubicBezTo>
                  <a:pt x="597766" y="82033"/>
                  <a:pt x="600011" y="79558"/>
                  <a:pt x="601661" y="76654"/>
                </a:cubicBezTo>
                <a:cubicBezTo>
                  <a:pt x="603313" y="73749"/>
                  <a:pt x="604139" y="70513"/>
                  <a:pt x="604139" y="66947"/>
                </a:cubicBezTo>
                <a:cubicBezTo>
                  <a:pt x="604139" y="64174"/>
                  <a:pt x="603181" y="61898"/>
                  <a:pt x="601265" y="60116"/>
                </a:cubicBezTo>
                <a:cubicBezTo>
                  <a:pt x="599351" y="58333"/>
                  <a:pt x="597073" y="57442"/>
                  <a:pt x="594432" y="57442"/>
                </a:cubicBezTo>
                <a:cubicBezTo>
                  <a:pt x="591923" y="57442"/>
                  <a:pt x="589480" y="58036"/>
                  <a:pt x="587103" y="59225"/>
                </a:cubicBezTo>
                <a:cubicBezTo>
                  <a:pt x="584727" y="60412"/>
                  <a:pt x="582581" y="62359"/>
                  <a:pt x="580665" y="65067"/>
                </a:cubicBezTo>
                <a:cubicBezTo>
                  <a:pt x="578751" y="67773"/>
                  <a:pt x="577200" y="71272"/>
                  <a:pt x="576011" y="75563"/>
                </a:cubicBezTo>
                <a:cubicBezTo>
                  <a:pt x="574824" y="79855"/>
                  <a:pt x="574099" y="85170"/>
                  <a:pt x="573835" y="91509"/>
                </a:cubicBezTo>
                <a:close/>
                <a:moveTo>
                  <a:pt x="685940" y="144589"/>
                </a:moveTo>
                <a:cubicBezTo>
                  <a:pt x="676170" y="144589"/>
                  <a:pt x="668610" y="141817"/>
                  <a:pt x="663261" y="136272"/>
                </a:cubicBezTo>
                <a:cubicBezTo>
                  <a:pt x="657913" y="130725"/>
                  <a:pt x="655240" y="123595"/>
                  <a:pt x="655240" y="114880"/>
                </a:cubicBezTo>
                <a:lnTo>
                  <a:pt x="655240" y="61996"/>
                </a:lnTo>
                <a:lnTo>
                  <a:pt x="649893" y="61996"/>
                </a:lnTo>
                <a:cubicBezTo>
                  <a:pt x="648838" y="61996"/>
                  <a:pt x="647880" y="61238"/>
                  <a:pt x="647022" y="59720"/>
                </a:cubicBezTo>
                <a:cubicBezTo>
                  <a:pt x="646164" y="58201"/>
                  <a:pt x="645735" y="55593"/>
                  <a:pt x="645735" y="51896"/>
                </a:cubicBezTo>
                <a:cubicBezTo>
                  <a:pt x="645735" y="48065"/>
                  <a:pt x="646164" y="45392"/>
                  <a:pt x="647022" y="43875"/>
                </a:cubicBezTo>
                <a:cubicBezTo>
                  <a:pt x="647880" y="42355"/>
                  <a:pt x="648838" y="41596"/>
                  <a:pt x="649893" y="41596"/>
                </a:cubicBezTo>
                <a:lnTo>
                  <a:pt x="655240" y="41596"/>
                </a:lnTo>
                <a:lnTo>
                  <a:pt x="655240" y="22580"/>
                </a:lnTo>
                <a:cubicBezTo>
                  <a:pt x="655240" y="21524"/>
                  <a:pt x="656296" y="20303"/>
                  <a:pt x="658407" y="18917"/>
                </a:cubicBezTo>
                <a:cubicBezTo>
                  <a:pt x="660521" y="17530"/>
                  <a:pt x="663030" y="16243"/>
                  <a:pt x="665936" y="15054"/>
                </a:cubicBezTo>
                <a:cubicBezTo>
                  <a:pt x="668841" y="13865"/>
                  <a:pt x="671713" y="12842"/>
                  <a:pt x="674552" y="11983"/>
                </a:cubicBezTo>
                <a:cubicBezTo>
                  <a:pt x="677391" y="11125"/>
                  <a:pt x="679603" y="10696"/>
                  <a:pt x="681189" y="10696"/>
                </a:cubicBezTo>
                <a:cubicBezTo>
                  <a:pt x="683434" y="10696"/>
                  <a:pt x="684556" y="11950"/>
                  <a:pt x="684556" y="14459"/>
                </a:cubicBezTo>
                <a:lnTo>
                  <a:pt x="684556" y="41596"/>
                </a:lnTo>
                <a:lnTo>
                  <a:pt x="702381" y="41596"/>
                </a:lnTo>
                <a:cubicBezTo>
                  <a:pt x="704493" y="41596"/>
                  <a:pt x="705549" y="42652"/>
                  <a:pt x="705549" y="44763"/>
                </a:cubicBezTo>
                <a:cubicBezTo>
                  <a:pt x="705549" y="45952"/>
                  <a:pt x="705186" y="47537"/>
                  <a:pt x="704461" y="49517"/>
                </a:cubicBezTo>
                <a:cubicBezTo>
                  <a:pt x="703735" y="51498"/>
                  <a:pt x="702778" y="53413"/>
                  <a:pt x="701590" y="55263"/>
                </a:cubicBezTo>
                <a:cubicBezTo>
                  <a:pt x="700401" y="57110"/>
                  <a:pt x="699113" y="58695"/>
                  <a:pt x="697727" y="60017"/>
                </a:cubicBezTo>
                <a:cubicBezTo>
                  <a:pt x="696341" y="61336"/>
                  <a:pt x="694987" y="61996"/>
                  <a:pt x="693665" y="61996"/>
                </a:cubicBezTo>
                <a:lnTo>
                  <a:pt x="684556" y="61996"/>
                </a:lnTo>
                <a:lnTo>
                  <a:pt x="684556" y="106164"/>
                </a:lnTo>
                <a:cubicBezTo>
                  <a:pt x="684556" y="112503"/>
                  <a:pt x="685975" y="117059"/>
                  <a:pt x="688814" y="119834"/>
                </a:cubicBezTo>
                <a:cubicBezTo>
                  <a:pt x="691653" y="122606"/>
                  <a:pt x="695317" y="123992"/>
                  <a:pt x="699806" y="123992"/>
                </a:cubicBezTo>
                <a:lnTo>
                  <a:pt x="704361" y="123992"/>
                </a:lnTo>
                <a:cubicBezTo>
                  <a:pt x="705153" y="123992"/>
                  <a:pt x="705747" y="124290"/>
                  <a:pt x="706144" y="124884"/>
                </a:cubicBezTo>
                <a:cubicBezTo>
                  <a:pt x="706541" y="125476"/>
                  <a:pt x="706740" y="126103"/>
                  <a:pt x="706740" y="126764"/>
                </a:cubicBezTo>
                <a:cubicBezTo>
                  <a:pt x="706740" y="127820"/>
                  <a:pt x="706079" y="129338"/>
                  <a:pt x="704757" y="131319"/>
                </a:cubicBezTo>
                <a:cubicBezTo>
                  <a:pt x="703437" y="133299"/>
                  <a:pt x="701787" y="135281"/>
                  <a:pt x="699806" y="137263"/>
                </a:cubicBezTo>
                <a:cubicBezTo>
                  <a:pt x="697826" y="139244"/>
                  <a:pt x="695614" y="140961"/>
                  <a:pt x="693169" y="142413"/>
                </a:cubicBezTo>
                <a:cubicBezTo>
                  <a:pt x="690727" y="143864"/>
                  <a:pt x="688318" y="144589"/>
                  <a:pt x="685940" y="144589"/>
                </a:cubicBezTo>
                <a:close/>
                <a:moveTo>
                  <a:pt x="755068" y="144589"/>
                </a:moveTo>
                <a:cubicBezTo>
                  <a:pt x="750446" y="144589"/>
                  <a:pt x="746055" y="143831"/>
                  <a:pt x="741894" y="142314"/>
                </a:cubicBezTo>
                <a:cubicBezTo>
                  <a:pt x="737735" y="140794"/>
                  <a:pt x="734105" y="138649"/>
                  <a:pt x="731002" y="135876"/>
                </a:cubicBezTo>
                <a:cubicBezTo>
                  <a:pt x="727899" y="133104"/>
                  <a:pt x="725423" y="129737"/>
                  <a:pt x="723573" y="125776"/>
                </a:cubicBezTo>
                <a:cubicBezTo>
                  <a:pt x="721725" y="121812"/>
                  <a:pt x="720801" y="117322"/>
                  <a:pt x="720801" y="112305"/>
                </a:cubicBezTo>
                <a:lnTo>
                  <a:pt x="720801" y="46350"/>
                </a:lnTo>
                <a:cubicBezTo>
                  <a:pt x="720801" y="45028"/>
                  <a:pt x="721759" y="43906"/>
                  <a:pt x="723673" y="42983"/>
                </a:cubicBezTo>
                <a:cubicBezTo>
                  <a:pt x="725587" y="42058"/>
                  <a:pt x="729515" y="41596"/>
                  <a:pt x="735457" y="41596"/>
                </a:cubicBezTo>
                <a:cubicBezTo>
                  <a:pt x="741531" y="41596"/>
                  <a:pt x="745493" y="42058"/>
                  <a:pt x="747340" y="42983"/>
                </a:cubicBezTo>
                <a:cubicBezTo>
                  <a:pt x="749190" y="43906"/>
                  <a:pt x="750115" y="45028"/>
                  <a:pt x="750115" y="46350"/>
                </a:cubicBezTo>
                <a:lnTo>
                  <a:pt x="750115" y="106560"/>
                </a:lnTo>
                <a:cubicBezTo>
                  <a:pt x="750115" y="111446"/>
                  <a:pt x="751534" y="115144"/>
                  <a:pt x="754373" y="117655"/>
                </a:cubicBezTo>
                <a:cubicBezTo>
                  <a:pt x="757212" y="120163"/>
                  <a:pt x="760943" y="121417"/>
                  <a:pt x="765565" y="121417"/>
                </a:cubicBezTo>
                <a:cubicBezTo>
                  <a:pt x="767942" y="121417"/>
                  <a:pt x="770220" y="121022"/>
                  <a:pt x="772398" y="120230"/>
                </a:cubicBezTo>
                <a:cubicBezTo>
                  <a:pt x="774576" y="119436"/>
                  <a:pt x="776457" y="118412"/>
                  <a:pt x="778041" y="117159"/>
                </a:cubicBezTo>
                <a:cubicBezTo>
                  <a:pt x="779626" y="115904"/>
                  <a:pt x="780914" y="114518"/>
                  <a:pt x="781903" y="113000"/>
                </a:cubicBezTo>
                <a:cubicBezTo>
                  <a:pt x="782894" y="111481"/>
                  <a:pt x="783390" y="109995"/>
                  <a:pt x="783390" y="108543"/>
                </a:cubicBezTo>
                <a:lnTo>
                  <a:pt x="783390" y="46350"/>
                </a:lnTo>
                <a:cubicBezTo>
                  <a:pt x="783390" y="45028"/>
                  <a:pt x="784347" y="43906"/>
                  <a:pt x="786261" y="42983"/>
                </a:cubicBezTo>
                <a:cubicBezTo>
                  <a:pt x="788177" y="42058"/>
                  <a:pt x="792106" y="41596"/>
                  <a:pt x="798048" y="41596"/>
                </a:cubicBezTo>
                <a:cubicBezTo>
                  <a:pt x="804121" y="41596"/>
                  <a:pt x="808082" y="42058"/>
                  <a:pt x="809932" y="42983"/>
                </a:cubicBezTo>
                <a:cubicBezTo>
                  <a:pt x="811781" y="43906"/>
                  <a:pt x="812706" y="45028"/>
                  <a:pt x="812706" y="46350"/>
                </a:cubicBezTo>
                <a:lnTo>
                  <a:pt x="812706" y="115476"/>
                </a:lnTo>
                <a:cubicBezTo>
                  <a:pt x="812706" y="118512"/>
                  <a:pt x="813399" y="120691"/>
                  <a:pt x="814786" y="122013"/>
                </a:cubicBezTo>
                <a:cubicBezTo>
                  <a:pt x="816172" y="123333"/>
                  <a:pt x="817987" y="123992"/>
                  <a:pt x="820232" y="123992"/>
                </a:cubicBezTo>
                <a:lnTo>
                  <a:pt x="824390" y="123992"/>
                </a:lnTo>
                <a:cubicBezTo>
                  <a:pt x="826240" y="123992"/>
                  <a:pt x="827165" y="124851"/>
                  <a:pt x="827165" y="126567"/>
                </a:cubicBezTo>
                <a:cubicBezTo>
                  <a:pt x="827165" y="127754"/>
                  <a:pt x="826537" y="129371"/>
                  <a:pt x="825282" y="131418"/>
                </a:cubicBezTo>
                <a:cubicBezTo>
                  <a:pt x="824027" y="133465"/>
                  <a:pt x="822442" y="135447"/>
                  <a:pt x="820528" y="137363"/>
                </a:cubicBezTo>
                <a:cubicBezTo>
                  <a:pt x="818614" y="139277"/>
                  <a:pt x="816435" y="140961"/>
                  <a:pt x="813991" y="142413"/>
                </a:cubicBezTo>
                <a:cubicBezTo>
                  <a:pt x="811549" y="143864"/>
                  <a:pt x="809139" y="144589"/>
                  <a:pt x="806761" y="144589"/>
                </a:cubicBezTo>
                <a:cubicBezTo>
                  <a:pt x="802933" y="144589"/>
                  <a:pt x="799401" y="143302"/>
                  <a:pt x="796165" y="140727"/>
                </a:cubicBezTo>
                <a:cubicBezTo>
                  <a:pt x="792931" y="138152"/>
                  <a:pt x="790192" y="135346"/>
                  <a:pt x="787948" y="132310"/>
                </a:cubicBezTo>
                <a:cubicBezTo>
                  <a:pt x="786626" y="133366"/>
                  <a:pt x="784942" y="134620"/>
                  <a:pt x="782894" y="136073"/>
                </a:cubicBezTo>
                <a:cubicBezTo>
                  <a:pt x="780849" y="137525"/>
                  <a:pt x="778440" y="138879"/>
                  <a:pt x="775665" y="140135"/>
                </a:cubicBezTo>
                <a:cubicBezTo>
                  <a:pt x="772893" y="141388"/>
                  <a:pt x="769790" y="142444"/>
                  <a:pt x="766356" y="143302"/>
                </a:cubicBezTo>
                <a:cubicBezTo>
                  <a:pt x="762923" y="144160"/>
                  <a:pt x="759160" y="144589"/>
                  <a:pt x="755068" y="144589"/>
                </a:cubicBezTo>
                <a:close/>
                <a:moveTo>
                  <a:pt x="930753" y="144589"/>
                </a:moveTo>
                <a:cubicBezTo>
                  <a:pt x="923358" y="144589"/>
                  <a:pt x="917647" y="142510"/>
                  <a:pt x="913619" y="138351"/>
                </a:cubicBezTo>
                <a:cubicBezTo>
                  <a:pt x="909594" y="134193"/>
                  <a:pt x="907581" y="128416"/>
                  <a:pt x="907581" y="121022"/>
                </a:cubicBezTo>
                <a:lnTo>
                  <a:pt x="907581" y="75859"/>
                </a:lnTo>
                <a:cubicBezTo>
                  <a:pt x="907581" y="71106"/>
                  <a:pt x="906392" y="67608"/>
                  <a:pt x="904015" y="65363"/>
                </a:cubicBezTo>
                <a:cubicBezTo>
                  <a:pt x="901637" y="63119"/>
                  <a:pt x="898270" y="61996"/>
                  <a:pt x="893914" y="61996"/>
                </a:cubicBezTo>
                <a:cubicBezTo>
                  <a:pt x="891537" y="61996"/>
                  <a:pt x="889192" y="62492"/>
                  <a:pt x="886881" y="63483"/>
                </a:cubicBezTo>
                <a:cubicBezTo>
                  <a:pt x="884570" y="64472"/>
                  <a:pt x="882458" y="65694"/>
                  <a:pt x="880544" y="67146"/>
                </a:cubicBezTo>
                <a:cubicBezTo>
                  <a:pt x="878629" y="68599"/>
                  <a:pt x="877078" y="70118"/>
                  <a:pt x="875889" y="71704"/>
                </a:cubicBezTo>
                <a:cubicBezTo>
                  <a:pt x="874700" y="73288"/>
                  <a:pt x="874106" y="74673"/>
                  <a:pt x="874106" y="75859"/>
                </a:cubicBezTo>
                <a:lnTo>
                  <a:pt x="874106" y="137856"/>
                </a:lnTo>
                <a:cubicBezTo>
                  <a:pt x="874106" y="139044"/>
                  <a:pt x="873181" y="140135"/>
                  <a:pt x="871332" y="141126"/>
                </a:cubicBezTo>
                <a:cubicBezTo>
                  <a:pt x="869484" y="142115"/>
                  <a:pt x="865523" y="142610"/>
                  <a:pt x="859448" y="142610"/>
                </a:cubicBezTo>
                <a:cubicBezTo>
                  <a:pt x="853506" y="142610"/>
                  <a:pt x="849578" y="142115"/>
                  <a:pt x="847664" y="141126"/>
                </a:cubicBezTo>
                <a:cubicBezTo>
                  <a:pt x="845750" y="140135"/>
                  <a:pt x="844793" y="139044"/>
                  <a:pt x="844793" y="137856"/>
                </a:cubicBezTo>
                <a:lnTo>
                  <a:pt x="844793" y="68533"/>
                </a:lnTo>
                <a:cubicBezTo>
                  <a:pt x="844793" y="66420"/>
                  <a:pt x="844496" y="64604"/>
                  <a:pt x="843901" y="63087"/>
                </a:cubicBezTo>
                <a:cubicBezTo>
                  <a:pt x="843307" y="61568"/>
                  <a:pt x="842679" y="60281"/>
                  <a:pt x="842018" y="59225"/>
                </a:cubicBezTo>
                <a:cubicBezTo>
                  <a:pt x="841357" y="58167"/>
                  <a:pt x="840730" y="57209"/>
                  <a:pt x="840135" y="56351"/>
                </a:cubicBezTo>
                <a:cubicBezTo>
                  <a:pt x="839543" y="55492"/>
                  <a:pt x="839247" y="54667"/>
                  <a:pt x="839247" y="53875"/>
                </a:cubicBezTo>
                <a:cubicBezTo>
                  <a:pt x="839247" y="52687"/>
                  <a:pt x="840137" y="51300"/>
                  <a:pt x="841919" y="49717"/>
                </a:cubicBezTo>
                <a:cubicBezTo>
                  <a:pt x="843702" y="48131"/>
                  <a:pt x="845814" y="46580"/>
                  <a:pt x="848256" y="45062"/>
                </a:cubicBezTo>
                <a:cubicBezTo>
                  <a:pt x="850700" y="43543"/>
                  <a:pt x="853177" y="42256"/>
                  <a:pt x="855685" y="41200"/>
                </a:cubicBezTo>
                <a:cubicBezTo>
                  <a:pt x="858194" y="40142"/>
                  <a:pt x="860241" y="39613"/>
                  <a:pt x="861826" y="39613"/>
                </a:cubicBezTo>
                <a:cubicBezTo>
                  <a:pt x="863410" y="39613"/>
                  <a:pt x="864796" y="39977"/>
                  <a:pt x="865985" y="40704"/>
                </a:cubicBezTo>
                <a:cubicBezTo>
                  <a:pt x="867174" y="41430"/>
                  <a:pt x="868230" y="42387"/>
                  <a:pt x="869152" y="43575"/>
                </a:cubicBezTo>
                <a:cubicBezTo>
                  <a:pt x="870077" y="44764"/>
                  <a:pt x="870870" y="46052"/>
                  <a:pt x="871531" y="47438"/>
                </a:cubicBezTo>
                <a:cubicBezTo>
                  <a:pt x="872192" y="48824"/>
                  <a:pt x="872786" y="50177"/>
                  <a:pt x="873314" y="51497"/>
                </a:cubicBezTo>
                <a:cubicBezTo>
                  <a:pt x="874898" y="50177"/>
                  <a:pt x="876911" y="48824"/>
                  <a:pt x="879353" y="47438"/>
                </a:cubicBezTo>
                <a:cubicBezTo>
                  <a:pt x="881797" y="46052"/>
                  <a:pt x="884471" y="44764"/>
                  <a:pt x="887377" y="43575"/>
                </a:cubicBezTo>
                <a:cubicBezTo>
                  <a:pt x="890282" y="42387"/>
                  <a:pt x="893418" y="41430"/>
                  <a:pt x="896785" y="40704"/>
                </a:cubicBezTo>
                <a:cubicBezTo>
                  <a:pt x="900152" y="39977"/>
                  <a:pt x="903552" y="39613"/>
                  <a:pt x="906986" y="39613"/>
                </a:cubicBezTo>
                <a:cubicBezTo>
                  <a:pt x="911344" y="39613"/>
                  <a:pt x="915338" y="40241"/>
                  <a:pt x="918969" y="41496"/>
                </a:cubicBezTo>
                <a:cubicBezTo>
                  <a:pt x="922600" y="42749"/>
                  <a:pt x="925736" y="44531"/>
                  <a:pt x="928377" y="46842"/>
                </a:cubicBezTo>
                <a:cubicBezTo>
                  <a:pt x="931019" y="49154"/>
                  <a:pt x="933098" y="51960"/>
                  <a:pt x="934615" y="55263"/>
                </a:cubicBezTo>
                <a:cubicBezTo>
                  <a:pt x="936135" y="58563"/>
                  <a:pt x="936894" y="62326"/>
                  <a:pt x="936894" y="66551"/>
                </a:cubicBezTo>
                <a:lnTo>
                  <a:pt x="936894" y="115476"/>
                </a:lnTo>
                <a:cubicBezTo>
                  <a:pt x="936894" y="118512"/>
                  <a:pt x="937587" y="120691"/>
                  <a:pt x="938973" y="122013"/>
                </a:cubicBezTo>
                <a:cubicBezTo>
                  <a:pt x="940360" y="123333"/>
                  <a:pt x="942175" y="123992"/>
                  <a:pt x="944420" y="123992"/>
                </a:cubicBezTo>
                <a:lnTo>
                  <a:pt x="948578" y="123992"/>
                </a:lnTo>
                <a:cubicBezTo>
                  <a:pt x="950428" y="123992"/>
                  <a:pt x="951353" y="124851"/>
                  <a:pt x="951353" y="126567"/>
                </a:cubicBezTo>
                <a:cubicBezTo>
                  <a:pt x="951353" y="127754"/>
                  <a:pt x="950725" y="129338"/>
                  <a:pt x="949470" y="131319"/>
                </a:cubicBezTo>
                <a:cubicBezTo>
                  <a:pt x="948217" y="133299"/>
                  <a:pt x="946600" y="135281"/>
                  <a:pt x="944619" y="137263"/>
                </a:cubicBezTo>
                <a:cubicBezTo>
                  <a:pt x="942638" y="139244"/>
                  <a:pt x="940426" y="140961"/>
                  <a:pt x="937982" y="142413"/>
                </a:cubicBezTo>
                <a:cubicBezTo>
                  <a:pt x="935540" y="143864"/>
                  <a:pt x="933130" y="144589"/>
                  <a:pt x="930753" y="144589"/>
                </a:cubicBezTo>
                <a:close/>
                <a:moveTo>
                  <a:pt x="981262" y="0"/>
                </a:moveTo>
                <a:cubicBezTo>
                  <a:pt x="986807" y="0"/>
                  <a:pt x="990833" y="1189"/>
                  <a:pt x="993342" y="3566"/>
                </a:cubicBezTo>
                <a:cubicBezTo>
                  <a:pt x="995853" y="5942"/>
                  <a:pt x="997108" y="9837"/>
                  <a:pt x="997108" y="15250"/>
                </a:cubicBezTo>
                <a:cubicBezTo>
                  <a:pt x="997108" y="20797"/>
                  <a:pt x="995853" y="24693"/>
                  <a:pt x="993342" y="26938"/>
                </a:cubicBezTo>
                <a:cubicBezTo>
                  <a:pt x="990833" y="29182"/>
                  <a:pt x="986807" y="30304"/>
                  <a:pt x="981262" y="30304"/>
                </a:cubicBezTo>
                <a:cubicBezTo>
                  <a:pt x="975715" y="30304"/>
                  <a:pt x="971687" y="29182"/>
                  <a:pt x="969179" y="26938"/>
                </a:cubicBezTo>
                <a:cubicBezTo>
                  <a:pt x="966670" y="24693"/>
                  <a:pt x="965416" y="20797"/>
                  <a:pt x="965416" y="15250"/>
                </a:cubicBezTo>
                <a:cubicBezTo>
                  <a:pt x="965416" y="9837"/>
                  <a:pt x="966670" y="5942"/>
                  <a:pt x="969179" y="3566"/>
                </a:cubicBezTo>
                <a:cubicBezTo>
                  <a:pt x="971687" y="1189"/>
                  <a:pt x="975715" y="0"/>
                  <a:pt x="981262" y="0"/>
                </a:cubicBezTo>
                <a:moveTo>
                  <a:pt x="995917" y="115476"/>
                </a:moveTo>
                <a:cubicBezTo>
                  <a:pt x="995917" y="118512"/>
                  <a:pt x="996610" y="120691"/>
                  <a:pt x="997996" y="122013"/>
                </a:cubicBezTo>
                <a:cubicBezTo>
                  <a:pt x="999385" y="123333"/>
                  <a:pt x="1001201" y="123992"/>
                  <a:pt x="1003446" y="123992"/>
                </a:cubicBezTo>
                <a:lnTo>
                  <a:pt x="1007604" y="123992"/>
                </a:lnTo>
                <a:cubicBezTo>
                  <a:pt x="1009452" y="123992"/>
                  <a:pt x="1010376" y="124851"/>
                  <a:pt x="1010376" y="126567"/>
                </a:cubicBezTo>
                <a:cubicBezTo>
                  <a:pt x="1010376" y="127754"/>
                  <a:pt x="1009748" y="129338"/>
                  <a:pt x="1008493" y="131319"/>
                </a:cubicBezTo>
                <a:cubicBezTo>
                  <a:pt x="1007239" y="133299"/>
                  <a:pt x="1005656" y="135281"/>
                  <a:pt x="1003742" y="137263"/>
                </a:cubicBezTo>
                <a:cubicBezTo>
                  <a:pt x="1001828" y="139244"/>
                  <a:pt x="999649" y="140961"/>
                  <a:pt x="997204" y="142413"/>
                </a:cubicBezTo>
                <a:cubicBezTo>
                  <a:pt x="994762" y="143864"/>
                  <a:pt x="992353" y="144589"/>
                  <a:pt x="989975" y="144589"/>
                </a:cubicBezTo>
                <a:cubicBezTo>
                  <a:pt x="982581" y="144589"/>
                  <a:pt x="976836" y="142510"/>
                  <a:pt x="972742" y="138351"/>
                </a:cubicBezTo>
                <a:cubicBezTo>
                  <a:pt x="968650" y="134193"/>
                  <a:pt x="966604" y="128416"/>
                  <a:pt x="966604" y="121022"/>
                </a:cubicBezTo>
                <a:lnTo>
                  <a:pt x="966604" y="46350"/>
                </a:lnTo>
                <a:cubicBezTo>
                  <a:pt x="966604" y="45028"/>
                  <a:pt x="967561" y="43906"/>
                  <a:pt x="969475" y="42983"/>
                </a:cubicBezTo>
                <a:cubicBezTo>
                  <a:pt x="971391" y="42058"/>
                  <a:pt x="975320" y="41596"/>
                  <a:pt x="981262" y="41596"/>
                </a:cubicBezTo>
                <a:cubicBezTo>
                  <a:pt x="987335" y="41596"/>
                  <a:pt x="991295" y="42058"/>
                  <a:pt x="993143" y="42983"/>
                </a:cubicBezTo>
                <a:cubicBezTo>
                  <a:pt x="994992" y="43906"/>
                  <a:pt x="995917" y="45028"/>
                  <a:pt x="995917" y="46350"/>
                </a:cubicBezTo>
                <a:lnTo>
                  <a:pt x="995917" y="115476"/>
                </a:lnTo>
                <a:close/>
                <a:moveTo>
                  <a:pt x="1115750" y="144589"/>
                </a:moveTo>
                <a:cubicBezTo>
                  <a:pt x="1108355" y="144589"/>
                  <a:pt x="1102644" y="142510"/>
                  <a:pt x="1098617" y="138351"/>
                </a:cubicBezTo>
                <a:cubicBezTo>
                  <a:pt x="1094591" y="134193"/>
                  <a:pt x="1092578" y="128416"/>
                  <a:pt x="1092578" y="121022"/>
                </a:cubicBezTo>
                <a:lnTo>
                  <a:pt x="1092578" y="75859"/>
                </a:lnTo>
                <a:cubicBezTo>
                  <a:pt x="1092578" y="71106"/>
                  <a:pt x="1091389" y="67608"/>
                  <a:pt x="1089012" y="65363"/>
                </a:cubicBezTo>
                <a:cubicBezTo>
                  <a:pt x="1086634" y="63119"/>
                  <a:pt x="1083267" y="61996"/>
                  <a:pt x="1078911" y="61996"/>
                </a:cubicBezTo>
                <a:cubicBezTo>
                  <a:pt x="1076534" y="61996"/>
                  <a:pt x="1074189" y="62492"/>
                  <a:pt x="1071878" y="63483"/>
                </a:cubicBezTo>
                <a:cubicBezTo>
                  <a:pt x="1069567" y="64472"/>
                  <a:pt x="1067455" y="65694"/>
                  <a:pt x="1065541" y="67146"/>
                </a:cubicBezTo>
                <a:cubicBezTo>
                  <a:pt x="1063627" y="68599"/>
                  <a:pt x="1062075" y="70118"/>
                  <a:pt x="1060886" y="71704"/>
                </a:cubicBezTo>
                <a:cubicBezTo>
                  <a:pt x="1059698" y="73288"/>
                  <a:pt x="1059103" y="74673"/>
                  <a:pt x="1059103" y="75859"/>
                </a:cubicBezTo>
                <a:lnTo>
                  <a:pt x="1059103" y="137856"/>
                </a:lnTo>
                <a:cubicBezTo>
                  <a:pt x="1059103" y="139044"/>
                  <a:pt x="1058178" y="140135"/>
                  <a:pt x="1056329" y="141126"/>
                </a:cubicBezTo>
                <a:cubicBezTo>
                  <a:pt x="1054481" y="142115"/>
                  <a:pt x="1050520" y="142610"/>
                  <a:pt x="1044445" y="142610"/>
                </a:cubicBezTo>
                <a:cubicBezTo>
                  <a:pt x="1038503" y="142610"/>
                  <a:pt x="1034575" y="142115"/>
                  <a:pt x="1032661" y="141126"/>
                </a:cubicBezTo>
                <a:cubicBezTo>
                  <a:pt x="1030747" y="140135"/>
                  <a:pt x="1029790" y="139044"/>
                  <a:pt x="1029790" y="137856"/>
                </a:cubicBezTo>
                <a:lnTo>
                  <a:pt x="1029790" y="68533"/>
                </a:lnTo>
                <a:cubicBezTo>
                  <a:pt x="1029790" y="66420"/>
                  <a:pt x="1029493" y="64604"/>
                  <a:pt x="1028898" y="63087"/>
                </a:cubicBezTo>
                <a:cubicBezTo>
                  <a:pt x="1028304" y="61568"/>
                  <a:pt x="1027676" y="60281"/>
                  <a:pt x="1027015" y="59225"/>
                </a:cubicBezTo>
                <a:cubicBezTo>
                  <a:pt x="1026355" y="58167"/>
                  <a:pt x="1025727" y="57209"/>
                  <a:pt x="1025133" y="56351"/>
                </a:cubicBezTo>
                <a:cubicBezTo>
                  <a:pt x="1024540" y="55492"/>
                  <a:pt x="1024244" y="54667"/>
                  <a:pt x="1024244" y="53875"/>
                </a:cubicBezTo>
                <a:cubicBezTo>
                  <a:pt x="1024244" y="52687"/>
                  <a:pt x="1025135" y="51300"/>
                  <a:pt x="1026916" y="49717"/>
                </a:cubicBezTo>
                <a:cubicBezTo>
                  <a:pt x="1028699" y="48131"/>
                  <a:pt x="1030811" y="46580"/>
                  <a:pt x="1033253" y="45062"/>
                </a:cubicBezTo>
                <a:cubicBezTo>
                  <a:pt x="1035698" y="43543"/>
                  <a:pt x="1038174" y="42256"/>
                  <a:pt x="1040682" y="41200"/>
                </a:cubicBezTo>
                <a:cubicBezTo>
                  <a:pt x="1043191" y="40142"/>
                  <a:pt x="1045238" y="39613"/>
                  <a:pt x="1046824" y="39613"/>
                </a:cubicBezTo>
                <a:cubicBezTo>
                  <a:pt x="1048407" y="39613"/>
                  <a:pt x="1049793" y="39977"/>
                  <a:pt x="1050982" y="40704"/>
                </a:cubicBezTo>
                <a:cubicBezTo>
                  <a:pt x="1052171" y="41430"/>
                  <a:pt x="1053227" y="42387"/>
                  <a:pt x="1054150" y="43575"/>
                </a:cubicBezTo>
                <a:cubicBezTo>
                  <a:pt x="1055074" y="44764"/>
                  <a:pt x="1055867" y="46052"/>
                  <a:pt x="1056528" y="47438"/>
                </a:cubicBezTo>
                <a:cubicBezTo>
                  <a:pt x="1057189" y="48824"/>
                  <a:pt x="1057783" y="50177"/>
                  <a:pt x="1058311" y="51497"/>
                </a:cubicBezTo>
                <a:cubicBezTo>
                  <a:pt x="1059895" y="50177"/>
                  <a:pt x="1061908" y="48824"/>
                  <a:pt x="1064350" y="47438"/>
                </a:cubicBezTo>
                <a:cubicBezTo>
                  <a:pt x="1066794" y="46052"/>
                  <a:pt x="1069469" y="44764"/>
                  <a:pt x="1072374" y="43575"/>
                </a:cubicBezTo>
                <a:cubicBezTo>
                  <a:pt x="1075279" y="42387"/>
                  <a:pt x="1078416" y="41430"/>
                  <a:pt x="1081782" y="40704"/>
                </a:cubicBezTo>
                <a:cubicBezTo>
                  <a:pt x="1085149" y="39977"/>
                  <a:pt x="1088549" y="39613"/>
                  <a:pt x="1091983" y="39613"/>
                </a:cubicBezTo>
                <a:cubicBezTo>
                  <a:pt x="1096341" y="39613"/>
                  <a:pt x="1100335" y="40241"/>
                  <a:pt x="1103966" y="41496"/>
                </a:cubicBezTo>
                <a:cubicBezTo>
                  <a:pt x="1107597" y="42749"/>
                  <a:pt x="1110733" y="44531"/>
                  <a:pt x="1113374" y="46842"/>
                </a:cubicBezTo>
                <a:cubicBezTo>
                  <a:pt x="1116016" y="49154"/>
                  <a:pt x="1118095" y="51960"/>
                  <a:pt x="1119612" y="55263"/>
                </a:cubicBezTo>
                <a:cubicBezTo>
                  <a:pt x="1121132" y="58563"/>
                  <a:pt x="1121891" y="62326"/>
                  <a:pt x="1121891" y="66551"/>
                </a:cubicBezTo>
                <a:lnTo>
                  <a:pt x="1121891" y="115476"/>
                </a:lnTo>
                <a:cubicBezTo>
                  <a:pt x="1121891" y="118512"/>
                  <a:pt x="1122584" y="120691"/>
                  <a:pt x="1123971" y="122013"/>
                </a:cubicBezTo>
                <a:cubicBezTo>
                  <a:pt x="1125357" y="123333"/>
                  <a:pt x="1127172" y="123992"/>
                  <a:pt x="1129417" y="123992"/>
                </a:cubicBezTo>
                <a:lnTo>
                  <a:pt x="1133575" y="123992"/>
                </a:lnTo>
                <a:cubicBezTo>
                  <a:pt x="1135425" y="123992"/>
                  <a:pt x="1136350" y="124851"/>
                  <a:pt x="1136350" y="126567"/>
                </a:cubicBezTo>
                <a:cubicBezTo>
                  <a:pt x="1136350" y="127754"/>
                  <a:pt x="1135722" y="129338"/>
                  <a:pt x="1134467" y="131319"/>
                </a:cubicBezTo>
                <a:cubicBezTo>
                  <a:pt x="1133214" y="133299"/>
                  <a:pt x="1131597" y="135281"/>
                  <a:pt x="1129616" y="137263"/>
                </a:cubicBezTo>
                <a:cubicBezTo>
                  <a:pt x="1127636" y="139244"/>
                  <a:pt x="1125423" y="140961"/>
                  <a:pt x="1122979" y="142413"/>
                </a:cubicBezTo>
                <a:cubicBezTo>
                  <a:pt x="1120537" y="143864"/>
                  <a:pt x="1118127" y="144589"/>
                  <a:pt x="1115750" y="144589"/>
                </a:cubicBezTo>
                <a:close/>
                <a:moveTo>
                  <a:pt x="1214784" y="137064"/>
                </a:moveTo>
                <a:cubicBezTo>
                  <a:pt x="1212671" y="138517"/>
                  <a:pt x="1210426" y="139771"/>
                  <a:pt x="1208051" y="140827"/>
                </a:cubicBezTo>
                <a:cubicBezTo>
                  <a:pt x="1205806" y="141882"/>
                  <a:pt x="1203264" y="142773"/>
                  <a:pt x="1200425" y="143498"/>
                </a:cubicBezTo>
                <a:cubicBezTo>
                  <a:pt x="1197586" y="144226"/>
                  <a:pt x="1194450" y="144589"/>
                  <a:pt x="1191017" y="144589"/>
                </a:cubicBezTo>
                <a:cubicBezTo>
                  <a:pt x="1186131" y="144589"/>
                  <a:pt x="1181178" y="143632"/>
                  <a:pt x="1176159" y="141718"/>
                </a:cubicBezTo>
                <a:cubicBezTo>
                  <a:pt x="1171142" y="139804"/>
                  <a:pt x="1166587" y="136900"/>
                  <a:pt x="1162493" y="133005"/>
                </a:cubicBezTo>
                <a:cubicBezTo>
                  <a:pt x="1158400" y="129108"/>
                  <a:pt x="1155067" y="124189"/>
                  <a:pt x="1152492" y="118247"/>
                </a:cubicBezTo>
                <a:cubicBezTo>
                  <a:pt x="1149917" y="112305"/>
                  <a:pt x="1148629" y="105307"/>
                  <a:pt x="1148629" y="97251"/>
                </a:cubicBezTo>
                <a:cubicBezTo>
                  <a:pt x="1148629" y="86687"/>
                  <a:pt x="1150412" y="77741"/>
                  <a:pt x="1153976" y="70413"/>
                </a:cubicBezTo>
                <a:cubicBezTo>
                  <a:pt x="1157542" y="63085"/>
                  <a:pt x="1162164" y="57143"/>
                  <a:pt x="1167842" y="52588"/>
                </a:cubicBezTo>
                <a:cubicBezTo>
                  <a:pt x="1173520" y="48032"/>
                  <a:pt x="1179956" y="44731"/>
                  <a:pt x="1187152" y="42684"/>
                </a:cubicBezTo>
                <a:cubicBezTo>
                  <a:pt x="1194349" y="40637"/>
                  <a:pt x="1201579" y="39613"/>
                  <a:pt x="1208843" y="39613"/>
                </a:cubicBezTo>
                <a:cubicBezTo>
                  <a:pt x="1213992" y="39613"/>
                  <a:pt x="1218746" y="40076"/>
                  <a:pt x="1223102" y="41000"/>
                </a:cubicBezTo>
                <a:cubicBezTo>
                  <a:pt x="1227460" y="41925"/>
                  <a:pt x="1231190" y="43048"/>
                  <a:pt x="1234293" y="44370"/>
                </a:cubicBezTo>
                <a:cubicBezTo>
                  <a:pt x="1237396" y="45690"/>
                  <a:pt x="1239806" y="47142"/>
                  <a:pt x="1241523" y="48725"/>
                </a:cubicBezTo>
                <a:cubicBezTo>
                  <a:pt x="1243239" y="50309"/>
                  <a:pt x="1244098" y="51827"/>
                  <a:pt x="1244098" y="53280"/>
                </a:cubicBezTo>
                <a:lnTo>
                  <a:pt x="1244098" y="148355"/>
                </a:lnTo>
                <a:cubicBezTo>
                  <a:pt x="1244098" y="153900"/>
                  <a:pt x="1243107" y="159214"/>
                  <a:pt x="1241127" y="164298"/>
                </a:cubicBezTo>
                <a:cubicBezTo>
                  <a:pt x="1239146" y="169381"/>
                  <a:pt x="1236208" y="173870"/>
                  <a:pt x="1232314" y="177765"/>
                </a:cubicBezTo>
                <a:cubicBezTo>
                  <a:pt x="1228419" y="181662"/>
                  <a:pt x="1223665" y="184766"/>
                  <a:pt x="1218051" y="187077"/>
                </a:cubicBezTo>
                <a:cubicBezTo>
                  <a:pt x="1212440" y="189388"/>
                  <a:pt x="1205937" y="190543"/>
                  <a:pt x="1198543" y="190543"/>
                </a:cubicBezTo>
                <a:cubicBezTo>
                  <a:pt x="1194581" y="190543"/>
                  <a:pt x="1190686" y="190213"/>
                  <a:pt x="1186855" y="189552"/>
                </a:cubicBezTo>
                <a:cubicBezTo>
                  <a:pt x="1183027" y="188891"/>
                  <a:pt x="1179594" y="188033"/>
                  <a:pt x="1176555" y="186977"/>
                </a:cubicBezTo>
                <a:cubicBezTo>
                  <a:pt x="1173519" y="185921"/>
                  <a:pt x="1171010" y="184766"/>
                  <a:pt x="1169030" y="183510"/>
                </a:cubicBezTo>
                <a:cubicBezTo>
                  <a:pt x="1167049" y="182257"/>
                  <a:pt x="1165795" y="181102"/>
                  <a:pt x="1165267" y="180044"/>
                </a:cubicBezTo>
                <a:cubicBezTo>
                  <a:pt x="1164078" y="177007"/>
                  <a:pt x="1163187" y="174003"/>
                  <a:pt x="1162592" y="171031"/>
                </a:cubicBezTo>
                <a:cubicBezTo>
                  <a:pt x="1161998" y="168061"/>
                  <a:pt x="1161701" y="165652"/>
                  <a:pt x="1161701" y="163802"/>
                </a:cubicBezTo>
                <a:cubicBezTo>
                  <a:pt x="1161701" y="161821"/>
                  <a:pt x="1162626" y="160831"/>
                  <a:pt x="1164475" y="160831"/>
                </a:cubicBezTo>
                <a:cubicBezTo>
                  <a:pt x="1165267" y="160831"/>
                  <a:pt x="1166521" y="161194"/>
                  <a:pt x="1168238" y="161919"/>
                </a:cubicBezTo>
                <a:cubicBezTo>
                  <a:pt x="1169955" y="162647"/>
                  <a:pt x="1172001" y="163473"/>
                  <a:pt x="1174376" y="164397"/>
                </a:cubicBezTo>
                <a:cubicBezTo>
                  <a:pt x="1176754" y="165322"/>
                  <a:pt x="1179527" y="166147"/>
                  <a:pt x="1182697" y="166873"/>
                </a:cubicBezTo>
                <a:cubicBezTo>
                  <a:pt x="1185866" y="167600"/>
                  <a:pt x="1189299" y="167964"/>
                  <a:pt x="1192997" y="167964"/>
                </a:cubicBezTo>
                <a:cubicBezTo>
                  <a:pt x="1199730" y="167964"/>
                  <a:pt x="1205045" y="166279"/>
                  <a:pt x="1208939" y="162911"/>
                </a:cubicBezTo>
                <a:cubicBezTo>
                  <a:pt x="1212836" y="159544"/>
                  <a:pt x="1214784" y="154295"/>
                  <a:pt x="1214784" y="147164"/>
                </a:cubicBezTo>
                <a:lnTo>
                  <a:pt x="1214784" y="137064"/>
                </a:lnTo>
                <a:moveTo>
                  <a:pt x="1214784" y="65958"/>
                </a:moveTo>
                <a:cubicBezTo>
                  <a:pt x="1214784" y="64242"/>
                  <a:pt x="1213991" y="62690"/>
                  <a:pt x="1212406" y="61304"/>
                </a:cubicBezTo>
                <a:cubicBezTo>
                  <a:pt x="1210822" y="59916"/>
                  <a:pt x="1208512" y="59222"/>
                  <a:pt x="1205476" y="59222"/>
                </a:cubicBezTo>
                <a:cubicBezTo>
                  <a:pt x="1202173" y="59222"/>
                  <a:pt x="1198971" y="59816"/>
                  <a:pt x="1195868" y="61005"/>
                </a:cubicBezTo>
                <a:cubicBezTo>
                  <a:pt x="1192765" y="62194"/>
                  <a:pt x="1190025" y="64241"/>
                  <a:pt x="1187647" y="67146"/>
                </a:cubicBezTo>
                <a:cubicBezTo>
                  <a:pt x="1185272" y="70052"/>
                  <a:pt x="1183358" y="73815"/>
                  <a:pt x="1181905" y="78437"/>
                </a:cubicBezTo>
                <a:cubicBezTo>
                  <a:pt x="1180452" y="83058"/>
                  <a:pt x="1179726" y="88867"/>
                  <a:pt x="1179726" y="95867"/>
                </a:cubicBezTo>
                <a:cubicBezTo>
                  <a:pt x="1179726" y="101545"/>
                  <a:pt x="1180320" y="106232"/>
                  <a:pt x="1181509" y="109930"/>
                </a:cubicBezTo>
                <a:cubicBezTo>
                  <a:pt x="1182698" y="113627"/>
                  <a:pt x="1184282" y="116565"/>
                  <a:pt x="1186263" y="118743"/>
                </a:cubicBezTo>
                <a:cubicBezTo>
                  <a:pt x="1188244" y="120921"/>
                  <a:pt x="1190455" y="122439"/>
                  <a:pt x="1192897" y="123297"/>
                </a:cubicBezTo>
                <a:cubicBezTo>
                  <a:pt x="1195341" y="124156"/>
                  <a:pt x="1197817" y="124585"/>
                  <a:pt x="1200326" y="124585"/>
                </a:cubicBezTo>
                <a:cubicBezTo>
                  <a:pt x="1202306" y="124585"/>
                  <a:pt x="1204155" y="124255"/>
                  <a:pt x="1205872" y="123597"/>
                </a:cubicBezTo>
                <a:cubicBezTo>
                  <a:pt x="1207588" y="122936"/>
                  <a:pt x="1209106" y="122044"/>
                  <a:pt x="1210426" y="120922"/>
                </a:cubicBezTo>
                <a:cubicBezTo>
                  <a:pt x="1211748" y="119800"/>
                  <a:pt x="1212805" y="118579"/>
                  <a:pt x="1213597" y="117259"/>
                </a:cubicBezTo>
                <a:cubicBezTo>
                  <a:pt x="1214388" y="115937"/>
                  <a:pt x="1214784" y="114682"/>
                  <a:pt x="1214784" y="113493"/>
                </a:cubicBezTo>
                <a:lnTo>
                  <a:pt x="1214784" y="65958"/>
                </a:lnTo>
                <a:close/>
              </a:path>
            </a:pathLst>
          </a:custGeom>
          <a:solidFill xmlns:a="http://schemas.openxmlformats.org/drawingml/2006/main">
            <a:srgbClr val="706F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8EA73-3F78-43B4-AA83-6428BE7F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310" y="2285665"/>
            <a:ext cx="875126" cy="302820"/>
          </a:xfrm>
          <a:custGeom xmlns:a="http://schemas.openxmlformats.org/drawingml/2006/main">
            <a:pathLst>
              <a:path w="875126" h="302820">
                <a:moveTo>
                  <a:pt x="875126" y="0"/>
                </a:moveTo>
                <a:lnTo>
                  <a:pt x="840907" y="0"/>
                </a:lnTo>
                <a:lnTo>
                  <a:pt x="840907" y="134300"/>
                </a:lnTo>
                <a:lnTo>
                  <a:pt x="34219" y="134300"/>
                </a:lnTo>
                <a:lnTo>
                  <a:pt x="34219" y="200162"/>
                </a:lnTo>
                <a:lnTo>
                  <a:pt x="0" y="200162"/>
                </a:lnTo>
                <a:lnTo>
                  <a:pt x="51289" y="302820"/>
                </a:lnTo>
                <a:lnTo>
                  <a:pt x="102658" y="200162"/>
                </a:lnTo>
                <a:lnTo>
                  <a:pt x="68438" y="200162"/>
                </a:lnTo>
                <a:lnTo>
                  <a:pt x="68438" y="168520"/>
                </a:lnTo>
                <a:lnTo>
                  <a:pt x="875126" y="168520"/>
                </a:lnTo>
                <a:lnTo>
                  <a:pt x="875126" y="0"/>
                </a:lnTo>
                <a:close/>
              </a:path>
            </a:pathLst>
          </a:custGeom>
          <a:solidFill xmlns:a="http://schemas.openxmlformats.org/drawingml/2006/main">
            <a:srgbClr val="B36D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7539F-F79E-45A2-841A-5CC34F35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217" y="2285665"/>
            <a:ext cx="895416" cy="305799"/>
          </a:xfrm>
          <a:custGeom xmlns:a="http://schemas.openxmlformats.org/drawingml/2006/main">
            <a:pathLst>
              <a:path w="895416" h="305799">
                <a:moveTo>
                  <a:pt x="826978" y="170049"/>
                </a:moveTo>
                <a:lnTo>
                  <a:pt x="826978" y="203141"/>
                </a:lnTo>
                <a:lnTo>
                  <a:pt x="792758" y="203141"/>
                </a:lnTo>
                <a:lnTo>
                  <a:pt x="844047" y="305799"/>
                </a:lnTo>
                <a:lnTo>
                  <a:pt x="895416" y="203141"/>
                </a:lnTo>
                <a:lnTo>
                  <a:pt x="861197" y="203141"/>
                </a:lnTo>
                <a:lnTo>
                  <a:pt x="861197" y="135830"/>
                </a:lnTo>
                <a:lnTo>
                  <a:pt x="34219" y="135830"/>
                </a:lnTo>
                <a:lnTo>
                  <a:pt x="34219" y="0"/>
                </a:lnTo>
                <a:lnTo>
                  <a:pt x="0" y="0"/>
                </a:lnTo>
                <a:lnTo>
                  <a:pt x="0" y="170049"/>
                </a:lnTo>
                <a:lnTo>
                  <a:pt x="826978" y="170049"/>
                </a:lnTo>
                <a:close/>
              </a:path>
            </a:pathLst>
          </a:custGeom>
          <a:solidFill xmlns:a="http://schemas.openxmlformats.org/drawingml/2006/main">
            <a:srgbClr val="B36D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C7460-E990-4E53-8BE3-68E7ABEE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193" y="2222058"/>
            <a:ext cx="102658" cy="363770"/>
          </a:xfrm>
          <a:custGeom xmlns:a="http://schemas.openxmlformats.org/drawingml/2006/main">
            <a:pathLst>
              <a:path w="102658" h="363770">
                <a:moveTo>
                  <a:pt x="72706" y="0"/>
                </a:moveTo>
                <a:lnTo>
                  <a:pt x="38487" y="0"/>
                </a:lnTo>
                <a:lnTo>
                  <a:pt x="38487" y="164816"/>
                </a:lnTo>
                <a:lnTo>
                  <a:pt x="34219" y="164816"/>
                </a:lnTo>
                <a:lnTo>
                  <a:pt x="34219" y="261113"/>
                </a:lnTo>
                <a:lnTo>
                  <a:pt x="0" y="261113"/>
                </a:lnTo>
                <a:lnTo>
                  <a:pt x="51369" y="363770"/>
                </a:lnTo>
                <a:lnTo>
                  <a:pt x="102658" y="261113"/>
                </a:lnTo>
                <a:lnTo>
                  <a:pt x="68438" y="261113"/>
                </a:lnTo>
                <a:lnTo>
                  <a:pt x="68438" y="199035"/>
                </a:lnTo>
                <a:lnTo>
                  <a:pt x="72706" y="199035"/>
                </a:lnTo>
                <a:lnTo>
                  <a:pt x="72706" y="0"/>
                </a:lnTo>
                <a:close/>
              </a:path>
            </a:pathLst>
          </a:custGeom>
          <a:solidFill xmlns:a="http://schemas.openxmlformats.org/drawingml/2006/main">
            <a:srgbClr val="B36D8C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639d201d24e5b"/>
          <a:stretch xmlns:a="http://schemas.openxmlformats.org/drawingml/2006/main"/>
        </p:blipFill>
        <p:spPr>
          <a:xfrm xmlns:a="http://schemas.openxmlformats.org/drawingml/2006/main">
            <a:off x="10815455" y="1836065"/>
            <a:ext cx="1099282" cy="1099282"/>
          </a:xfrm>
          <a:prstGeom xmlns:a="http://schemas.openxmlformats.org/drawingml/2006/main" prst="rect">
            <a:avLst/>
          </a:prstGeom>
        </p:spPr>
      </p:pic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5499B-3679-4932-B46D-77257A4E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344" y="1915051"/>
            <a:ext cx="267795" cy="126571"/>
          </a:xfrm>
          <a:custGeom xmlns:a="http://schemas.openxmlformats.org/drawingml/2006/main">
            <a:pathLst>
              <a:path w="267795" h="126571">
                <a:moveTo>
                  <a:pt x="0" y="63285"/>
                </a:moveTo>
                <a:cubicBezTo>
                  <a:pt x="0" y="28342"/>
                  <a:pt x="59904" y="0"/>
                  <a:pt x="133898" y="0"/>
                </a:cubicBezTo>
                <a:cubicBezTo>
                  <a:pt x="207811" y="0"/>
                  <a:pt x="267795" y="28342"/>
                  <a:pt x="267795" y="63285"/>
                </a:cubicBezTo>
                <a:cubicBezTo>
                  <a:pt x="267795" y="98229"/>
                  <a:pt x="207811" y="126571"/>
                  <a:pt x="133898" y="126571"/>
                </a:cubicBezTo>
                <a:cubicBezTo>
                  <a:pt x="59904" y="126571"/>
                  <a:pt x="0" y="98229"/>
                  <a:pt x="0" y="63285"/>
                </a:cubicBezTo>
                <a:close/>
              </a:path>
            </a:pathLst>
          </a:custGeom>
          <a:solidFill xmlns:a="http://schemas.openxmlformats.org/drawingml/2006/main">
            <a:srgbClr val="2636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2DB459-08B2-4D02-AE70-8B1B915E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344" y="1915051"/>
            <a:ext cx="267795" cy="126571"/>
          </a:xfrm>
          <a:custGeom xmlns:a="http://schemas.openxmlformats.org/drawingml/2006/main">
            <a:pathLst>
              <a:path w="267795" h="126571" fill="none">
                <a:moveTo>
                  <a:pt x="0" y="63285"/>
                </a:moveTo>
                <a:cubicBezTo>
                  <a:pt x="0" y="28342"/>
                  <a:pt x="59904" y="0"/>
                  <a:pt x="133898" y="0"/>
                </a:cubicBezTo>
                <a:cubicBezTo>
                  <a:pt x="207811" y="0"/>
                  <a:pt x="267795" y="28342"/>
                  <a:pt x="267795" y="63285"/>
                </a:cubicBezTo>
                <a:cubicBezTo>
                  <a:pt x="267795" y="98229"/>
                  <a:pt x="207811" y="126571"/>
                  <a:pt x="133898" y="126571"/>
                </a:cubicBezTo>
                <a:cubicBezTo>
                  <a:pt x="59904" y="126571"/>
                  <a:pt x="0" y="98229"/>
                  <a:pt x="0" y="6328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172C50"/>
            </a:solidFill>
            <a:miter/>
          </a:ln>
        </p:spPr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2b0d81bbc480a"/>
          <a:stretch xmlns:a="http://schemas.openxmlformats.org/drawingml/2006/main"/>
        </p:blipFill>
        <p:spPr>
          <a:xfrm xmlns:a="http://schemas.openxmlformats.org/drawingml/2006/main">
            <a:off x="2814360" y="2567750"/>
            <a:ext cx="749763" cy="795902"/>
          </a:xfrm>
          <a:prstGeom xmlns:a="http://schemas.openxmlformats.org/drawingml/2006/main" prst="rect">
            <a:avLst/>
          </a:prstGeom>
        </p:spPr>
      </p:pic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A34FA-51F9-434A-9A9B-69307E31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111" y="2588485"/>
            <a:ext cx="677057" cy="723434"/>
          </a:xfrm>
          <a:custGeom xmlns:a="http://schemas.openxmlformats.org/drawingml/2006/main">
            <a:pathLst>
              <a:path w="677057" h="723434">
                <a:moveTo>
                  <a:pt x="57488" y="0"/>
                </a:moveTo>
                <a:lnTo>
                  <a:pt x="677057" y="0"/>
                </a:lnTo>
                <a:lnTo>
                  <a:pt x="677057" y="665946"/>
                </a:lnTo>
                <a:lnTo>
                  <a:pt x="619569" y="723434"/>
                </a:lnTo>
                <a:lnTo>
                  <a:pt x="0" y="723434"/>
                </a:lnTo>
                <a:lnTo>
                  <a:pt x="0" y="57408"/>
                </a:lnTo>
                <a:lnTo>
                  <a:pt x="57488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9529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CB77B-DB1D-4E98-92EC-F7B61590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111" y="2588485"/>
            <a:ext cx="677057" cy="723434"/>
          </a:xfrm>
          <a:custGeom xmlns:a="http://schemas.openxmlformats.org/drawingml/2006/main">
            <a:pathLst>
              <a:path w="677057" h="723434" fill="none">
                <a:moveTo>
                  <a:pt x="57488" y="0"/>
                </a:moveTo>
                <a:lnTo>
                  <a:pt x="677057" y="0"/>
                </a:lnTo>
                <a:lnTo>
                  <a:pt x="677057" y="665946"/>
                </a:lnTo>
                <a:lnTo>
                  <a:pt x="619569" y="723434"/>
                </a:lnTo>
                <a:lnTo>
                  <a:pt x="0" y="723434"/>
                </a:lnTo>
                <a:lnTo>
                  <a:pt x="0" y="57408"/>
                </a:lnTo>
                <a:lnTo>
                  <a:pt x="5748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FFFFFF"/>
            </a:solidFill>
            <a:miter/>
          </a:ln>
        </p:spPr>
      </p:sp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6a29df4fd4c63"/>
          <a:stretch xmlns:a="http://schemas.openxmlformats.org/drawingml/2006/main"/>
        </p:blipFill>
        <p:spPr>
          <a:xfrm xmlns:a="http://schemas.openxmlformats.org/drawingml/2006/main">
            <a:off x="2885214" y="2721529"/>
            <a:ext cx="130725" cy="130725"/>
          </a:xfrm>
          <a:prstGeom xmlns:a="http://schemas.openxmlformats.org/drawingml/2006/main" prst="rect">
            <a:avLst/>
          </a:prstGeom>
        </p:spPr>
      </p:pic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169A9-F084-4138-A252-B9B98568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99" y="2744605"/>
            <a:ext cx="405075" cy="78020"/>
          </a:xfrm>
          <a:custGeom xmlns:a="http://schemas.openxmlformats.org/drawingml/2006/main">
            <a:pathLst>
              <a:path w="405075" h="78020">
                <a:moveTo>
                  <a:pt x="0" y="65057"/>
                </a:moveTo>
                <a:lnTo>
                  <a:pt x="0" y="13044"/>
                </a:lnTo>
                <a:cubicBezTo>
                  <a:pt x="0" y="5797"/>
                  <a:pt x="5878" y="0"/>
                  <a:pt x="13044" y="0"/>
                </a:cubicBezTo>
                <a:lnTo>
                  <a:pt x="392112" y="0"/>
                </a:lnTo>
                <a:cubicBezTo>
                  <a:pt x="399278" y="0"/>
                  <a:pt x="405075" y="5797"/>
                  <a:pt x="405075" y="13044"/>
                </a:cubicBezTo>
                <a:lnTo>
                  <a:pt x="405075" y="65057"/>
                </a:lnTo>
                <a:cubicBezTo>
                  <a:pt x="405075" y="72223"/>
                  <a:pt x="399278" y="78020"/>
                  <a:pt x="392112" y="78020"/>
                </a:cubicBezTo>
                <a:lnTo>
                  <a:pt x="13044" y="78020"/>
                </a:lnTo>
                <a:cubicBezTo>
                  <a:pt x="5878" y="78020"/>
                  <a:pt x="0" y="72223"/>
                  <a:pt x="0" y="65057"/>
                </a:cubicBezTo>
                <a:close/>
              </a:path>
            </a:pathLst>
          </a:custGeom>
          <a:solidFill xmlns:a="http://schemas.openxmlformats.org/drawingml/2006/main">
            <a:srgbClr val="FF8857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58FEA-E13A-425B-A613-8F954554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946" y="2883495"/>
            <a:ext cx="289776" cy="78020"/>
          </a:xfrm>
          <a:custGeom xmlns:a="http://schemas.openxmlformats.org/drawingml/2006/main">
            <a:pathLst>
              <a:path w="289776" h="78020">
                <a:moveTo>
                  <a:pt x="0" y="64976"/>
                </a:moveTo>
                <a:lnTo>
                  <a:pt x="0" y="12963"/>
                </a:lnTo>
                <a:cubicBezTo>
                  <a:pt x="0" y="5797"/>
                  <a:pt x="5878" y="0"/>
                  <a:pt x="13044" y="0"/>
                </a:cubicBezTo>
                <a:lnTo>
                  <a:pt x="276813" y="0"/>
                </a:lnTo>
                <a:cubicBezTo>
                  <a:pt x="283979" y="0"/>
                  <a:pt x="289776" y="5797"/>
                  <a:pt x="289776" y="12963"/>
                </a:cubicBezTo>
                <a:lnTo>
                  <a:pt x="289776" y="64976"/>
                </a:lnTo>
                <a:cubicBezTo>
                  <a:pt x="289776" y="72223"/>
                  <a:pt x="283979" y="78020"/>
                  <a:pt x="276813" y="78020"/>
                </a:cubicBezTo>
                <a:lnTo>
                  <a:pt x="13044" y="78020"/>
                </a:lnTo>
                <a:cubicBezTo>
                  <a:pt x="5878" y="78020"/>
                  <a:pt x="0" y="72223"/>
                  <a:pt x="0" y="64976"/>
                </a:cubicBezTo>
                <a:close/>
              </a:path>
            </a:pathLst>
          </a:custGeom>
          <a:solidFill xmlns:a="http://schemas.openxmlformats.org/drawingml/2006/main">
            <a:srgbClr val="1EADB8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BF454-974A-4481-9280-2F8B8033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664" y="3025122"/>
            <a:ext cx="214011" cy="78100"/>
          </a:xfrm>
          <a:custGeom xmlns:a="http://schemas.openxmlformats.org/drawingml/2006/main">
            <a:pathLst>
              <a:path w="214011" h="78100">
                <a:moveTo>
                  <a:pt x="0" y="65057"/>
                </a:moveTo>
                <a:lnTo>
                  <a:pt x="0" y="13044"/>
                </a:lnTo>
                <a:cubicBezTo>
                  <a:pt x="0" y="5878"/>
                  <a:pt x="5797" y="0"/>
                  <a:pt x="13044" y="0"/>
                </a:cubicBezTo>
                <a:lnTo>
                  <a:pt x="201048" y="0"/>
                </a:lnTo>
                <a:cubicBezTo>
                  <a:pt x="208214" y="0"/>
                  <a:pt x="214011" y="5878"/>
                  <a:pt x="214011" y="13044"/>
                </a:cubicBezTo>
                <a:lnTo>
                  <a:pt x="214011" y="65057"/>
                </a:lnTo>
                <a:cubicBezTo>
                  <a:pt x="214011" y="72223"/>
                  <a:pt x="208214" y="78100"/>
                  <a:pt x="201048" y="78100"/>
                </a:cubicBezTo>
                <a:lnTo>
                  <a:pt x="13044" y="78100"/>
                </a:lnTo>
                <a:cubicBezTo>
                  <a:pt x="5797" y="78100"/>
                  <a:pt x="0" y="72223"/>
                  <a:pt x="0" y="65057"/>
                </a:cubicBezTo>
                <a:close/>
              </a:path>
            </a:pathLst>
          </a:custGeom>
          <a:solidFill xmlns:a="http://schemas.openxmlformats.org/drawingml/2006/main">
            <a:srgbClr val="FF8857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E9D6C-30E9-485D-8C77-64E83FB7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545" y="3130839"/>
            <a:ext cx="253222" cy="113527"/>
          </a:xfrm>
          <a:custGeom xmlns:a="http://schemas.openxmlformats.org/drawingml/2006/main">
            <a:pathLst>
              <a:path w="253222" h="113527">
                <a:moveTo>
                  <a:pt x="0" y="94606"/>
                </a:moveTo>
                <a:lnTo>
                  <a:pt x="0" y="18921"/>
                </a:lnTo>
                <a:cubicBezTo>
                  <a:pt x="0" y="8454"/>
                  <a:pt x="8535" y="0"/>
                  <a:pt x="18921" y="0"/>
                </a:cubicBezTo>
                <a:lnTo>
                  <a:pt x="234301" y="0"/>
                </a:lnTo>
                <a:cubicBezTo>
                  <a:pt x="244768" y="0"/>
                  <a:pt x="253222" y="8454"/>
                  <a:pt x="253222" y="18921"/>
                </a:cubicBezTo>
                <a:lnTo>
                  <a:pt x="253222" y="94606"/>
                </a:lnTo>
                <a:cubicBezTo>
                  <a:pt x="253222" y="105073"/>
                  <a:pt x="244768" y="113527"/>
                  <a:pt x="234301" y="113527"/>
                </a:cubicBezTo>
                <a:lnTo>
                  <a:pt x="18921" y="113527"/>
                </a:lnTo>
                <a:cubicBezTo>
                  <a:pt x="8535" y="113527"/>
                  <a:pt x="0" y="105073"/>
                  <a:pt x="0" y="94606"/>
                </a:cubicBezTo>
                <a:close/>
              </a:path>
            </a:pathLst>
          </a:custGeom>
          <a:solidFill xmlns:a="http://schemas.openxmlformats.org/drawingml/2006/main">
            <a:srgbClr val="1EADB8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#1">
            <a:extLst xmlns:a="http://schemas.openxmlformats.org/drawingml/2006/main">
              <a:ext uri="{FF2B5EF4-FFF2-40B4-BE49-F238E27FC236}">
                <a16:creationId xmlns:a16="http://schemas.microsoft.com/office/drawing/2014/main" id="{EC42049B-3013-4571-A2CE-930725DF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300" y="2618453"/>
            <a:ext cx="100638" cy="77798"/>
          </a:xfrm>
          <a:custGeom xmlns:a="http://schemas.openxmlformats.org/drawingml/2006/main">
            <a:pathLst>
              <a:path w="100638" h="77798">
                <a:moveTo>
                  <a:pt x="10203" y="77798"/>
                </a:moveTo>
                <a:cubicBezTo>
                  <a:pt x="9199" y="77798"/>
                  <a:pt x="8426" y="77470"/>
                  <a:pt x="7885" y="76813"/>
                </a:cubicBezTo>
                <a:cubicBezTo>
                  <a:pt x="7344" y="76155"/>
                  <a:pt x="7228" y="75323"/>
                  <a:pt x="7537" y="74318"/>
                </a:cubicBezTo>
                <a:lnTo>
                  <a:pt x="11827" y="58086"/>
                </a:lnTo>
                <a:lnTo>
                  <a:pt x="3363" y="58086"/>
                </a:lnTo>
                <a:cubicBezTo>
                  <a:pt x="2358" y="58086"/>
                  <a:pt x="1546" y="57913"/>
                  <a:pt x="927" y="57566"/>
                </a:cubicBezTo>
                <a:cubicBezTo>
                  <a:pt x="309" y="57218"/>
                  <a:pt x="0" y="56542"/>
                  <a:pt x="0" y="55537"/>
                </a:cubicBezTo>
                <a:cubicBezTo>
                  <a:pt x="0" y="54841"/>
                  <a:pt x="97" y="54087"/>
                  <a:pt x="290" y="53276"/>
                </a:cubicBezTo>
                <a:cubicBezTo>
                  <a:pt x="484" y="52465"/>
                  <a:pt x="754" y="51711"/>
                  <a:pt x="1102" y="51015"/>
                </a:cubicBezTo>
                <a:cubicBezTo>
                  <a:pt x="1450" y="50319"/>
                  <a:pt x="1894" y="49720"/>
                  <a:pt x="2434" y="49218"/>
                </a:cubicBezTo>
                <a:cubicBezTo>
                  <a:pt x="2976" y="48715"/>
                  <a:pt x="3594" y="48464"/>
                  <a:pt x="4290" y="48464"/>
                </a:cubicBezTo>
                <a:lnTo>
                  <a:pt x="14493" y="48464"/>
                </a:lnTo>
                <a:lnTo>
                  <a:pt x="19015" y="31652"/>
                </a:lnTo>
                <a:lnTo>
                  <a:pt x="8349" y="31652"/>
                </a:lnTo>
                <a:cubicBezTo>
                  <a:pt x="7344" y="31652"/>
                  <a:pt x="6532" y="31459"/>
                  <a:pt x="5912" y="31073"/>
                </a:cubicBezTo>
                <a:cubicBezTo>
                  <a:pt x="5294" y="30686"/>
                  <a:pt x="4985" y="30029"/>
                  <a:pt x="4985" y="29101"/>
                </a:cubicBezTo>
                <a:cubicBezTo>
                  <a:pt x="4985" y="28328"/>
                  <a:pt x="5102" y="27517"/>
                  <a:pt x="5334" y="26666"/>
                </a:cubicBezTo>
                <a:cubicBezTo>
                  <a:pt x="5566" y="25816"/>
                  <a:pt x="5875" y="25043"/>
                  <a:pt x="6261" y="24349"/>
                </a:cubicBezTo>
                <a:cubicBezTo>
                  <a:pt x="6648" y="23653"/>
                  <a:pt x="7111" y="23093"/>
                  <a:pt x="7652" y="22668"/>
                </a:cubicBezTo>
                <a:cubicBezTo>
                  <a:pt x="8193" y="22242"/>
                  <a:pt x="8773" y="22029"/>
                  <a:pt x="9392" y="22029"/>
                </a:cubicBezTo>
                <a:lnTo>
                  <a:pt x="21566" y="22029"/>
                </a:lnTo>
                <a:lnTo>
                  <a:pt x="26320" y="4173"/>
                </a:lnTo>
                <a:cubicBezTo>
                  <a:pt x="26938" y="2242"/>
                  <a:pt x="28136" y="1276"/>
                  <a:pt x="29914" y="1276"/>
                </a:cubicBezTo>
                <a:lnTo>
                  <a:pt x="34783" y="1276"/>
                </a:lnTo>
                <a:cubicBezTo>
                  <a:pt x="35866" y="1276"/>
                  <a:pt x="36677" y="1604"/>
                  <a:pt x="37218" y="2261"/>
                </a:cubicBezTo>
                <a:cubicBezTo>
                  <a:pt x="37759" y="2918"/>
                  <a:pt x="37875" y="3787"/>
                  <a:pt x="37566" y="4869"/>
                </a:cubicBezTo>
                <a:lnTo>
                  <a:pt x="32929" y="22029"/>
                </a:lnTo>
                <a:lnTo>
                  <a:pt x="47188" y="22029"/>
                </a:lnTo>
                <a:lnTo>
                  <a:pt x="51942" y="4173"/>
                </a:lnTo>
                <a:cubicBezTo>
                  <a:pt x="52561" y="2242"/>
                  <a:pt x="53760" y="1276"/>
                  <a:pt x="55537" y="1276"/>
                </a:cubicBezTo>
                <a:lnTo>
                  <a:pt x="60291" y="1276"/>
                </a:lnTo>
                <a:cubicBezTo>
                  <a:pt x="61450" y="1276"/>
                  <a:pt x="62281" y="1604"/>
                  <a:pt x="62783" y="2261"/>
                </a:cubicBezTo>
                <a:cubicBezTo>
                  <a:pt x="63286" y="2918"/>
                  <a:pt x="63383" y="3787"/>
                  <a:pt x="63074" y="4869"/>
                </a:cubicBezTo>
                <a:lnTo>
                  <a:pt x="58435" y="22029"/>
                </a:lnTo>
                <a:lnTo>
                  <a:pt x="66088" y="22029"/>
                </a:lnTo>
                <a:cubicBezTo>
                  <a:pt x="68329" y="22029"/>
                  <a:pt x="69450" y="22995"/>
                  <a:pt x="69450" y="24927"/>
                </a:cubicBezTo>
                <a:cubicBezTo>
                  <a:pt x="69450" y="25391"/>
                  <a:pt x="69353" y="26009"/>
                  <a:pt x="69159" y="26783"/>
                </a:cubicBezTo>
                <a:cubicBezTo>
                  <a:pt x="68967" y="27556"/>
                  <a:pt x="68697" y="28290"/>
                  <a:pt x="68349" y="28986"/>
                </a:cubicBezTo>
                <a:cubicBezTo>
                  <a:pt x="68001" y="29682"/>
                  <a:pt x="67557" y="30300"/>
                  <a:pt x="67015" y="30842"/>
                </a:cubicBezTo>
                <a:cubicBezTo>
                  <a:pt x="66474" y="31382"/>
                  <a:pt x="65817" y="31652"/>
                  <a:pt x="65044" y="31652"/>
                </a:cubicBezTo>
                <a:lnTo>
                  <a:pt x="55886" y="31652"/>
                </a:lnTo>
                <a:lnTo>
                  <a:pt x="51364" y="48464"/>
                </a:lnTo>
                <a:lnTo>
                  <a:pt x="60986" y="48464"/>
                </a:lnTo>
                <a:cubicBezTo>
                  <a:pt x="63150" y="48464"/>
                  <a:pt x="64232" y="49469"/>
                  <a:pt x="64232" y="51479"/>
                </a:cubicBezTo>
                <a:cubicBezTo>
                  <a:pt x="64232" y="52020"/>
                  <a:pt x="64155" y="52677"/>
                  <a:pt x="64001" y="53449"/>
                </a:cubicBezTo>
                <a:cubicBezTo>
                  <a:pt x="63846" y="54222"/>
                  <a:pt x="63595" y="54956"/>
                  <a:pt x="63247" y="55652"/>
                </a:cubicBezTo>
                <a:cubicBezTo>
                  <a:pt x="62899" y="56348"/>
                  <a:pt x="62454" y="56928"/>
                  <a:pt x="61913" y="57391"/>
                </a:cubicBezTo>
                <a:cubicBezTo>
                  <a:pt x="61373" y="57855"/>
                  <a:pt x="60755" y="58086"/>
                  <a:pt x="60059" y="58086"/>
                </a:cubicBezTo>
                <a:lnTo>
                  <a:pt x="48812" y="58086"/>
                </a:lnTo>
                <a:lnTo>
                  <a:pt x="44291" y="74899"/>
                </a:lnTo>
                <a:cubicBezTo>
                  <a:pt x="43673" y="76832"/>
                  <a:pt x="42436" y="77798"/>
                  <a:pt x="40581" y="77798"/>
                </a:cubicBezTo>
                <a:lnTo>
                  <a:pt x="35827" y="77798"/>
                </a:lnTo>
                <a:cubicBezTo>
                  <a:pt x="34744" y="77798"/>
                  <a:pt x="33971" y="77470"/>
                  <a:pt x="33508" y="76813"/>
                </a:cubicBezTo>
                <a:cubicBezTo>
                  <a:pt x="33044" y="76155"/>
                  <a:pt x="32929" y="75323"/>
                  <a:pt x="33161" y="74318"/>
                </a:cubicBezTo>
                <a:lnTo>
                  <a:pt x="37449" y="58086"/>
                </a:lnTo>
                <a:lnTo>
                  <a:pt x="23190" y="58086"/>
                </a:lnTo>
                <a:lnTo>
                  <a:pt x="18668" y="74899"/>
                </a:lnTo>
                <a:cubicBezTo>
                  <a:pt x="18203" y="76832"/>
                  <a:pt x="17005" y="77798"/>
                  <a:pt x="15073" y="77798"/>
                </a:cubicBezTo>
                <a:lnTo>
                  <a:pt x="10203" y="77798"/>
                </a:lnTo>
                <a:moveTo>
                  <a:pt x="25856" y="48464"/>
                </a:moveTo>
                <a:lnTo>
                  <a:pt x="40117" y="48464"/>
                </a:lnTo>
                <a:lnTo>
                  <a:pt x="44639" y="31652"/>
                </a:lnTo>
                <a:lnTo>
                  <a:pt x="30378" y="31652"/>
                </a:lnTo>
                <a:lnTo>
                  <a:pt x="25856" y="48464"/>
                </a:lnTo>
                <a:close/>
                <a:moveTo>
                  <a:pt x="93914" y="77681"/>
                </a:moveTo>
                <a:cubicBezTo>
                  <a:pt x="91208" y="77681"/>
                  <a:pt x="89411" y="77507"/>
                  <a:pt x="88521" y="77160"/>
                </a:cubicBezTo>
                <a:cubicBezTo>
                  <a:pt x="87633" y="76812"/>
                  <a:pt x="87189" y="76329"/>
                  <a:pt x="87189" y="75711"/>
                </a:cubicBezTo>
                <a:lnTo>
                  <a:pt x="87189" y="22608"/>
                </a:lnTo>
                <a:lnTo>
                  <a:pt x="80465" y="22608"/>
                </a:lnTo>
                <a:cubicBezTo>
                  <a:pt x="78764" y="22608"/>
                  <a:pt x="77914" y="21835"/>
                  <a:pt x="77914" y="20290"/>
                </a:cubicBezTo>
                <a:cubicBezTo>
                  <a:pt x="77914" y="19749"/>
                  <a:pt x="78262" y="18783"/>
                  <a:pt x="78957" y="17392"/>
                </a:cubicBezTo>
                <a:cubicBezTo>
                  <a:pt x="79653" y="16001"/>
                  <a:pt x="80484" y="14436"/>
                  <a:pt x="81450" y="12697"/>
                </a:cubicBezTo>
                <a:cubicBezTo>
                  <a:pt x="82416" y="10958"/>
                  <a:pt x="83440" y="9180"/>
                  <a:pt x="84521" y="7363"/>
                </a:cubicBezTo>
                <a:cubicBezTo>
                  <a:pt x="85604" y="5546"/>
                  <a:pt x="86532" y="4019"/>
                  <a:pt x="87306" y="2783"/>
                </a:cubicBezTo>
                <a:cubicBezTo>
                  <a:pt x="87692" y="2319"/>
                  <a:pt x="88000" y="1914"/>
                  <a:pt x="88231" y="1566"/>
                </a:cubicBezTo>
                <a:cubicBezTo>
                  <a:pt x="88464" y="1218"/>
                  <a:pt x="88812" y="928"/>
                  <a:pt x="89275" y="695"/>
                </a:cubicBezTo>
                <a:cubicBezTo>
                  <a:pt x="89740" y="463"/>
                  <a:pt x="90339" y="289"/>
                  <a:pt x="91073" y="173"/>
                </a:cubicBezTo>
                <a:cubicBezTo>
                  <a:pt x="91807" y="58"/>
                  <a:pt x="92793" y="0"/>
                  <a:pt x="94031" y="0"/>
                </a:cubicBezTo>
                <a:cubicBezTo>
                  <a:pt x="96581" y="0"/>
                  <a:pt x="98319" y="213"/>
                  <a:pt x="99246" y="639"/>
                </a:cubicBezTo>
                <a:cubicBezTo>
                  <a:pt x="100174" y="1063"/>
                  <a:pt x="100638" y="1585"/>
                  <a:pt x="100638" y="2203"/>
                </a:cubicBezTo>
                <a:lnTo>
                  <a:pt x="100638" y="75711"/>
                </a:lnTo>
                <a:cubicBezTo>
                  <a:pt x="100638" y="76252"/>
                  <a:pt x="100155" y="76716"/>
                  <a:pt x="99189" y="77103"/>
                </a:cubicBezTo>
                <a:cubicBezTo>
                  <a:pt x="98223" y="77489"/>
                  <a:pt x="96465" y="77681"/>
                  <a:pt x="93914" y="77681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9acd961a948de"/>
          <a:stretch xmlns:a="http://schemas.openxmlformats.org/drawingml/2006/main"/>
        </p:blipFill>
        <p:spPr>
          <a:xfrm xmlns:a="http://schemas.openxmlformats.org/drawingml/2006/main">
            <a:off x="3398985" y="2834074"/>
            <a:ext cx="154494" cy="154494"/>
          </a:xfrm>
          <a:prstGeom xmlns:a="http://schemas.openxmlformats.org/drawingml/2006/main" prst="rect">
            <a:avLst/>
          </a:prstGeom>
        </p:spPr>
      </p:pic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6F0BA-8BC2-4185-B029-BBF7E1B8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923" y="2845169"/>
            <a:ext cx="37681" cy="17794"/>
          </a:xfrm>
          <a:custGeom xmlns:a="http://schemas.openxmlformats.org/drawingml/2006/main">
            <a:pathLst>
              <a:path w="37681" h="17794">
                <a:moveTo>
                  <a:pt x="0" y="8937"/>
                </a:moveTo>
                <a:cubicBezTo>
                  <a:pt x="0" y="4026"/>
                  <a:pt x="8454" y="0"/>
                  <a:pt x="18841" y="0"/>
                </a:cubicBezTo>
                <a:cubicBezTo>
                  <a:pt x="29227" y="0"/>
                  <a:pt x="37681" y="4026"/>
                  <a:pt x="37681" y="8937"/>
                </a:cubicBezTo>
                <a:cubicBezTo>
                  <a:pt x="37681" y="13849"/>
                  <a:pt x="29227" y="17794"/>
                  <a:pt x="18841" y="17794"/>
                </a:cubicBezTo>
                <a:cubicBezTo>
                  <a:pt x="8454" y="17794"/>
                  <a:pt x="0" y="13849"/>
                  <a:pt x="0" y="8937"/>
                </a:cubicBezTo>
                <a:close/>
              </a:path>
            </a:pathLst>
          </a:custGeom>
          <a:solidFill xmlns:a="http://schemas.openxmlformats.org/drawingml/2006/main">
            <a:srgbClr val="2636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493DA8-D7E6-493E-99E7-E14A529D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923" y="2845169"/>
            <a:ext cx="37681" cy="17794"/>
          </a:xfrm>
          <a:custGeom xmlns:a="http://schemas.openxmlformats.org/drawingml/2006/main">
            <a:pathLst>
              <a:path w="37681" h="17794" fill="none">
                <a:moveTo>
                  <a:pt x="0" y="8937"/>
                </a:moveTo>
                <a:cubicBezTo>
                  <a:pt x="0" y="4026"/>
                  <a:pt x="8454" y="0"/>
                  <a:pt x="18841" y="0"/>
                </a:cubicBezTo>
                <a:cubicBezTo>
                  <a:pt x="29227" y="0"/>
                  <a:pt x="37681" y="4026"/>
                  <a:pt x="37681" y="8937"/>
                </a:cubicBezTo>
                <a:cubicBezTo>
                  <a:pt x="37681" y="13849"/>
                  <a:pt x="29227" y="17794"/>
                  <a:pt x="18841" y="17794"/>
                </a:cubicBezTo>
                <a:cubicBezTo>
                  <a:pt x="8454" y="17794"/>
                  <a:pt x="0" y="13849"/>
                  <a:pt x="0" y="89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172C50"/>
            </a:solidFill>
            <a:miter/>
          </a:ln>
        </p:spPr>
      </p:sp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9f7477614a25"/>
          <a:stretch xmlns:a="http://schemas.openxmlformats.org/drawingml/2006/main"/>
        </p:blipFill>
        <p:spPr>
          <a:xfrm xmlns:a="http://schemas.openxmlformats.org/drawingml/2006/main">
            <a:off x="3389887" y="3112578"/>
            <a:ext cx="154493" cy="154493"/>
          </a:xfrm>
          <a:prstGeom xmlns:a="http://schemas.openxmlformats.org/drawingml/2006/main" prst="rect">
            <a:avLst/>
          </a:prstGeom>
        </p:spPr>
      </p:pic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464135-BE16-403E-8783-1C2DE7DE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757" y="3123673"/>
            <a:ext cx="37681" cy="17794"/>
          </a:xfrm>
          <a:custGeom xmlns:a="http://schemas.openxmlformats.org/drawingml/2006/main">
            <a:pathLst>
              <a:path w="37681" h="17794">
                <a:moveTo>
                  <a:pt x="0" y="8857"/>
                </a:moveTo>
                <a:cubicBezTo>
                  <a:pt x="0" y="3945"/>
                  <a:pt x="8454" y="0"/>
                  <a:pt x="18841" y="0"/>
                </a:cubicBezTo>
                <a:cubicBezTo>
                  <a:pt x="29227" y="0"/>
                  <a:pt x="37681" y="3945"/>
                  <a:pt x="37681" y="8857"/>
                </a:cubicBezTo>
                <a:cubicBezTo>
                  <a:pt x="37681" y="13768"/>
                  <a:pt x="29227" y="17794"/>
                  <a:pt x="18841" y="17794"/>
                </a:cubicBezTo>
                <a:cubicBezTo>
                  <a:pt x="8454" y="17794"/>
                  <a:pt x="0" y="13768"/>
                  <a:pt x="0" y="8857"/>
                </a:cubicBezTo>
                <a:close/>
              </a:path>
            </a:pathLst>
          </a:custGeom>
          <a:solidFill xmlns:a="http://schemas.openxmlformats.org/drawingml/2006/main">
            <a:srgbClr val="2636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903D9E-7CDE-4A36-85BF-6ED92E02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757" y="3123673"/>
            <a:ext cx="37681" cy="17794"/>
          </a:xfrm>
          <a:custGeom xmlns:a="http://schemas.openxmlformats.org/drawingml/2006/main">
            <a:pathLst>
              <a:path w="37681" h="17794" fill="none">
                <a:moveTo>
                  <a:pt x="0" y="8857"/>
                </a:moveTo>
                <a:cubicBezTo>
                  <a:pt x="0" y="3945"/>
                  <a:pt x="8454" y="0"/>
                  <a:pt x="18841" y="0"/>
                </a:cubicBezTo>
                <a:cubicBezTo>
                  <a:pt x="29227" y="0"/>
                  <a:pt x="37681" y="3945"/>
                  <a:pt x="37681" y="8857"/>
                </a:cubicBezTo>
                <a:cubicBezTo>
                  <a:pt x="37681" y="13768"/>
                  <a:pt x="29227" y="17794"/>
                  <a:pt x="18841" y="17794"/>
                </a:cubicBezTo>
                <a:cubicBezTo>
                  <a:pt x="8454" y="17794"/>
                  <a:pt x="0" y="13768"/>
                  <a:pt x="0" y="88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172C50"/>
            </a:solidFill>
            <a:miter/>
          </a:ln>
        </p:spPr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3463926104415"/>
          <a:stretch xmlns:a="http://schemas.openxmlformats.org/drawingml/2006/main"/>
        </p:blipFill>
        <p:spPr>
          <a:xfrm xmlns:a="http://schemas.openxmlformats.org/drawingml/2006/main">
            <a:off x="2893668" y="2995766"/>
            <a:ext cx="130725" cy="130725"/>
          </a:xfrm>
          <a:prstGeom xmlns:a="http://schemas.openxmlformats.org/drawingml/2006/main" prst="rect">
            <a:avLst/>
          </a:prstGeom>
        </p:spPr>
      </p:pic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74377d0084e8a"/>
          <a:stretch xmlns:a="http://schemas.openxmlformats.org/drawingml/2006/main"/>
        </p:blipFill>
        <p:spPr>
          <a:xfrm xmlns:a="http://schemas.openxmlformats.org/drawingml/2006/main">
            <a:off x="3620162" y="2565818"/>
            <a:ext cx="749763" cy="795902"/>
          </a:xfrm>
          <a:prstGeom xmlns:a="http://schemas.openxmlformats.org/drawingml/2006/main" prst="rect">
            <a:avLst/>
          </a:prstGeom>
        </p:spPr>
      </p:pic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55ACE-5DA6-4FA8-8C77-EEF3E1A6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832" y="2585909"/>
            <a:ext cx="677460" cy="724884"/>
          </a:xfrm>
          <a:custGeom xmlns:a="http://schemas.openxmlformats.org/drawingml/2006/main">
            <a:pathLst>
              <a:path w="677460" h="724884">
                <a:moveTo>
                  <a:pt x="43317" y="0"/>
                </a:moveTo>
                <a:lnTo>
                  <a:pt x="677460" y="0"/>
                </a:lnTo>
                <a:lnTo>
                  <a:pt x="677460" y="681647"/>
                </a:lnTo>
                <a:lnTo>
                  <a:pt x="634142" y="724884"/>
                </a:lnTo>
                <a:lnTo>
                  <a:pt x="0" y="724884"/>
                </a:lnTo>
                <a:lnTo>
                  <a:pt x="0" y="43237"/>
                </a:lnTo>
                <a:lnTo>
                  <a:pt x="43317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9529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27DDEC-8DF6-464A-B183-BDCC862D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832" y="2585909"/>
            <a:ext cx="677460" cy="724884"/>
          </a:xfrm>
          <a:custGeom xmlns:a="http://schemas.openxmlformats.org/drawingml/2006/main">
            <a:pathLst>
              <a:path w="677460" h="724884" fill="none">
                <a:moveTo>
                  <a:pt x="43317" y="0"/>
                </a:moveTo>
                <a:lnTo>
                  <a:pt x="677460" y="0"/>
                </a:lnTo>
                <a:lnTo>
                  <a:pt x="677460" y="681647"/>
                </a:lnTo>
                <a:lnTo>
                  <a:pt x="634142" y="724884"/>
                </a:lnTo>
                <a:lnTo>
                  <a:pt x="0" y="724884"/>
                </a:lnTo>
                <a:lnTo>
                  <a:pt x="0" y="43237"/>
                </a:lnTo>
                <a:lnTo>
                  <a:pt x="4331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FFFFFF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5E008B-AA8D-4606-B904-8F6703B1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877" y="2741546"/>
            <a:ext cx="279631" cy="76168"/>
          </a:xfrm>
          <a:custGeom xmlns:a="http://schemas.openxmlformats.org/drawingml/2006/main">
            <a:pathLst>
              <a:path w="279631" h="76168">
                <a:moveTo>
                  <a:pt x="0" y="63446"/>
                </a:moveTo>
                <a:lnTo>
                  <a:pt x="0" y="12641"/>
                </a:lnTo>
                <a:cubicBezTo>
                  <a:pt x="0" y="5636"/>
                  <a:pt x="5636" y="0"/>
                  <a:pt x="12641" y="0"/>
                </a:cubicBezTo>
                <a:lnTo>
                  <a:pt x="266990" y="0"/>
                </a:lnTo>
                <a:cubicBezTo>
                  <a:pt x="273995" y="0"/>
                  <a:pt x="279631" y="5636"/>
                  <a:pt x="279631" y="12641"/>
                </a:cubicBezTo>
                <a:lnTo>
                  <a:pt x="279631" y="63446"/>
                </a:lnTo>
                <a:cubicBezTo>
                  <a:pt x="279631" y="70451"/>
                  <a:pt x="273995" y="76168"/>
                  <a:pt x="266990" y="76168"/>
                </a:cubicBezTo>
                <a:lnTo>
                  <a:pt x="12641" y="76168"/>
                </a:lnTo>
                <a:cubicBezTo>
                  <a:pt x="5636" y="76168"/>
                  <a:pt x="0" y="70451"/>
                  <a:pt x="0" y="63446"/>
                </a:cubicBezTo>
                <a:close/>
              </a:path>
            </a:pathLst>
          </a:custGeom>
          <a:solidFill xmlns:a="http://schemas.openxmlformats.org/drawingml/2006/main">
            <a:srgbClr val="FF8857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D3331-1751-4920-ADB1-B4BD39DC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516" y="2869163"/>
            <a:ext cx="223753" cy="110790"/>
          </a:xfrm>
          <a:custGeom xmlns:a="http://schemas.openxmlformats.org/drawingml/2006/main">
            <a:pathLst>
              <a:path w="223753" h="110790">
                <a:moveTo>
                  <a:pt x="0" y="92352"/>
                </a:moveTo>
                <a:lnTo>
                  <a:pt x="0" y="18438"/>
                </a:lnTo>
                <a:cubicBezTo>
                  <a:pt x="0" y="8293"/>
                  <a:pt x="8293" y="0"/>
                  <a:pt x="18519" y="0"/>
                </a:cubicBezTo>
                <a:lnTo>
                  <a:pt x="205315" y="0"/>
                </a:lnTo>
                <a:cubicBezTo>
                  <a:pt x="215460" y="0"/>
                  <a:pt x="223753" y="8293"/>
                  <a:pt x="223753" y="18438"/>
                </a:cubicBezTo>
                <a:lnTo>
                  <a:pt x="223753" y="92352"/>
                </a:lnTo>
                <a:cubicBezTo>
                  <a:pt x="223753" y="102497"/>
                  <a:pt x="215460" y="110790"/>
                  <a:pt x="205315" y="110790"/>
                </a:cubicBezTo>
                <a:lnTo>
                  <a:pt x="18519" y="110790"/>
                </a:lnTo>
                <a:cubicBezTo>
                  <a:pt x="8293" y="110790"/>
                  <a:pt x="0" y="102497"/>
                  <a:pt x="0" y="92352"/>
                </a:cubicBezTo>
                <a:close/>
              </a:path>
            </a:pathLst>
          </a:custGeom>
          <a:solidFill xmlns:a="http://schemas.openxmlformats.org/drawingml/2006/main">
            <a:srgbClr val="1EADB8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351AF0-3FA5-4A24-BC07-2AE4BE72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339" y="3015299"/>
            <a:ext cx="391629" cy="76168"/>
          </a:xfrm>
          <a:custGeom xmlns:a="http://schemas.openxmlformats.org/drawingml/2006/main">
            <a:pathLst>
              <a:path w="391629" h="76168">
                <a:moveTo>
                  <a:pt x="0" y="63527"/>
                </a:moveTo>
                <a:lnTo>
                  <a:pt x="0" y="12721"/>
                </a:lnTo>
                <a:cubicBezTo>
                  <a:pt x="0" y="5717"/>
                  <a:pt x="5717" y="0"/>
                  <a:pt x="12721" y="0"/>
                </a:cubicBezTo>
                <a:lnTo>
                  <a:pt x="378907" y="0"/>
                </a:lnTo>
                <a:cubicBezTo>
                  <a:pt x="385912" y="0"/>
                  <a:pt x="391629" y="5717"/>
                  <a:pt x="391629" y="12721"/>
                </a:cubicBezTo>
                <a:lnTo>
                  <a:pt x="391629" y="63527"/>
                </a:lnTo>
                <a:cubicBezTo>
                  <a:pt x="391629" y="70532"/>
                  <a:pt x="385912" y="76168"/>
                  <a:pt x="378907" y="76168"/>
                </a:cubicBezTo>
                <a:lnTo>
                  <a:pt x="12721" y="76168"/>
                </a:lnTo>
                <a:cubicBezTo>
                  <a:pt x="5717" y="76168"/>
                  <a:pt x="0" y="70532"/>
                  <a:pt x="0" y="63527"/>
                </a:cubicBezTo>
                <a:close/>
              </a:path>
            </a:pathLst>
          </a:custGeom>
          <a:solidFill xmlns:a="http://schemas.openxmlformats.org/drawingml/2006/main">
            <a:srgbClr val="FF8857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43028-5024-4BE7-B9D2-FB42B3D0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025" y="3128263"/>
            <a:ext cx="335590" cy="110790"/>
          </a:xfrm>
          <a:custGeom xmlns:a="http://schemas.openxmlformats.org/drawingml/2006/main">
            <a:pathLst>
              <a:path w="335590" h="110790">
                <a:moveTo>
                  <a:pt x="0" y="92352"/>
                </a:moveTo>
                <a:lnTo>
                  <a:pt x="0" y="18438"/>
                </a:lnTo>
                <a:cubicBezTo>
                  <a:pt x="0" y="8293"/>
                  <a:pt x="8213" y="0"/>
                  <a:pt x="18438" y="0"/>
                </a:cubicBezTo>
                <a:lnTo>
                  <a:pt x="317152" y="0"/>
                </a:lnTo>
                <a:cubicBezTo>
                  <a:pt x="327297" y="0"/>
                  <a:pt x="335590" y="8293"/>
                  <a:pt x="335590" y="18438"/>
                </a:cubicBezTo>
                <a:lnTo>
                  <a:pt x="335590" y="92352"/>
                </a:lnTo>
                <a:cubicBezTo>
                  <a:pt x="335590" y="102497"/>
                  <a:pt x="327297" y="110790"/>
                  <a:pt x="317152" y="110790"/>
                </a:cubicBezTo>
                <a:lnTo>
                  <a:pt x="18438" y="110790"/>
                </a:lnTo>
                <a:cubicBezTo>
                  <a:pt x="8213" y="110790"/>
                  <a:pt x="0" y="102497"/>
                  <a:pt x="0" y="92352"/>
                </a:cubicBezTo>
                <a:close/>
              </a:path>
            </a:pathLst>
          </a:custGeom>
          <a:solidFill xmlns:a="http://schemas.openxmlformats.org/drawingml/2006/main">
            <a:srgbClr val="1EADB8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#2">
            <a:extLst xmlns:a="http://schemas.openxmlformats.org/drawingml/2006/main">
              <a:ext uri="{FF2B5EF4-FFF2-40B4-BE49-F238E27FC236}">
                <a16:creationId xmlns:a16="http://schemas.microsoft.com/office/drawing/2014/main" id="{9901DEDA-CD31-4640-BDE1-CB2E161D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481" y="2617409"/>
            <a:ext cx="127539" cy="78842"/>
          </a:xfrm>
          <a:custGeom xmlns:a="http://schemas.openxmlformats.org/drawingml/2006/main">
            <a:pathLst>
              <a:path w="127539" h="78842">
                <a:moveTo>
                  <a:pt x="10203" y="78842"/>
                </a:moveTo>
                <a:cubicBezTo>
                  <a:pt x="9199" y="78842"/>
                  <a:pt x="8426" y="78514"/>
                  <a:pt x="7885" y="77857"/>
                </a:cubicBezTo>
                <a:cubicBezTo>
                  <a:pt x="7344" y="77198"/>
                  <a:pt x="7228" y="76367"/>
                  <a:pt x="7537" y="75362"/>
                </a:cubicBezTo>
                <a:lnTo>
                  <a:pt x="11827" y="59130"/>
                </a:lnTo>
                <a:lnTo>
                  <a:pt x="3363" y="59130"/>
                </a:lnTo>
                <a:cubicBezTo>
                  <a:pt x="2358" y="59130"/>
                  <a:pt x="1546" y="58957"/>
                  <a:pt x="927" y="58610"/>
                </a:cubicBezTo>
                <a:cubicBezTo>
                  <a:pt x="309" y="58262"/>
                  <a:pt x="0" y="57586"/>
                  <a:pt x="0" y="56581"/>
                </a:cubicBezTo>
                <a:cubicBezTo>
                  <a:pt x="0" y="55885"/>
                  <a:pt x="97" y="55131"/>
                  <a:pt x="290" y="54320"/>
                </a:cubicBezTo>
                <a:cubicBezTo>
                  <a:pt x="484" y="53508"/>
                  <a:pt x="754" y="52755"/>
                  <a:pt x="1102" y="52059"/>
                </a:cubicBezTo>
                <a:cubicBezTo>
                  <a:pt x="1450" y="51363"/>
                  <a:pt x="1894" y="50764"/>
                  <a:pt x="2434" y="50261"/>
                </a:cubicBezTo>
                <a:cubicBezTo>
                  <a:pt x="2976" y="49759"/>
                  <a:pt x="3594" y="49508"/>
                  <a:pt x="4290" y="49508"/>
                </a:cubicBezTo>
                <a:lnTo>
                  <a:pt x="14493" y="49508"/>
                </a:lnTo>
                <a:lnTo>
                  <a:pt x="19015" y="32696"/>
                </a:lnTo>
                <a:lnTo>
                  <a:pt x="8349" y="32696"/>
                </a:lnTo>
                <a:cubicBezTo>
                  <a:pt x="7344" y="32696"/>
                  <a:pt x="6532" y="32503"/>
                  <a:pt x="5912" y="32117"/>
                </a:cubicBezTo>
                <a:cubicBezTo>
                  <a:pt x="5294" y="31730"/>
                  <a:pt x="4985" y="31073"/>
                  <a:pt x="4985" y="30144"/>
                </a:cubicBezTo>
                <a:cubicBezTo>
                  <a:pt x="4985" y="29372"/>
                  <a:pt x="5102" y="28560"/>
                  <a:pt x="5334" y="27710"/>
                </a:cubicBezTo>
                <a:cubicBezTo>
                  <a:pt x="5566" y="26860"/>
                  <a:pt x="5875" y="26087"/>
                  <a:pt x="6261" y="25393"/>
                </a:cubicBezTo>
                <a:cubicBezTo>
                  <a:pt x="6648" y="24697"/>
                  <a:pt x="7111" y="24136"/>
                  <a:pt x="7652" y="23712"/>
                </a:cubicBezTo>
                <a:cubicBezTo>
                  <a:pt x="8193" y="23286"/>
                  <a:pt x="8773" y="23073"/>
                  <a:pt x="9392" y="23073"/>
                </a:cubicBezTo>
                <a:lnTo>
                  <a:pt x="21566" y="23073"/>
                </a:lnTo>
                <a:lnTo>
                  <a:pt x="26320" y="5217"/>
                </a:lnTo>
                <a:cubicBezTo>
                  <a:pt x="26938" y="3285"/>
                  <a:pt x="28136" y="2319"/>
                  <a:pt x="29914" y="2319"/>
                </a:cubicBezTo>
                <a:lnTo>
                  <a:pt x="34783" y="2319"/>
                </a:lnTo>
                <a:cubicBezTo>
                  <a:pt x="35866" y="2319"/>
                  <a:pt x="36677" y="2648"/>
                  <a:pt x="37218" y="3305"/>
                </a:cubicBezTo>
                <a:cubicBezTo>
                  <a:pt x="37759" y="3962"/>
                  <a:pt x="37875" y="4831"/>
                  <a:pt x="37566" y="5912"/>
                </a:cubicBezTo>
                <a:lnTo>
                  <a:pt x="32929" y="23073"/>
                </a:lnTo>
                <a:lnTo>
                  <a:pt x="47188" y="23073"/>
                </a:lnTo>
                <a:lnTo>
                  <a:pt x="51942" y="5217"/>
                </a:lnTo>
                <a:cubicBezTo>
                  <a:pt x="52561" y="3285"/>
                  <a:pt x="53760" y="2319"/>
                  <a:pt x="55537" y="2319"/>
                </a:cubicBezTo>
                <a:lnTo>
                  <a:pt x="60291" y="2319"/>
                </a:lnTo>
                <a:cubicBezTo>
                  <a:pt x="61450" y="2319"/>
                  <a:pt x="62281" y="2648"/>
                  <a:pt x="62783" y="3305"/>
                </a:cubicBezTo>
                <a:cubicBezTo>
                  <a:pt x="63286" y="3962"/>
                  <a:pt x="63383" y="4831"/>
                  <a:pt x="63074" y="5912"/>
                </a:cubicBezTo>
                <a:lnTo>
                  <a:pt x="58435" y="23073"/>
                </a:lnTo>
                <a:lnTo>
                  <a:pt x="66088" y="23073"/>
                </a:lnTo>
                <a:cubicBezTo>
                  <a:pt x="68329" y="23073"/>
                  <a:pt x="69450" y="24039"/>
                  <a:pt x="69450" y="25971"/>
                </a:cubicBezTo>
                <a:cubicBezTo>
                  <a:pt x="69450" y="26435"/>
                  <a:pt x="69353" y="27053"/>
                  <a:pt x="69159" y="27827"/>
                </a:cubicBezTo>
                <a:cubicBezTo>
                  <a:pt x="68967" y="28599"/>
                  <a:pt x="68697" y="29334"/>
                  <a:pt x="68349" y="30029"/>
                </a:cubicBezTo>
                <a:cubicBezTo>
                  <a:pt x="68001" y="30725"/>
                  <a:pt x="67557" y="31344"/>
                  <a:pt x="67015" y="31885"/>
                </a:cubicBezTo>
                <a:cubicBezTo>
                  <a:pt x="66474" y="32425"/>
                  <a:pt x="65817" y="32696"/>
                  <a:pt x="65044" y="32696"/>
                </a:cubicBezTo>
                <a:lnTo>
                  <a:pt x="55886" y="32696"/>
                </a:lnTo>
                <a:lnTo>
                  <a:pt x="51364" y="49508"/>
                </a:lnTo>
                <a:lnTo>
                  <a:pt x="60986" y="49508"/>
                </a:lnTo>
                <a:cubicBezTo>
                  <a:pt x="63150" y="49508"/>
                  <a:pt x="64232" y="50513"/>
                  <a:pt x="64232" y="52522"/>
                </a:cubicBezTo>
                <a:cubicBezTo>
                  <a:pt x="64232" y="53064"/>
                  <a:pt x="64155" y="53721"/>
                  <a:pt x="64001" y="54493"/>
                </a:cubicBezTo>
                <a:cubicBezTo>
                  <a:pt x="63846" y="55266"/>
                  <a:pt x="63595" y="56000"/>
                  <a:pt x="63247" y="56696"/>
                </a:cubicBezTo>
                <a:cubicBezTo>
                  <a:pt x="62899" y="57392"/>
                  <a:pt x="62454" y="57971"/>
                  <a:pt x="61913" y="58435"/>
                </a:cubicBezTo>
                <a:cubicBezTo>
                  <a:pt x="61373" y="58898"/>
                  <a:pt x="60755" y="59130"/>
                  <a:pt x="60059" y="59130"/>
                </a:cubicBezTo>
                <a:lnTo>
                  <a:pt x="48812" y="59130"/>
                </a:lnTo>
                <a:lnTo>
                  <a:pt x="44291" y="75942"/>
                </a:lnTo>
                <a:cubicBezTo>
                  <a:pt x="43673" y="77875"/>
                  <a:pt x="42436" y="78842"/>
                  <a:pt x="40581" y="78842"/>
                </a:cubicBezTo>
                <a:lnTo>
                  <a:pt x="35827" y="78842"/>
                </a:lnTo>
                <a:cubicBezTo>
                  <a:pt x="34744" y="78842"/>
                  <a:pt x="33971" y="78514"/>
                  <a:pt x="33508" y="77857"/>
                </a:cubicBezTo>
                <a:cubicBezTo>
                  <a:pt x="33044" y="77198"/>
                  <a:pt x="32929" y="76367"/>
                  <a:pt x="33161" y="75362"/>
                </a:cubicBezTo>
                <a:lnTo>
                  <a:pt x="37449" y="59130"/>
                </a:lnTo>
                <a:lnTo>
                  <a:pt x="23190" y="59130"/>
                </a:lnTo>
                <a:lnTo>
                  <a:pt x="18668" y="75942"/>
                </a:lnTo>
                <a:cubicBezTo>
                  <a:pt x="18203" y="77875"/>
                  <a:pt x="17005" y="78842"/>
                  <a:pt x="15073" y="78842"/>
                </a:cubicBezTo>
                <a:lnTo>
                  <a:pt x="10203" y="78842"/>
                </a:lnTo>
                <a:moveTo>
                  <a:pt x="25856" y="49508"/>
                </a:moveTo>
                <a:lnTo>
                  <a:pt x="40117" y="49508"/>
                </a:lnTo>
                <a:lnTo>
                  <a:pt x="44639" y="32696"/>
                </a:lnTo>
                <a:lnTo>
                  <a:pt x="30378" y="32696"/>
                </a:lnTo>
                <a:lnTo>
                  <a:pt x="25856" y="49508"/>
                </a:lnTo>
                <a:close/>
                <a:moveTo>
                  <a:pt x="79190" y="78725"/>
                </a:moveTo>
                <a:cubicBezTo>
                  <a:pt x="77876" y="78725"/>
                  <a:pt x="77142" y="78068"/>
                  <a:pt x="76987" y="76754"/>
                </a:cubicBezTo>
                <a:cubicBezTo>
                  <a:pt x="76910" y="76677"/>
                  <a:pt x="76851" y="75962"/>
                  <a:pt x="76812" y="74610"/>
                </a:cubicBezTo>
                <a:cubicBezTo>
                  <a:pt x="76775" y="73257"/>
                  <a:pt x="76756" y="71692"/>
                  <a:pt x="76756" y="69913"/>
                </a:cubicBezTo>
                <a:cubicBezTo>
                  <a:pt x="76756" y="68832"/>
                  <a:pt x="76930" y="68078"/>
                  <a:pt x="77278" y="67654"/>
                </a:cubicBezTo>
                <a:cubicBezTo>
                  <a:pt x="77626" y="67228"/>
                  <a:pt x="78031" y="66783"/>
                  <a:pt x="78495" y="66320"/>
                </a:cubicBezTo>
                <a:cubicBezTo>
                  <a:pt x="79576" y="65470"/>
                  <a:pt x="81199" y="64175"/>
                  <a:pt x="83363" y="62437"/>
                </a:cubicBezTo>
                <a:cubicBezTo>
                  <a:pt x="85528" y="60697"/>
                  <a:pt x="87924" y="58668"/>
                  <a:pt x="90552" y="56349"/>
                </a:cubicBezTo>
                <a:cubicBezTo>
                  <a:pt x="93180" y="54029"/>
                  <a:pt x="95886" y="51497"/>
                  <a:pt x="98668" y="48754"/>
                </a:cubicBezTo>
                <a:cubicBezTo>
                  <a:pt x="101451" y="46010"/>
                  <a:pt x="104001" y="43169"/>
                  <a:pt x="106320" y="40232"/>
                </a:cubicBezTo>
                <a:cubicBezTo>
                  <a:pt x="108640" y="37295"/>
                  <a:pt x="110534" y="34320"/>
                  <a:pt x="112002" y="31305"/>
                </a:cubicBezTo>
                <a:cubicBezTo>
                  <a:pt x="113471" y="28290"/>
                  <a:pt x="114205" y="25392"/>
                  <a:pt x="114205" y="22610"/>
                </a:cubicBezTo>
                <a:cubicBezTo>
                  <a:pt x="114205" y="19054"/>
                  <a:pt x="113142" y="16348"/>
                  <a:pt x="111015" y="14493"/>
                </a:cubicBezTo>
                <a:cubicBezTo>
                  <a:pt x="108890" y="12638"/>
                  <a:pt x="105856" y="11710"/>
                  <a:pt x="101915" y="11710"/>
                </a:cubicBezTo>
                <a:cubicBezTo>
                  <a:pt x="100214" y="11710"/>
                  <a:pt x="98707" y="11903"/>
                  <a:pt x="97393" y="12290"/>
                </a:cubicBezTo>
                <a:cubicBezTo>
                  <a:pt x="96079" y="12677"/>
                  <a:pt x="94920" y="13180"/>
                  <a:pt x="93915" y="13798"/>
                </a:cubicBezTo>
                <a:cubicBezTo>
                  <a:pt x="92910" y="14416"/>
                  <a:pt x="92002" y="15130"/>
                  <a:pt x="91190" y="15942"/>
                </a:cubicBezTo>
                <a:cubicBezTo>
                  <a:pt x="90379" y="16753"/>
                  <a:pt x="89587" y="17584"/>
                  <a:pt x="88814" y="18434"/>
                </a:cubicBezTo>
                <a:cubicBezTo>
                  <a:pt x="88118" y="19285"/>
                  <a:pt x="87345" y="19865"/>
                  <a:pt x="86495" y="20174"/>
                </a:cubicBezTo>
                <a:cubicBezTo>
                  <a:pt x="85645" y="20483"/>
                  <a:pt x="84871" y="20637"/>
                  <a:pt x="84176" y="20637"/>
                </a:cubicBezTo>
                <a:cubicBezTo>
                  <a:pt x="83634" y="20637"/>
                  <a:pt x="83054" y="20425"/>
                  <a:pt x="82436" y="20000"/>
                </a:cubicBezTo>
                <a:cubicBezTo>
                  <a:pt x="81818" y="19576"/>
                  <a:pt x="81258" y="19035"/>
                  <a:pt x="80756" y="18378"/>
                </a:cubicBezTo>
                <a:cubicBezTo>
                  <a:pt x="80253" y="17720"/>
                  <a:pt x="79847" y="17024"/>
                  <a:pt x="79537" y="16290"/>
                </a:cubicBezTo>
                <a:cubicBezTo>
                  <a:pt x="79228" y="15556"/>
                  <a:pt x="79073" y="14879"/>
                  <a:pt x="79073" y="14261"/>
                </a:cubicBezTo>
                <a:cubicBezTo>
                  <a:pt x="79073" y="12947"/>
                  <a:pt x="79634" y="11479"/>
                  <a:pt x="80754" y="9856"/>
                </a:cubicBezTo>
                <a:cubicBezTo>
                  <a:pt x="81876" y="8232"/>
                  <a:pt x="83460" y="6686"/>
                  <a:pt x="85508" y="5217"/>
                </a:cubicBezTo>
                <a:cubicBezTo>
                  <a:pt x="87556" y="3749"/>
                  <a:pt x="90049" y="2512"/>
                  <a:pt x="92986" y="1507"/>
                </a:cubicBezTo>
                <a:cubicBezTo>
                  <a:pt x="95924" y="502"/>
                  <a:pt x="99171" y="0"/>
                  <a:pt x="102727" y="0"/>
                </a:cubicBezTo>
                <a:cubicBezTo>
                  <a:pt x="110533" y="0"/>
                  <a:pt x="116543" y="1990"/>
                  <a:pt x="120754" y="5971"/>
                </a:cubicBezTo>
                <a:cubicBezTo>
                  <a:pt x="124967" y="9951"/>
                  <a:pt x="127074" y="15343"/>
                  <a:pt x="127074" y="22144"/>
                </a:cubicBezTo>
                <a:cubicBezTo>
                  <a:pt x="127074" y="24928"/>
                  <a:pt x="126610" y="27692"/>
                  <a:pt x="125683" y="30436"/>
                </a:cubicBezTo>
                <a:cubicBezTo>
                  <a:pt x="124756" y="33180"/>
                  <a:pt x="123520" y="35865"/>
                  <a:pt x="121973" y="38493"/>
                </a:cubicBezTo>
                <a:cubicBezTo>
                  <a:pt x="120427" y="41121"/>
                  <a:pt x="118687" y="43652"/>
                  <a:pt x="116754" y="46088"/>
                </a:cubicBezTo>
                <a:cubicBezTo>
                  <a:pt x="114822" y="48522"/>
                  <a:pt x="112813" y="50822"/>
                  <a:pt x="110727" y="52986"/>
                </a:cubicBezTo>
                <a:cubicBezTo>
                  <a:pt x="105935" y="57932"/>
                  <a:pt x="100485" y="62647"/>
                  <a:pt x="94378" y="67130"/>
                </a:cubicBezTo>
                <a:lnTo>
                  <a:pt x="125566" y="67130"/>
                </a:lnTo>
                <a:cubicBezTo>
                  <a:pt x="126186" y="67130"/>
                  <a:pt x="126669" y="67478"/>
                  <a:pt x="127017" y="68174"/>
                </a:cubicBezTo>
                <a:cubicBezTo>
                  <a:pt x="127365" y="68870"/>
                  <a:pt x="127539" y="70454"/>
                  <a:pt x="127539" y="72928"/>
                </a:cubicBezTo>
                <a:cubicBezTo>
                  <a:pt x="127539" y="75324"/>
                  <a:pt x="127365" y="76890"/>
                  <a:pt x="127017" y="77625"/>
                </a:cubicBezTo>
                <a:cubicBezTo>
                  <a:pt x="126669" y="78358"/>
                  <a:pt x="126186" y="78725"/>
                  <a:pt x="125566" y="78725"/>
                </a:cubicBezTo>
                <a:lnTo>
                  <a:pt x="79190" y="7872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598bdeeb54476"/>
          <a:stretch xmlns:a="http://schemas.openxmlformats.org/drawingml/2006/main"/>
        </p:blipFill>
        <p:spPr>
          <a:xfrm xmlns:a="http://schemas.openxmlformats.org/drawingml/2006/main">
            <a:off x="4447220" y="2571102"/>
            <a:ext cx="750729" cy="796928"/>
          </a:xfrm>
          <a:prstGeom xmlns:a="http://schemas.openxmlformats.org/drawingml/2006/main" prst="rect">
            <a:avLst/>
          </a:prstGeom>
        </p:spPr>
      </p:pic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F0A62-B6D3-4A7F-AC45-24863E83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534" y="2591464"/>
            <a:ext cx="677460" cy="724964"/>
          </a:xfrm>
          <a:custGeom xmlns:a="http://schemas.openxmlformats.org/drawingml/2006/main">
            <a:pathLst>
              <a:path w="677460" h="724964">
                <a:moveTo>
                  <a:pt x="52818" y="0"/>
                </a:moveTo>
                <a:lnTo>
                  <a:pt x="677460" y="0"/>
                </a:lnTo>
                <a:lnTo>
                  <a:pt x="677460" y="672226"/>
                </a:lnTo>
                <a:lnTo>
                  <a:pt x="624722" y="724964"/>
                </a:lnTo>
                <a:lnTo>
                  <a:pt x="0" y="724964"/>
                </a:lnTo>
                <a:lnTo>
                  <a:pt x="0" y="52738"/>
                </a:lnTo>
                <a:lnTo>
                  <a:pt x="52818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9529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90971-12CB-4DB1-B439-84F13FD1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534" y="2591464"/>
            <a:ext cx="677460" cy="724964"/>
          </a:xfrm>
          <a:custGeom xmlns:a="http://schemas.openxmlformats.org/drawingml/2006/main">
            <a:pathLst>
              <a:path w="677460" h="724964" fill="none">
                <a:moveTo>
                  <a:pt x="52818" y="0"/>
                </a:moveTo>
                <a:lnTo>
                  <a:pt x="677460" y="0"/>
                </a:lnTo>
                <a:lnTo>
                  <a:pt x="677460" y="672226"/>
                </a:lnTo>
                <a:lnTo>
                  <a:pt x="624722" y="724964"/>
                </a:lnTo>
                <a:lnTo>
                  <a:pt x="0" y="724964"/>
                </a:lnTo>
                <a:lnTo>
                  <a:pt x="0" y="52738"/>
                </a:lnTo>
                <a:lnTo>
                  <a:pt x="5281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FFFFFF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7967D8-B3EE-4668-9964-0ABACB08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949" y="2758132"/>
            <a:ext cx="118841" cy="65379"/>
          </a:xfrm>
          <a:custGeom xmlns:a="http://schemas.openxmlformats.org/drawingml/2006/main">
            <a:pathLst>
              <a:path w="118841" h="65379">
                <a:moveTo>
                  <a:pt x="0" y="54509"/>
                </a:moveTo>
                <a:lnTo>
                  <a:pt x="0" y="10950"/>
                </a:lnTo>
                <a:cubicBezTo>
                  <a:pt x="0" y="4911"/>
                  <a:pt x="4831" y="0"/>
                  <a:pt x="10870" y="0"/>
                </a:cubicBezTo>
                <a:lnTo>
                  <a:pt x="107891" y="0"/>
                </a:lnTo>
                <a:cubicBezTo>
                  <a:pt x="113930" y="0"/>
                  <a:pt x="118841" y="4911"/>
                  <a:pt x="118841" y="10950"/>
                </a:cubicBezTo>
                <a:lnTo>
                  <a:pt x="118841" y="54509"/>
                </a:lnTo>
                <a:cubicBezTo>
                  <a:pt x="118841" y="60548"/>
                  <a:pt x="113930" y="65379"/>
                  <a:pt x="107891" y="65379"/>
                </a:cubicBezTo>
                <a:lnTo>
                  <a:pt x="10870" y="65379"/>
                </a:lnTo>
                <a:cubicBezTo>
                  <a:pt x="4831" y="65379"/>
                  <a:pt x="0" y="60548"/>
                  <a:pt x="0" y="54509"/>
                </a:cubicBezTo>
                <a:close/>
              </a:path>
            </a:pathLst>
          </a:custGeom>
          <a:solidFill xmlns:a="http://schemas.openxmlformats.org/drawingml/2006/main">
            <a:srgbClr val="FF8857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E2B392-F1A2-4DC0-9E6D-856ECA71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974" y="2874477"/>
            <a:ext cx="237683" cy="64976"/>
          </a:xfrm>
          <a:custGeom xmlns:a="http://schemas.openxmlformats.org/drawingml/2006/main">
            <a:pathLst>
              <a:path w="237683" h="64976">
                <a:moveTo>
                  <a:pt x="0" y="54107"/>
                </a:moveTo>
                <a:lnTo>
                  <a:pt x="0" y="10789"/>
                </a:lnTo>
                <a:cubicBezTo>
                  <a:pt x="0" y="4831"/>
                  <a:pt x="4831" y="0"/>
                  <a:pt x="10870" y="0"/>
                </a:cubicBezTo>
                <a:lnTo>
                  <a:pt x="226893" y="0"/>
                </a:lnTo>
                <a:cubicBezTo>
                  <a:pt x="232852" y="0"/>
                  <a:pt x="237683" y="4831"/>
                  <a:pt x="237683" y="10789"/>
                </a:cubicBezTo>
                <a:lnTo>
                  <a:pt x="237683" y="54107"/>
                </a:lnTo>
                <a:cubicBezTo>
                  <a:pt x="237683" y="60145"/>
                  <a:pt x="232852" y="64976"/>
                  <a:pt x="226893" y="64976"/>
                </a:cubicBezTo>
                <a:lnTo>
                  <a:pt x="10870" y="64976"/>
                </a:lnTo>
                <a:cubicBezTo>
                  <a:pt x="4831" y="64976"/>
                  <a:pt x="0" y="60145"/>
                  <a:pt x="0" y="54107"/>
                </a:cubicBezTo>
                <a:close/>
              </a:path>
            </a:pathLst>
          </a:custGeom>
          <a:solidFill xmlns:a="http://schemas.openxmlformats.org/drawingml/2006/main">
            <a:srgbClr val="1EADB8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9BC447-5727-434C-AC62-CE938D6D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983" y="3011273"/>
            <a:ext cx="297103" cy="95089"/>
          </a:xfrm>
          <a:custGeom xmlns:a="http://schemas.openxmlformats.org/drawingml/2006/main">
            <a:pathLst>
              <a:path w="297103" h="95089">
                <a:moveTo>
                  <a:pt x="0" y="79228"/>
                </a:moveTo>
                <a:lnTo>
                  <a:pt x="0" y="15862"/>
                </a:lnTo>
                <a:cubicBezTo>
                  <a:pt x="0" y="7085"/>
                  <a:pt x="7085" y="0"/>
                  <a:pt x="15862" y="0"/>
                </a:cubicBezTo>
                <a:lnTo>
                  <a:pt x="281242" y="0"/>
                </a:lnTo>
                <a:cubicBezTo>
                  <a:pt x="290018" y="0"/>
                  <a:pt x="297103" y="7085"/>
                  <a:pt x="297103" y="15862"/>
                </a:cubicBezTo>
                <a:lnTo>
                  <a:pt x="297103" y="79228"/>
                </a:lnTo>
                <a:cubicBezTo>
                  <a:pt x="297103" y="88004"/>
                  <a:pt x="290018" y="95089"/>
                  <a:pt x="281242" y="95089"/>
                </a:cubicBezTo>
                <a:lnTo>
                  <a:pt x="15862" y="95089"/>
                </a:lnTo>
                <a:cubicBezTo>
                  <a:pt x="7085" y="95089"/>
                  <a:pt x="0" y="88004"/>
                  <a:pt x="0" y="79228"/>
                </a:cubicBezTo>
                <a:close/>
              </a:path>
            </a:pathLst>
          </a:custGeom>
          <a:solidFill xmlns:a="http://schemas.openxmlformats.org/drawingml/2006/main">
            <a:srgbClr val="FF8857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5BB3F8-16DB-4016-8AE5-B3F5F2A7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528" y="3160389"/>
            <a:ext cx="433819" cy="65379"/>
          </a:xfrm>
          <a:custGeom xmlns:a="http://schemas.openxmlformats.org/drawingml/2006/main">
            <a:pathLst>
              <a:path w="433819" h="65379">
                <a:moveTo>
                  <a:pt x="0" y="54509"/>
                </a:moveTo>
                <a:lnTo>
                  <a:pt x="0" y="10950"/>
                </a:lnTo>
                <a:cubicBezTo>
                  <a:pt x="0" y="4911"/>
                  <a:pt x="4911" y="0"/>
                  <a:pt x="10950" y="0"/>
                </a:cubicBezTo>
                <a:lnTo>
                  <a:pt x="422869" y="0"/>
                </a:lnTo>
                <a:cubicBezTo>
                  <a:pt x="428908" y="0"/>
                  <a:pt x="433819" y="4911"/>
                  <a:pt x="433819" y="10950"/>
                </a:cubicBezTo>
                <a:lnTo>
                  <a:pt x="433819" y="54509"/>
                </a:lnTo>
                <a:cubicBezTo>
                  <a:pt x="433819" y="60548"/>
                  <a:pt x="428908" y="65379"/>
                  <a:pt x="422869" y="65379"/>
                </a:cubicBezTo>
                <a:lnTo>
                  <a:pt x="10950" y="65379"/>
                </a:lnTo>
                <a:cubicBezTo>
                  <a:pt x="4911" y="65379"/>
                  <a:pt x="0" y="60548"/>
                  <a:pt x="0" y="54509"/>
                </a:cubicBezTo>
                <a:close/>
              </a:path>
            </a:pathLst>
          </a:custGeom>
          <a:solidFill xmlns:a="http://schemas.openxmlformats.org/drawingml/2006/main">
            <a:srgbClr val="1EADB8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#3">
            <a:extLst xmlns:a="http://schemas.openxmlformats.org/drawingml/2006/main">
              <a:ext uri="{FF2B5EF4-FFF2-40B4-BE49-F238E27FC236}">
                <a16:creationId xmlns:a16="http://schemas.microsoft.com/office/drawing/2014/main" id="{2CF10BD5-BF41-44A9-87D0-3F7E3DC2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303" y="2617409"/>
            <a:ext cx="127653" cy="79769"/>
          </a:xfrm>
          <a:custGeom xmlns:a="http://schemas.openxmlformats.org/drawingml/2006/main">
            <a:pathLst>
              <a:path w="127653" h="79769">
                <a:moveTo>
                  <a:pt x="10203" y="78842"/>
                </a:moveTo>
                <a:cubicBezTo>
                  <a:pt x="9199" y="78842"/>
                  <a:pt x="8426" y="78514"/>
                  <a:pt x="7885" y="77857"/>
                </a:cubicBezTo>
                <a:cubicBezTo>
                  <a:pt x="7344" y="77198"/>
                  <a:pt x="7228" y="76367"/>
                  <a:pt x="7537" y="75362"/>
                </a:cubicBezTo>
                <a:lnTo>
                  <a:pt x="11827" y="59130"/>
                </a:lnTo>
                <a:lnTo>
                  <a:pt x="3363" y="59130"/>
                </a:lnTo>
                <a:cubicBezTo>
                  <a:pt x="2358" y="59130"/>
                  <a:pt x="1546" y="58957"/>
                  <a:pt x="927" y="58610"/>
                </a:cubicBezTo>
                <a:cubicBezTo>
                  <a:pt x="309" y="58262"/>
                  <a:pt x="0" y="57586"/>
                  <a:pt x="0" y="56581"/>
                </a:cubicBezTo>
                <a:cubicBezTo>
                  <a:pt x="0" y="55885"/>
                  <a:pt x="97" y="55131"/>
                  <a:pt x="290" y="54320"/>
                </a:cubicBezTo>
                <a:cubicBezTo>
                  <a:pt x="484" y="53508"/>
                  <a:pt x="754" y="52755"/>
                  <a:pt x="1102" y="52059"/>
                </a:cubicBezTo>
                <a:cubicBezTo>
                  <a:pt x="1450" y="51363"/>
                  <a:pt x="1894" y="50764"/>
                  <a:pt x="2434" y="50261"/>
                </a:cubicBezTo>
                <a:cubicBezTo>
                  <a:pt x="2976" y="49759"/>
                  <a:pt x="3594" y="49508"/>
                  <a:pt x="4290" y="49508"/>
                </a:cubicBezTo>
                <a:lnTo>
                  <a:pt x="14493" y="49508"/>
                </a:lnTo>
                <a:lnTo>
                  <a:pt x="19015" y="32696"/>
                </a:lnTo>
                <a:lnTo>
                  <a:pt x="8349" y="32696"/>
                </a:lnTo>
                <a:cubicBezTo>
                  <a:pt x="7344" y="32696"/>
                  <a:pt x="6532" y="32503"/>
                  <a:pt x="5912" y="32117"/>
                </a:cubicBezTo>
                <a:cubicBezTo>
                  <a:pt x="5294" y="31730"/>
                  <a:pt x="4985" y="31073"/>
                  <a:pt x="4985" y="30144"/>
                </a:cubicBezTo>
                <a:cubicBezTo>
                  <a:pt x="4985" y="29372"/>
                  <a:pt x="5102" y="28560"/>
                  <a:pt x="5334" y="27710"/>
                </a:cubicBezTo>
                <a:cubicBezTo>
                  <a:pt x="5566" y="26860"/>
                  <a:pt x="5875" y="26087"/>
                  <a:pt x="6261" y="25393"/>
                </a:cubicBezTo>
                <a:cubicBezTo>
                  <a:pt x="6648" y="24697"/>
                  <a:pt x="7111" y="24136"/>
                  <a:pt x="7652" y="23712"/>
                </a:cubicBezTo>
                <a:cubicBezTo>
                  <a:pt x="8193" y="23286"/>
                  <a:pt x="8773" y="23073"/>
                  <a:pt x="9392" y="23073"/>
                </a:cubicBezTo>
                <a:lnTo>
                  <a:pt x="21566" y="23073"/>
                </a:lnTo>
                <a:lnTo>
                  <a:pt x="26320" y="5217"/>
                </a:lnTo>
                <a:cubicBezTo>
                  <a:pt x="26938" y="3285"/>
                  <a:pt x="28136" y="2319"/>
                  <a:pt x="29914" y="2319"/>
                </a:cubicBezTo>
                <a:lnTo>
                  <a:pt x="34783" y="2319"/>
                </a:lnTo>
                <a:cubicBezTo>
                  <a:pt x="35866" y="2319"/>
                  <a:pt x="36677" y="2648"/>
                  <a:pt x="37218" y="3305"/>
                </a:cubicBezTo>
                <a:cubicBezTo>
                  <a:pt x="37759" y="3962"/>
                  <a:pt x="37875" y="4831"/>
                  <a:pt x="37566" y="5912"/>
                </a:cubicBezTo>
                <a:lnTo>
                  <a:pt x="32929" y="23073"/>
                </a:lnTo>
                <a:lnTo>
                  <a:pt x="47188" y="23073"/>
                </a:lnTo>
                <a:lnTo>
                  <a:pt x="51942" y="5217"/>
                </a:lnTo>
                <a:cubicBezTo>
                  <a:pt x="52561" y="3285"/>
                  <a:pt x="53760" y="2319"/>
                  <a:pt x="55537" y="2319"/>
                </a:cubicBezTo>
                <a:lnTo>
                  <a:pt x="60291" y="2319"/>
                </a:lnTo>
                <a:cubicBezTo>
                  <a:pt x="61450" y="2319"/>
                  <a:pt x="62281" y="2648"/>
                  <a:pt x="62783" y="3305"/>
                </a:cubicBezTo>
                <a:cubicBezTo>
                  <a:pt x="63286" y="3962"/>
                  <a:pt x="63383" y="4831"/>
                  <a:pt x="63074" y="5912"/>
                </a:cubicBezTo>
                <a:lnTo>
                  <a:pt x="58435" y="23073"/>
                </a:lnTo>
                <a:lnTo>
                  <a:pt x="66088" y="23073"/>
                </a:lnTo>
                <a:cubicBezTo>
                  <a:pt x="68329" y="23073"/>
                  <a:pt x="69450" y="24039"/>
                  <a:pt x="69450" y="25971"/>
                </a:cubicBezTo>
                <a:cubicBezTo>
                  <a:pt x="69450" y="26435"/>
                  <a:pt x="69353" y="27053"/>
                  <a:pt x="69159" y="27827"/>
                </a:cubicBezTo>
                <a:cubicBezTo>
                  <a:pt x="68967" y="28599"/>
                  <a:pt x="68697" y="29334"/>
                  <a:pt x="68349" y="30029"/>
                </a:cubicBezTo>
                <a:cubicBezTo>
                  <a:pt x="68001" y="30725"/>
                  <a:pt x="67557" y="31344"/>
                  <a:pt x="67015" y="31885"/>
                </a:cubicBezTo>
                <a:cubicBezTo>
                  <a:pt x="66474" y="32425"/>
                  <a:pt x="65817" y="32696"/>
                  <a:pt x="65044" y="32696"/>
                </a:cubicBezTo>
                <a:lnTo>
                  <a:pt x="55886" y="32696"/>
                </a:lnTo>
                <a:lnTo>
                  <a:pt x="51364" y="49508"/>
                </a:lnTo>
                <a:lnTo>
                  <a:pt x="60986" y="49508"/>
                </a:lnTo>
                <a:cubicBezTo>
                  <a:pt x="63150" y="49508"/>
                  <a:pt x="64232" y="50513"/>
                  <a:pt x="64232" y="52522"/>
                </a:cubicBezTo>
                <a:cubicBezTo>
                  <a:pt x="64232" y="53064"/>
                  <a:pt x="64155" y="53721"/>
                  <a:pt x="64001" y="54493"/>
                </a:cubicBezTo>
                <a:cubicBezTo>
                  <a:pt x="63846" y="55266"/>
                  <a:pt x="63595" y="56000"/>
                  <a:pt x="63247" y="56696"/>
                </a:cubicBezTo>
                <a:cubicBezTo>
                  <a:pt x="62899" y="57392"/>
                  <a:pt x="62454" y="57971"/>
                  <a:pt x="61913" y="58435"/>
                </a:cubicBezTo>
                <a:cubicBezTo>
                  <a:pt x="61373" y="58898"/>
                  <a:pt x="60755" y="59130"/>
                  <a:pt x="60059" y="59130"/>
                </a:cubicBezTo>
                <a:lnTo>
                  <a:pt x="48812" y="59130"/>
                </a:lnTo>
                <a:lnTo>
                  <a:pt x="44291" y="75942"/>
                </a:lnTo>
                <a:cubicBezTo>
                  <a:pt x="43673" y="77875"/>
                  <a:pt x="42436" y="78842"/>
                  <a:pt x="40581" y="78842"/>
                </a:cubicBezTo>
                <a:lnTo>
                  <a:pt x="35827" y="78842"/>
                </a:lnTo>
                <a:cubicBezTo>
                  <a:pt x="34744" y="78842"/>
                  <a:pt x="33971" y="78514"/>
                  <a:pt x="33508" y="77857"/>
                </a:cubicBezTo>
                <a:cubicBezTo>
                  <a:pt x="33044" y="77198"/>
                  <a:pt x="32929" y="76367"/>
                  <a:pt x="33161" y="75362"/>
                </a:cubicBezTo>
                <a:lnTo>
                  <a:pt x="37449" y="59130"/>
                </a:lnTo>
                <a:lnTo>
                  <a:pt x="23190" y="59130"/>
                </a:lnTo>
                <a:lnTo>
                  <a:pt x="18668" y="75942"/>
                </a:lnTo>
                <a:cubicBezTo>
                  <a:pt x="18203" y="77875"/>
                  <a:pt x="17005" y="78842"/>
                  <a:pt x="15073" y="78842"/>
                </a:cubicBezTo>
                <a:lnTo>
                  <a:pt x="10203" y="78842"/>
                </a:lnTo>
                <a:moveTo>
                  <a:pt x="25856" y="49508"/>
                </a:moveTo>
                <a:lnTo>
                  <a:pt x="40117" y="49508"/>
                </a:lnTo>
                <a:lnTo>
                  <a:pt x="44639" y="32696"/>
                </a:lnTo>
                <a:lnTo>
                  <a:pt x="30378" y="32696"/>
                </a:lnTo>
                <a:lnTo>
                  <a:pt x="25856" y="49508"/>
                </a:lnTo>
                <a:close/>
                <a:moveTo>
                  <a:pt x="101914" y="79769"/>
                </a:moveTo>
                <a:cubicBezTo>
                  <a:pt x="98436" y="79769"/>
                  <a:pt x="95267" y="79383"/>
                  <a:pt x="92407" y="78610"/>
                </a:cubicBezTo>
                <a:cubicBezTo>
                  <a:pt x="89546" y="77837"/>
                  <a:pt x="87092" y="76928"/>
                  <a:pt x="85043" y="75886"/>
                </a:cubicBezTo>
                <a:cubicBezTo>
                  <a:pt x="82996" y="74842"/>
                  <a:pt x="81373" y="73798"/>
                  <a:pt x="80175" y="72754"/>
                </a:cubicBezTo>
                <a:cubicBezTo>
                  <a:pt x="78976" y="71711"/>
                  <a:pt x="78262" y="70880"/>
                  <a:pt x="78030" y="70262"/>
                </a:cubicBezTo>
                <a:cubicBezTo>
                  <a:pt x="77411" y="68639"/>
                  <a:pt x="77044" y="66939"/>
                  <a:pt x="76928" y="65161"/>
                </a:cubicBezTo>
                <a:cubicBezTo>
                  <a:pt x="76813" y="63383"/>
                  <a:pt x="76793" y="62030"/>
                  <a:pt x="76870" y="61103"/>
                </a:cubicBezTo>
                <a:cubicBezTo>
                  <a:pt x="77024" y="60020"/>
                  <a:pt x="77566" y="59479"/>
                  <a:pt x="78494" y="59479"/>
                </a:cubicBezTo>
                <a:cubicBezTo>
                  <a:pt x="78957" y="59479"/>
                  <a:pt x="79749" y="59962"/>
                  <a:pt x="80870" y="60928"/>
                </a:cubicBezTo>
                <a:cubicBezTo>
                  <a:pt x="81992" y="61894"/>
                  <a:pt x="83441" y="62937"/>
                  <a:pt x="85218" y="64059"/>
                </a:cubicBezTo>
                <a:cubicBezTo>
                  <a:pt x="86996" y="65179"/>
                  <a:pt x="89160" y="66223"/>
                  <a:pt x="91711" y="67189"/>
                </a:cubicBezTo>
                <a:cubicBezTo>
                  <a:pt x="94262" y="68155"/>
                  <a:pt x="97161" y="68638"/>
                  <a:pt x="100407" y="68638"/>
                </a:cubicBezTo>
                <a:cubicBezTo>
                  <a:pt x="105122" y="68638"/>
                  <a:pt x="108774" y="67498"/>
                  <a:pt x="111363" y="65218"/>
                </a:cubicBezTo>
                <a:cubicBezTo>
                  <a:pt x="113953" y="62938"/>
                  <a:pt x="115248" y="59711"/>
                  <a:pt x="115248" y="55537"/>
                </a:cubicBezTo>
                <a:cubicBezTo>
                  <a:pt x="115248" y="53064"/>
                  <a:pt x="114764" y="51016"/>
                  <a:pt x="113797" y="49393"/>
                </a:cubicBezTo>
                <a:cubicBezTo>
                  <a:pt x="112831" y="47769"/>
                  <a:pt x="111537" y="46493"/>
                  <a:pt x="109914" y="45566"/>
                </a:cubicBezTo>
                <a:cubicBezTo>
                  <a:pt x="108291" y="44638"/>
                  <a:pt x="106416" y="43981"/>
                  <a:pt x="104290" y="43595"/>
                </a:cubicBezTo>
                <a:cubicBezTo>
                  <a:pt x="102165" y="43208"/>
                  <a:pt x="99942" y="43015"/>
                  <a:pt x="97624" y="43015"/>
                </a:cubicBezTo>
                <a:cubicBezTo>
                  <a:pt x="95692" y="43015"/>
                  <a:pt x="94339" y="42513"/>
                  <a:pt x="93565" y="41508"/>
                </a:cubicBezTo>
                <a:cubicBezTo>
                  <a:pt x="92793" y="40503"/>
                  <a:pt x="92407" y="38957"/>
                  <a:pt x="92407" y="36871"/>
                </a:cubicBezTo>
                <a:cubicBezTo>
                  <a:pt x="92407" y="35092"/>
                  <a:pt x="92754" y="33913"/>
                  <a:pt x="93450" y="33334"/>
                </a:cubicBezTo>
                <a:cubicBezTo>
                  <a:pt x="94146" y="32754"/>
                  <a:pt x="95344" y="32270"/>
                  <a:pt x="97045" y="31884"/>
                </a:cubicBezTo>
                <a:cubicBezTo>
                  <a:pt x="98359" y="31652"/>
                  <a:pt x="99847" y="31189"/>
                  <a:pt x="101509" y="30493"/>
                </a:cubicBezTo>
                <a:cubicBezTo>
                  <a:pt x="103171" y="29797"/>
                  <a:pt x="104716" y="28889"/>
                  <a:pt x="106146" y="27769"/>
                </a:cubicBezTo>
                <a:cubicBezTo>
                  <a:pt x="107576" y="26648"/>
                  <a:pt x="108794" y="25334"/>
                  <a:pt x="109797" y="23827"/>
                </a:cubicBezTo>
                <a:cubicBezTo>
                  <a:pt x="110802" y="22320"/>
                  <a:pt x="111305" y="20599"/>
                  <a:pt x="111305" y="18666"/>
                </a:cubicBezTo>
                <a:cubicBezTo>
                  <a:pt x="111305" y="15962"/>
                  <a:pt x="110357" y="14010"/>
                  <a:pt x="108463" y="12812"/>
                </a:cubicBezTo>
                <a:cubicBezTo>
                  <a:pt x="106570" y="11614"/>
                  <a:pt x="104271" y="11015"/>
                  <a:pt x="101565" y="11015"/>
                </a:cubicBezTo>
                <a:cubicBezTo>
                  <a:pt x="99866" y="11015"/>
                  <a:pt x="98359" y="11208"/>
                  <a:pt x="97043" y="11595"/>
                </a:cubicBezTo>
                <a:cubicBezTo>
                  <a:pt x="95730" y="11981"/>
                  <a:pt x="94551" y="12483"/>
                  <a:pt x="93507" y="13102"/>
                </a:cubicBezTo>
                <a:cubicBezTo>
                  <a:pt x="92464" y="13720"/>
                  <a:pt x="91556" y="14377"/>
                  <a:pt x="90782" y="15073"/>
                </a:cubicBezTo>
                <a:cubicBezTo>
                  <a:pt x="90010" y="15769"/>
                  <a:pt x="89276" y="16464"/>
                  <a:pt x="88580" y="17159"/>
                </a:cubicBezTo>
                <a:cubicBezTo>
                  <a:pt x="87731" y="18009"/>
                  <a:pt x="86861" y="18647"/>
                  <a:pt x="85972" y="19073"/>
                </a:cubicBezTo>
                <a:cubicBezTo>
                  <a:pt x="85083" y="19498"/>
                  <a:pt x="84290" y="19710"/>
                  <a:pt x="83594" y="19710"/>
                </a:cubicBezTo>
                <a:cubicBezTo>
                  <a:pt x="83131" y="19710"/>
                  <a:pt x="82609" y="19478"/>
                  <a:pt x="82029" y="19015"/>
                </a:cubicBezTo>
                <a:cubicBezTo>
                  <a:pt x="81450" y="18551"/>
                  <a:pt x="80889" y="17991"/>
                  <a:pt x="80348" y="17334"/>
                </a:cubicBezTo>
                <a:cubicBezTo>
                  <a:pt x="79808" y="16677"/>
                  <a:pt x="79364" y="15981"/>
                  <a:pt x="79016" y="15247"/>
                </a:cubicBezTo>
                <a:cubicBezTo>
                  <a:pt x="78668" y="14512"/>
                  <a:pt x="78494" y="13874"/>
                  <a:pt x="78494" y="13334"/>
                </a:cubicBezTo>
                <a:cubicBezTo>
                  <a:pt x="78494" y="12329"/>
                  <a:pt x="79054" y="11073"/>
                  <a:pt x="80175" y="9566"/>
                </a:cubicBezTo>
                <a:cubicBezTo>
                  <a:pt x="81295" y="8058"/>
                  <a:pt x="82880" y="6590"/>
                  <a:pt x="84928" y="5161"/>
                </a:cubicBezTo>
                <a:cubicBezTo>
                  <a:pt x="86977" y="3730"/>
                  <a:pt x="89412" y="2512"/>
                  <a:pt x="92233" y="1507"/>
                </a:cubicBezTo>
                <a:cubicBezTo>
                  <a:pt x="95054" y="502"/>
                  <a:pt x="98204" y="0"/>
                  <a:pt x="101682" y="0"/>
                </a:cubicBezTo>
                <a:cubicBezTo>
                  <a:pt x="109025" y="0"/>
                  <a:pt x="114629" y="1565"/>
                  <a:pt x="118494" y="4695"/>
                </a:cubicBezTo>
                <a:cubicBezTo>
                  <a:pt x="122359" y="7826"/>
                  <a:pt x="124253" y="11903"/>
                  <a:pt x="124175" y="16927"/>
                </a:cubicBezTo>
                <a:cubicBezTo>
                  <a:pt x="124175" y="20020"/>
                  <a:pt x="123537" y="22745"/>
                  <a:pt x="122261" y="25102"/>
                </a:cubicBezTo>
                <a:cubicBezTo>
                  <a:pt x="120986" y="27459"/>
                  <a:pt x="119576" y="29410"/>
                  <a:pt x="118031" y="30957"/>
                </a:cubicBezTo>
                <a:cubicBezTo>
                  <a:pt x="116176" y="32812"/>
                  <a:pt x="114089" y="34435"/>
                  <a:pt x="111770" y="35827"/>
                </a:cubicBezTo>
                <a:cubicBezTo>
                  <a:pt x="112001" y="35827"/>
                  <a:pt x="112947" y="36078"/>
                  <a:pt x="114609" y="36581"/>
                </a:cubicBezTo>
                <a:cubicBezTo>
                  <a:pt x="116271" y="37083"/>
                  <a:pt x="118068" y="38049"/>
                  <a:pt x="120000" y="39478"/>
                </a:cubicBezTo>
                <a:cubicBezTo>
                  <a:pt x="121933" y="40908"/>
                  <a:pt x="123691" y="42918"/>
                  <a:pt x="125275" y="45508"/>
                </a:cubicBezTo>
                <a:cubicBezTo>
                  <a:pt x="126861" y="48097"/>
                  <a:pt x="127653" y="51440"/>
                  <a:pt x="127653" y="55537"/>
                </a:cubicBezTo>
                <a:cubicBezTo>
                  <a:pt x="127653" y="59015"/>
                  <a:pt x="126996" y="62242"/>
                  <a:pt x="125682" y="65218"/>
                </a:cubicBezTo>
                <a:cubicBezTo>
                  <a:pt x="124368" y="68193"/>
                  <a:pt x="122552" y="70745"/>
                  <a:pt x="120233" y="72871"/>
                </a:cubicBezTo>
                <a:cubicBezTo>
                  <a:pt x="117915" y="74996"/>
                  <a:pt x="115190" y="76678"/>
                  <a:pt x="112058" y="77915"/>
                </a:cubicBezTo>
                <a:cubicBezTo>
                  <a:pt x="108928" y="79151"/>
                  <a:pt x="105547" y="79769"/>
                  <a:pt x="101914" y="79769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2eb746d504e17"/>
          <a:stretch xmlns:a="http://schemas.openxmlformats.org/drawingml/2006/main"/>
        </p:blipFill>
        <p:spPr>
          <a:xfrm xmlns:a="http://schemas.openxmlformats.org/drawingml/2006/main">
            <a:off x="3649576" y="1980196"/>
            <a:ext cx="691901" cy="357482"/>
          </a:xfrm>
          <a:prstGeom xmlns:a="http://schemas.openxmlformats.org/drawingml/2006/main" prst="rect">
            <a:avLst/>
          </a:prstGeom>
        </p:spPr>
      </p:pic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66506-EACB-4A8C-ABFA-20382322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381" y="2000720"/>
            <a:ext cx="619891" cy="284945"/>
          </a:xfrm>
          <a:custGeom xmlns:a="http://schemas.openxmlformats.org/drawingml/2006/main">
            <a:pathLst>
              <a:path w="619891" h="284945">
                <a:moveTo>
                  <a:pt x="40177" y="0"/>
                </a:moveTo>
                <a:lnTo>
                  <a:pt x="619891" y="0"/>
                </a:lnTo>
                <a:lnTo>
                  <a:pt x="619891" y="244848"/>
                </a:lnTo>
                <a:lnTo>
                  <a:pt x="579714" y="284945"/>
                </a:lnTo>
                <a:lnTo>
                  <a:pt x="0" y="284945"/>
                </a:lnTo>
                <a:lnTo>
                  <a:pt x="0" y="40177"/>
                </a:lnTo>
                <a:lnTo>
                  <a:pt x="40177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9529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3D4BC-1E1B-4668-942D-4F484372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381" y="2000720"/>
            <a:ext cx="619891" cy="284945"/>
          </a:xfrm>
          <a:custGeom xmlns:a="http://schemas.openxmlformats.org/drawingml/2006/main">
            <a:pathLst>
              <a:path w="619891" h="284945" fill="none">
                <a:moveTo>
                  <a:pt x="40177" y="0"/>
                </a:moveTo>
                <a:lnTo>
                  <a:pt x="619891" y="0"/>
                </a:lnTo>
                <a:lnTo>
                  <a:pt x="619891" y="244848"/>
                </a:lnTo>
                <a:lnTo>
                  <a:pt x="579714" y="284945"/>
                </a:lnTo>
                <a:lnTo>
                  <a:pt x="0" y="284945"/>
                </a:lnTo>
                <a:lnTo>
                  <a:pt x="0" y="40177"/>
                </a:lnTo>
                <a:lnTo>
                  <a:pt x="4017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FFFFFF"/>
            </a:solidFill>
            <a:miter/>
          </a:ln>
        </p:spPr>
      </p:sp>
      <p:sp>
        <p:nvSpPr>
          <p:cNvPr id="97" name="Text …">
            <a:extLst xmlns:a="http://schemas.openxmlformats.org/drawingml/2006/main">
              <a:ext uri="{FF2B5EF4-FFF2-40B4-BE49-F238E27FC236}">
                <a16:creationId xmlns:a16="http://schemas.microsoft.com/office/drawing/2014/main" id="{C796F5ED-1472-47E7-B6C2-E6C2349F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817" y="2057044"/>
            <a:ext cx="113827" cy="26337"/>
          </a:xfrm>
          <a:custGeom xmlns:a="http://schemas.openxmlformats.org/drawingml/2006/main">
            <a:pathLst>
              <a:path w="113827" h="26337">
                <a:moveTo>
                  <a:pt x="12798" y="26337"/>
                </a:moveTo>
                <a:cubicBezTo>
                  <a:pt x="4266" y="26337"/>
                  <a:pt x="0" y="21972"/>
                  <a:pt x="0" y="13243"/>
                </a:cubicBezTo>
                <a:cubicBezTo>
                  <a:pt x="0" y="4414"/>
                  <a:pt x="4266" y="0"/>
                  <a:pt x="12798" y="0"/>
                </a:cubicBezTo>
                <a:cubicBezTo>
                  <a:pt x="21527" y="0"/>
                  <a:pt x="25892" y="4414"/>
                  <a:pt x="25892" y="13243"/>
                </a:cubicBezTo>
                <a:cubicBezTo>
                  <a:pt x="25892" y="21972"/>
                  <a:pt x="21527" y="26337"/>
                  <a:pt x="12798" y="26337"/>
                </a:cubicBezTo>
                <a:moveTo>
                  <a:pt x="56692" y="26337"/>
                </a:moveTo>
                <a:cubicBezTo>
                  <a:pt x="48260" y="26337"/>
                  <a:pt x="44044" y="21972"/>
                  <a:pt x="44044" y="13243"/>
                </a:cubicBezTo>
                <a:cubicBezTo>
                  <a:pt x="44044" y="4414"/>
                  <a:pt x="48260" y="0"/>
                  <a:pt x="56692" y="0"/>
                </a:cubicBezTo>
                <a:cubicBezTo>
                  <a:pt x="65519" y="0"/>
                  <a:pt x="69933" y="4414"/>
                  <a:pt x="69933" y="13243"/>
                </a:cubicBezTo>
                <a:cubicBezTo>
                  <a:pt x="69933" y="21972"/>
                  <a:pt x="65519" y="26337"/>
                  <a:pt x="56692" y="26337"/>
                </a:cubicBezTo>
                <a:moveTo>
                  <a:pt x="100733" y="26337"/>
                </a:moveTo>
                <a:cubicBezTo>
                  <a:pt x="92203" y="26337"/>
                  <a:pt x="87937" y="21972"/>
                  <a:pt x="87937" y="13243"/>
                </a:cubicBezTo>
                <a:cubicBezTo>
                  <a:pt x="87937" y="4414"/>
                  <a:pt x="92203" y="0"/>
                  <a:pt x="100733" y="0"/>
                </a:cubicBezTo>
                <a:cubicBezTo>
                  <a:pt x="109462" y="0"/>
                  <a:pt x="113827" y="4414"/>
                  <a:pt x="113827" y="13243"/>
                </a:cubicBezTo>
                <a:cubicBezTo>
                  <a:pt x="113827" y="21972"/>
                  <a:pt x="109462" y="26337"/>
                  <a:pt x="100733" y="26337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5FA45A-3BFD-4342-89F2-76A2E062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436" y="2115133"/>
            <a:ext cx="534786" cy="106925"/>
          </a:xfrm>
          <a:custGeom xmlns:a="http://schemas.openxmlformats.org/drawingml/2006/main">
            <a:pathLst>
              <a:path w="534786" h="106925">
                <a:moveTo>
                  <a:pt x="0" y="89131"/>
                </a:moveTo>
                <a:lnTo>
                  <a:pt x="0" y="17794"/>
                </a:lnTo>
                <a:cubicBezTo>
                  <a:pt x="0" y="7971"/>
                  <a:pt x="7971" y="0"/>
                  <a:pt x="17794" y="0"/>
                </a:cubicBezTo>
                <a:lnTo>
                  <a:pt x="516911" y="0"/>
                </a:lnTo>
                <a:cubicBezTo>
                  <a:pt x="526815" y="0"/>
                  <a:pt x="534786" y="7971"/>
                  <a:pt x="534786" y="17794"/>
                </a:cubicBezTo>
                <a:lnTo>
                  <a:pt x="534786" y="89131"/>
                </a:lnTo>
                <a:cubicBezTo>
                  <a:pt x="534786" y="98954"/>
                  <a:pt x="526815" y="106925"/>
                  <a:pt x="516911" y="106925"/>
                </a:cubicBezTo>
                <a:lnTo>
                  <a:pt x="17794" y="106925"/>
                </a:lnTo>
                <a:cubicBezTo>
                  <a:pt x="7971" y="106925"/>
                  <a:pt x="0" y="98954"/>
                  <a:pt x="0" y="89131"/>
                </a:cubicBezTo>
                <a:close/>
              </a:path>
            </a:pathLst>
          </a:custGeom>
          <a:solidFill xmlns:a="http://schemas.openxmlformats.org/drawingml/2006/main">
            <a:srgbClr val="FF8857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…">
            <a:extLst xmlns:a="http://schemas.openxmlformats.org/drawingml/2006/main">
              <a:ext uri="{FF2B5EF4-FFF2-40B4-BE49-F238E27FC236}">
                <a16:creationId xmlns:a16="http://schemas.microsoft.com/office/drawing/2014/main" id="{28D95A35-69FA-4758-A209-7CDC46E3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98" y="148030"/>
            <a:ext cx="151523" cy="35059"/>
          </a:xfrm>
          <a:custGeom xmlns:a="http://schemas.openxmlformats.org/drawingml/2006/main">
            <a:pathLst>
              <a:path w="151523" h="35059">
                <a:moveTo>
                  <a:pt x="17037" y="35059"/>
                </a:moveTo>
                <a:cubicBezTo>
                  <a:pt x="5679" y="35059"/>
                  <a:pt x="0" y="29249"/>
                  <a:pt x="0" y="17629"/>
                </a:cubicBezTo>
                <a:cubicBezTo>
                  <a:pt x="0" y="5876"/>
                  <a:pt x="5679" y="0"/>
                  <a:pt x="17037" y="0"/>
                </a:cubicBezTo>
                <a:cubicBezTo>
                  <a:pt x="28656" y="0"/>
                  <a:pt x="34466" y="5876"/>
                  <a:pt x="34466" y="17629"/>
                </a:cubicBezTo>
                <a:cubicBezTo>
                  <a:pt x="34466" y="29249"/>
                  <a:pt x="28656" y="35059"/>
                  <a:pt x="17037" y="35059"/>
                </a:cubicBezTo>
                <a:moveTo>
                  <a:pt x="75467" y="35059"/>
                </a:moveTo>
                <a:cubicBezTo>
                  <a:pt x="64242" y="35059"/>
                  <a:pt x="58629" y="29249"/>
                  <a:pt x="58629" y="17629"/>
                </a:cubicBezTo>
                <a:cubicBezTo>
                  <a:pt x="58629" y="5876"/>
                  <a:pt x="64242" y="0"/>
                  <a:pt x="75467" y="0"/>
                </a:cubicBezTo>
                <a:cubicBezTo>
                  <a:pt x="87217" y="0"/>
                  <a:pt x="93093" y="5876"/>
                  <a:pt x="93093" y="17629"/>
                </a:cubicBezTo>
                <a:cubicBezTo>
                  <a:pt x="93093" y="29249"/>
                  <a:pt x="87217" y="35059"/>
                  <a:pt x="75467" y="35059"/>
                </a:cubicBezTo>
                <a:moveTo>
                  <a:pt x="134093" y="35059"/>
                </a:moveTo>
                <a:cubicBezTo>
                  <a:pt x="122737" y="35059"/>
                  <a:pt x="117059" y="29249"/>
                  <a:pt x="117059" y="17629"/>
                </a:cubicBezTo>
                <a:cubicBezTo>
                  <a:pt x="117059" y="5876"/>
                  <a:pt x="122737" y="0"/>
                  <a:pt x="134093" y="0"/>
                </a:cubicBezTo>
                <a:cubicBezTo>
                  <a:pt x="145713" y="0"/>
                  <a:pt x="151523" y="5876"/>
                  <a:pt x="151523" y="17629"/>
                </a:cubicBezTo>
                <a:cubicBezTo>
                  <a:pt x="151523" y="29249"/>
                  <a:pt x="145713" y="35059"/>
                  <a:pt x="134093" y="35059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9FB65-3C5A-4A55-96C1-061A2B05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327" y="1985985"/>
            <a:ext cx="710149" cy="371017"/>
          </a:xfrm>
          <a:custGeom xmlns:a="http://schemas.openxmlformats.org/drawingml/2006/main">
            <a:pathLst>
              <a:path w="710149" h="371017" fill="none">
                <a:moveTo>
                  <a:pt x="0" y="371017"/>
                </a:moveTo>
                <a:lnTo>
                  <a:pt x="710149" y="371017"/>
                </a:lnTo>
                <a:lnTo>
                  <a:pt x="710149" y="0"/>
                </a:lnTo>
                <a:lnTo>
                  <a:pt x="0" y="0"/>
                </a:lnTo>
                <a:lnTo>
                  <a:pt x="0" y="3710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7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01" name="Text (𝒙,𝒚)">
            <a:extLst xmlns:a="http://schemas.openxmlformats.org/drawingml/2006/main">
              <a:ext uri="{FF2B5EF4-FFF2-40B4-BE49-F238E27FC236}">
                <a16:creationId xmlns:a16="http://schemas.microsoft.com/office/drawing/2014/main" id="{621CA060-F1EA-4D16-9881-953395C0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100" y="2058802"/>
            <a:ext cx="472578" cy="198679"/>
          </a:xfrm>
          <a:custGeom xmlns:a="http://schemas.openxmlformats.org/drawingml/2006/main">
            <a:pathLst>
              <a:path w="472578" h="198679">
                <a:moveTo>
                  <a:pt x="18119" y="98345"/>
                </a:moveTo>
                <a:cubicBezTo>
                  <a:pt x="18119" y="122782"/>
                  <a:pt x="22046" y="142926"/>
                  <a:pt x="29901" y="158776"/>
                </a:cubicBezTo>
                <a:cubicBezTo>
                  <a:pt x="37756" y="174626"/>
                  <a:pt x="49748" y="185238"/>
                  <a:pt x="65877" y="190615"/>
                </a:cubicBezTo>
                <a:lnTo>
                  <a:pt x="63364" y="198679"/>
                </a:lnTo>
                <a:cubicBezTo>
                  <a:pt x="42906" y="193303"/>
                  <a:pt x="27231" y="181730"/>
                  <a:pt x="16338" y="163960"/>
                </a:cubicBezTo>
                <a:cubicBezTo>
                  <a:pt x="5446" y="146190"/>
                  <a:pt x="0" y="124668"/>
                  <a:pt x="0" y="99392"/>
                </a:cubicBezTo>
                <a:cubicBezTo>
                  <a:pt x="0" y="74186"/>
                  <a:pt x="5464" y="52663"/>
                  <a:pt x="16391" y="34824"/>
                </a:cubicBezTo>
                <a:cubicBezTo>
                  <a:pt x="27318" y="16984"/>
                  <a:pt x="42976" y="5376"/>
                  <a:pt x="63364" y="0"/>
                </a:cubicBezTo>
                <a:lnTo>
                  <a:pt x="66192" y="8064"/>
                </a:lnTo>
                <a:cubicBezTo>
                  <a:pt x="49853" y="13441"/>
                  <a:pt x="37756" y="23932"/>
                  <a:pt x="29901" y="39537"/>
                </a:cubicBezTo>
                <a:cubicBezTo>
                  <a:pt x="22046" y="55142"/>
                  <a:pt x="18119" y="74745"/>
                  <a:pt x="18119" y="98345"/>
                </a:cubicBezTo>
                <a:close/>
                <a:moveTo>
                  <a:pt x="146388" y="92165"/>
                </a:moveTo>
                <a:cubicBezTo>
                  <a:pt x="148832" y="106898"/>
                  <a:pt x="150839" y="117459"/>
                  <a:pt x="152410" y="123847"/>
                </a:cubicBezTo>
                <a:cubicBezTo>
                  <a:pt x="153981" y="130236"/>
                  <a:pt x="155604" y="134373"/>
                  <a:pt x="157280" y="136258"/>
                </a:cubicBezTo>
                <a:cubicBezTo>
                  <a:pt x="158258" y="137305"/>
                  <a:pt x="159445" y="137829"/>
                  <a:pt x="160841" y="137829"/>
                </a:cubicBezTo>
                <a:cubicBezTo>
                  <a:pt x="162587" y="137829"/>
                  <a:pt x="164210" y="137148"/>
                  <a:pt x="165711" y="135787"/>
                </a:cubicBezTo>
                <a:cubicBezTo>
                  <a:pt x="167212" y="134425"/>
                  <a:pt x="169150" y="131371"/>
                  <a:pt x="171524" y="126623"/>
                </a:cubicBezTo>
                <a:lnTo>
                  <a:pt x="181055" y="131021"/>
                </a:lnTo>
                <a:cubicBezTo>
                  <a:pt x="177005" y="138423"/>
                  <a:pt x="172414" y="143939"/>
                  <a:pt x="167282" y="147569"/>
                </a:cubicBezTo>
                <a:cubicBezTo>
                  <a:pt x="162150" y="151200"/>
                  <a:pt x="156128" y="153016"/>
                  <a:pt x="149216" y="153016"/>
                </a:cubicBezTo>
                <a:cubicBezTo>
                  <a:pt x="144956" y="153016"/>
                  <a:pt x="141553" y="152474"/>
                  <a:pt x="139004" y="151392"/>
                </a:cubicBezTo>
                <a:cubicBezTo>
                  <a:pt x="136456" y="150310"/>
                  <a:pt x="134291" y="148512"/>
                  <a:pt x="132511" y="145998"/>
                </a:cubicBezTo>
                <a:cubicBezTo>
                  <a:pt x="130730" y="143485"/>
                  <a:pt x="129159" y="139941"/>
                  <a:pt x="127798" y="135368"/>
                </a:cubicBezTo>
                <a:cubicBezTo>
                  <a:pt x="126436" y="130795"/>
                  <a:pt x="125162" y="124807"/>
                  <a:pt x="123975" y="117406"/>
                </a:cubicBezTo>
                <a:lnTo>
                  <a:pt x="122928" y="117406"/>
                </a:lnTo>
                <a:cubicBezTo>
                  <a:pt x="116993" y="125924"/>
                  <a:pt x="112245" y="132418"/>
                  <a:pt x="108684" y="136887"/>
                </a:cubicBezTo>
                <a:cubicBezTo>
                  <a:pt x="105123" y="141355"/>
                  <a:pt x="102068" y="144707"/>
                  <a:pt x="99520" y="146941"/>
                </a:cubicBezTo>
                <a:cubicBezTo>
                  <a:pt x="96971" y="149175"/>
                  <a:pt x="94527" y="150746"/>
                  <a:pt x="92188" y="151654"/>
                </a:cubicBezTo>
                <a:cubicBezTo>
                  <a:pt x="89849" y="152562"/>
                  <a:pt x="87039" y="153016"/>
                  <a:pt x="83757" y="153016"/>
                </a:cubicBezTo>
                <a:cubicBezTo>
                  <a:pt x="82221" y="153016"/>
                  <a:pt x="80353" y="152824"/>
                  <a:pt x="78154" y="152439"/>
                </a:cubicBezTo>
                <a:cubicBezTo>
                  <a:pt x="75955" y="152055"/>
                  <a:pt x="74296" y="151654"/>
                  <a:pt x="73179" y="151235"/>
                </a:cubicBezTo>
                <a:lnTo>
                  <a:pt x="78102" y="128508"/>
                </a:lnTo>
                <a:lnTo>
                  <a:pt x="87528" y="128508"/>
                </a:lnTo>
                <a:cubicBezTo>
                  <a:pt x="87597" y="129974"/>
                  <a:pt x="87964" y="131074"/>
                  <a:pt x="88627" y="131807"/>
                </a:cubicBezTo>
                <a:cubicBezTo>
                  <a:pt x="89291" y="132540"/>
                  <a:pt x="90146" y="132907"/>
                  <a:pt x="91193" y="132907"/>
                </a:cubicBezTo>
                <a:cubicBezTo>
                  <a:pt x="92450" y="132907"/>
                  <a:pt x="93620" y="132645"/>
                  <a:pt x="94702" y="132121"/>
                </a:cubicBezTo>
                <a:cubicBezTo>
                  <a:pt x="95784" y="131598"/>
                  <a:pt x="97285" y="130428"/>
                  <a:pt x="99205" y="128613"/>
                </a:cubicBezTo>
                <a:cubicBezTo>
                  <a:pt x="101126" y="126797"/>
                  <a:pt x="103552" y="124127"/>
                  <a:pt x="106484" y="120601"/>
                </a:cubicBezTo>
                <a:cubicBezTo>
                  <a:pt x="109417" y="117074"/>
                  <a:pt x="114374" y="110878"/>
                  <a:pt x="121357" y="102010"/>
                </a:cubicBezTo>
                <a:cubicBezTo>
                  <a:pt x="119890" y="93771"/>
                  <a:pt x="118511" y="86667"/>
                  <a:pt x="117220" y="80697"/>
                </a:cubicBezTo>
                <a:cubicBezTo>
                  <a:pt x="115928" y="74727"/>
                  <a:pt x="114758" y="70398"/>
                  <a:pt x="113711" y="67710"/>
                </a:cubicBezTo>
                <a:cubicBezTo>
                  <a:pt x="112664" y="65022"/>
                  <a:pt x="111669" y="63224"/>
                  <a:pt x="110726" y="62316"/>
                </a:cubicBezTo>
                <a:cubicBezTo>
                  <a:pt x="109783" y="61409"/>
                  <a:pt x="108719" y="60955"/>
                  <a:pt x="107532" y="60955"/>
                </a:cubicBezTo>
                <a:cubicBezTo>
                  <a:pt x="106135" y="60955"/>
                  <a:pt x="104913" y="61321"/>
                  <a:pt x="103866" y="62055"/>
                </a:cubicBezTo>
                <a:cubicBezTo>
                  <a:pt x="102819" y="62788"/>
                  <a:pt x="101719" y="63975"/>
                  <a:pt x="100567" y="65615"/>
                </a:cubicBezTo>
                <a:cubicBezTo>
                  <a:pt x="99415" y="67256"/>
                  <a:pt x="98176" y="69438"/>
                  <a:pt x="96849" y="72161"/>
                </a:cubicBezTo>
                <a:lnTo>
                  <a:pt x="87318" y="67763"/>
                </a:lnTo>
                <a:cubicBezTo>
                  <a:pt x="91368" y="60361"/>
                  <a:pt x="95924" y="54845"/>
                  <a:pt x="100986" y="51215"/>
                </a:cubicBezTo>
                <a:cubicBezTo>
                  <a:pt x="106048" y="47584"/>
                  <a:pt x="111826" y="45768"/>
                  <a:pt x="118319" y="45768"/>
                </a:cubicBezTo>
                <a:cubicBezTo>
                  <a:pt x="123905" y="45768"/>
                  <a:pt x="128164" y="46606"/>
                  <a:pt x="131097" y="48282"/>
                </a:cubicBezTo>
                <a:cubicBezTo>
                  <a:pt x="134029" y="49958"/>
                  <a:pt x="136438" y="52873"/>
                  <a:pt x="138323" y="57027"/>
                </a:cubicBezTo>
                <a:cubicBezTo>
                  <a:pt x="140209" y="61182"/>
                  <a:pt x="141989" y="67832"/>
                  <a:pt x="143665" y="76979"/>
                </a:cubicBezTo>
                <a:lnTo>
                  <a:pt x="144712" y="76979"/>
                </a:lnTo>
                <a:cubicBezTo>
                  <a:pt x="149879" y="69718"/>
                  <a:pt x="153894" y="64254"/>
                  <a:pt x="156756" y="60588"/>
                </a:cubicBezTo>
                <a:cubicBezTo>
                  <a:pt x="159619" y="56923"/>
                  <a:pt x="162272" y="53990"/>
                  <a:pt x="164716" y="51791"/>
                </a:cubicBezTo>
                <a:cubicBezTo>
                  <a:pt x="167160" y="49591"/>
                  <a:pt x="169534" y="48038"/>
                  <a:pt x="171838" y="47130"/>
                </a:cubicBezTo>
                <a:cubicBezTo>
                  <a:pt x="174142" y="46222"/>
                  <a:pt x="176865" y="45768"/>
                  <a:pt x="180007" y="45768"/>
                </a:cubicBezTo>
                <a:cubicBezTo>
                  <a:pt x="183498" y="45768"/>
                  <a:pt x="187024" y="46397"/>
                  <a:pt x="190585" y="47654"/>
                </a:cubicBezTo>
                <a:lnTo>
                  <a:pt x="185663" y="70276"/>
                </a:lnTo>
                <a:lnTo>
                  <a:pt x="176237" y="70276"/>
                </a:lnTo>
                <a:cubicBezTo>
                  <a:pt x="175888" y="67344"/>
                  <a:pt x="174596" y="65877"/>
                  <a:pt x="172362" y="65877"/>
                </a:cubicBezTo>
                <a:cubicBezTo>
                  <a:pt x="171384" y="65877"/>
                  <a:pt x="170354" y="66122"/>
                  <a:pt x="169272" y="66610"/>
                </a:cubicBezTo>
                <a:cubicBezTo>
                  <a:pt x="168190" y="67099"/>
                  <a:pt x="166758" y="68199"/>
                  <a:pt x="164978" y="69910"/>
                </a:cubicBezTo>
                <a:cubicBezTo>
                  <a:pt x="163198" y="71620"/>
                  <a:pt x="160981" y="74099"/>
                  <a:pt x="158327" y="77346"/>
                </a:cubicBezTo>
                <a:cubicBezTo>
                  <a:pt x="155674" y="80592"/>
                  <a:pt x="151694" y="85532"/>
                  <a:pt x="146388" y="92165"/>
                </a:cubicBezTo>
                <a:close/>
                <a:moveTo>
                  <a:pt x="226072" y="127042"/>
                </a:moveTo>
                <a:cubicBezTo>
                  <a:pt x="227050" y="131929"/>
                  <a:pt x="227538" y="136747"/>
                  <a:pt x="227538" y="141495"/>
                </a:cubicBezTo>
                <a:cubicBezTo>
                  <a:pt x="227538" y="146382"/>
                  <a:pt x="226700" y="150851"/>
                  <a:pt x="225025" y="154901"/>
                </a:cubicBezTo>
                <a:cubicBezTo>
                  <a:pt x="223349" y="158950"/>
                  <a:pt x="220678" y="162983"/>
                  <a:pt x="217013" y="166997"/>
                </a:cubicBezTo>
                <a:cubicBezTo>
                  <a:pt x="213347" y="171012"/>
                  <a:pt x="208302" y="175428"/>
                  <a:pt x="201879" y="180246"/>
                </a:cubicBezTo>
                <a:lnTo>
                  <a:pt x="196223" y="173857"/>
                </a:lnTo>
                <a:cubicBezTo>
                  <a:pt x="199784" y="170506"/>
                  <a:pt x="202367" y="167486"/>
                  <a:pt x="203973" y="164798"/>
                </a:cubicBezTo>
                <a:cubicBezTo>
                  <a:pt x="205579" y="162110"/>
                  <a:pt x="206731" y="159055"/>
                  <a:pt x="207430" y="155634"/>
                </a:cubicBezTo>
                <a:cubicBezTo>
                  <a:pt x="208128" y="152213"/>
                  <a:pt x="208477" y="147918"/>
                  <a:pt x="208477" y="142752"/>
                </a:cubicBezTo>
                <a:cubicBezTo>
                  <a:pt x="208477" y="137445"/>
                  <a:pt x="208232" y="132208"/>
                  <a:pt x="207744" y="127042"/>
                </a:cubicBezTo>
                <a:lnTo>
                  <a:pt x="226072" y="127042"/>
                </a:lnTo>
                <a:close/>
                <a:moveTo>
                  <a:pt x="326689" y="152492"/>
                </a:moveTo>
                <a:cubicBezTo>
                  <a:pt x="325292" y="143974"/>
                  <a:pt x="323494" y="133937"/>
                  <a:pt x="321295" y="122381"/>
                </a:cubicBezTo>
                <a:cubicBezTo>
                  <a:pt x="319096" y="110825"/>
                  <a:pt x="316949" y="100317"/>
                  <a:pt x="314854" y="90856"/>
                </a:cubicBezTo>
                <a:cubicBezTo>
                  <a:pt x="312759" y="81395"/>
                  <a:pt x="311223" y="74989"/>
                  <a:pt x="310246" y="71638"/>
                </a:cubicBezTo>
                <a:cubicBezTo>
                  <a:pt x="309268" y="68286"/>
                  <a:pt x="308326" y="65895"/>
                  <a:pt x="307418" y="64463"/>
                </a:cubicBezTo>
                <a:cubicBezTo>
                  <a:pt x="306510" y="63032"/>
                  <a:pt x="305672" y="62089"/>
                  <a:pt x="304904" y="61636"/>
                </a:cubicBezTo>
                <a:cubicBezTo>
                  <a:pt x="304136" y="61182"/>
                  <a:pt x="303333" y="60955"/>
                  <a:pt x="302495" y="60955"/>
                </a:cubicBezTo>
                <a:cubicBezTo>
                  <a:pt x="300750" y="60955"/>
                  <a:pt x="299144" y="61671"/>
                  <a:pt x="297678" y="63102"/>
                </a:cubicBezTo>
                <a:cubicBezTo>
                  <a:pt x="296211" y="64533"/>
                  <a:pt x="294291" y="67553"/>
                  <a:pt x="291917" y="72161"/>
                </a:cubicBezTo>
                <a:lnTo>
                  <a:pt x="282387" y="67763"/>
                </a:lnTo>
                <a:cubicBezTo>
                  <a:pt x="286436" y="60431"/>
                  <a:pt x="291045" y="54933"/>
                  <a:pt x="296211" y="51267"/>
                </a:cubicBezTo>
                <a:cubicBezTo>
                  <a:pt x="301378" y="47601"/>
                  <a:pt x="307313" y="45768"/>
                  <a:pt x="314016" y="45768"/>
                </a:cubicBezTo>
                <a:cubicBezTo>
                  <a:pt x="319392" y="45768"/>
                  <a:pt x="323739" y="46554"/>
                  <a:pt x="327055" y="48125"/>
                </a:cubicBezTo>
                <a:cubicBezTo>
                  <a:pt x="330372" y="49696"/>
                  <a:pt x="333008" y="51860"/>
                  <a:pt x="334963" y="54618"/>
                </a:cubicBezTo>
                <a:cubicBezTo>
                  <a:pt x="336918" y="57376"/>
                  <a:pt x="338489" y="60885"/>
                  <a:pt x="339676" y="65144"/>
                </a:cubicBezTo>
                <a:cubicBezTo>
                  <a:pt x="340653" y="68496"/>
                  <a:pt x="341805" y="74396"/>
                  <a:pt x="343132" y="82844"/>
                </a:cubicBezTo>
                <a:cubicBezTo>
                  <a:pt x="345296" y="96599"/>
                  <a:pt x="347147" y="110110"/>
                  <a:pt x="348683" y="123376"/>
                </a:cubicBezTo>
                <a:cubicBezTo>
                  <a:pt x="356433" y="112274"/>
                  <a:pt x="362385" y="101452"/>
                  <a:pt x="366540" y="90909"/>
                </a:cubicBezTo>
                <a:cubicBezTo>
                  <a:pt x="370694" y="80365"/>
                  <a:pt x="372772" y="70939"/>
                  <a:pt x="372772" y="62631"/>
                </a:cubicBezTo>
                <a:cubicBezTo>
                  <a:pt x="372772" y="59977"/>
                  <a:pt x="372143" y="57970"/>
                  <a:pt x="370886" y="56608"/>
                </a:cubicBezTo>
                <a:cubicBezTo>
                  <a:pt x="369630" y="55247"/>
                  <a:pt x="367430" y="54496"/>
                  <a:pt x="364288" y="54357"/>
                </a:cubicBezTo>
                <a:lnTo>
                  <a:pt x="365754" y="47444"/>
                </a:lnTo>
                <a:lnTo>
                  <a:pt x="395289" y="47444"/>
                </a:lnTo>
                <a:lnTo>
                  <a:pt x="398955" y="54357"/>
                </a:lnTo>
                <a:cubicBezTo>
                  <a:pt x="397558" y="59174"/>
                  <a:pt x="395394" y="65005"/>
                  <a:pt x="392461" y="71847"/>
                </a:cubicBezTo>
                <a:cubicBezTo>
                  <a:pt x="388132" y="81902"/>
                  <a:pt x="382302" y="93178"/>
                  <a:pt x="374971" y="105676"/>
                </a:cubicBezTo>
                <a:cubicBezTo>
                  <a:pt x="368338" y="116917"/>
                  <a:pt x="361111" y="128159"/>
                  <a:pt x="353291" y="139400"/>
                </a:cubicBezTo>
                <a:cubicBezTo>
                  <a:pt x="344144" y="152527"/>
                  <a:pt x="336185" y="163122"/>
                  <a:pt x="329412" y="171187"/>
                </a:cubicBezTo>
                <a:cubicBezTo>
                  <a:pt x="322639" y="179251"/>
                  <a:pt x="316774" y="185204"/>
                  <a:pt x="311817" y="189044"/>
                </a:cubicBezTo>
                <a:cubicBezTo>
                  <a:pt x="307907" y="191976"/>
                  <a:pt x="304171" y="194054"/>
                  <a:pt x="300610" y="195275"/>
                </a:cubicBezTo>
                <a:cubicBezTo>
                  <a:pt x="297049" y="196497"/>
                  <a:pt x="293279" y="197108"/>
                  <a:pt x="289299" y="197108"/>
                </a:cubicBezTo>
                <a:cubicBezTo>
                  <a:pt x="284132" y="197108"/>
                  <a:pt x="279245" y="196340"/>
                  <a:pt x="274636" y="194804"/>
                </a:cubicBezTo>
                <a:lnTo>
                  <a:pt x="279873" y="171134"/>
                </a:lnTo>
                <a:lnTo>
                  <a:pt x="290870" y="171134"/>
                </a:lnTo>
                <a:cubicBezTo>
                  <a:pt x="290940" y="174067"/>
                  <a:pt x="291376" y="176231"/>
                  <a:pt x="292179" y="177628"/>
                </a:cubicBezTo>
                <a:cubicBezTo>
                  <a:pt x="292982" y="179024"/>
                  <a:pt x="294431" y="179723"/>
                  <a:pt x="296526" y="179723"/>
                </a:cubicBezTo>
                <a:cubicBezTo>
                  <a:pt x="298201" y="179723"/>
                  <a:pt x="299772" y="179426"/>
                  <a:pt x="301239" y="178832"/>
                </a:cubicBezTo>
                <a:cubicBezTo>
                  <a:pt x="302705" y="178239"/>
                  <a:pt x="304555" y="177069"/>
                  <a:pt x="306789" y="175324"/>
                </a:cubicBezTo>
                <a:cubicBezTo>
                  <a:pt x="309024" y="173578"/>
                  <a:pt x="311834" y="170733"/>
                  <a:pt x="315221" y="166788"/>
                </a:cubicBezTo>
                <a:cubicBezTo>
                  <a:pt x="318607" y="162843"/>
                  <a:pt x="322430" y="158078"/>
                  <a:pt x="326689" y="152492"/>
                </a:cubicBezTo>
                <a:close/>
                <a:moveTo>
                  <a:pt x="454459" y="98345"/>
                </a:moveTo>
                <a:cubicBezTo>
                  <a:pt x="454459" y="74745"/>
                  <a:pt x="450549" y="55142"/>
                  <a:pt x="442728" y="39537"/>
                </a:cubicBezTo>
                <a:cubicBezTo>
                  <a:pt x="434908" y="23932"/>
                  <a:pt x="422794" y="13441"/>
                  <a:pt x="406386" y="8064"/>
                </a:cubicBezTo>
                <a:lnTo>
                  <a:pt x="409214" y="0"/>
                </a:lnTo>
                <a:cubicBezTo>
                  <a:pt x="429602" y="5376"/>
                  <a:pt x="445260" y="16984"/>
                  <a:pt x="456187" y="34824"/>
                </a:cubicBezTo>
                <a:cubicBezTo>
                  <a:pt x="467114" y="52663"/>
                  <a:pt x="472578" y="74186"/>
                  <a:pt x="472578" y="99392"/>
                </a:cubicBezTo>
                <a:cubicBezTo>
                  <a:pt x="472578" y="124668"/>
                  <a:pt x="467131" y="146190"/>
                  <a:pt x="456239" y="163960"/>
                </a:cubicBezTo>
                <a:cubicBezTo>
                  <a:pt x="445347" y="181730"/>
                  <a:pt x="429672" y="193303"/>
                  <a:pt x="409214" y="198679"/>
                </a:cubicBezTo>
                <a:lnTo>
                  <a:pt x="406700" y="190615"/>
                </a:lnTo>
                <a:cubicBezTo>
                  <a:pt x="422829" y="185238"/>
                  <a:pt x="434821" y="174626"/>
                  <a:pt x="442676" y="158776"/>
                </a:cubicBezTo>
                <a:cubicBezTo>
                  <a:pt x="450531" y="142926"/>
                  <a:pt x="454459" y="122782"/>
                  <a:pt x="454459" y="983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ceade1caf4f9f"/>
          <a:stretch xmlns:a="http://schemas.openxmlformats.org/drawingml/2006/main"/>
        </p:blipFill>
        <p:spPr>
          <a:xfrm xmlns:a="http://schemas.openxmlformats.org/drawingml/2006/main">
            <a:off x="4191341" y="2822963"/>
            <a:ext cx="154494" cy="154494"/>
          </a:xfrm>
          <a:prstGeom xmlns:a="http://schemas.openxmlformats.org/drawingml/2006/main" prst="rect">
            <a:avLst/>
          </a:prstGeom>
        </p:spPr>
      </p:pic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F0AD7-5B15-44FA-9C3A-CB5CB74B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359" y="2834058"/>
            <a:ext cx="37601" cy="17794"/>
          </a:xfrm>
          <a:custGeom xmlns:a="http://schemas.openxmlformats.org/drawingml/2006/main">
            <a:pathLst>
              <a:path w="37601" h="17794">
                <a:moveTo>
                  <a:pt x="0" y="8857"/>
                </a:moveTo>
                <a:cubicBezTo>
                  <a:pt x="0" y="3945"/>
                  <a:pt x="8374" y="0"/>
                  <a:pt x="18760" y="0"/>
                </a:cubicBezTo>
                <a:cubicBezTo>
                  <a:pt x="29227" y="0"/>
                  <a:pt x="37601" y="3945"/>
                  <a:pt x="37601" y="8857"/>
                </a:cubicBezTo>
                <a:cubicBezTo>
                  <a:pt x="37601" y="13768"/>
                  <a:pt x="29227" y="17794"/>
                  <a:pt x="18760" y="17794"/>
                </a:cubicBezTo>
                <a:cubicBezTo>
                  <a:pt x="8374" y="17794"/>
                  <a:pt x="0" y="13768"/>
                  <a:pt x="0" y="8857"/>
                </a:cubicBezTo>
                <a:close/>
              </a:path>
            </a:pathLst>
          </a:custGeom>
          <a:solidFill xmlns:a="http://schemas.openxmlformats.org/drawingml/2006/main">
            <a:srgbClr val="2636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46529-658D-45ED-851E-FBA33CB5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359" y="2834058"/>
            <a:ext cx="37601" cy="17794"/>
          </a:xfrm>
          <a:custGeom xmlns:a="http://schemas.openxmlformats.org/drawingml/2006/main">
            <a:pathLst>
              <a:path w="37601" h="17794" fill="none">
                <a:moveTo>
                  <a:pt x="0" y="8857"/>
                </a:moveTo>
                <a:cubicBezTo>
                  <a:pt x="0" y="3945"/>
                  <a:pt x="8374" y="0"/>
                  <a:pt x="18760" y="0"/>
                </a:cubicBezTo>
                <a:cubicBezTo>
                  <a:pt x="29227" y="0"/>
                  <a:pt x="37601" y="3945"/>
                  <a:pt x="37601" y="8857"/>
                </a:cubicBezTo>
                <a:cubicBezTo>
                  <a:pt x="37601" y="13768"/>
                  <a:pt x="29227" y="17794"/>
                  <a:pt x="18760" y="17794"/>
                </a:cubicBezTo>
                <a:cubicBezTo>
                  <a:pt x="8374" y="17794"/>
                  <a:pt x="0" y="13768"/>
                  <a:pt x="0" y="88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172C50"/>
            </a:solidFill>
            <a:miter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7eab434f440a7"/>
          <a:stretch xmlns:a="http://schemas.openxmlformats.org/drawingml/2006/main"/>
        </p:blipFill>
        <p:spPr>
          <a:xfrm xmlns:a="http://schemas.openxmlformats.org/drawingml/2006/main">
            <a:off x="4185866" y="3111693"/>
            <a:ext cx="154493" cy="154493"/>
          </a:xfrm>
          <a:prstGeom xmlns:a="http://schemas.openxmlformats.org/drawingml/2006/main" prst="rect">
            <a:avLst/>
          </a:prstGeom>
        </p:spPr>
      </p:pic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53C9D-2D88-46FA-A96C-22C39A98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884" y="3122788"/>
            <a:ext cx="37681" cy="17794"/>
          </a:xfrm>
          <a:custGeom xmlns:a="http://schemas.openxmlformats.org/drawingml/2006/main">
            <a:pathLst>
              <a:path w="37681" h="17794">
                <a:moveTo>
                  <a:pt x="0" y="8937"/>
                </a:moveTo>
                <a:cubicBezTo>
                  <a:pt x="0" y="4026"/>
                  <a:pt x="8454" y="0"/>
                  <a:pt x="18841" y="0"/>
                </a:cubicBezTo>
                <a:cubicBezTo>
                  <a:pt x="29227" y="0"/>
                  <a:pt x="37681" y="4026"/>
                  <a:pt x="37681" y="8937"/>
                </a:cubicBezTo>
                <a:cubicBezTo>
                  <a:pt x="37681" y="13849"/>
                  <a:pt x="29227" y="17794"/>
                  <a:pt x="18841" y="17794"/>
                </a:cubicBezTo>
                <a:cubicBezTo>
                  <a:pt x="8454" y="17794"/>
                  <a:pt x="0" y="13849"/>
                  <a:pt x="0" y="8937"/>
                </a:cubicBezTo>
                <a:close/>
              </a:path>
            </a:pathLst>
          </a:custGeom>
          <a:solidFill xmlns:a="http://schemas.openxmlformats.org/drawingml/2006/main">
            <a:srgbClr val="2636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BD959-8AC8-4627-A012-4D7CF9D6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884" y="3122788"/>
            <a:ext cx="37681" cy="17794"/>
          </a:xfrm>
          <a:custGeom xmlns:a="http://schemas.openxmlformats.org/drawingml/2006/main">
            <a:pathLst>
              <a:path w="37681" h="17794" fill="none">
                <a:moveTo>
                  <a:pt x="0" y="8937"/>
                </a:moveTo>
                <a:cubicBezTo>
                  <a:pt x="0" y="4026"/>
                  <a:pt x="8454" y="0"/>
                  <a:pt x="18841" y="0"/>
                </a:cubicBezTo>
                <a:cubicBezTo>
                  <a:pt x="29227" y="0"/>
                  <a:pt x="37681" y="4026"/>
                  <a:pt x="37681" y="8937"/>
                </a:cubicBezTo>
                <a:cubicBezTo>
                  <a:pt x="37681" y="13849"/>
                  <a:pt x="29227" y="17794"/>
                  <a:pt x="18841" y="17794"/>
                </a:cubicBezTo>
                <a:cubicBezTo>
                  <a:pt x="8454" y="17794"/>
                  <a:pt x="0" y="13849"/>
                  <a:pt x="0" y="89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172C50"/>
            </a:solidFill>
            <a:miter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7525c6f3d45fa"/>
          <a:stretch xmlns:a="http://schemas.openxmlformats.org/drawingml/2006/main"/>
        </p:blipFill>
        <p:spPr>
          <a:xfrm xmlns:a="http://schemas.openxmlformats.org/drawingml/2006/main">
            <a:off x="3686185" y="2700515"/>
            <a:ext cx="130725" cy="130725"/>
          </a:xfrm>
          <a:prstGeom xmlns:a="http://schemas.openxmlformats.org/drawingml/2006/main" prst="rect">
            <a:avLst/>
          </a:prstGeom>
        </p:spPr>
      </p:pic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b591fc1c94378"/>
          <a:stretch xmlns:a="http://schemas.openxmlformats.org/drawingml/2006/main"/>
        </p:blipFill>
        <p:spPr>
          <a:xfrm xmlns:a="http://schemas.openxmlformats.org/drawingml/2006/main">
            <a:off x="3694719" y="2974832"/>
            <a:ext cx="130725" cy="130725"/>
          </a:xfrm>
          <a:prstGeom xmlns:a="http://schemas.openxmlformats.org/drawingml/2006/main" prst="rect">
            <a:avLst/>
          </a:prstGeom>
        </p:spPr>
      </p:pic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4584f78184d4b"/>
          <a:stretch xmlns:a="http://schemas.openxmlformats.org/drawingml/2006/main"/>
        </p:blipFill>
        <p:spPr>
          <a:xfrm xmlns:a="http://schemas.openxmlformats.org/drawingml/2006/main">
            <a:off x="5018802" y="2803720"/>
            <a:ext cx="154493" cy="154493"/>
          </a:xfrm>
          <a:prstGeom xmlns:a="http://schemas.openxmlformats.org/drawingml/2006/main" prst="rect">
            <a:avLst/>
          </a:prstGeom>
        </p:spPr>
      </p:pic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E30DF-6531-42C0-ACAA-A9F54DE7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739" y="2814815"/>
            <a:ext cx="37681" cy="17794"/>
          </a:xfrm>
          <a:custGeom xmlns:a="http://schemas.openxmlformats.org/drawingml/2006/main">
            <a:pathLst>
              <a:path w="37681" h="17794">
                <a:moveTo>
                  <a:pt x="0" y="8937"/>
                </a:moveTo>
                <a:cubicBezTo>
                  <a:pt x="0" y="4026"/>
                  <a:pt x="8454" y="0"/>
                  <a:pt x="18841" y="0"/>
                </a:cubicBezTo>
                <a:cubicBezTo>
                  <a:pt x="29227" y="0"/>
                  <a:pt x="37681" y="4026"/>
                  <a:pt x="37681" y="8937"/>
                </a:cubicBezTo>
                <a:cubicBezTo>
                  <a:pt x="37681" y="13849"/>
                  <a:pt x="29227" y="17794"/>
                  <a:pt x="18841" y="17794"/>
                </a:cubicBezTo>
                <a:cubicBezTo>
                  <a:pt x="8454" y="17794"/>
                  <a:pt x="0" y="13849"/>
                  <a:pt x="0" y="8937"/>
                </a:cubicBezTo>
                <a:close/>
              </a:path>
            </a:pathLst>
          </a:custGeom>
          <a:solidFill xmlns:a="http://schemas.openxmlformats.org/drawingml/2006/main">
            <a:srgbClr val="2636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48474-A7D1-4B28-9A61-1C62EAA2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739" y="2814815"/>
            <a:ext cx="37681" cy="17794"/>
          </a:xfrm>
          <a:custGeom xmlns:a="http://schemas.openxmlformats.org/drawingml/2006/main">
            <a:pathLst>
              <a:path w="37681" h="17794" fill="none">
                <a:moveTo>
                  <a:pt x="0" y="8937"/>
                </a:moveTo>
                <a:cubicBezTo>
                  <a:pt x="0" y="4026"/>
                  <a:pt x="8454" y="0"/>
                  <a:pt x="18841" y="0"/>
                </a:cubicBezTo>
                <a:cubicBezTo>
                  <a:pt x="29227" y="0"/>
                  <a:pt x="37681" y="4026"/>
                  <a:pt x="37681" y="8937"/>
                </a:cubicBezTo>
                <a:cubicBezTo>
                  <a:pt x="37681" y="13849"/>
                  <a:pt x="29227" y="17794"/>
                  <a:pt x="18841" y="17794"/>
                </a:cubicBezTo>
                <a:cubicBezTo>
                  <a:pt x="8454" y="17794"/>
                  <a:pt x="0" y="13849"/>
                  <a:pt x="0" y="89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172C50"/>
            </a:solidFill>
            <a:miter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1d6ac311b4869"/>
          <a:stretch xmlns:a="http://schemas.openxmlformats.org/drawingml/2006/main"/>
        </p:blipFill>
        <p:spPr>
          <a:xfrm xmlns:a="http://schemas.openxmlformats.org/drawingml/2006/main">
            <a:off x="5032570" y="3111612"/>
            <a:ext cx="154494" cy="154494"/>
          </a:xfrm>
          <a:prstGeom xmlns:a="http://schemas.openxmlformats.org/drawingml/2006/main" prst="rect">
            <a:avLst/>
          </a:prstGeom>
        </p:spPr>
      </p:pic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0C8F8-72E4-435F-A2A5-05164665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588" y="3124076"/>
            <a:ext cx="37601" cy="17794"/>
          </a:xfrm>
          <a:custGeom xmlns:a="http://schemas.openxmlformats.org/drawingml/2006/main">
            <a:pathLst>
              <a:path w="37601" h="17794">
                <a:moveTo>
                  <a:pt x="0" y="8937"/>
                </a:moveTo>
                <a:cubicBezTo>
                  <a:pt x="0" y="4026"/>
                  <a:pt x="8454" y="0"/>
                  <a:pt x="18841" y="0"/>
                </a:cubicBezTo>
                <a:cubicBezTo>
                  <a:pt x="29227" y="0"/>
                  <a:pt x="37601" y="4026"/>
                  <a:pt x="37601" y="8937"/>
                </a:cubicBezTo>
                <a:cubicBezTo>
                  <a:pt x="37601" y="13768"/>
                  <a:pt x="29227" y="17794"/>
                  <a:pt x="18841" y="17794"/>
                </a:cubicBezTo>
                <a:cubicBezTo>
                  <a:pt x="8454" y="17794"/>
                  <a:pt x="0" y="13768"/>
                  <a:pt x="0" y="8937"/>
                </a:cubicBezTo>
                <a:close/>
              </a:path>
            </a:pathLst>
          </a:custGeom>
          <a:solidFill xmlns:a="http://schemas.openxmlformats.org/drawingml/2006/main">
            <a:srgbClr val="2636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662C2-6B79-46E4-8B27-9DDB9BF7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588" y="3124076"/>
            <a:ext cx="37601" cy="17794"/>
          </a:xfrm>
          <a:custGeom xmlns:a="http://schemas.openxmlformats.org/drawingml/2006/main">
            <a:pathLst>
              <a:path w="37601" h="17794" fill="none">
                <a:moveTo>
                  <a:pt x="0" y="8937"/>
                </a:moveTo>
                <a:cubicBezTo>
                  <a:pt x="0" y="4026"/>
                  <a:pt x="8454" y="0"/>
                  <a:pt x="18841" y="0"/>
                </a:cubicBezTo>
                <a:cubicBezTo>
                  <a:pt x="29227" y="0"/>
                  <a:pt x="37601" y="4026"/>
                  <a:pt x="37601" y="8937"/>
                </a:cubicBezTo>
                <a:cubicBezTo>
                  <a:pt x="37601" y="13768"/>
                  <a:pt x="29227" y="17794"/>
                  <a:pt x="18841" y="17794"/>
                </a:cubicBezTo>
                <a:cubicBezTo>
                  <a:pt x="8454" y="17794"/>
                  <a:pt x="0" y="13768"/>
                  <a:pt x="0" y="89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52" cap="flat">
            <a:solidFill>
              <a:srgbClr val="172C50"/>
            </a:solidFill>
            <a:miter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dc7b2a5844a1e"/>
          <a:stretch xmlns:a="http://schemas.openxmlformats.org/drawingml/2006/main"/>
        </p:blipFill>
        <p:spPr>
          <a:xfrm xmlns:a="http://schemas.openxmlformats.org/drawingml/2006/main">
            <a:off x="4530957" y="2702447"/>
            <a:ext cx="130725" cy="130725"/>
          </a:xfrm>
          <a:prstGeom xmlns:a="http://schemas.openxmlformats.org/drawingml/2006/main" prst="rect">
            <a:avLst/>
          </a:prstGeom>
        </p:spPr>
      </p:pic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84a4cfa4f4a75"/>
          <a:stretch xmlns:a="http://schemas.openxmlformats.org/drawingml/2006/main"/>
        </p:blipFill>
        <p:spPr>
          <a:xfrm xmlns:a="http://schemas.openxmlformats.org/drawingml/2006/main">
            <a:off x="4539410" y="2976684"/>
            <a:ext cx="130725" cy="130725"/>
          </a:xfrm>
          <a:prstGeom xmlns:a="http://schemas.openxmlformats.org/drawingml/2006/main" prst="rect">
            <a:avLst/>
          </a:prstGeom>
        </p:spPr>
      </p:pic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DA978-D56A-4B12-BB34-517F95B5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572" y="2649975"/>
            <a:ext cx="326814" cy="779497"/>
          </a:xfrm>
          <a:custGeom xmlns:a="http://schemas.openxmlformats.org/drawingml/2006/main">
            <a:pathLst>
              <a:path w="326814" h="779497">
                <a:moveTo>
                  <a:pt x="0" y="779497"/>
                </a:moveTo>
                <a:lnTo>
                  <a:pt x="0" y="0"/>
                </a:lnTo>
                <a:lnTo>
                  <a:pt x="326814" y="0"/>
                </a:lnTo>
                <a:lnTo>
                  <a:pt x="326814" y="779497"/>
                </a:lnTo>
                <a:lnTo>
                  <a:pt x="0" y="779497"/>
                </a:lnTo>
                <a:close/>
              </a:path>
            </a:pathLst>
          </a:custGeom>
          <a:solidFill xmlns:a="http://schemas.openxmlformats.org/drawingml/2006/main">
            <a:srgbClr val="B36D8C">
              <a:alpha val="43137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D3CE3-8FEF-404D-BA81-1210B6B7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572" y="2649975"/>
            <a:ext cx="326814" cy="779497"/>
          </a:xfrm>
          <a:custGeom xmlns:a="http://schemas.openxmlformats.org/drawingml/2006/main">
            <a:pathLst>
              <a:path w="326814" h="779497" fill="none">
                <a:moveTo>
                  <a:pt x="0" y="779497"/>
                </a:moveTo>
                <a:lnTo>
                  <a:pt x="326814" y="779497"/>
                </a:lnTo>
                <a:lnTo>
                  <a:pt x="326814" y="0"/>
                </a:lnTo>
                <a:lnTo>
                  <a:pt x="0" y="0"/>
                </a:lnTo>
                <a:lnTo>
                  <a:pt x="0" y="7794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06" cap="flat">
            <a:solidFill>
              <a:srgbClr val="39302A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CC143-118C-4D2C-8C6D-AEBFA5FB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712" y="2649492"/>
            <a:ext cx="326814" cy="779498"/>
          </a:xfrm>
          <a:custGeom xmlns:a="http://schemas.openxmlformats.org/drawingml/2006/main">
            <a:pathLst>
              <a:path w="326814" h="779498">
                <a:moveTo>
                  <a:pt x="0" y="779498"/>
                </a:moveTo>
                <a:lnTo>
                  <a:pt x="0" y="0"/>
                </a:lnTo>
                <a:lnTo>
                  <a:pt x="326814" y="0"/>
                </a:lnTo>
                <a:lnTo>
                  <a:pt x="326814" y="779498"/>
                </a:lnTo>
                <a:lnTo>
                  <a:pt x="0" y="77949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2745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A6BFB-E210-4B45-8FED-BA0E7412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712" y="2649492"/>
            <a:ext cx="326814" cy="779498"/>
          </a:xfrm>
          <a:custGeom xmlns:a="http://schemas.openxmlformats.org/drawingml/2006/main">
            <a:pathLst>
              <a:path w="326814" h="779498" fill="none">
                <a:moveTo>
                  <a:pt x="0" y="779498"/>
                </a:moveTo>
                <a:lnTo>
                  <a:pt x="326814" y="779498"/>
                </a:lnTo>
                <a:lnTo>
                  <a:pt x="326814" y="0"/>
                </a:lnTo>
                <a:lnTo>
                  <a:pt x="0" y="0"/>
                </a:lnTo>
                <a:lnTo>
                  <a:pt x="0" y="779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06" cap="flat">
            <a:solidFill>
              <a:srgbClr val="39302A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C9E7C-EEFE-449A-A69B-02197BD4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966" y="2007475"/>
            <a:ext cx="326814" cy="624005"/>
          </a:xfrm>
          <a:custGeom xmlns:a="http://schemas.openxmlformats.org/drawingml/2006/main">
            <a:pathLst>
              <a:path w="326814" h="624005">
                <a:moveTo>
                  <a:pt x="0" y="624005"/>
                </a:moveTo>
                <a:lnTo>
                  <a:pt x="0" y="0"/>
                </a:lnTo>
                <a:lnTo>
                  <a:pt x="326814" y="0"/>
                </a:lnTo>
                <a:lnTo>
                  <a:pt x="326814" y="624005"/>
                </a:lnTo>
                <a:lnTo>
                  <a:pt x="0" y="624005"/>
                </a:lnTo>
                <a:close/>
              </a:path>
            </a:pathLst>
          </a:custGeom>
          <a:solidFill xmlns:a="http://schemas.openxmlformats.org/drawingml/2006/main">
            <a:srgbClr val="BDD7EE">
              <a:alpha val="7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4C663-5A0E-4C77-B537-A69EC10F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966" y="2007475"/>
            <a:ext cx="326814" cy="624005"/>
          </a:xfrm>
          <a:custGeom xmlns:a="http://schemas.openxmlformats.org/drawingml/2006/main">
            <a:pathLst>
              <a:path w="326814" h="624005" fill="none">
                <a:moveTo>
                  <a:pt x="0" y="624005"/>
                </a:moveTo>
                <a:lnTo>
                  <a:pt x="326814" y="624005"/>
                </a:lnTo>
                <a:lnTo>
                  <a:pt x="326814" y="0"/>
                </a:lnTo>
                <a:lnTo>
                  <a:pt x="0" y="0"/>
                </a:lnTo>
                <a:lnTo>
                  <a:pt x="0" y="6240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06" cap="flat">
            <a:solidFill>
              <a:srgbClr val="39302A"/>
            </a:solidFill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2F3A1-1B86-42BF-963E-50D7C711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848" y="2009407"/>
            <a:ext cx="326814" cy="624005"/>
          </a:xfrm>
          <a:custGeom xmlns:a="http://schemas.openxmlformats.org/drawingml/2006/main">
            <a:pathLst>
              <a:path w="326814" h="624005">
                <a:moveTo>
                  <a:pt x="0" y="624005"/>
                </a:moveTo>
                <a:lnTo>
                  <a:pt x="0" y="0"/>
                </a:lnTo>
                <a:lnTo>
                  <a:pt x="326814" y="0"/>
                </a:lnTo>
                <a:lnTo>
                  <a:pt x="326814" y="624005"/>
                </a:lnTo>
                <a:lnTo>
                  <a:pt x="0" y="624005"/>
                </a:lnTo>
                <a:close/>
              </a:path>
            </a:pathLst>
          </a:custGeom>
          <a:solidFill xmlns:a="http://schemas.openxmlformats.org/drawingml/2006/main">
            <a:srgbClr val="BDD7EE">
              <a:alpha val="41961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3E761-2F1F-45D0-B18D-E30585CE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848" y="2009407"/>
            <a:ext cx="326814" cy="624005"/>
          </a:xfrm>
          <a:custGeom xmlns:a="http://schemas.openxmlformats.org/drawingml/2006/main">
            <a:pathLst>
              <a:path w="326814" h="624005" fill="none">
                <a:moveTo>
                  <a:pt x="0" y="624005"/>
                </a:moveTo>
                <a:lnTo>
                  <a:pt x="326814" y="624005"/>
                </a:lnTo>
                <a:lnTo>
                  <a:pt x="326814" y="0"/>
                </a:lnTo>
                <a:lnTo>
                  <a:pt x="0" y="0"/>
                </a:lnTo>
                <a:lnTo>
                  <a:pt x="0" y="6240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06" cap="flat">
            <a:solidFill>
              <a:srgbClr val="39302A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FD039-31DF-4B03-B190-654820B2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932" y="2007475"/>
            <a:ext cx="326814" cy="624005"/>
          </a:xfrm>
          <a:custGeom xmlns:a="http://schemas.openxmlformats.org/drawingml/2006/main">
            <a:pathLst>
              <a:path w="326814" h="624005">
                <a:moveTo>
                  <a:pt x="0" y="624005"/>
                </a:moveTo>
                <a:lnTo>
                  <a:pt x="0" y="0"/>
                </a:lnTo>
                <a:lnTo>
                  <a:pt x="326814" y="0"/>
                </a:lnTo>
                <a:lnTo>
                  <a:pt x="326814" y="624005"/>
                </a:lnTo>
                <a:lnTo>
                  <a:pt x="0" y="624005"/>
                </a:lnTo>
                <a:close/>
              </a:path>
            </a:pathLst>
          </a:custGeom>
          <a:solidFill xmlns:a="http://schemas.openxmlformats.org/drawingml/2006/main">
            <a:srgbClr val="1F4E79">
              <a:alpha val="41961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8B6D4-7CB6-4241-B93E-2E576005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932" y="2007475"/>
            <a:ext cx="326814" cy="624005"/>
          </a:xfrm>
          <a:custGeom xmlns:a="http://schemas.openxmlformats.org/drawingml/2006/main">
            <a:pathLst>
              <a:path w="326814" h="624005" fill="none">
                <a:moveTo>
                  <a:pt x="0" y="624005"/>
                </a:moveTo>
                <a:lnTo>
                  <a:pt x="326814" y="624005"/>
                </a:lnTo>
                <a:lnTo>
                  <a:pt x="326814" y="0"/>
                </a:lnTo>
                <a:lnTo>
                  <a:pt x="0" y="0"/>
                </a:lnTo>
                <a:lnTo>
                  <a:pt x="0" y="6240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06" cap="flat">
            <a:solidFill>
              <a:srgbClr val="39302A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27DBFD-A24D-4939-8FA3-D3978C22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785" y="2649331"/>
            <a:ext cx="326814" cy="779497"/>
          </a:xfrm>
          <a:custGeom xmlns:a="http://schemas.openxmlformats.org/drawingml/2006/main">
            <a:pathLst>
              <a:path w="326814" h="779497">
                <a:moveTo>
                  <a:pt x="0" y="779497"/>
                </a:moveTo>
                <a:lnTo>
                  <a:pt x="0" y="0"/>
                </a:lnTo>
                <a:lnTo>
                  <a:pt x="326814" y="0"/>
                </a:lnTo>
                <a:lnTo>
                  <a:pt x="326814" y="779497"/>
                </a:lnTo>
                <a:lnTo>
                  <a:pt x="0" y="779497"/>
                </a:lnTo>
                <a:close/>
              </a:path>
            </a:pathLst>
          </a:custGeom>
          <a:solidFill xmlns:a="http://schemas.openxmlformats.org/drawingml/2006/main">
            <a:srgbClr val="BE6FA0">
              <a:alpha val="2117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4849D-64EC-4374-A72F-7896F57E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785" y="2649331"/>
            <a:ext cx="326814" cy="779497"/>
          </a:xfrm>
          <a:custGeom xmlns:a="http://schemas.openxmlformats.org/drawingml/2006/main">
            <a:pathLst>
              <a:path w="326814" h="779497" fill="none">
                <a:moveTo>
                  <a:pt x="0" y="779497"/>
                </a:moveTo>
                <a:lnTo>
                  <a:pt x="326814" y="779497"/>
                </a:lnTo>
                <a:lnTo>
                  <a:pt x="326814" y="0"/>
                </a:lnTo>
                <a:lnTo>
                  <a:pt x="0" y="0"/>
                </a:lnTo>
                <a:lnTo>
                  <a:pt x="0" y="7794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06" cap="flat">
            <a:solidFill>
              <a:srgbClr val="39302A"/>
            </a:solidFill>
            <a:miter/>
          </a:ln>
        </p:spPr>
      </p:sp>
      <p:pic>
        <p:nvPicPr>
          <p:cNvPr id="2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221ca53e64c38"/>
          <a:stretch xmlns:a="http://schemas.openxmlformats.org/drawingml/2006/main"/>
        </p:blipFill>
        <p:spPr>
          <a:xfrm xmlns:a="http://schemas.openxmlformats.org/drawingml/2006/main">
            <a:off x="5812204" y="2172193"/>
            <a:ext cx="445654" cy="416527"/>
          </a:xfrm>
          <a:prstGeom xmlns:a="http://schemas.openxmlformats.org/drawingml/2006/main" prst="rect">
            <a:avLst/>
          </a:prstGeom>
        </p:spPr>
      </p:pic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3afcf44af4ed2"/>
          <a:stretch xmlns:a="http://schemas.openxmlformats.org/drawingml/2006/main"/>
        </p:blipFill>
        <p:spPr>
          <a:xfrm xmlns:a="http://schemas.openxmlformats.org/drawingml/2006/main">
            <a:off x="5948356" y="2864589"/>
            <a:ext cx="415944" cy="395583"/>
          </a:xfrm>
          <a:prstGeom xmlns:a="http://schemas.openxmlformats.org/drawingml/2006/main" prst="rect">
            <a:avLst/>
          </a:prstGeom>
        </p:spPr>
      </p:pic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539d62b24467c"/>
          <a:stretch xmlns:a="http://schemas.openxmlformats.org/drawingml/2006/main"/>
        </p:blipFill>
        <p:spPr>
          <a:xfrm xmlns:a="http://schemas.openxmlformats.org/drawingml/2006/main">
            <a:off x="6668489" y="2818051"/>
            <a:ext cx="415944" cy="395583"/>
          </a:xfrm>
          <a:prstGeom xmlns:a="http://schemas.openxmlformats.org/drawingml/2006/main" prst="rect">
            <a:avLst/>
          </a:prstGeom>
        </p:spPr>
      </p:pic>
      <p:sp>
        <p:nvSpPr>
          <p:cNvPr id="133" name="Text ExtrinsicReward">
            <a:extLst xmlns:a="http://schemas.openxmlformats.org/drawingml/2006/main">
              <a:ext uri="{FF2B5EF4-FFF2-40B4-BE49-F238E27FC236}">
                <a16:creationId xmlns:a16="http://schemas.microsoft.com/office/drawing/2014/main" id="{901BAD33-8176-4DBF-96EC-88E6701A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242" y="2049296"/>
            <a:ext cx="1052456" cy="96628"/>
          </a:xfrm>
          <a:custGeom xmlns:a="http://schemas.openxmlformats.org/drawingml/2006/main">
            <a:pathLst>
              <a:path w="1052456" h="96628">
                <a:moveTo>
                  <a:pt x="3706" y="95305"/>
                </a:moveTo>
                <a:cubicBezTo>
                  <a:pt x="1235" y="95305"/>
                  <a:pt x="0" y="94070"/>
                  <a:pt x="0" y="91599"/>
                </a:cubicBezTo>
                <a:lnTo>
                  <a:pt x="0" y="10325"/>
                </a:lnTo>
                <a:cubicBezTo>
                  <a:pt x="0" y="7854"/>
                  <a:pt x="1235" y="6619"/>
                  <a:pt x="3706" y="6619"/>
                </a:cubicBezTo>
                <a:lnTo>
                  <a:pt x="50830" y="6619"/>
                </a:lnTo>
                <a:cubicBezTo>
                  <a:pt x="53830" y="6619"/>
                  <a:pt x="55837" y="8185"/>
                  <a:pt x="56851" y="11319"/>
                </a:cubicBezTo>
                <a:cubicBezTo>
                  <a:pt x="57866" y="14451"/>
                  <a:pt x="58374" y="18840"/>
                  <a:pt x="58374" y="24488"/>
                </a:cubicBezTo>
                <a:cubicBezTo>
                  <a:pt x="58374" y="25811"/>
                  <a:pt x="57800" y="26473"/>
                  <a:pt x="56653" y="26473"/>
                </a:cubicBezTo>
                <a:cubicBezTo>
                  <a:pt x="56123" y="26473"/>
                  <a:pt x="55439" y="26297"/>
                  <a:pt x="54601" y="25944"/>
                </a:cubicBezTo>
                <a:cubicBezTo>
                  <a:pt x="53763" y="25591"/>
                  <a:pt x="52417" y="25216"/>
                  <a:pt x="50563" y="24819"/>
                </a:cubicBezTo>
                <a:cubicBezTo>
                  <a:pt x="48710" y="24422"/>
                  <a:pt x="46239" y="24047"/>
                  <a:pt x="43150" y="23694"/>
                </a:cubicBezTo>
                <a:cubicBezTo>
                  <a:pt x="40063" y="23341"/>
                  <a:pt x="36004" y="23165"/>
                  <a:pt x="30973" y="23165"/>
                </a:cubicBezTo>
                <a:lnTo>
                  <a:pt x="21179" y="23165"/>
                </a:lnTo>
                <a:cubicBezTo>
                  <a:pt x="19856" y="23165"/>
                  <a:pt x="19194" y="23827"/>
                  <a:pt x="19194" y="25150"/>
                </a:cubicBezTo>
                <a:lnTo>
                  <a:pt x="19194" y="40638"/>
                </a:lnTo>
                <a:cubicBezTo>
                  <a:pt x="19194" y="41961"/>
                  <a:pt x="19856" y="42623"/>
                  <a:pt x="21179" y="42623"/>
                </a:cubicBezTo>
                <a:lnTo>
                  <a:pt x="45138" y="42623"/>
                </a:lnTo>
                <a:cubicBezTo>
                  <a:pt x="46020" y="42623"/>
                  <a:pt x="46748" y="43197"/>
                  <a:pt x="47321" y="44344"/>
                </a:cubicBezTo>
                <a:cubicBezTo>
                  <a:pt x="47895" y="45491"/>
                  <a:pt x="48182" y="47741"/>
                  <a:pt x="48182" y="51094"/>
                </a:cubicBezTo>
                <a:cubicBezTo>
                  <a:pt x="48182" y="54536"/>
                  <a:pt x="47895" y="56830"/>
                  <a:pt x="47321" y="57978"/>
                </a:cubicBezTo>
                <a:cubicBezTo>
                  <a:pt x="46748" y="59125"/>
                  <a:pt x="46020" y="59698"/>
                  <a:pt x="45138" y="59698"/>
                </a:cubicBezTo>
                <a:lnTo>
                  <a:pt x="21179" y="59698"/>
                </a:lnTo>
                <a:cubicBezTo>
                  <a:pt x="19856" y="59698"/>
                  <a:pt x="19194" y="60360"/>
                  <a:pt x="19194" y="61684"/>
                </a:cubicBezTo>
                <a:lnTo>
                  <a:pt x="19194" y="76774"/>
                </a:lnTo>
                <a:cubicBezTo>
                  <a:pt x="19194" y="78097"/>
                  <a:pt x="19856" y="78759"/>
                  <a:pt x="21179" y="78759"/>
                </a:cubicBezTo>
                <a:lnTo>
                  <a:pt x="34415" y="78759"/>
                </a:lnTo>
                <a:cubicBezTo>
                  <a:pt x="39446" y="78759"/>
                  <a:pt x="43505" y="78583"/>
                  <a:pt x="46592" y="78230"/>
                </a:cubicBezTo>
                <a:cubicBezTo>
                  <a:pt x="49681" y="77877"/>
                  <a:pt x="52130" y="77502"/>
                  <a:pt x="53938" y="77105"/>
                </a:cubicBezTo>
                <a:cubicBezTo>
                  <a:pt x="55748" y="76708"/>
                  <a:pt x="57071" y="76333"/>
                  <a:pt x="57909" y="75980"/>
                </a:cubicBezTo>
                <a:cubicBezTo>
                  <a:pt x="58748" y="75627"/>
                  <a:pt x="59433" y="75451"/>
                  <a:pt x="59963" y="75451"/>
                </a:cubicBezTo>
                <a:cubicBezTo>
                  <a:pt x="61198" y="75451"/>
                  <a:pt x="61815" y="76113"/>
                  <a:pt x="61815" y="77436"/>
                </a:cubicBezTo>
                <a:cubicBezTo>
                  <a:pt x="61815" y="83083"/>
                  <a:pt x="61308" y="87474"/>
                  <a:pt x="60292" y="90607"/>
                </a:cubicBezTo>
                <a:cubicBezTo>
                  <a:pt x="59278" y="93739"/>
                  <a:pt x="57271" y="95305"/>
                  <a:pt x="54271" y="95305"/>
                </a:cubicBezTo>
                <a:lnTo>
                  <a:pt x="3706" y="95305"/>
                </a:lnTo>
                <a:close/>
                <a:moveTo>
                  <a:pt x="127734" y="95305"/>
                </a:moveTo>
                <a:cubicBezTo>
                  <a:pt x="123763" y="95305"/>
                  <a:pt x="120940" y="95106"/>
                  <a:pt x="119263" y="94709"/>
                </a:cubicBezTo>
                <a:cubicBezTo>
                  <a:pt x="117587" y="94312"/>
                  <a:pt x="116528" y="93849"/>
                  <a:pt x="116086" y="93320"/>
                </a:cubicBezTo>
                <a:lnTo>
                  <a:pt x="100599" y="72274"/>
                </a:lnTo>
                <a:cubicBezTo>
                  <a:pt x="97951" y="75979"/>
                  <a:pt x="95657" y="79553"/>
                  <a:pt x="93715" y="82995"/>
                </a:cubicBezTo>
                <a:cubicBezTo>
                  <a:pt x="91775" y="86436"/>
                  <a:pt x="90584" y="89393"/>
                  <a:pt x="90142" y="91863"/>
                </a:cubicBezTo>
                <a:cubicBezTo>
                  <a:pt x="89966" y="93099"/>
                  <a:pt x="89061" y="93982"/>
                  <a:pt x="87428" y="94511"/>
                </a:cubicBezTo>
                <a:cubicBezTo>
                  <a:pt x="85796" y="95040"/>
                  <a:pt x="82994" y="95305"/>
                  <a:pt x="79023" y="95305"/>
                </a:cubicBezTo>
                <a:cubicBezTo>
                  <a:pt x="75582" y="95305"/>
                  <a:pt x="73132" y="95106"/>
                  <a:pt x="71675" y="94709"/>
                </a:cubicBezTo>
                <a:cubicBezTo>
                  <a:pt x="70220" y="94312"/>
                  <a:pt x="69492" y="93363"/>
                  <a:pt x="69492" y="91863"/>
                </a:cubicBezTo>
                <a:cubicBezTo>
                  <a:pt x="69492" y="89216"/>
                  <a:pt x="70330" y="86415"/>
                  <a:pt x="72007" y="83459"/>
                </a:cubicBezTo>
                <a:cubicBezTo>
                  <a:pt x="73684" y="80502"/>
                  <a:pt x="75737" y="77656"/>
                  <a:pt x="78163" y="74922"/>
                </a:cubicBezTo>
                <a:cubicBezTo>
                  <a:pt x="80589" y="72185"/>
                  <a:pt x="83126" y="69626"/>
                  <a:pt x="85773" y="67244"/>
                </a:cubicBezTo>
                <a:cubicBezTo>
                  <a:pt x="88421" y="64861"/>
                  <a:pt x="90671" y="62875"/>
                  <a:pt x="92526" y="61286"/>
                </a:cubicBezTo>
                <a:lnTo>
                  <a:pt x="71742" y="33092"/>
                </a:lnTo>
                <a:cubicBezTo>
                  <a:pt x="71566" y="32827"/>
                  <a:pt x="71389" y="32518"/>
                  <a:pt x="71213" y="32165"/>
                </a:cubicBezTo>
                <a:cubicBezTo>
                  <a:pt x="70860" y="31459"/>
                  <a:pt x="70684" y="30886"/>
                  <a:pt x="70684" y="30444"/>
                </a:cubicBezTo>
                <a:cubicBezTo>
                  <a:pt x="70684" y="29827"/>
                  <a:pt x="71368" y="29232"/>
                  <a:pt x="72736" y="28659"/>
                </a:cubicBezTo>
                <a:cubicBezTo>
                  <a:pt x="74104" y="28085"/>
                  <a:pt x="76685" y="27798"/>
                  <a:pt x="80480" y="27798"/>
                </a:cubicBezTo>
                <a:cubicBezTo>
                  <a:pt x="84450" y="27798"/>
                  <a:pt x="87296" y="27975"/>
                  <a:pt x="89017" y="28327"/>
                </a:cubicBezTo>
                <a:cubicBezTo>
                  <a:pt x="90738" y="28680"/>
                  <a:pt x="91819" y="29166"/>
                  <a:pt x="92259" y="29784"/>
                </a:cubicBezTo>
                <a:lnTo>
                  <a:pt x="105232" y="47388"/>
                </a:lnTo>
                <a:cubicBezTo>
                  <a:pt x="107261" y="44828"/>
                  <a:pt x="109092" y="42115"/>
                  <a:pt x="110724" y="39248"/>
                </a:cubicBezTo>
                <a:cubicBezTo>
                  <a:pt x="112357" y="36380"/>
                  <a:pt x="113395" y="33666"/>
                  <a:pt x="113836" y="31107"/>
                </a:cubicBezTo>
                <a:cubicBezTo>
                  <a:pt x="114013" y="29872"/>
                  <a:pt x="114917" y="29012"/>
                  <a:pt x="116549" y="28527"/>
                </a:cubicBezTo>
                <a:cubicBezTo>
                  <a:pt x="118182" y="28041"/>
                  <a:pt x="120984" y="27798"/>
                  <a:pt x="124955" y="27798"/>
                </a:cubicBezTo>
                <a:cubicBezTo>
                  <a:pt x="128397" y="27798"/>
                  <a:pt x="130845" y="27975"/>
                  <a:pt x="132301" y="28327"/>
                </a:cubicBezTo>
                <a:cubicBezTo>
                  <a:pt x="133757" y="28680"/>
                  <a:pt x="134484" y="29607"/>
                  <a:pt x="134484" y="31107"/>
                </a:cubicBezTo>
                <a:cubicBezTo>
                  <a:pt x="134484" y="35343"/>
                  <a:pt x="133205" y="39137"/>
                  <a:pt x="130647" y="42490"/>
                </a:cubicBezTo>
                <a:cubicBezTo>
                  <a:pt x="128352" y="45579"/>
                  <a:pt x="125638" y="48491"/>
                  <a:pt x="122505" y="51228"/>
                </a:cubicBezTo>
                <a:cubicBezTo>
                  <a:pt x="119373" y="53962"/>
                  <a:pt x="116395" y="56477"/>
                  <a:pt x="113572" y="58771"/>
                </a:cubicBezTo>
                <a:lnTo>
                  <a:pt x="136470" y="89878"/>
                </a:lnTo>
                <a:cubicBezTo>
                  <a:pt x="136648" y="90143"/>
                  <a:pt x="136825" y="90408"/>
                  <a:pt x="137001" y="90672"/>
                </a:cubicBezTo>
                <a:cubicBezTo>
                  <a:pt x="137089" y="90937"/>
                  <a:pt x="137176" y="91224"/>
                  <a:pt x="137264" y="91534"/>
                </a:cubicBezTo>
                <a:cubicBezTo>
                  <a:pt x="137352" y="91843"/>
                  <a:pt x="137397" y="92129"/>
                  <a:pt x="137397" y="92393"/>
                </a:cubicBezTo>
                <a:cubicBezTo>
                  <a:pt x="137397" y="93011"/>
                  <a:pt x="136735" y="93651"/>
                  <a:pt x="135411" y="94313"/>
                </a:cubicBezTo>
                <a:cubicBezTo>
                  <a:pt x="134088" y="94975"/>
                  <a:pt x="131529" y="95305"/>
                  <a:pt x="127734" y="95305"/>
                </a:cubicBezTo>
                <a:close/>
                <a:moveTo>
                  <a:pt x="172209" y="96628"/>
                </a:moveTo>
                <a:cubicBezTo>
                  <a:pt x="165680" y="96628"/>
                  <a:pt x="160627" y="94775"/>
                  <a:pt x="157052" y="91070"/>
                </a:cubicBezTo>
                <a:cubicBezTo>
                  <a:pt x="153479" y="87363"/>
                  <a:pt x="151692" y="82597"/>
                  <a:pt x="151692" y="76774"/>
                </a:cubicBezTo>
                <a:lnTo>
                  <a:pt x="151692" y="41432"/>
                </a:lnTo>
                <a:lnTo>
                  <a:pt x="148119" y="41432"/>
                </a:lnTo>
                <a:cubicBezTo>
                  <a:pt x="147413" y="41432"/>
                  <a:pt x="146774" y="40925"/>
                  <a:pt x="146200" y="39911"/>
                </a:cubicBezTo>
                <a:cubicBezTo>
                  <a:pt x="145627" y="38895"/>
                  <a:pt x="145340" y="37152"/>
                  <a:pt x="145340" y="34682"/>
                </a:cubicBezTo>
                <a:cubicBezTo>
                  <a:pt x="145340" y="32122"/>
                  <a:pt x="145627" y="30335"/>
                  <a:pt x="146200" y="29321"/>
                </a:cubicBezTo>
                <a:cubicBezTo>
                  <a:pt x="146774" y="28306"/>
                  <a:pt x="147413" y="27798"/>
                  <a:pt x="148119" y="27798"/>
                </a:cubicBezTo>
                <a:lnTo>
                  <a:pt x="151692" y="27798"/>
                </a:lnTo>
                <a:lnTo>
                  <a:pt x="151692" y="15090"/>
                </a:lnTo>
                <a:cubicBezTo>
                  <a:pt x="151692" y="14384"/>
                  <a:pt x="152398" y="13568"/>
                  <a:pt x="153809" y="12642"/>
                </a:cubicBezTo>
                <a:cubicBezTo>
                  <a:pt x="155221" y="11715"/>
                  <a:pt x="156898" y="10855"/>
                  <a:pt x="158840" y="10060"/>
                </a:cubicBezTo>
                <a:cubicBezTo>
                  <a:pt x="160782" y="9266"/>
                  <a:pt x="162701" y="8582"/>
                  <a:pt x="164598" y="8008"/>
                </a:cubicBezTo>
                <a:cubicBezTo>
                  <a:pt x="166496" y="7435"/>
                  <a:pt x="167974" y="7148"/>
                  <a:pt x="169034" y="7148"/>
                </a:cubicBezTo>
                <a:cubicBezTo>
                  <a:pt x="170534" y="7148"/>
                  <a:pt x="171284" y="7986"/>
                  <a:pt x="171284" y="9663"/>
                </a:cubicBezTo>
                <a:lnTo>
                  <a:pt x="171284" y="27798"/>
                </a:lnTo>
                <a:lnTo>
                  <a:pt x="183196" y="27798"/>
                </a:lnTo>
                <a:cubicBezTo>
                  <a:pt x="184608" y="27798"/>
                  <a:pt x="185313" y="28504"/>
                  <a:pt x="185313" y="29915"/>
                </a:cubicBezTo>
                <a:cubicBezTo>
                  <a:pt x="185313" y="30709"/>
                  <a:pt x="185071" y="31768"/>
                  <a:pt x="184586" y="33092"/>
                </a:cubicBezTo>
                <a:cubicBezTo>
                  <a:pt x="184101" y="34416"/>
                  <a:pt x="183462" y="35695"/>
                  <a:pt x="182667" y="36932"/>
                </a:cubicBezTo>
                <a:cubicBezTo>
                  <a:pt x="181873" y="38166"/>
                  <a:pt x="181012" y="39225"/>
                  <a:pt x="180086" y="40109"/>
                </a:cubicBezTo>
                <a:cubicBezTo>
                  <a:pt x="179160" y="40991"/>
                  <a:pt x="178255" y="41432"/>
                  <a:pt x="177371" y="41432"/>
                </a:cubicBezTo>
                <a:lnTo>
                  <a:pt x="171284" y="41432"/>
                </a:lnTo>
                <a:lnTo>
                  <a:pt x="171284" y="70949"/>
                </a:lnTo>
                <a:cubicBezTo>
                  <a:pt x="171284" y="75185"/>
                  <a:pt x="172232" y="78230"/>
                  <a:pt x="174130" y="80084"/>
                </a:cubicBezTo>
                <a:cubicBezTo>
                  <a:pt x="176027" y="81937"/>
                  <a:pt x="178475" y="82863"/>
                  <a:pt x="181476" y="82863"/>
                </a:cubicBezTo>
                <a:lnTo>
                  <a:pt x="184519" y="82863"/>
                </a:lnTo>
                <a:cubicBezTo>
                  <a:pt x="185049" y="82863"/>
                  <a:pt x="185446" y="83062"/>
                  <a:pt x="185711" y="83459"/>
                </a:cubicBezTo>
                <a:cubicBezTo>
                  <a:pt x="185976" y="83855"/>
                  <a:pt x="186109" y="84274"/>
                  <a:pt x="186109" y="84715"/>
                </a:cubicBezTo>
                <a:cubicBezTo>
                  <a:pt x="186109" y="85421"/>
                  <a:pt x="185667" y="86436"/>
                  <a:pt x="184784" y="87759"/>
                </a:cubicBezTo>
                <a:cubicBezTo>
                  <a:pt x="183902" y="89083"/>
                  <a:pt x="182799" y="90407"/>
                  <a:pt x="181476" y="91732"/>
                </a:cubicBezTo>
                <a:cubicBezTo>
                  <a:pt x="180152" y="93056"/>
                  <a:pt x="178673" y="94203"/>
                  <a:pt x="177040" y="95174"/>
                </a:cubicBezTo>
                <a:cubicBezTo>
                  <a:pt x="175408" y="96143"/>
                  <a:pt x="173798" y="96628"/>
                  <a:pt x="172209" y="96628"/>
                </a:cubicBezTo>
                <a:close/>
                <a:moveTo>
                  <a:pt x="208213" y="95305"/>
                </a:moveTo>
                <a:cubicBezTo>
                  <a:pt x="204242" y="95305"/>
                  <a:pt x="201617" y="94975"/>
                  <a:pt x="200338" y="94313"/>
                </a:cubicBezTo>
                <a:cubicBezTo>
                  <a:pt x="199059" y="93651"/>
                  <a:pt x="198419" y="92922"/>
                  <a:pt x="198419" y="92128"/>
                </a:cubicBezTo>
                <a:lnTo>
                  <a:pt x="198419" y="45800"/>
                </a:lnTo>
                <a:cubicBezTo>
                  <a:pt x="198419" y="44388"/>
                  <a:pt x="198221" y="43175"/>
                  <a:pt x="197824" y="42161"/>
                </a:cubicBezTo>
                <a:cubicBezTo>
                  <a:pt x="197426" y="41145"/>
                  <a:pt x="197007" y="40285"/>
                  <a:pt x="196565" y="39579"/>
                </a:cubicBezTo>
                <a:cubicBezTo>
                  <a:pt x="196124" y="38873"/>
                  <a:pt x="195704" y="38232"/>
                  <a:pt x="195307" y="37659"/>
                </a:cubicBezTo>
                <a:cubicBezTo>
                  <a:pt x="194911" y="37085"/>
                  <a:pt x="194713" y="36534"/>
                  <a:pt x="194713" y="36004"/>
                </a:cubicBezTo>
                <a:cubicBezTo>
                  <a:pt x="194713" y="35210"/>
                  <a:pt x="195308" y="34284"/>
                  <a:pt x="196499" y="33225"/>
                </a:cubicBezTo>
                <a:cubicBezTo>
                  <a:pt x="197690" y="32166"/>
                  <a:pt x="199102" y="31129"/>
                  <a:pt x="200734" y="30115"/>
                </a:cubicBezTo>
                <a:cubicBezTo>
                  <a:pt x="202367" y="29100"/>
                  <a:pt x="204022" y="28239"/>
                  <a:pt x="205699" y="27534"/>
                </a:cubicBezTo>
                <a:cubicBezTo>
                  <a:pt x="207375" y="26827"/>
                  <a:pt x="208743" y="26473"/>
                  <a:pt x="209803" y="26473"/>
                </a:cubicBezTo>
                <a:cubicBezTo>
                  <a:pt x="211832" y="26473"/>
                  <a:pt x="213310" y="27157"/>
                  <a:pt x="214236" y="28525"/>
                </a:cubicBezTo>
                <a:cubicBezTo>
                  <a:pt x="215163" y="29893"/>
                  <a:pt x="216244" y="31857"/>
                  <a:pt x="217480" y="34415"/>
                </a:cubicBezTo>
                <a:cubicBezTo>
                  <a:pt x="218804" y="32915"/>
                  <a:pt x="220259" y="31591"/>
                  <a:pt x="221847" y="30444"/>
                </a:cubicBezTo>
                <a:cubicBezTo>
                  <a:pt x="223172" y="29473"/>
                  <a:pt x="224761" y="28569"/>
                  <a:pt x="226613" y="27731"/>
                </a:cubicBezTo>
                <a:cubicBezTo>
                  <a:pt x="228466" y="26893"/>
                  <a:pt x="230452" y="26473"/>
                  <a:pt x="232570" y="26473"/>
                </a:cubicBezTo>
                <a:cubicBezTo>
                  <a:pt x="233981" y="26473"/>
                  <a:pt x="235393" y="26606"/>
                  <a:pt x="236805" y="26871"/>
                </a:cubicBezTo>
                <a:cubicBezTo>
                  <a:pt x="238218" y="27135"/>
                  <a:pt x="239475" y="27510"/>
                  <a:pt x="240578" y="27996"/>
                </a:cubicBezTo>
                <a:cubicBezTo>
                  <a:pt x="241681" y="28481"/>
                  <a:pt x="242585" y="29010"/>
                  <a:pt x="243291" y="29584"/>
                </a:cubicBezTo>
                <a:cubicBezTo>
                  <a:pt x="243998" y="30157"/>
                  <a:pt x="244351" y="30798"/>
                  <a:pt x="244351" y="31504"/>
                </a:cubicBezTo>
                <a:cubicBezTo>
                  <a:pt x="244351" y="32121"/>
                  <a:pt x="243932" y="33202"/>
                  <a:pt x="243093" y="34746"/>
                </a:cubicBezTo>
                <a:cubicBezTo>
                  <a:pt x="242254" y="36291"/>
                  <a:pt x="241283" y="37880"/>
                  <a:pt x="240180" y="39513"/>
                </a:cubicBezTo>
                <a:cubicBezTo>
                  <a:pt x="239077" y="41145"/>
                  <a:pt x="237930" y="42601"/>
                  <a:pt x="236739" y="43882"/>
                </a:cubicBezTo>
                <a:cubicBezTo>
                  <a:pt x="235548" y="45161"/>
                  <a:pt x="234556" y="45800"/>
                  <a:pt x="233761" y="45800"/>
                </a:cubicBezTo>
                <a:cubicBezTo>
                  <a:pt x="233231" y="45800"/>
                  <a:pt x="232723" y="45624"/>
                  <a:pt x="232239" y="45271"/>
                </a:cubicBezTo>
                <a:cubicBezTo>
                  <a:pt x="231754" y="44917"/>
                  <a:pt x="231202" y="44541"/>
                  <a:pt x="230584" y="44144"/>
                </a:cubicBezTo>
                <a:cubicBezTo>
                  <a:pt x="229966" y="43747"/>
                  <a:pt x="229260" y="43372"/>
                  <a:pt x="228466" y="43019"/>
                </a:cubicBezTo>
                <a:cubicBezTo>
                  <a:pt x="227671" y="42666"/>
                  <a:pt x="226789" y="42490"/>
                  <a:pt x="225820" y="42490"/>
                </a:cubicBezTo>
                <a:cubicBezTo>
                  <a:pt x="224849" y="42490"/>
                  <a:pt x="223900" y="42711"/>
                  <a:pt x="222972" y="43152"/>
                </a:cubicBezTo>
                <a:cubicBezTo>
                  <a:pt x="222045" y="43593"/>
                  <a:pt x="221207" y="44189"/>
                  <a:pt x="220457" y="44940"/>
                </a:cubicBezTo>
                <a:cubicBezTo>
                  <a:pt x="219707" y="45690"/>
                  <a:pt x="219111" y="46550"/>
                  <a:pt x="218670" y="47521"/>
                </a:cubicBezTo>
                <a:cubicBezTo>
                  <a:pt x="218229" y="48491"/>
                  <a:pt x="218009" y="49505"/>
                  <a:pt x="218009" y="50565"/>
                </a:cubicBezTo>
                <a:lnTo>
                  <a:pt x="218009" y="92128"/>
                </a:lnTo>
                <a:cubicBezTo>
                  <a:pt x="218009" y="92922"/>
                  <a:pt x="217391" y="93651"/>
                  <a:pt x="216155" y="94313"/>
                </a:cubicBezTo>
                <a:cubicBezTo>
                  <a:pt x="214920" y="94975"/>
                  <a:pt x="212273" y="95305"/>
                  <a:pt x="208213" y="95305"/>
                </a:cubicBezTo>
                <a:close/>
                <a:moveTo>
                  <a:pt x="262750" y="0"/>
                </a:moveTo>
                <a:cubicBezTo>
                  <a:pt x="266455" y="0"/>
                  <a:pt x="269146" y="794"/>
                  <a:pt x="270823" y="2383"/>
                </a:cubicBezTo>
                <a:cubicBezTo>
                  <a:pt x="272500" y="3971"/>
                  <a:pt x="273339" y="6574"/>
                  <a:pt x="273339" y="10192"/>
                </a:cubicBezTo>
                <a:cubicBezTo>
                  <a:pt x="273339" y="13899"/>
                  <a:pt x="272500" y="16502"/>
                  <a:pt x="270823" y="18002"/>
                </a:cubicBezTo>
                <a:cubicBezTo>
                  <a:pt x="269146" y="19502"/>
                  <a:pt x="266455" y="20252"/>
                  <a:pt x="262750" y="20252"/>
                </a:cubicBezTo>
                <a:cubicBezTo>
                  <a:pt x="259043" y="20252"/>
                  <a:pt x="256351" y="19502"/>
                  <a:pt x="254675" y="18002"/>
                </a:cubicBezTo>
                <a:cubicBezTo>
                  <a:pt x="252998" y="16502"/>
                  <a:pt x="252160" y="13899"/>
                  <a:pt x="252160" y="10192"/>
                </a:cubicBezTo>
                <a:cubicBezTo>
                  <a:pt x="252160" y="6574"/>
                  <a:pt x="252998" y="3971"/>
                  <a:pt x="254675" y="2383"/>
                </a:cubicBezTo>
                <a:cubicBezTo>
                  <a:pt x="256351" y="794"/>
                  <a:pt x="259043" y="0"/>
                  <a:pt x="262750" y="0"/>
                </a:cubicBezTo>
                <a:moveTo>
                  <a:pt x="272544" y="77172"/>
                </a:moveTo>
                <a:cubicBezTo>
                  <a:pt x="272544" y="79201"/>
                  <a:pt x="273007" y="80657"/>
                  <a:pt x="273933" y="81540"/>
                </a:cubicBezTo>
                <a:cubicBezTo>
                  <a:pt x="274861" y="82422"/>
                  <a:pt x="276075" y="82863"/>
                  <a:pt x="277575" y="82863"/>
                </a:cubicBezTo>
                <a:lnTo>
                  <a:pt x="280354" y="82863"/>
                </a:lnTo>
                <a:cubicBezTo>
                  <a:pt x="281589" y="82863"/>
                  <a:pt x="282206" y="83437"/>
                  <a:pt x="282206" y="84584"/>
                </a:cubicBezTo>
                <a:cubicBezTo>
                  <a:pt x="282206" y="85377"/>
                  <a:pt x="281787" y="86436"/>
                  <a:pt x="280948" y="87759"/>
                </a:cubicBezTo>
                <a:cubicBezTo>
                  <a:pt x="280110" y="89083"/>
                  <a:pt x="279052" y="90407"/>
                  <a:pt x="277773" y="91732"/>
                </a:cubicBezTo>
                <a:cubicBezTo>
                  <a:pt x="276494" y="93056"/>
                  <a:pt x="275037" y="94203"/>
                  <a:pt x="273404" y="95174"/>
                </a:cubicBezTo>
                <a:cubicBezTo>
                  <a:pt x="271772" y="96143"/>
                  <a:pt x="270162" y="96628"/>
                  <a:pt x="268573" y="96628"/>
                </a:cubicBezTo>
                <a:cubicBezTo>
                  <a:pt x="263631" y="96628"/>
                  <a:pt x="259792" y="95238"/>
                  <a:pt x="257056" y="92459"/>
                </a:cubicBezTo>
                <a:cubicBezTo>
                  <a:pt x="254321" y="89680"/>
                  <a:pt x="252954" y="85820"/>
                  <a:pt x="252954" y="80878"/>
                </a:cubicBezTo>
                <a:lnTo>
                  <a:pt x="252954" y="30975"/>
                </a:lnTo>
                <a:cubicBezTo>
                  <a:pt x="252954" y="30092"/>
                  <a:pt x="253593" y="29342"/>
                  <a:pt x="254873" y="28725"/>
                </a:cubicBezTo>
                <a:cubicBezTo>
                  <a:pt x="256153" y="28107"/>
                  <a:pt x="258779" y="27798"/>
                  <a:pt x="262750" y="27798"/>
                </a:cubicBezTo>
                <a:cubicBezTo>
                  <a:pt x="266808" y="27798"/>
                  <a:pt x="269455" y="28107"/>
                  <a:pt x="270689" y="28725"/>
                </a:cubicBezTo>
                <a:cubicBezTo>
                  <a:pt x="271925" y="29342"/>
                  <a:pt x="272544" y="30092"/>
                  <a:pt x="272544" y="30975"/>
                </a:cubicBezTo>
                <a:lnTo>
                  <a:pt x="272544" y="77172"/>
                </a:lnTo>
                <a:close/>
                <a:moveTo>
                  <a:pt x="353023" y="96628"/>
                </a:moveTo>
                <a:cubicBezTo>
                  <a:pt x="348082" y="96628"/>
                  <a:pt x="344265" y="95238"/>
                  <a:pt x="341573" y="92459"/>
                </a:cubicBezTo>
                <a:cubicBezTo>
                  <a:pt x="338883" y="89680"/>
                  <a:pt x="337538" y="85820"/>
                  <a:pt x="337538" y="80878"/>
                </a:cubicBezTo>
                <a:lnTo>
                  <a:pt x="337538" y="50696"/>
                </a:lnTo>
                <a:cubicBezTo>
                  <a:pt x="337538" y="47520"/>
                  <a:pt x="336743" y="45182"/>
                  <a:pt x="335154" y="43682"/>
                </a:cubicBezTo>
                <a:cubicBezTo>
                  <a:pt x="333566" y="42182"/>
                  <a:pt x="331316" y="41432"/>
                  <a:pt x="328404" y="41432"/>
                </a:cubicBezTo>
                <a:cubicBezTo>
                  <a:pt x="326815" y="41432"/>
                  <a:pt x="325249" y="41763"/>
                  <a:pt x="323704" y="42425"/>
                </a:cubicBezTo>
                <a:cubicBezTo>
                  <a:pt x="322160" y="43087"/>
                  <a:pt x="320748" y="43902"/>
                  <a:pt x="319469" y="44873"/>
                </a:cubicBezTo>
                <a:cubicBezTo>
                  <a:pt x="318190" y="45844"/>
                  <a:pt x="317153" y="46859"/>
                  <a:pt x="316358" y="47919"/>
                </a:cubicBezTo>
                <a:cubicBezTo>
                  <a:pt x="315564" y="48978"/>
                  <a:pt x="315167" y="49903"/>
                  <a:pt x="315167" y="50696"/>
                </a:cubicBezTo>
                <a:lnTo>
                  <a:pt x="315167" y="92128"/>
                </a:lnTo>
                <a:cubicBezTo>
                  <a:pt x="315167" y="92922"/>
                  <a:pt x="314549" y="93651"/>
                  <a:pt x="313313" y="94313"/>
                </a:cubicBezTo>
                <a:cubicBezTo>
                  <a:pt x="312078" y="94975"/>
                  <a:pt x="309431" y="95305"/>
                  <a:pt x="305371" y="95305"/>
                </a:cubicBezTo>
                <a:cubicBezTo>
                  <a:pt x="301400" y="95305"/>
                  <a:pt x="298775" y="94975"/>
                  <a:pt x="297496" y="94313"/>
                </a:cubicBezTo>
                <a:cubicBezTo>
                  <a:pt x="296217" y="93651"/>
                  <a:pt x="295577" y="92922"/>
                  <a:pt x="295577" y="92128"/>
                </a:cubicBezTo>
                <a:lnTo>
                  <a:pt x="295577" y="45800"/>
                </a:lnTo>
                <a:cubicBezTo>
                  <a:pt x="295577" y="44388"/>
                  <a:pt x="295378" y="43175"/>
                  <a:pt x="294981" y="42161"/>
                </a:cubicBezTo>
                <a:cubicBezTo>
                  <a:pt x="294584" y="41145"/>
                  <a:pt x="294164" y="40285"/>
                  <a:pt x="293723" y="39579"/>
                </a:cubicBezTo>
                <a:cubicBezTo>
                  <a:pt x="293281" y="38873"/>
                  <a:pt x="292862" y="38232"/>
                  <a:pt x="292465" y="37659"/>
                </a:cubicBezTo>
                <a:cubicBezTo>
                  <a:pt x="292069" y="37085"/>
                  <a:pt x="291871" y="36534"/>
                  <a:pt x="291871" y="36004"/>
                </a:cubicBezTo>
                <a:cubicBezTo>
                  <a:pt x="291871" y="35210"/>
                  <a:pt x="292466" y="34284"/>
                  <a:pt x="293656" y="33225"/>
                </a:cubicBezTo>
                <a:cubicBezTo>
                  <a:pt x="294848" y="32166"/>
                  <a:pt x="296260" y="31129"/>
                  <a:pt x="297892" y="30115"/>
                </a:cubicBezTo>
                <a:cubicBezTo>
                  <a:pt x="299525" y="29100"/>
                  <a:pt x="301180" y="28239"/>
                  <a:pt x="302856" y="27534"/>
                </a:cubicBezTo>
                <a:cubicBezTo>
                  <a:pt x="304533" y="26827"/>
                  <a:pt x="305901" y="26473"/>
                  <a:pt x="306960" y="26473"/>
                </a:cubicBezTo>
                <a:cubicBezTo>
                  <a:pt x="308019" y="26473"/>
                  <a:pt x="308945" y="26716"/>
                  <a:pt x="309740" y="27202"/>
                </a:cubicBezTo>
                <a:cubicBezTo>
                  <a:pt x="310534" y="27687"/>
                  <a:pt x="311240" y="28327"/>
                  <a:pt x="311856" y="29121"/>
                </a:cubicBezTo>
                <a:cubicBezTo>
                  <a:pt x="312474" y="29916"/>
                  <a:pt x="313004" y="30776"/>
                  <a:pt x="313446" y="31702"/>
                </a:cubicBezTo>
                <a:cubicBezTo>
                  <a:pt x="313888" y="32629"/>
                  <a:pt x="314285" y="33533"/>
                  <a:pt x="314638" y="34415"/>
                </a:cubicBezTo>
                <a:cubicBezTo>
                  <a:pt x="315696" y="33533"/>
                  <a:pt x="317041" y="32629"/>
                  <a:pt x="318673" y="31702"/>
                </a:cubicBezTo>
                <a:cubicBezTo>
                  <a:pt x="320306" y="30776"/>
                  <a:pt x="322094" y="29916"/>
                  <a:pt x="324036" y="29121"/>
                </a:cubicBezTo>
                <a:cubicBezTo>
                  <a:pt x="325977" y="28327"/>
                  <a:pt x="328073" y="27687"/>
                  <a:pt x="330323" y="27202"/>
                </a:cubicBezTo>
                <a:cubicBezTo>
                  <a:pt x="332573" y="26716"/>
                  <a:pt x="334845" y="26473"/>
                  <a:pt x="337140" y="26473"/>
                </a:cubicBezTo>
                <a:cubicBezTo>
                  <a:pt x="340052" y="26473"/>
                  <a:pt x="342722" y="26893"/>
                  <a:pt x="345148" y="27731"/>
                </a:cubicBezTo>
                <a:cubicBezTo>
                  <a:pt x="347575" y="28569"/>
                  <a:pt x="349671" y="29760"/>
                  <a:pt x="351436" y="31304"/>
                </a:cubicBezTo>
                <a:cubicBezTo>
                  <a:pt x="353201" y="32849"/>
                  <a:pt x="354591" y="34725"/>
                  <a:pt x="355605" y="36932"/>
                </a:cubicBezTo>
                <a:cubicBezTo>
                  <a:pt x="356620" y="39137"/>
                  <a:pt x="357128" y="41652"/>
                  <a:pt x="357128" y="44475"/>
                </a:cubicBezTo>
                <a:lnTo>
                  <a:pt x="357128" y="77172"/>
                </a:lnTo>
                <a:cubicBezTo>
                  <a:pt x="357128" y="79201"/>
                  <a:pt x="357591" y="80657"/>
                  <a:pt x="358517" y="81540"/>
                </a:cubicBezTo>
                <a:cubicBezTo>
                  <a:pt x="359444" y="82422"/>
                  <a:pt x="360657" y="82863"/>
                  <a:pt x="362157" y="82863"/>
                </a:cubicBezTo>
                <a:lnTo>
                  <a:pt x="364936" y="82863"/>
                </a:lnTo>
                <a:cubicBezTo>
                  <a:pt x="366172" y="82863"/>
                  <a:pt x="366790" y="83437"/>
                  <a:pt x="366790" y="84584"/>
                </a:cubicBezTo>
                <a:cubicBezTo>
                  <a:pt x="366790" y="85377"/>
                  <a:pt x="366371" y="86436"/>
                  <a:pt x="365532" y="87759"/>
                </a:cubicBezTo>
                <a:cubicBezTo>
                  <a:pt x="364694" y="89083"/>
                  <a:pt x="363614" y="90407"/>
                  <a:pt x="362290" y="91732"/>
                </a:cubicBezTo>
                <a:cubicBezTo>
                  <a:pt x="360967" y="93056"/>
                  <a:pt x="359488" y="94203"/>
                  <a:pt x="357855" y="95174"/>
                </a:cubicBezTo>
                <a:cubicBezTo>
                  <a:pt x="356223" y="96143"/>
                  <a:pt x="354612" y="96628"/>
                  <a:pt x="353023" y="96628"/>
                </a:cubicBezTo>
                <a:close/>
                <a:moveTo>
                  <a:pt x="401472" y="96628"/>
                </a:moveTo>
                <a:cubicBezTo>
                  <a:pt x="397589" y="96628"/>
                  <a:pt x="393948" y="96143"/>
                  <a:pt x="390551" y="95174"/>
                </a:cubicBezTo>
                <a:cubicBezTo>
                  <a:pt x="387154" y="94203"/>
                  <a:pt x="384198" y="93078"/>
                  <a:pt x="381682" y="91799"/>
                </a:cubicBezTo>
                <a:cubicBezTo>
                  <a:pt x="379167" y="90518"/>
                  <a:pt x="377203" y="89238"/>
                  <a:pt x="375791" y="87959"/>
                </a:cubicBezTo>
                <a:cubicBezTo>
                  <a:pt x="374379" y="86679"/>
                  <a:pt x="373674" y="85686"/>
                  <a:pt x="373674" y="84980"/>
                </a:cubicBezTo>
                <a:cubicBezTo>
                  <a:pt x="373674" y="84274"/>
                  <a:pt x="374027" y="83326"/>
                  <a:pt x="374732" y="82134"/>
                </a:cubicBezTo>
                <a:cubicBezTo>
                  <a:pt x="375439" y="80942"/>
                  <a:pt x="376300" y="79773"/>
                  <a:pt x="377313" y="78626"/>
                </a:cubicBezTo>
                <a:cubicBezTo>
                  <a:pt x="378329" y="77479"/>
                  <a:pt x="379343" y="76486"/>
                  <a:pt x="380357" y="75649"/>
                </a:cubicBezTo>
                <a:cubicBezTo>
                  <a:pt x="381373" y="74810"/>
                  <a:pt x="382145" y="74390"/>
                  <a:pt x="382676" y="74390"/>
                </a:cubicBezTo>
                <a:cubicBezTo>
                  <a:pt x="383293" y="74390"/>
                  <a:pt x="384197" y="74832"/>
                  <a:pt x="385389" y="75715"/>
                </a:cubicBezTo>
                <a:cubicBezTo>
                  <a:pt x="386580" y="76597"/>
                  <a:pt x="388014" y="77590"/>
                  <a:pt x="389691" y="78692"/>
                </a:cubicBezTo>
                <a:cubicBezTo>
                  <a:pt x="391367" y="79795"/>
                  <a:pt x="393242" y="80788"/>
                  <a:pt x="395316" y="81672"/>
                </a:cubicBezTo>
                <a:cubicBezTo>
                  <a:pt x="397389" y="82554"/>
                  <a:pt x="399618" y="82995"/>
                  <a:pt x="402001" y="82995"/>
                </a:cubicBezTo>
                <a:cubicBezTo>
                  <a:pt x="404383" y="82995"/>
                  <a:pt x="406170" y="82421"/>
                  <a:pt x="407362" y="81274"/>
                </a:cubicBezTo>
                <a:cubicBezTo>
                  <a:pt x="408553" y="80126"/>
                  <a:pt x="409149" y="78582"/>
                  <a:pt x="409149" y="76640"/>
                </a:cubicBezTo>
                <a:cubicBezTo>
                  <a:pt x="409149" y="75406"/>
                  <a:pt x="408752" y="74325"/>
                  <a:pt x="407957" y="73399"/>
                </a:cubicBezTo>
                <a:cubicBezTo>
                  <a:pt x="407163" y="72472"/>
                  <a:pt x="406126" y="71656"/>
                  <a:pt x="404847" y="70951"/>
                </a:cubicBezTo>
                <a:cubicBezTo>
                  <a:pt x="403568" y="70244"/>
                  <a:pt x="402068" y="69582"/>
                  <a:pt x="400347" y="68965"/>
                </a:cubicBezTo>
                <a:cubicBezTo>
                  <a:pt x="398626" y="68347"/>
                  <a:pt x="396839" y="67729"/>
                  <a:pt x="394986" y="67111"/>
                </a:cubicBezTo>
                <a:cubicBezTo>
                  <a:pt x="392780" y="66317"/>
                  <a:pt x="390529" y="65412"/>
                  <a:pt x="388234" y="64398"/>
                </a:cubicBezTo>
                <a:cubicBezTo>
                  <a:pt x="385940" y="63383"/>
                  <a:pt x="383910" y="62148"/>
                  <a:pt x="382145" y="60692"/>
                </a:cubicBezTo>
                <a:cubicBezTo>
                  <a:pt x="380381" y="59235"/>
                  <a:pt x="378925" y="57492"/>
                  <a:pt x="377778" y="55463"/>
                </a:cubicBezTo>
                <a:cubicBezTo>
                  <a:pt x="376631" y="53432"/>
                  <a:pt x="376057" y="51050"/>
                  <a:pt x="376057" y="48315"/>
                </a:cubicBezTo>
                <a:cubicBezTo>
                  <a:pt x="376057" y="44961"/>
                  <a:pt x="376741" y="41960"/>
                  <a:pt x="378107" y="39313"/>
                </a:cubicBezTo>
                <a:cubicBezTo>
                  <a:pt x="379475" y="36666"/>
                  <a:pt x="381395" y="34372"/>
                  <a:pt x="383866" y="32432"/>
                </a:cubicBezTo>
                <a:cubicBezTo>
                  <a:pt x="386338" y="30490"/>
                  <a:pt x="389316" y="29011"/>
                  <a:pt x="392801" y="27996"/>
                </a:cubicBezTo>
                <a:cubicBezTo>
                  <a:pt x="396287" y="26981"/>
                  <a:pt x="400104" y="26473"/>
                  <a:pt x="404251" y="26473"/>
                </a:cubicBezTo>
                <a:cubicBezTo>
                  <a:pt x="407958" y="26473"/>
                  <a:pt x="411179" y="26804"/>
                  <a:pt x="413914" y="27467"/>
                </a:cubicBezTo>
                <a:cubicBezTo>
                  <a:pt x="416650" y="28128"/>
                  <a:pt x="418944" y="28944"/>
                  <a:pt x="420797" y="29915"/>
                </a:cubicBezTo>
                <a:cubicBezTo>
                  <a:pt x="422650" y="30886"/>
                  <a:pt x="424017" y="31879"/>
                  <a:pt x="424899" y="32894"/>
                </a:cubicBezTo>
                <a:cubicBezTo>
                  <a:pt x="425783" y="33908"/>
                  <a:pt x="426224" y="34812"/>
                  <a:pt x="426224" y="35607"/>
                </a:cubicBezTo>
                <a:cubicBezTo>
                  <a:pt x="426224" y="36314"/>
                  <a:pt x="425871" y="37263"/>
                  <a:pt x="425164" y="38454"/>
                </a:cubicBezTo>
                <a:cubicBezTo>
                  <a:pt x="424458" y="39645"/>
                  <a:pt x="423642" y="40814"/>
                  <a:pt x="422716" y="41961"/>
                </a:cubicBezTo>
                <a:cubicBezTo>
                  <a:pt x="421790" y="43108"/>
                  <a:pt x="420819" y="44101"/>
                  <a:pt x="419803" y="44940"/>
                </a:cubicBezTo>
                <a:cubicBezTo>
                  <a:pt x="418790" y="45778"/>
                  <a:pt x="417930" y="46196"/>
                  <a:pt x="417224" y="46196"/>
                </a:cubicBezTo>
                <a:cubicBezTo>
                  <a:pt x="416783" y="46196"/>
                  <a:pt x="416142" y="45843"/>
                  <a:pt x="415303" y="45138"/>
                </a:cubicBezTo>
                <a:cubicBezTo>
                  <a:pt x="414466" y="44432"/>
                  <a:pt x="413429" y="43639"/>
                  <a:pt x="412193" y="42757"/>
                </a:cubicBezTo>
                <a:cubicBezTo>
                  <a:pt x="410958" y="41873"/>
                  <a:pt x="409546" y="41079"/>
                  <a:pt x="407957" y="40373"/>
                </a:cubicBezTo>
                <a:cubicBezTo>
                  <a:pt x="406369" y="39666"/>
                  <a:pt x="404560" y="39313"/>
                  <a:pt x="402530" y="39313"/>
                </a:cubicBezTo>
                <a:cubicBezTo>
                  <a:pt x="400325" y="39313"/>
                  <a:pt x="398560" y="39909"/>
                  <a:pt x="397237" y="41100"/>
                </a:cubicBezTo>
                <a:cubicBezTo>
                  <a:pt x="395913" y="42292"/>
                  <a:pt x="395251" y="43770"/>
                  <a:pt x="395251" y="45534"/>
                </a:cubicBezTo>
                <a:cubicBezTo>
                  <a:pt x="395251" y="46681"/>
                  <a:pt x="395559" y="47674"/>
                  <a:pt x="396176" y="48513"/>
                </a:cubicBezTo>
                <a:cubicBezTo>
                  <a:pt x="396794" y="49352"/>
                  <a:pt x="397610" y="50080"/>
                  <a:pt x="398624" y="50698"/>
                </a:cubicBezTo>
                <a:cubicBezTo>
                  <a:pt x="399639" y="51315"/>
                  <a:pt x="400831" y="51889"/>
                  <a:pt x="402199" y="52419"/>
                </a:cubicBezTo>
                <a:cubicBezTo>
                  <a:pt x="403567" y="52948"/>
                  <a:pt x="405046" y="53478"/>
                  <a:pt x="406635" y="54007"/>
                </a:cubicBezTo>
                <a:cubicBezTo>
                  <a:pt x="409017" y="54801"/>
                  <a:pt x="411509" y="55684"/>
                  <a:pt x="414112" y="56655"/>
                </a:cubicBezTo>
                <a:cubicBezTo>
                  <a:pt x="416716" y="57624"/>
                  <a:pt x="419099" y="58860"/>
                  <a:pt x="421260" y="60361"/>
                </a:cubicBezTo>
                <a:cubicBezTo>
                  <a:pt x="423422" y="61861"/>
                  <a:pt x="425188" y="63714"/>
                  <a:pt x="426556" y="65919"/>
                </a:cubicBezTo>
                <a:cubicBezTo>
                  <a:pt x="427924" y="68125"/>
                  <a:pt x="428608" y="70905"/>
                  <a:pt x="428608" y="74259"/>
                </a:cubicBezTo>
                <a:cubicBezTo>
                  <a:pt x="428608" y="77612"/>
                  <a:pt x="427924" y="80656"/>
                  <a:pt x="426556" y="83392"/>
                </a:cubicBezTo>
                <a:cubicBezTo>
                  <a:pt x="425188" y="86127"/>
                  <a:pt x="423312" y="88488"/>
                  <a:pt x="420928" y="90474"/>
                </a:cubicBezTo>
                <a:cubicBezTo>
                  <a:pt x="418546" y="92459"/>
                  <a:pt x="415701" y="93981"/>
                  <a:pt x="412391" y="95040"/>
                </a:cubicBezTo>
                <a:cubicBezTo>
                  <a:pt x="409082" y="96099"/>
                  <a:pt x="405443" y="96628"/>
                  <a:pt x="401472" y="96628"/>
                </a:cubicBezTo>
                <a:close/>
                <a:moveTo>
                  <a:pt x="450183" y="0"/>
                </a:moveTo>
                <a:cubicBezTo>
                  <a:pt x="453889" y="0"/>
                  <a:pt x="456580" y="794"/>
                  <a:pt x="458256" y="2383"/>
                </a:cubicBezTo>
                <a:cubicBezTo>
                  <a:pt x="459934" y="3971"/>
                  <a:pt x="460773" y="6574"/>
                  <a:pt x="460773" y="10192"/>
                </a:cubicBezTo>
                <a:cubicBezTo>
                  <a:pt x="460773" y="13899"/>
                  <a:pt x="459934" y="16502"/>
                  <a:pt x="458256" y="18002"/>
                </a:cubicBezTo>
                <a:cubicBezTo>
                  <a:pt x="456580" y="19502"/>
                  <a:pt x="453889" y="20252"/>
                  <a:pt x="450183" y="20252"/>
                </a:cubicBezTo>
                <a:cubicBezTo>
                  <a:pt x="446476" y="20252"/>
                  <a:pt x="443784" y="19502"/>
                  <a:pt x="442108" y="18002"/>
                </a:cubicBezTo>
                <a:cubicBezTo>
                  <a:pt x="440432" y="16502"/>
                  <a:pt x="439593" y="13899"/>
                  <a:pt x="439593" y="10192"/>
                </a:cubicBezTo>
                <a:cubicBezTo>
                  <a:pt x="439593" y="6574"/>
                  <a:pt x="440432" y="3971"/>
                  <a:pt x="442108" y="2383"/>
                </a:cubicBezTo>
                <a:cubicBezTo>
                  <a:pt x="443784" y="794"/>
                  <a:pt x="446476" y="0"/>
                  <a:pt x="450183" y="0"/>
                </a:cubicBezTo>
                <a:moveTo>
                  <a:pt x="459977" y="77172"/>
                </a:moveTo>
                <a:cubicBezTo>
                  <a:pt x="459977" y="79201"/>
                  <a:pt x="460440" y="80657"/>
                  <a:pt x="461367" y="81540"/>
                </a:cubicBezTo>
                <a:cubicBezTo>
                  <a:pt x="462294" y="82422"/>
                  <a:pt x="463508" y="82863"/>
                  <a:pt x="465008" y="82863"/>
                </a:cubicBezTo>
                <a:lnTo>
                  <a:pt x="467787" y="82863"/>
                </a:lnTo>
                <a:cubicBezTo>
                  <a:pt x="469022" y="82863"/>
                  <a:pt x="469640" y="83437"/>
                  <a:pt x="469640" y="84584"/>
                </a:cubicBezTo>
                <a:cubicBezTo>
                  <a:pt x="469640" y="85377"/>
                  <a:pt x="469220" y="86436"/>
                  <a:pt x="468381" y="87759"/>
                </a:cubicBezTo>
                <a:cubicBezTo>
                  <a:pt x="467544" y="89083"/>
                  <a:pt x="466485" y="90407"/>
                  <a:pt x="465206" y="91732"/>
                </a:cubicBezTo>
                <a:cubicBezTo>
                  <a:pt x="463927" y="93056"/>
                  <a:pt x="462471" y="94203"/>
                  <a:pt x="460837" y="95174"/>
                </a:cubicBezTo>
                <a:cubicBezTo>
                  <a:pt x="459205" y="96143"/>
                  <a:pt x="457595" y="96628"/>
                  <a:pt x="456006" y="96628"/>
                </a:cubicBezTo>
                <a:cubicBezTo>
                  <a:pt x="451064" y="96628"/>
                  <a:pt x="447225" y="95238"/>
                  <a:pt x="444489" y="92459"/>
                </a:cubicBezTo>
                <a:cubicBezTo>
                  <a:pt x="441755" y="89680"/>
                  <a:pt x="440387" y="85820"/>
                  <a:pt x="440387" y="80878"/>
                </a:cubicBezTo>
                <a:lnTo>
                  <a:pt x="440387" y="30975"/>
                </a:lnTo>
                <a:cubicBezTo>
                  <a:pt x="440387" y="30092"/>
                  <a:pt x="441027" y="29342"/>
                  <a:pt x="442306" y="28725"/>
                </a:cubicBezTo>
                <a:cubicBezTo>
                  <a:pt x="443586" y="28107"/>
                  <a:pt x="446212" y="27798"/>
                  <a:pt x="450183" y="27798"/>
                </a:cubicBezTo>
                <a:cubicBezTo>
                  <a:pt x="454241" y="27798"/>
                  <a:pt x="456888" y="28107"/>
                  <a:pt x="458123" y="28725"/>
                </a:cubicBezTo>
                <a:cubicBezTo>
                  <a:pt x="459359" y="29342"/>
                  <a:pt x="459977" y="30092"/>
                  <a:pt x="459977" y="30975"/>
                </a:cubicBezTo>
                <a:lnTo>
                  <a:pt x="459977" y="77172"/>
                </a:lnTo>
                <a:close/>
                <a:moveTo>
                  <a:pt x="514778" y="96628"/>
                </a:moveTo>
                <a:cubicBezTo>
                  <a:pt x="510013" y="96628"/>
                  <a:pt x="505468" y="95988"/>
                  <a:pt x="501143" y="94709"/>
                </a:cubicBezTo>
                <a:cubicBezTo>
                  <a:pt x="496819" y="93430"/>
                  <a:pt x="493003" y="91423"/>
                  <a:pt x="489693" y="88688"/>
                </a:cubicBezTo>
                <a:cubicBezTo>
                  <a:pt x="486384" y="85952"/>
                  <a:pt x="483737" y="82488"/>
                  <a:pt x="481751" y="78297"/>
                </a:cubicBezTo>
                <a:cubicBezTo>
                  <a:pt x="479766" y="74105"/>
                  <a:pt x="478774" y="69053"/>
                  <a:pt x="478774" y="63140"/>
                </a:cubicBezTo>
                <a:cubicBezTo>
                  <a:pt x="478774" y="56962"/>
                  <a:pt x="479766" y="51579"/>
                  <a:pt x="481751" y="46990"/>
                </a:cubicBezTo>
                <a:cubicBezTo>
                  <a:pt x="483737" y="42401"/>
                  <a:pt x="486407" y="38585"/>
                  <a:pt x="489759" y="35542"/>
                </a:cubicBezTo>
                <a:cubicBezTo>
                  <a:pt x="493114" y="32497"/>
                  <a:pt x="496996" y="30225"/>
                  <a:pt x="501408" y="28725"/>
                </a:cubicBezTo>
                <a:cubicBezTo>
                  <a:pt x="505820" y="27224"/>
                  <a:pt x="510497" y="26473"/>
                  <a:pt x="515439" y="26473"/>
                </a:cubicBezTo>
                <a:cubicBezTo>
                  <a:pt x="518793" y="26473"/>
                  <a:pt x="521706" y="26738"/>
                  <a:pt x="524176" y="27269"/>
                </a:cubicBezTo>
                <a:cubicBezTo>
                  <a:pt x="526647" y="27798"/>
                  <a:pt x="528721" y="28438"/>
                  <a:pt x="530397" y="29188"/>
                </a:cubicBezTo>
                <a:cubicBezTo>
                  <a:pt x="532074" y="29938"/>
                  <a:pt x="533331" y="30732"/>
                  <a:pt x="534168" y="31571"/>
                </a:cubicBezTo>
                <a:cubicBezTo>
                  <a:pt x="535007" y="32409"/>
                  <a:pt x="535427" y="33180"/>
                  <a:pt x="535427" y="33886"/>
                </a:cubicBezTo>
                <a:cubicBezTo>
                  <a:pt x="535427" y="34680"/>
                  <a:pt x="535118" y="35718"/>
                  <a:pt x="534500" y="36998"/>
                </a:cubicBezTo>
                <a:cubicBezTo>
                  <a:pt x="533883" y="38277"/>
                  <a:pt x="533133" y="39535"/>
                  <a:pt x="532249" y="40771"/>
                </a:cubicBezTo>
                <a:cubicBezTo>
                  <a:pt x="531368" y="42006"/>
                  <a:pt x="530463" y="43064"/>
                  <a:pt x="529537" y="43946"/>
                </a:cubicBezTo>
                <a:cubicBezTo>
                  <a:pt x="528611" y="44828"/>
                  <a:pt x="527795" y="45269"/>
                  <a:pt x="527089" y="45269"/>
                </a:cubicBezTo>
                <a:cubicBezTo>
                  <a:pt x="526647" y="45269"/>
                  <a:pt x="526073" y="45049"/>
                  <a:pt x="525366" y="44609"/>
                </a:cubicBezTo>
                <a:cubicBezTo>
                  <a:pt x="524661" y="44167"/>
                  <a:pt x="523800" y="43682"/>
                  <a:pt x="522785" y="43152"/>
                </a:cubicBezTo>
                <a:cubicBezTo>
                  <a:pt x="521771" y="42623"/>
                  <a:pt x="520558" y="42138"/>
                  <a:pt x="519145" y="41696"/>
                </a:cubicBezTo>
                <a:cubicBezTo>
                  <a:pt x="517734" y="41255"/>
                  <a:pt x="516102" y="41034"/>
                  <a:pt x="514249" y="41034"/>
                </a:cubicBezTo>
                <a:cubicBezTo>
                  <a:pt x="512660" y="41034"/>
                  <a:pt x="511028" y="41365"/>
                  <a:pt x="509351" y="42027"/>
                </a:cubicBezTo>
                <a:cubicBezTo>
                  <a:pt x="507675" y="42689"/>
                  <a:pt x="506130" y="43814"/>
                  <a:pt x="504718" y="45403"/>
                </a:cubicBezTo>
                <a:cubicBezTo>
                  <a:pt x="503305" y="46991"/>
                  <a:pt x="502158" y="49087"/>
                  <a:pt x="501276" y="51690"/>
                </a:cubicBezTo>
                <a:cubicBezTo>
                  <a:pt x="500394" y="54293"/>
                  <a:pt x="499953" y="57580"/>
                  <a:pt x="499953" y="61551"/>
                </a:cubicBezTo>
                <a:cubicBezTo>
                  <a:pt x="499953" y="65081"/>
                  <a:pt x="500416" y="68126"/>
                  <a:pt x="501343" y="70686"/>
                </a:cubicBezTo>
                <a:cubicBezTo>
                  <a:pt x="502269" y="73244"/>
                  <a:pt x="503571" y="75340"/>
                  <a:pt x="505247" y="76974"/>
                </a:cubicBezTo>
                <a:cubicBezTo>
                  <a:pt x="506924" y="78606"/>
                  <a:pt x="508865" y="79819"/>
                  <a:pt x="511070" y="80613"/>
                </a:cubicBezTo>
                <a:cubicBezTo>
                  <a:pt x="513277" y="81406"/>
                  <a:pt x="515704" y="81803"/>
                  <a:pt x="518351" y="81803"/>
                </a:cubicBezTo>
                <a:cubicBezTo>
                  <a:pt x="520999" y="81803"/>
                  <a:pt x="523337" y="81516"/>
                  <a:pt x="525366" y="80942"/>
                </a:cubicBezTo>
                <a:cubicBezTo>
                  <a:pt x="527397" y="80369"/>
                  <a:pt x="529140" y="79729"/>
                  <a:pt x="530595" y="79024"/>
                </a:cubicBezTo>
                <a:cubicBezTo>
                  <a:pt x="532052" y="78318"/>
                  <a:pt x="533265" y="77679"/>
                  <a:pt x="534235" y="77105"/>
                </a:cubicBezTo>
                <a:cubicBezTo>
                  <a:pt x="535206" y="76531"/>
                  <a:pt x="535956" y="76244"/>
                  <a:pt x="536487" y="76244"/>
                </a:cubicBezTo>
                <a:cubicBezTo>
                  <a:pt x="536927" y="76244"/>
                  <a:pt x="537324" y="76377"/>
                  <a:pt x="537677" y="76642"/>
                </a:cubicBezTo>
                <a:cubicBezTo>
                  <a:pt x="538031" y="76906"/>
                  <a:pt x="538208" y="77391"/>
                  <a:pt x="538208" y="78097"/>
                </a:cubicBezTo>
                <a:cubicBezTo>
                  <a:pt x="538208" y="79333"/>
                  <a:pt x="537987" y="80965"/>
                  <a:pt x="537545" y="82995"/>
                </a:cubicBezTo>
                <a:cubicBezTo>
                  <a:pt x="537104" y="85024"/>
                  <a:pt x="536397" y="87009"/>
                  <a:pt x="535427" y="88951"/>
                </a:cubicBezTo>
                <a:cubicBezTo>
                  <a:pt x="535074" y="89658"/>
                  <a:pt x="534302" y="90452"/>
                  <a:pt x="533110" y="91334"/>
                </a:cubicBezTo>
                <a:cubicBezTo>
                  <a:pt x="531920" y="92216"/>
                  <a:pt x="530397" y="93054"/>
                  <a:pt x="528543" y="93849"/>
                </a:cubicBezTo>
                <a:cubicBezTo>
                  <a:pt x="526690" y="94643"/>
                  <a:pt x="524595" y="95305"/>
                  <a:pt x="522256" y="95834"/>
                </a:cubicBezTo>
                <a:cubicBezTo>
                  <a:pt x="519918" y="96363"/>
                  <a:pt x="517426" y="96628"/>
                  <a:pt x="514778" y="96628"/>
                </a:cubicBezTo>
                <a:close/>
                <a:moveTo>
                  <a:pt x="589168" y="95305"/>
                </a:moveTo>
                <a:cubicBezTo>
                  <a:pt x="585286" y="95305"/>
                  <a:pt x="582683" y="94996"/>
                  <a:pt x="581359" y="94378"/>
                </a:cubicBezTo>
                <a:cubicBezTo>
                  <a:pt x="580036" y="93760"/>
                  <a:pt x="579374" y="93054"/>
                  <a:pt x="579374" y="92261"/>
                </a:cubicBezTo>
                <a:lnTo>
                  <a:pt x="579374" y="12973"/>
                </a:lnTo>
                <a:cubicBezTo>
                  <a:pt x="579374" y="12002"/>
                  <a:pt x="580124" y="11054"/>
                  <a:pt x="581624" y="10127"/>
                </a:cubicBezTo>
                <a:cubicBezTo>
                  <a:pt x="583124" y="9199"/>
                  <a:pt x="585153" y="8383"/>
                  <a:pt x="587711" y="7677"/>
                </a:cubicBezTo>
                <a:cubicBezTo>
                  <a:pt x="590271" y="6972"/>
                  <a:pt x="593272" y="6399"/>
                  <a:pt x="596714" y="5958"/>
                </a:cubicBezTo>
                <a:cubicBezTo>
                  <a:pt x="600155" y="5517"/>
                  <a:pt x="603773" y="5296"/>
                  <a:pt x="607568" y="5296"/>
                </a:cubicBezTo>
                <a:cubicBezTo>
                  <a:pt x="613392" y="5296"/>
                  <a:pt x="618664" y="5935"/>
                  <a:pt x="623385" y="7215"/>
                </a:cubicBezTo>
                <a:cubicBezTo>
                  <a:pt x="628107" y="8494"/>
                  <a:pt x="632122" y="10325"/>
                  <a:pt x="635431" y="12708"/>
                </a:cubicBezTo>
                <a:cubicBezTo>
                  <a:pt x="638740" y="15090"/>
                  <a:pt x="641299" y="18047"/>
                  <a:pt x="643108" y="21577"/>
                </a:cubicBezTo>
                <a:cubicBezTo>
                  <a:pt x="644918" y="25106"/>
                  <a:pt x="645822" y="29121"/>
                  <a:pt x="645822" y="33621"/>
                </a:cubicBezTo>
                <a:cubicBezTo>
                  <a:pt x="645822" y="38652"/>
                  <a:pt x="644807" y="42954"/>
                  <a:pt x="642777" y="46528"/>
                </a:cubicBezTo>
                <a:cubicBezTo>
                  <a:pt x="640747" y="50101"/>
                  <a:pt x="638542" y="53035"/>
                  <a:pt x="636160" y="55330"/>
                </a:cubicBezTo>
                <a:cubicBezTo>
                  <a:pt x="633247" y="57977"/>
                  <a:pt x="629982" y="60183"/>
                  <a:pt x="626364" y="61949"/>
                </a:cubicBezTo>
                <a:cubicBezTo>
                  <a:pt x="627776" y="62567"/>
                  <a:pt x="629321" y="64067"/>
                  <a:pt x="630997" y="66451"/>
                </a:cubicBezTo>
                <a:cubicBezTo>
                  <a:pt x="632674" y="68833"/>
                  <a:pt x="634460" y="71347"/>
                  <a:pt x="636358" y="73994"/>
                </a:cubicBezTo>
                <a:cubicBezTo>
                  <a:pt x="638255" y="76642"/>
                  <a:pt x="640306" y="79002"/>
                  <a:pt x="642512" y="81076"/>
                </a:cubicBezTo>
                <a:cubicBezTo>
                  <a:pt x="644719" y="83149"/>
                  <a:pt x="647058" y="84186"/>
                  <a:pt x="649529" y="84186"/>
                </a:cubicBezTo>
                <a:lnTo>
                  <a:pt x="650322" y="84186"/>
                </a:lnTo>
                <a:lnTo>
                  <a:pt x="651912" y="84053"/>
                </a:lnTo>
                <a:cubicBezTo>
                  <a:pt x="652618" y="84053"/>
                  <a:pt x="653235" y="84120"/>
                  <a:pt x="653764" y="84253"/>
                </a:cubicBezTo>
                <a:cubicBezTo>
                  <a:pt x="654293" y="84385"/>
                  <a:pt x="654558" y="84892"/>
                  <a:pt x="654558" y="85774"/>
                </a:cubicBezTo>
                <a:cubicBezTo>
                  <a:pt x="654558" y="86657"/>
                  <a:pt x="654073" y="87717"/>
                  <a:pt x="653102" y="88953"/>
                </a:cubicBezTo>
                <a:cubicBezTo>
                  <a:pt x="652131" y="90188"/>
                  <a:pt x="650829" y="91356"/>
                  <a:pt x="649197" y="92459"/>
                </a:cubicBezTo>
                <a:cubicBezTo>
                  <a:pt x="647565" y="93562"/>
                  <a:pt x="645690" y="94511"/>
                  <a:pt x="643572" y="95305"/>
                </a:cubicBezTo>
                <a:cubicBezTo>
                  <a:pt x="641454" y="96100"/>
                  <a:pt x="639248" y="96497"/>
                  <a:pt x="636954" y="96497"/>
                </a:cubicBezTo>
                <a:cubicBezTo>
                  <a:pt x="633335" y="96497"/>
                  <a:pt x="630269" y="95791"/>
                  <a:pt x="627754" y="94380"/>
                </a:cubicBezTo>
                <a:cubicBezTo>
                  <a:pt x="625238" y="92968"/>
                  <a:pt x="623098" y="91202"/>
                  <a:pt x="621333" y="89084"/>
                </a:cubicBezTo>
                <a:cubicBezTo>
                  <a:pt x="619569" y="86966"/>
                  <a:pt x="618069" y="84649"/>
                  <a:pt x="616833" y="82134"/>
                </a:cubicBezTo>
                <a:cubicBezTo>
                  <a:pt x="615598" y="79619"/>
                  <a:pt x="614407" y="77303"/>
                  <a:pt x="613260" y="75186"/>
                </a:cubicBezTo>
                <a:cubicBezTo>
                  <a:pt x="612112" y="73068"/>
                  <a:pt x="610877" y="71303"/>
                  <a:pt x="609553" y="69892"/>
                </a:cubicBezTo>
                <a:cubicBezTo>
                  <a:pt x="608230" y="68480"/>
                  <a:pt x="606641" y="67774"/>
                  <a:pt x="604789" y="67774"/>
                </a:cubicBezTo>
                <a:lnTo>
                  <a:pt x="600553" y="67774"/>
                </a:lnTo>
                <a:cubicBezTo>
                  <a:pt x="599493" y="67774"/>
                  <a:pt x="598964" y="68303"/>
                  <a:pt x="598964" y="69361"/>
                </a:cubicBezTo>
                <a:lnTo>
                  <a:pt x="598964" y="92261"/>
                </a:lnTo>
                <a:cubicBezTo>
                  <a:pt x="598964" y="93054"/>
                  <a:pt x="598302" y="93760"/>
                  <a:pt x="596978" y="94378"/>
                </a:cubicBezTo>
                <a:cubicBezTo>
                  <a:pt x="595655" y="94996"/>
                  <a:pt x="593051" y="95305"/>
                  <a:pt x="589168" y="95305"/>
                </a:cubicBezTo>
                <a:moveTo>
                  <a:pt x="598964" y="48315"/>
                </a:moveTo>
                <a:cubicBezTo>
                  <a:pt x="598964" y="49639"/>
                  <a:pt x="599493" y="50632"/>
                  <a:pt x="600551" y="51294"/>
                </a:cubicBezTo>
                <a:cubicBezTo>
                  <a:pt x="601611" y="51955"/>
                  <a:pt x="603332" y="52286"/>
                  <a:pt x="605714" y="52286"/>
                </a:cubicBezTo>
                <a:cubicBezTo>
                  <a:pt x="608185" y="52286"/>
                  <a:pt x="610567" y="52021"/>
                  <a:pt x="612862" y="51492"/>
                </a:cubicBezTo>
                <a:cubicBezTo>
                  <a:pt x="615156" y="50962"/>
                  <a:pt x="617186" y="50035"/>
                  <a:pt x="618951" y="48711"/>
                </a:cubicBezTo>
                <a:cubicBezTo>
                  <a:pt x="620717" y="47387"/>
                  <a:pt x="622128" y="45600"/>
                  <a:pt x="623187" y="43350"/>
                </a:cubicBezTo>
                <a:cubicBezTo>
                  <a:pt x="624246" y="41100"/>
                  <a:pt x="624776" y="38255"/>
                  <a:pt x="624776" y="34813"/>
                </a:cubicBezTo>
                <a:cubicBezTo>
                  <a:pt x="624776" y="32077"/>
                  <a:pt x="624379" y="29782"/>
                  <a:pt x="623585" y="27929"/>
                </a:cubicBezTo>
                <a:cubicBezTo>
                  <a:pt x="622790" y="26077"/>
                  <a:pt x="621687" y="24599"/>
                  <a:pt x="620274" y="23496"/>
                </a:cubicBezTo>
                <a:cubicBezTo>
                  <a:pt x="618863" y="22393"/>
                  <a:pt x="617187" y="21621"/>
                  <a:pt x="615245" y="21179"/>
                </a:cubicBezTo>
                <a:cubicBezTo>
                  <a:pt x="613303" y="20738"/>
                  <a:pt x="611230" y="20517"/>
                  <a:pt x="609024" y="20517"/>
                </a:cubicBezTo>
                <a:cubicBezTo>
                  <a:pt x="602317" y="20517"/>
                  <a:pt x="598964" y="21929"/>
                  <a:pt x="598964" y="24752"/>
                </a:cubicBezTo>
                <a:lnTo>
                  <a:pt x="598964" y="48315"/>
                </a:lnTo>
                <a:close/>
                <a:moveTo>
                  <a:pt x="699166" y="96628"/>
                </a:moveTo>
                <a:cubicBezTo>
                  <a:pt x="693960" y="96628"/>
                  <a:pt x="689129" y="95945"/>
                  <a:pt x="684672" y="94578"/>
                </a:cubicBezTo>
                <a:cubicBezTo>
                  <a:pt x="680216" y="93210"/>
                  <a:pt x="676377" y="91136"/>
                  <a:pt x="673155" y="88357"/>
                </a:cubicBezTo>
                <a:cubicBezTo>
                  <a:pt x="669934" y="85576"/>
                  <a:pt x="667398" y="82113"/>
                  <a:pt x="665545" y="77965"/>
                </a:cubicBezTo>
                <a:cubicBezTo>
                  <a:pt x="663692" y="73818"/>
                  <a:pt x="662765" y="68920"/>
                  <a:pt x="662765" y="63271"/>
                </a:cubicBezTo>
                <a:cubicBezTo>
                  <a:pt x="662765" y="56742"/>
                  <a:pt x="663736" y="51161"/>
                  <a:pt x="665678" y="46528"/>
                </a:cubicBezTo>
                <a:cubicBezTo>
                  <a:pt x="667620" y="41894"/>
                  <a:pt x="670201" y="38077"/>
                  <a:pt x="673422" y="35077"/>
                </a:cubicBezTo>
                <a:cubicBezTo>
                  <a:pt x="676643" y="32077"/>
                  <a:pt x="680282" y="29893"/>
                  <a:pt x="684341" y="28525"/>
                </a:cubicBezTo>
                <a:cubicBezTo>
                  <a:pt x="688400" y="27157"/>
                  <a:pt x="692548" y="26473"/>
                  <a:pt x="696785" y="26473"/>
                </a:cubicBezTo>
                <a:cubicBezTo>
                  <a:pt x="701285" y="26473"/>
                  <a:pt x="705211" y="26981"/>
                  <a:pt x="708564" y="27996"/>
                </a:cubicBezTo>
                <a:cubicBezTo>
                  <a:pt x="711918" y="29011"/>
                  <a:pt x="714720" y="30379"/>
                  <a:pt x="716970" y="32100"/>
                </a:cubicBezTo>
                <a:cubicBezTo>
                  <a:pt x="719220" y="33821"/>
                  <a:pt x="720897" y="35873"/>
                  <a:pt x="721999" y="38255"/>
                </a:cubicBezTo>
                <a:cubicBezTo>
                  <a:pt x="723104" y="40637"/>
                  <a:pt x="723656" y="43196"/>
                  <a:pt x="723656" y="45932"/>
                </a:cubicBezTo>
                <a:cubicBezTo>
                  <a:pt x="723656" y="50344"/>
                  <a:pt x="722376" y="54117"/>
                  <a:pt x="719816" y="57251"/>
                </a:cubicBezTo>
                <a:cubicBezTo>
                  <a:pt x="717256" y="60383"/>
                  <a:pt x="714035" y="62964"/>
                  <a:pt x="710151" y="64994"/>
                </a:cubicBezTo>
                <a:cubicBezTo>
                  <a:pt x="706269" y="67024"/>
                  <a:pt x="702078" y="68524"/>
                  <a:pt x="697578" y="69494"/>
                </a:cubicBezTo>
                <a:cubicBezTo>
                  <a:pt x="693078" y="70464"/>
                  <a:pt x="688842" y="71037"/>
                  <a:pt x="684870" y="71213"/>
                </a:cubicBezTo>
                <a:cubicBezTo>
                  <a:pt x="686371" y="75273"/>
                  <a:pt x="688776" y="78053"/>
                  <a:pt x="692085" y="79553"/>
                </a:cubicBezTo>
                <a:cubicBezTo>
                  <a:pt x="695394" y="81053"/>
                  <a:pt x="698946" y="81803"/>
                  <a:pt x="702741" y="81803"/>
                </a:cubicBezTo>
                <a:cubicBezTo>
                  <a:pt x="705299" y="81803"/>
                  <a:pt x="707571" y="81495"/>
                  <a:pt x="709558" y="80878"/>
                </a:cubicBezTo>
                <a:cubicBezTo>
                  <a:pt x="711544" y="80260"/>
                  <a:pt x="713287" y="79576"/>
                  <a:pt x="714787" y="78826"/>
                </a:cubicBezTo>
                <a:cubicBezTo>
                  <a:pt x="716287" y="78076"/>
                  <a:pt x="717522" y="77392"/>
                  <a:pt x="718493" y="76774"/>
                </a:cubicBezTo>
                <a:cubicBezTo>
                  <a:pt x="719464" y="76156"/>
                  <a:pt x="720214" y="75847"/>
                  <a:pt x="720743" y="75847"/>
                </a:cubicBezTo>
                <a:cubicBezTo>
                  <a:pt x="721183" y="75847"/>
                  <a:pt x="721602" y="75979"/>
                  <a:pt x="721999" y="76244"/>
                </a:cubicBezTo>
                <a:cubicBezTo>
                  <a:pt x="722397" y="76508"/>
                  <a:pt x="722595" y="76994"/>
                  <a:pt x="722595" y="77701"/>
                </a:cubicBezTo>
                <a:cubicBezTo>
                  <a:pt x="722595" y="78759"/>
                  <a:pt x="722374" y="80325"/>
                  <a:pt x="721933" y="82399"/>
                </a:cubicBezTo>
                <a:cubicBezTo>
                  <a:pt x="721492" y="84472"/>
                  <a:pt x="720875" y="86524"/>
                  <a:pt x="720081" y="88555"/>
                </a:cubicBezTo>
                <a:cubicBezTo>
                  <a:pt x="719815" y="89261"/>
                  <a:pt x="719109" y="90077"/>
                  <a:pt x="717962" y="91003"/>
                </a:cubicBezTo>
                <a:cubicBezTo>
                  <a:pt x="716816" y="91929"/>
                  <a:pt x="715338" y="92812"/>
                  <a:pt x="713528" y="93651"/>
                </a:cubicBezTo>
                <a:cubicBezTo>
                  <a:pt x="711720" y="94488"/>
                  <a:pt x="709602" y="95194"/>
                  <a:pt x="707174" y="95768"/>
                </a:cubicBezTo>
                <a:cubicBezTo>
                  <a:pt x="704748" y="96341"/>
                  <a:pt x="702078" y="96628"/>
                  <a:pt x="699166" y="96628"/>
                </a:cubicBezTo>
                <a:moveTo>
                  <a:pt x="683680" y="61155"/>
                </a:moveTo>
                <a:cubicBezTo>
                  <a:pt x="686328" y="60889"/>
                  <a:pt x="688864" y="60338"/>
                  <a:pt x="691291" y="59501"/>
                </a:cubicBezTo>
                <a:cubicBezTo>
                  <a:pt x="693717" y="58662"/>
                  <a:pt x="695879" y="57558"/>
                  <a:pt x="697776" y="56190"/>
                </a:cubicBezTo>
                <a:cubicBezTo>
                  <a:pt x="699674" y="54822"/>
                  <a:pt x="701174" y="53168"/>
                  <a:pt x="702276" y="51228"/>
                </a:cubicBezTo>
                <a:cubicBezTo>
                  <a:pt x="703380" y="49286"/>
                  <a:pt x="703933" y="47123"/>
                  <a:pt x="703933" y="44740"/>
                </a:cubicBezTo>
                <a:cubicBezTo>
                  <a:pt x="703933" y="42887"/>
                  <a:pt x="703292" y="41366"/>
                  <a:pt x="702012" y="40175"/>
                </a:cubicBezTo>
                <a:cubicBezTo>
                  <a:pt x="700733" y="38984"/>
                  <a:pt x="699210" y="38388"/>
                  <a:pt x="697445" y="38388"/>
                </a:cubicBezTo>
                <a:cubicBezTo>
                  <a:pt x="695769" y="38388"/>
                  <a:pt x="694136" y="38785"/>
                  <a:pt x="692547" y="39579"/>
                </a:cubicBezTo>
                <a:cubicBezTo>
                  <a:pt x="690960" y="40373"/>
                  <a:pt x="689525" y="41674"/>
                  <a:pt x="688245" y="43484"/>
                </a:cubicBezTo>
                <a:cubicBezTo>
                  <a:pt x="686966" y="45292"/>
                  <a:pt x="685929" y="47630"/>
                  <a:pt x="685134" y="50498"/>
                </a:cubicBezTo>
                <a:cubicBezTo>
                  <a:pt x="684341" y="53366"/>
                  <a:pt x="683857" y="56919"/>
                  <a:pt x="683680" y="61155"/>
                </a:cubicBezTo>
                <a:close/>
                <a:moveTo>
                  <a:pt x="758864" y="96628"/>
                </a:moveTo>
                <a:cubicBezTo>
                  <a:pt x="751363" y="96628"/>
                  <a:pt x="745385" y="94511"/>
                  <a:pt x="740928" y="90276"/>
                </a:cubicBezTo>
                <a:cubicBezTo>
                  <a:pt x="736472" y="86040"/>
                  <a:pt x="734245" y="79774"/>
                  <a:pt x="734245" y="71480"/>
                </a:cubicBezTo>
                <a:lnTo>
                  <a:pt x="734245" y="30975"/>
                </a:lnTo>
                <a:cubicBezTo>
                  <a:pt x="734245" y="30092"/>
                  <a:pt x="734884" y="29342"/>
                  <a:pt x="736163" y="28725"/>
                </a:cubicBezTo>
                <a:cubicBezTo>
                  <a:pt x="737442" y="28107"/>
                  <a:pt x="740068" y="27798"/>
                  <a:pt x="744038" y="27798"/>
                </a:cubicBezTo>
                <a:cubicBezTo>
                  <a:pt x="748098" y="27798"/>
                  <a:pt x="750745" y="28107"/>
                  <a:pt x="751980" y="28725"/>
                </a:cubicBezTo>
                <a:cubicBezTo>
                  <a:pt x="753216" y="29342"/>
                  <a:pt x="753834" y="30092"/>
                  <a:pt x="753834" y="30975"/>
                </a:cubicBezTo>
                <a:lnTo>
                  <a:pt x="753834" y="67774"/>
                </a:lnTo>
                <a:cubicBezTo>
                  <a:pt x="753834" y="72626"/>
                  <a:pt x="754761" y="76068"/>
                  <a:pt x="756614" y="78099"/>
                </a:cubicBezTo>
                <a:cubicBezTo>
                  <a:pt x="758468" y="80128"/>
                  <a:pt x="760983" y="81142"/>
                  <a:pt x="764159" y="81142"/>
                </a:cubicBezTo>
                <a:cubicBezTo>
                  <a:pt x="767159" y="81142"/>
                  <a:pt x="769674" y="80194"/>
                  <a:pt x="771703" y="78297"/>
                </a:cubicBezTo>
                <a:cubicBezTo>
                  <a:pt x="773734" y="76399"/>
                  <a:pt x="774749" y="73950"/>
                  <a:pt x="774749" y="70949"/>
                </a:cubicBezTo>
                <a:lnTo>
                  <a:pt x="774749" y="30975"/>
                </a:lnTo>
                <a:cubicBezTo>
                  <a:pt x="774749" y="30092"/>
                  <a:pt x="775389" y="29342"/>
                  <a:pt x="776668" y="28725"/>
                </a:cubicBezTo>
                <a:cubicBezTo>
                  <a:pt x="777947" y="28107"/>
                  <a:pt x="780572" y="27798"/>
                  <a:pt x="784543" y="27798"/>
                </a:cubicBezTo>
                <a:cubicBezTo>
                  <a:pt x="788603" y="27798"/>
                  <a:pt x="791250" y="28107"/>
                  <a:pt x="792485" y="28725"/>
                </a:cubicBezTo>
                <a:cubicBezTo>
                  <a:pt x="793721" y="29342"/>
                  <a:pt x="794339" y="30092"/>
                  <a:pt x="794339" y="30975"/>
                </a:cubicBezTo>
                <a:lnTo>
                  <a:pt x="794339" y="71082"/>
                </a:lnTo>
                <a:cubicBezTo>
                  <a:pt x="794339" y="74171"/>
                  <a:pt x="795177" y="76620"/>
                  <a:pt x="796853" y="78430"/>
                </a:cubicBezTo>
                <a:cubicBezTo>
                  <a:pt x="798531" y="80238"/>
                  <a:pt x="800782" y="81142"/>
                  <a:pt x="803606" y="81142"/>
                </a:cubicBezTo>
                <a:cubicBezTo>
                  <a:pt x="807929" y="81142"/>
                  <a:pt x="811150" y="79024"/>
                  <a:pt x="813268" y="74788"/>
                </a:cubicBezTo>
                <a:cubicBezTo>
                  <a:pt x="815386" y="70552"/>
                  <a:pt x="816445" y="64596"/>
                  <a:pt x="816445" y="56919"/>
                </a:cubicBezTo>
                <a:cubicBezTo>
                  <a:pt x="816445" y="52947"/>
                  <a:pt x="816158" y="49505"/>
                  <a:pt x="815585" y="46594"/>
                </a:cubicBezTo>
                <a:cubicBezTo>
                  <a:pt x="815011" y="43682"/>
                  <a:pt x="814393" y="41189"/>
                  <a:pt x="813731" y="39115"/>
                </a:cubicBezTo>
                <a:cubicBezTo>
                  <a:pt x="813070" y="37041"/>
                  <a:pt x="812452" y="35343"/>
                  <a:pt x="811879" y="34019"/>
                </a:cubicBezTo>
                <a:cubicBezTo>
                  <a:pt x="811305" y="32695"/>
                  <a:pt x="811018" y="31725"/>
                  <a:pt x="811018" y="31107"/>
                </a:cubicBezTo>
                <a:cubicBezTo>
                  <a:pt x="811018" y="30136"/>
                  <a:pt x="811724" y="29342"/>
                  <a:pt x="813135" y="28725"/>
                </a:cubicBezTo>
                <a:cubicBezTo>
                  <a:pt x="814547" y="28107"/>
                  <a:pt x="816445" y="27798"/>
                  <a:pt x="818827" y="27798"/>
                </a:cubicBezTo>
                <a:cubicBezTo>
                  <a:pt x="822710" y="27798"/>
                  <a:pt x="825754" y="28394"/>
                  <a:pt x="827960" y="29586"/>
                </a:cubicBezTo>
                <a:cubicBezTo>
                  <a:pt x="830167" y="30776"/>
                  <a:pt x="831668" y="32298"/>
                  <a:pt x="832462" y="34150"/>
                </a:cubicBezTo>
                <a:cubicBezTo>
                  <a:pt x="835021" y="40416"/>
                  <a:pt x="836300" y="47475"/>
                  <a:pt x="836300" y="55330"/>
                </a:cubicBezTo>
                <a:cubicBezTo>
                  <a:pt x="836300" y="60977"/>
                  <a:pt x="835527" y="66316"/>
                  <a:pt x="833983" y="71347"/>
                </a:cubicBezTo>
                <a:cubicBezTo>
                  <a:pt x="832439" y="76377"/>
                  <a:pt x="830210" y="80767"/>
                  <a:pt x="827298" y="84517"/>
                </a:cubicBezTo>
                <a:cubicBezTo>
                  <a:pt x="824386" y="88268"/>
                  <a:pt x="820791" y="91224"/>
                  <a:pt x="816510" y="93386"/>
                </a:cubicBezTo>
                <a:cubicBezTo>
                  <a:pt x="812231" y="95547"/>
                  <a:pt x="807311" y="96628"/>
                  <a:pt x="801751" y="96628"/>
                </a:cubicBezTo>
                <a:cubicBezTo>
                  <a:pt x="798222" y="96628"/>
                  <a:pt x="795112" y="96187"/>
                  <a:pt x="792420" y="95305"/>
                </a:cubicBezTo>
                <a:cubicBezTo>
                  <a:pt x="789728" y="94423"/>
                  <a:pt x="787500" y="93409"/>
                  <a:pt x="785735" y="92261"/>
                </a:cubicBezTo>
                <a:cubicBezTo>
                  <a:pt x="783617" y="91025"/>
                  <a:pt x="781764" y="89613"/>
                  <a:pt x="780176" y="88026"/>
                </a:cubicBezTo>
                <a:cubicBezTo>
                  <a:pt x="779823" y="88379"/>
                  <a:pt x="779095" y="89018"/>
                  <a:pt x="777991" y="89945"/>
                </a:cubicBezTo>
                <a:cubicBezTo>
                  <a:pt x="776888" y="90871"/>
                  <a:pt x="775432" y="91820"/>
                  <a:pt x="773622" y="92790"/>
                </a:cubicBezTo>
                <a:cubicBezTo>
                  <a:pt x="771814" y="93761"/>
                  <a:pt x="769674" y="94643"/>
                  <a:pt x="767203" y="95436"/>
                </a:cubicBezTo>
                <a:cubicBezTo>
                  <a:pt x="764732" y="96231"/>
                  <a:pt x="761952" y="96628"/>
                  <a:pt x="758864" y="96628"/>
                </a:cubicBezTo>
                <a:close/>
                <a:moveTo>
                  <a:pt x="899438" y="96628"/>
                </a:moveTo>
                <a:cubicBezTo>
                  <a:pt x="897496" y="96628"/>
                  <a:pt x="895753" y="96275"/>
                  <a:pt x="894209" y="95570"/>
                </a:cubicBezTo>
                <a:cubicBezTo>
                  <a:pt x="892666" y="94864"/>
                  <a:pt x="891321" y="94070"/>
                  <a:pt x="890173" y="93186"/>
                </a:cubicBezTo>
                <a:cubicBezTo>
                  <a:pt x="888850" y="92217"/>
                  <a:pt x="887702" y="91114"/>
                  <a:pt x="886732" y="89878"/>
                </a:cubicBezTo>
                <a:cubicBezTo>
                  <a:pt x="884261" y="91643"/>
                  <a:pt x="881393" y="93210"/>
                  <a:pt x="878127" y="94578"/>
                </a:cubicBezTo>
                <a:cubicBezTo>
                  <a:pt x="874862" y="95945"/>
                  <a:pt x="870979" y="96628"/>
                  <a:pt x="866479" y="96628"/>
                </a:cubicBezTo>
                <a:cubicBezTo>
                  <a:pt x="863302" y="96628"/>
                  <a:pt x="860367" y="96187"/>
                  <a:pt x="857675" y="95305"/>
                </a:cubicBezTo>
                <a:cubicBezTo>
                  <a:pt x="854985" y="94423"/>
                  <a:pt x="852647" y="93166"/>
                  <a:pt x="850661" y="91534"/>
                </a:cubicBezTo>
                <a:cubicBezTo>
                  <a:pt x="848676" y="89901"/>
                  <a:pt x="847131" y="87871"/>
                  <a:pt x="846027" y="85445"/>
                </a:cubicBezTo>
                <a:cubicBezTo>
                  <a:pt x="844924" y="83017"/>
                  <a:pt x="844373" y="80259"/>
                  <a:pt x="844373" y="77172"/>
                </a:cubicBezTo>
                <a:cubicBezTo>
                  <a:pt x="844373" y="73288"/>
                  <a:pt x="845013" y="70001"/>
                  <a:pt x="846292" y="67309"/>
                </a:cubicBezTo>
                <a:cubicBezTo>
                  <a:pt x="847572" y="64617"/>
                  <a:pt x="849470" y="62323"/>
                  <a:pt x="851983" y="60426"/>
                </a:cubicBezTo>
                <a:cubicBezTo>
                  <a:pt x="854499" y="58528"/>
                  <a:pt x="857609" y="56918"/>
                  <a:pt x="861315" y="55594"/>
                </a:cubicBezTo>
                <a:cubicBezTo>
                  <a:pt x="865022" y="54271"/>
                  <a:pt x="869258" y="53035"/>
                  <a:pt x="874023" y="51888"/>
                </a:cubicBezTo>
                <a:cubicBezTo>
                  <a:pt x="877201" y="51182"/>
                  <a:pt x="879584" y="50477"/>
                  <a:pt x="881171" y="49771"/>
                </a:cubicBezTo>
                <a:cubicBezTo>
                  <a:pt x="882760" y="49064"/>
                  <a:pt x="883555" y="48225"/>
                  <a:pt x="883555" y="47255"/>
                </a:cubicBezTo>
                <a:cubicBezTo>
                  <a:pt x="883555" y="45314"/>
                  <a:pt x="882672" y="43748"/>
                  <a:pt x="880907" y="42557"/>
                </a:cubicBezTo>
                <a:cubicBezTo>
                  <a:pt x="879141" y="41365"/>
                  <a:pt x="876406" y="40769"/>
                  <a:pt x="872700" y="40769"/>
                </a:cubicBezTo>
                <a:cubicBezTo>
                  <a:pt x="870141" y="40769"/>
                  <a:pt x="867713" y="41078"/>
                  <a:pt x="865419" y="41696"/>
                </a:cubicBezTo>
                <a:cubicBezTo>
                  <a:pt x="863126" y="42314"/>
                  <a:pt x="861074" y="43021"/>
                  <a:pt x="859265" y="43815"/>
                </a:cubicBezTo>
                <a:cubicBezTo>
                  <a:pt x="857456" y="44608"/>
                  <a:pt x="855934" y="45314"/>
                  <a:pt x="854698" y="45932"/>
                </a:cubicBezTo>
                <a:cubicBezTo>
                  <a:pt x="853463" y="46550"/>
                  <a:pt x="852581" y="46859"/>
                  <a:pt x="852050" y="46859"/>
                </a:cubicBezTo>
                <a:cubicBezTo>
                  <a:pt x="850903" y="46859"/>
                  <a:pt x="850329" y="46197"/>
                  <a:pt x="850329" y="44873"/>
                </a:cubicBezTo>
                <a:cubicBezTo>
                  <a:pt x="850329" y="43814"/>
                  <a:pt x="850550" y="42269"/>
                  <a:pt x="850992" y="40240"/>
                </a:cubicBezTo>
                <a:cubicBezTo>
                  <a:pt x="851433" y="38211"/>
                  <a:pt x="852140" y="36093"/>
                  <a:pt x="853110" y="33886"/>
                </a:cubicBezTo>
                <a:cubicBezTo>
                  <a:pt x="853463" y="33180"/>
                  <a:pt x="854279" y="32386"/>
                  <a:pt x="855558" y="31504"/>
                </a:cubicBezTo>
                <a:cubicBezTo>
                  <a:pt x="856838" y="30621"/>
                  <a:pt x="858470" y="29804"/>
                  <a:pt x="860454" y="29054"/>
                </a:cubicBezTo>
                <a:cubicBezTo>
                  <a:pt x="862441" y="28304"/>
                  <a:pt x="864713" y="27687"/>
                  <a:pt x="867271" y="27202"/>
                </a:cubicBezTo>
                <a:cubicBezTo>
                  <a:pt x="869831" y="26716"/>
                  <a:pt x="872567" y="26473"/>
                  <a:pt x="875479" y="26473"/>
                </a:cubicBezTo>
                <a:cubicBezTo>
                  <a:pt x="885628" y="26473"/>
                  <a:pt x="892820" y="28679"/>
                  <a:pt x="897055" y="33092"/>
                </a:cubicBezTo>
                <a:cubicBezTo>
                  <a:pt x="901291" y="37505"/>
                  <a:pt x="903409" y="44167"/>
                  <a:pt x="903409" y="53080"/>
                </a:cubicBezTo>
                <a:lnTo>
                  <a:pt x="903409" y="77172"/>
                </a:lnTo>
                <a:cubicBezTo>
                  <a:pt x="903409" y="79201"/>
                  <a:pt x="903872" y="80657"/>
                  <a:pt x="904799" y="81540"/>
                </a:cubicBezTo>
                <a:cubicBezTo>
                  <a:pt x="905726" y="82422"/>
                  <a:pt x="906984" y="82863"/>
                  <a:pt x="908571" y="82863"/>
                </a:cubicBezTo>
                <a:lnTo>
                  <a:pt x="911219" y="82863"/>
                </a:lnTo>
                <a:cubicBezTo>
                  <a:pt x="912454" y="82863"/>
                  <a:pt x="913072" y="83437"/>
                  <a:pt x="913072" y="84584"/>
                </a:cubicBezTo>
                <a:cubicBezTo>
                  <a:pt x="913072" y="85377"/>
                  <a:pt x="912652" y="86458"/>
                  <a:pt x="911813" y="87826"/>
                </a:cubicBezTo>
                <a:cubicBezTo>
                  <a:pt x="910976" y="89194"/>
                  <a:pt x="909917" y="90518"/>
                  <a:pt x="908638" y="91799"/>
                </a:cubicBezTo>
                <a:cubicBezTo>
                  <a:pt x="907359" y="93078"/>
                  <a:pt x="905903" y="94203"/>
                  <a:pt x="904269" y="95174"/>
                </a:cubicBezTo>
                <a:cubicBezTo>
                  <a:pt x="902637" y="96143"/>
                  <a:pt x="901027" y="96628"/>
                  <a:pt x="899438" y="96628"/>
                </a:cubicBezTo>
                <a:moveTo>
                  <a:pt x="863434" y="74655"/>
                </a:moveTo>
                <a:cubicBezTo>
                  <a:pt x="863434" y="77480"/>
                  <a:pt x="864404" y="79620"/>
                  <a:pt x="866346" y="81076"/>
                </a:cubicBezTo>
                <a:cubicBezTo>
                  <a:pt x="868288" y="82531"/>
                  <a:pt x="870803" y="83259"/>
                  <a:pt x="873892" y="83259"/>
                </a:cubicBezTo>
                <a:cubicBezTo>
                  <a:pt x="876803" y="83259"/>
                  <a:pt x="879185" y="82554"/>
                  <a:pt x="881038" y="81142"/>
                </a:cubicBezTo>
                <a:cubicBezTo>
                  <a:pt x="882892" y="79730"/>
                  <a:pt x="883819" y="78406"/>
                  <a:pt x="883819" y="77172"/>
                </a:cubicBezTo>
                <a:lnTo>
                  <a:pt x="883819" y="63007"/>
                </a:lnTo>
                <a:cubicBezTo>
                  <a:pt x="883819" y="62036"/>
                  <a:pt x="883334" y="61551"/>
                  <a:pt x="882363" y="61551"/>
                </a:cubicBezTo>
                <a:cubicBezTo>
                  <a:pt x="880421" y="61551"/>
                  <a:pt x="877995" y="62212"/>
                  <a:pt x="875084" y="63536"/>
                </a:cubicBezTo>
                <a:cubicBezTo>
                  <a:pt x="873671" y="64067"/>
                  <a:pt x="872281" y="64641"/>
                  <a:pt x="870913" y="65259"/>
                </a:cubicBezTo>
                <a:cubicBezTo>
                  <a:pt x="869545" y="65876"/>
                  <a:pt x="868309" y="66626"/>
                  <a:pt x="867206" y="67509"/>
                </a:cubicBezTo>
                <a:cubicBezTo>
                  <a:pt x="866104" y="68391"/>
                  <a:pt x="865199" y="69428"/>
                  <a:pt x="864492" y="70619"/>
                </a:cubicBezTo>
                <a:cubicBezTo>
                  <a:pt x="863786" y="71810"/>
                  <a:pt x="863434" y="73155"/>
                  <a:pt x="863434" y="74655"/>
                </a:cubicBezTo>
                <a:close/>
                <a:moveTo>
                  <a:pt x="935178" y="95305"/>
                </a:moveTo>
                <a:cubicBezTo>
                  <a:pt x="931207" y="95305"/>
                  <a:pt x="928582" y="94975"/>
                  <a:pt x="927303" y="94313"/>
                </a:cubicBezTo>
                <a:cubicBezTo>
                  <a:pt x="926024" y="93651"/>
                  <a:pt x="925384" y="92922"/>
                  <a:pt x="925384" y="92128"/>
                </a:cubicBezTo>
                <a:lnTo>
                  <a:pt x="925384" y="45800"/>
                </a:lnTo>
                <a:cubicBezTo>
                  <a:pt x="925384" y="44388"/>
                  <a:pt x="925185" y="43175"/>
                  <a:pt x="924788" y="42161"/>
                </a:cubicBezTo>
                <a:cubicBezTo>
                  <a:pt x="924391" y="41145"/>
                  <a:pt x="923971" y="40285"/>
                  <a:pt x="923530" y="39579"/>
                </a:cubicBezTo>
                <a:cubicBezTo>
                  <a:pt x="923088" y="38873"/>
                  <a:pt x="922669" y="38232"/>
                  <a:pt x="922272" y="37659"/>
                </a:cubicBezTo>
                <a:cubicBezTo>
                  <a:pt x="921876" y="37085"/>
                  <a:pt x="921678" y="36534"/>
                  <a:pt x="921678" y="36004"/>
                </a:cubicBezTo>
                <a:cubicBezTo>
                  <a:pt x="921678" y="35210"/>
                  <a:pt x="922273" y="34284"/>
                  <a:pt x="923463" y="33225"/>
                </a:cubicBezTo>
                <a:cubicBezTo>
                  <a:pt x="924655" y="32166"/>
                  <a:pt x="926067" y="31129"/>
                  <a:pt x="927699" y="30115"/>
                </a:cubicBezTo>
                <a:cubicBezTo>
                  <a:pt x="929332" y="29100"/>
                  <a:pt x="930987" y="28239"/>
                  <a:pt x="932663" y="27534"/>
                </a:cubicBezTo>
                <a:cubicBezTo>
                  <a:pt x="934340" y="26827"/>
                  <a:pt x="935708" y="26473"/>
                  <a:pt x="936767" y="26473"/>
                </a:cubicBezTo>
                <a:cubicBezTo>
                  <a:pt x="938797" y="26473"/>
                  <a:pt x="940274" y="27157"/>
                  <a:pt x="941201" y="28525"/>
                </a:cubicBezTo>
                <a:cubicBezTo>
                  <a:pt x="942127" y="29893"/>
                  <a:pt x="943208" y="31857"/>
                  <a:pt x="944445" y="34415"/>
                </a:cubicBezTo>
                <a:cubicBezTo>
                  <a:pt x="945768" y="32915"/>
                  <a:pt x="947224" y="31591"/>
                  <a:pt x="948811" y="30444"/>
                </a:cubicBezTo>
                <a:cubicBezTo>
                  <a:pt x="950136" y="29473"/>
                  <a:pt x="951725" y="28569"/>
                  <a:pt x="953578" y="27731"/>
                </a:cubicBezTo>
                <a:cubicBezTo>
                  <a:pt x="955431" y="26893"/>
                  <a:pt x="957416" y="26473"/>
                  <a:pt x="959534" y="26473"/>
                </a:cubicBezTo>
                <a:cubicBezTo>
                  <a:pt x="960945" y="26473"/>
                  <a:pt x="962357" y="26606"/>
                  <a:pt x="963770" y="26871"/>
                </a:cubicBezTo>
                <a:cubicBezTo>
                  <a:pt x="965182" y="27135"/>
                  <a:pt x="966440" y="27510"/>
                  <a:pt x="967543" y="27996"/>
                </a:cubicBezTo>
                <a:cubicBezTo>
                  <a:pt x="968646" y="28481"/>
                  <a:pt x="969550" y="29010"/>
                  <a:pt x="970255" y="29584"/>
                </a:cubicBezTo>
                <a:cubicBezTo>
                  <a:pt x="970962" y="30157"/>
                  <a:pt x="971316" y="30798"/>
                  <a:pt x="971316" y="31504"/>
                </a:cubicBezTo>
                <a:cubicBezTo>
                  <a:pt x="971316" y="32121"/>
                  <a:pt x="970896" y="33202"/>
                  <a:pt x="970057" y="34746"/>
                </a:cubicBezTo>
                <a:cubicBezTo>
                  <a:pt x="969218" y="36291"/>
                  <a:pt x="968248" y="37880"/>
                  <a:pt x="967145" y="39513"/>
                </a:cubicBezTo>
                <a:cubicBezTo>
                  <a:pt x="966042" y="41145"/>
                  <a:pt x="964895" y="42601"/>
                  <a:pt x="963703" y="43882"/>
                </a:cubicBezTo>
                <a:cubicBezTo>
                  <a:pt x="962513" y="45161"/>
                  <a:pt x="961520" y="45800"/>
                  <a:pt x="960726" y="45800"/>
                </a:cubicBezTo>
                <a:cubicBezTo>
                  <a:pt x="960195" y="45800"/>
                  <a:pt x="959688" y="45624"/>
                  <a:pt x="959203" y="45271"/>
                </a:cubicBezTo>
                <a:cubicBezTo>
                  <a:pt x="958718" y="44917"/>
                  <a:pt x="958167" y="44541"/>
                  <a:pt x="957549" y="44144"/>
                </a:cubicBezTo>
                <a:cubicBezTo>
                  <a:pt x="956931" y="43747"/>
                  <a:pt x="956225" y="43372"/>
                  <a:pt x="955430" y="43019"/>
                </a:cubicBezTo>
                <a:cubicBezTo>
                  <a:pt x="954636" y="42666"/>
                  <a:pt x="953754" y="42490"/>
                  <a:pt x="952784" y="42490"/>
                </a:cubicBezTo>
                <a:cubicBezTo>
                  <a:pt x="951813" y="42490"/>
                  <a:pt x="950864" y="42711"/>
                  <a:pt x="949936" y="43152"/>
                </a:cubicBezTo>
                <a:cubicBezTo>
                  <a:pt x="949010" y="43593"/>
                  <a:pt x="948172" y="44189"/>
                  <a:pt x="947422" y="44940"/>
                </a:cubicBezTo>
                <a:cubicBezTo>
                  <a:pt x="946672" y="45690"/>
                  <a:pt x="946076" y="46550"/>
                  <a:pt x="945634" y="47521"/>
                </a:cubicBezTo>
                <a:cubicBezTo>
                  <a:pt x="945194" y="48491"/>
                  <a:pt x="944974" y="49505"/>
                  <a:pt x="944974" y="50565"/>
                </a:cubicBezTo>
                <a:lnTo>
                  <a:pt x="944974" y="92128"/>
                </a:lnTo>
                <a:cubicBezTo>
                  <a:pt x="944974" y="92922"/>
                  <a:pt x="944356" y="93651"/>
                  <a:pt x="943120" y="94313"/>
                </a:cubicBezTo>
                <a:cubicBezTo>
                  <a:pt x="941885" y="94975"/>
                  <a:pt x="939238" y="95305"/>
                  <a:pt x="935178" y="95305"/>
                </a:cubicBezTo>
                <a:close/>
                <a:moveTo>
                  <a:pt x="1007318" y="96628"/>
                </a:moveTo>
                <a:cubicBezTo>
                  <a:pt x="1003789" y="96628"/>
                  <a:pt x="1000303" y="96033"/>
                  <a:pt x="996862" y="94843"/>
                </a:cubicBezTo>
                <a:cubicBezTo>
                  <a:pt x="993420" y="93651"/>
                  <a:pt x="990353" y="91776"/>
                  <a:pt x="987661" y="89217"/>
                </a:cubicBezTo>
                <a:cubicBezTo>
                  <a:pt x="984970" y="86658"/>
                  <a:pt x="982786" y="83415"/>
                  <a:pt x="981109" y="79488"/>
                </a:cubicBezTo>
                <a:cubicBezTo>
                  <a:pt x="979433" y="75560"/>
                  <a:pt x="978595" y="70905"/>
                  <a:pt x="978595" y="65521"/>
                </a:cubicBezTo>
                <a:cubicBezTo>
                  <a:pt x="978595" y="57933"/>
                  <a:pt x="979763" y="51623"/>
                  <a:pt x="982101" y="46594"/>
                </a:cubicBezTo>
                <a:cubicBezTo>
                  <a:pt x="984440" y="41564"/>
                  <a:pt x="987330" y="37548"/>
                  <a:pt x="990772" y="34548"/>
                </a:cubicBezTo>
                <a:cubicBezTo>
                  <a:pt x="994214" y="31548"/>
                  <a:pt x="997875" y="29452"/>
                  <a:pt x="1001757" y="28261"/>
                </a:cubicBezTo>
                <a:cubicBezTo>
                  <a:pt x="1005641" y="27069"/>
                  <a:pt x="1009127" y="26473"/>
                  <a:pt x="1012216" y="26473"/>
                </a:cubicBezTo>
                <a:cubicBezTo>
                  <a:pt x="1013805" y="26473"/>
                  <a:pt x="1015261" y="26584"/>
                  <a:pt x="1016585" y="26804"/>
                </a:cubicBezTo>
                <a:cubicBezTo>
                  <a:pt x="1017908" y="27025"/>
                  <a:pt x="1019055" y="27312"/>
                  <a:pt x="1020026" y="27665"/>
                </a:cubicBezTo>
                <a:cubicBezTo>
                  <a:pt x="1021174" y="28018"/>
                  <a:pt x="1022233" y="28415"/>
                  <a:pt x="1023203" y="28857"/>
                </a:cubicBezTo>
                <a:lnTo>
                  <a:pt x="1023203" y="3177"/>
                </a:lnTo>
                <a:cubicBezTo>
                  <a:pt x="1023203" y="2295"/>
                  <a:pt x="1023821" y="1545"/>
                  <a:pt x="1025056" y="927"/>
                </a:cubicBezTo>
                <a:cubicBezTo>
                  <a:pt x="1026292" y="309"/>
                  <a:pt x="1028939" y="0"/>
                  <a:pt x="1032997" y="0"/>
                </a:cubicBezTo>
                <a:cubicBezTo>
                  <a:pt x="1036968" y="0"/>
                  <a:pt x="1039593" y="309"/>
                  <a:pt x="1040872" y="927"/>
                </a:cubicBezTo>
                <a:cubicBezTo>
                  <a:pt x="1042153" y="1545"/>
                  <a:pt x="1042793" y="2295"/>
                  <a:pt x="1042793" y="3177"/>
                </a:cubicBezTo>
                <a:lnTo>
                  <a:pt x="1042793" y="77172"/>
                </a:lnTo>
                <a:cubicBezTo>
                  <a:pt x="1042793" y="79201"/>
                  <a:pt x="1043256" y="80657"/>
                  <a:pt x="1044183" y="81540"/>
                </a:cubicBezTo>
                <a:cubicBezTo>
                  <a:pt x="1045109" y="82422"/>
                  <a:pt x="1046322" y="82863"/>
                  <a:pt x="1047822" y="82863"/>
                </a:cubicBezTo>
                <a:lnTo>
                  <a:pt x="1050470" y="82863"/>
                </a:lnTo>
                <a:cubicBezTo>
                  <a:pt x="1051794" y="82863"/>
                  <a:pt x="1052456" y="83437"/>
                  <a:pt x="1052456" y="84584"/>
                </a:cubicBezTo>
                <a:cubicBezTo>
                  <a:pt x="1052456" y="85377"/>
                  <a:pt x="1052036" y="86458"/>
                  <a:pt x="1051197" y="87826"/>
                </a:cubicBezTo>
                <a:cubicBezTo>
                  <a:pt x="1050360" y="89194"/>
                  <a:pt x="1049279" y="90518"/>
                  <a:pt x="1047956" y="91799"/>
                </a:cubicBezTo>
                <a:cubicBezTo>
                  <a:pt x="1046632" y="93078"/>
                  <a:pt x="1045154" y="94203"/>
                  <a:pt x="1043520" y="95174"/>
                </a:cubicBezTo>
                <a:cubicBezTo>
                  <a:pt x="1041888" y="96143"/>
                  <a:pt x="1040278" y="96628"/>
                  <a:pt x="1038689" y="96628"/>
                </a:cubicBezTo>
                <a:cubicBezTo>
                  <a:pt x="1036660" y="96628"/>
                  <a:pt x="1034873" y="96275"/>
                  <a:pt x="1033329" y="95570"/>
                </a:cubicBezTo>
                <a:cubicBezTo>
                  <a:pt x="1031784" y="94864"/>
                  <a:pt x="1030438" y="94070"/>
                  <a:pt x="1029291" y="93186"/>
                </a:cubicBezTo>
                <a:cubicBezTo>
                  <a:pt x="1027967" y="92217"/>
                  <a:pt x="1026820" y="91114"/>
                  <a:pt x="1025849" y="89878"/>
                </a:cubicBezTo>
                <a:cubicBezTo>
                  <a:pt x="1024438" y="91114"/>
                  <a:pt x="1022806" y="92217"/>
                  <a:pt x="1020951" y="93186"/>
                </a:cubicBezTo>
                <a:cubicBezTo>
                  <a:pt x="1019364" y="94070"/>
                  <a:pt x="1017423" y="94864"/>
                  <a:pt x="1015128" y="95570"/>
                </a:cubicBezTo>
                <a:cubicBezTo>
                  <a:pt x="1012834" y="96275"/>
                  <a:pt x="1010230" y="96628"/>
                  <a:pt x="1007318" y="96628"/>
                </a:cubicBezTo>
                <a:moveTo>
                  <a:pt x="1023070" y="45005"/>
                </a:moveTo>
                <a:cubicBezTo>
                  <a:pt x="1023070" y="43770"/>
                  <a:pt x="1022408" y="42623"/>
                  <a:pt x="1021085" y="41565"/>
                </a:cubicBezTo>
                <a:cubicBezTo>
                  <a:pt x="1019761" y="40505"/>
                  <a:pt x="1018040" y="39975"/>
                  <a:pt x="1015922" y="39975"/>
                </a:cubicBezTo>
                <a:cubicBezTo>
                  <a:pt x="1014069" y="39975"/>
                  <a:pt x="1012172" y="40350"/>
                  <a:pt x="1010230" y="41100"/>
                </a:cubicBezTo>
                <a:cubicBezTo>
                  <a:pt x="1008289" y="41850"/>
                  <a:pt x="1006523" y="43152"/>
                  <a:pt x="1004935" y="45007"/>
                </a:cubicBezTo>
                <a:cubicBezTo>
                  <a:pt x="1003347" y="46859"/>
                  <a:pt x="1002068" y="49330"/>
                  <a:pt x="1001097" y="52419"/>
                </a:cubicBezTo>
                <a:cubicBezTo>
                  <a:pt x="1000126" y="55507"/>
                  <a:pt x="999641" y="59389"/>
                  <a:pt x="999641" y="64067"/>
                </a:cubicBezTo>
                <a:cubicBezTo>
                  <a:pt x="999641" y="67596"/>
                  <a:pt x="1000038" y="70597"/>
                  <a:pt x="1000832" y="73067"/>
                </a:cubicBezTo>
                <a:cubicBezTo>
                  <a:pt x="1001627" y="75538"/>
                  <a:pt x="1002686" y="77524"/>
                  <a:pt x="1004010" y="79024"/>
                </a:cubicBezTo>
                <a:cubicBezTo>
                  <a:pt x="1005333" y="80524"/>
                  <a:pt x="1006811" y="81605"/>
                  <a:pt x="1008443" y="82267"/>
                </a:cubicBezTo>
                <a:cubicBezTo>
                  <a:pt x="1010076" y="82929"/>
                  <a:pt x="1011687" y="83259"/>
                  <a:pt x="1013274" y="83259"/>
                </a:cubicBezTo>
                <a:cubicBezTo>
                  <a:pt x="1016099" y="83259"/>
                  <a:pt x="1018438" y="82443"/>
                  <a:pt x="1020291" y="80811"/>
                </a:cubicBezTo>
                <a:cubicBezTo>
                  <a:pt x="1022144" y="79178"/>
                  <a:pt x="1023070" y="77523"/>
                  <a:pt x="1023070" y="75847"/>
                </a:cubicBezTo>
                <a:lnTo>
                  <a:pt x="1023070" y="45005"/>
                </a:lnTo>
                <a:close/>
              </a:path>
            </a:pathLst>
          </a:custGeom>
          <a:solidFill xmlns:a="http://schemas.openxmlformats.org/drawingml/2006/main">
            <a:srgbClr val="09013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e.g.,Performance">
            <a:extLst xmlns:a="http://schemas.openxmlformats.org/drawingml/2006/main">
              <a:ext uri="{FF2B5EF4-FFF2-40B4-BE49-F238E27FC236}">
                <a16:creationId xmlns:a16="http://schemas.microsoft.com/office/drawing/2014/main" id="{72B64E8A-BCFD-4F4D-AC0D-28F1DD43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359" y="2350658"/>
            <a:ext cx="941572" cy="111538"/>
          </a:xfrm>
          <a:custGeom xmlns:a="http://schemas.openxmlformats.org/drawingml/2006/main">
            <a:pathLst>
              <a:path w="941572" h="111538">
                <a:moveTo>
                  <a:pt x="29796" y="84523"/>
                </a:moveTo>
                <a:cubicBezTo>
                  <a:pt x="25778" y="84523"/>
                  <a:pt x="21971" y="83982"/>
                  <a:pt x="18376" y="82900"/>
                </a:cubicBezTo>
                <a:cubicBezTo>
                  <a:pt x="14782" y="81818"/>
                  <a:pt x="11613" y="80117"/>
                  <a:pt x="8869" y="77798"/>
                </a:cubicBezTo>
                <a:cubicBezTo>
                  <a:pt x="6125" y="75479"/>
                  <a:pt x="3961" y="72523"/>
                  <a:pt x="2376" y="68929"/>
                </a:cubicBezTo>
                <a:cubicBezTo>
                  <a:pt x="792" y="65335"/>
                  <a:pt x="0" y="61025"/>
                  <a:pt x="0" y="56001"/>
                </a:cubicBezTo>
                <a:cubicBezTo>
                  <a:pt x="0" y="50204"/>
                  <a:pt x="831" y="45238"/>
                  <a:pt x="2493" y="41103"/>
                </a:cubicBezTo>
                <a:cubicBezTo>
                  <a:pt x="4155" y="36966"/>
                  <a:pt x="6357" y="33584"/>
                  <a:pt x="9100" y="30957"/>
                </a:cubicBezTo>
                <a:cubicBezTo>
                  <a:pt x="11845" y="28329"/>
                  <a:pt x="14917" y="26397"/>
                  <a:pt x="18318" y="25161"/>
                </a:cubicBezTo>
                <a:cubicBezTo>
                  <a:pt x="21719" y="23924"/>
                  <a:pt x="25159" y="23305"/>
                  <a:pt x="28637" y="23305"/>
                </a:cubicBezTo>
                <a:cubicBezTo>
                  <a:pt x="32193" y="23305"/>
                  <a:pt x="35304" y="23730"/>
                  <a:pt x="37971" y="24581"/>
                </a:cubicBezTo>
                <a:cubicBezTo>
                  <a:pt x="40638" y="25431"/>
                  <a:pt x="42860" y="26590"/>
                  <a:pt x="44637" y="28059"/>
                </a:cubicBezTo>
                <a:cubicBezTo>
                  <a:pt x="46415" y="29527"/>
                  <a:pt x="47748" y="31247"/>
                  <a:pt x="48637" y="33217"/>
                </a:cubicBezTo>
                <a:cubicBezTo>
                  <a:pt x="49527" y="35188"/>
                  <a:pt x="49971" y="37333"/>
                  <a:pt x="49971" y="39652"/>
                </a:cubicBezTo>
                <a:cubicBezTo>
                  <a:pt x="49971" y="43595"/>
                  <a:pt x="48792" y="46977"/>
                  <a:pt x="46435" y="49798"/>
                </a:cubicBezTo>
                <a:cubicBezTo>
                  <a:pt x="44077" y="52619"/>
                  <a:pt x="41120" y="54919"/>
                  <a:pt x="37564" y="56698"/>
                </a:cubicBezTo>
                <a:cubicBezTo>
                  <a:pt x="34009" y="58475"/>
                  <a:pt x="30145" y="59808"/>
                  <a:pt x="25971" y="60698"/>
                </a:cubicBezTo>
                <a:cubicBezTo>
                  <a:pt x="21797" y="61586"/>
                  <a:pt x="17894" y="62107"/>
                  <a:pt x="14261" y="62262"/>
                </a:cubicBezTo>
                <a:cubicBezTo>
                  <a:pt x="15343" y="66667"/>
                  <a:pt x="17468" y="69778"/>
                  <a:pt x="20637" y="71596"/>
                </a:cubicBezTo>
                <a:cubicBezTo>
                  <a:pt x="23806" y="73412"/>
                  <a:pt x="27401" y="74320"/>
                  <a:pt x="31420" y="74320"/>
                </a:cubicBezTo>
                <a:cubicBezTo>
                  <a:pt x="33739" y="74320"/>
                  <a:pt x="35787" y="74088"/>
                  <a:pt x="37564" y="73625"/>
                </a:cubicBezTo>
                <a:cubicBezTo>
                  <a:pt x="39343" y="73160"/>
                  <a:pt x="40870" y="72638"/>
                  <a:pt x="42145" y="72059"/>
                </a:cubicBezTo>
                <a:cubicBezTo>
                  <a:pt x="43420" y="71479"/>
                  <a:pt x="44482" y="70919"/>
                  <a:pt x="45333" y="70378"/>
                </a:cubicBezTo>
                <a:cubicBezTo>
                  <a:pt x="46183" y="69837"/>
                  <a:pt x="46840" y="69527"/>
                  <a:pt x="47303" y="69450"/>
                </a:cubicBezTo>
                <a:cubicBezTo>
                  <a:pt x="48541" y="69063"/>
                  <a:pt x="49159" y="69450"/>
                  <a:pt x="49159" y="70610"/>
                </a:cubicBezTo>
                <a:cubicBezTo>
                  <a:pt x="49159" y="71537"/>
                  <a:pt x="48985" y="72619"/>
                  <a:pt x="48637" y="73857"/>
                </a:cubicBezTo>
                <a:cubicBezTo>
                  <a:pt x="48289" y="75093"/>
                  <a:pt x="47806" y="76406"/>
                  <a:pt x="47188" y="77798"/>
                </a:cubicBezTo>
                <a:cubicBezTo>
                  <a:pt x="46879" y="78338"/>
                  <a:pt x="46222" y="78995"/>
                  <a:pt x="45218" y="79769"/>
                </a:cubicBezTo>
                <a:cubicBezTo>
                  <a:pt x="44213" y="80542"/>
                  <a:pt x="42957" y="81276"/>
                  <a:pt x="41449" y="81972"/>
                </a:cubicBezTo>
                <a:cubicBezTo>
                  <a:pt x="39942" y="82667"/>
                  <a:pt x="38183" y="83267"/>
                  <a:pt x="36174" y="83769"/>
                </a:cubicBezTo>
                <a:cubicBezTo>
                  <a:pt x="34164" y="84271"/>
                  <a:pt x="32038" y="84523"/>
                  <a:pt x="29796" y="84523"/>
                </a:cubicBezTo>
                <a:moveTo>
                  <a:pt x="13564" y="55073"/>
                </a:moveTo>
                <a:cubicBezTo>
                  <a:pt x="16347" y="54919"/>
                  <a:pt x="19150" y="54474"/>
                  <a:pt x="21971" y="53740"/>
                </a:cubicBezTo>
                <a:cubicBezTo>
                  <a:pt x="24792" y="53005"/>
                  <a:pt x="27343" y="51962"/>
                  <a:pt x="29623" y="50610"/>
                </a:cubicBezTo>
                <a:cubicBezTo>
                  <a:pt x="31902" y="49257"/>
                  <a:pt x="33738" y="47615"/>
                  <a:pt x="35130" y="45683"/>
                </a:cubicBezTo>
                <a:cubicBezTo>
                  <a:pt x="36522" y="43750"/>
                  <a:pt x="37218" y="41508"/>
                  <a:pt x="37218" y="38957"/>
                </a:cubicBezTo>
                <a:cubicBezTo>
                  <a:pt x="37218" y="36870"/>
                  <a:pt x="36483" y="35131"/>
                  <a:pt x="35013" y="33739"/>
                </a:cubicBezTo>
                <a:cubicBezTo>
                  <a:pt x="33545" y="32348"/>
                  <a:pt x="31574" y="31652"/>
                  <a:pt x="29101" y="31652"/>
                </a:cubicBezTo>
                <a:cubicBezTo>
                  <a:pt x="27169" y="31652"/>
                  <a:pt x="25295" y="32058"/>
                  <a:pt x="23478" y="32871"/>
                </a:cubicBezTo>
                <a:cubicBezTo>
                  <a:pt x="21662" y="33682"/>
                  <a:pt x="20039" y="35016"/>
                  <a:pt x="18608" y="36871"/>
                </a:cubicBezTo>
                <a:cubicBezTo>
                  <a:pt x="17178" y="38725"/>
                  <a:pt x="16000" y="41140"/>
                  <a:pt x="15071" y="44117"/>
                </a:cubicBezTo>
                <a:cubicBezTo>
                  <a:pt x="14144" y="47093"/>
                  <a:pt x="13642" y="50745"/>
                  <a:pt x="13564" y="55073"/>
                </a:cubicBezTo>
                <a:close/>
                <a:moveTo>
                  <a:pt x="70957" y="84291"/>
                </a:moveTo>
                <a:cubicBezTo>
                  <a:pt x="68561" y="84291"/>
                  <a:pt x="66725" y="83634"/>
                  <a:pt x="65450" y="82320"/>
                </a:cubicBezTo>
                <a:cubicBezTo>
                  <a:pt x="64175" y="81006"/>
                  <a:pt x="63537" y="78880"/>
                  <a:pt x="63537" y="75942"/>
                </a:cubicBezTo>
                <a:cubicBezTo>
                  <a:pt x="63537" y="70222"/>
                  <a:pt x="66011" y="67362"/>
                  <a:pt x="70957" y="67362"/>
                </a:cubicBezTo>
                <a:cubicBezTo>
                  <a:pt x="73430" y="67362"/>
                  <a:pt x="75363" y="68058"/>
                  <a:pt x="76755" y="69450"/>
                </a:cubicBezTo>
                <a:cubicBezTo>
                  <a:pt x="78146" y="70841"/>
                  <a:pt x="78842" y="73006"/>
                  <a:pt x="78842" y="75942"/>
                </a:cubicBezTo>
                <a:cubicBezTo>
                  <a:pt x="78842" y="78880"/>
                  <a:pt x="78166" y="81006"/>
                  <a:pt x="76813" y="82320"/>
                </a:cubicBezTo>
                <a:cubicBezTo>
                  <a:pt x="75460" y="83634"/>
                  <a:pt x="73508" y="84291"/>
                  <a:pt x="70957" y="84291"/>
                </a:cubicBezTo>
                <a:close/>
                <a:moveTo>
                  <a:pt x="133451" y="78493"/>
                </a:moveTo>
                <a:cubicBezTo>
                  <a:pt x="133296" y="78726"/>
                  <a:pt x="132813" y="79170"/>
                  <a:pt x="132000" y="79827"/>
                </a:cubicBezTo>
                <a:cubicBezTo>
                  <a:pt x="131188" y="80484"/>
                  <a:pt x="130106" y="81161"/>
                  <a:pt x="128754" y="81857"/>
                </a:cubicBezTo>
                <a:cubicBezTo>
                  <a:pt x="127402" y="82551"/>
                  <a:pt x="125779" y="83169"/>
                  <a:pt x="123885" y="83711"/>
                </a:cubicBezTo>
                <a:cubicBezTo>
                  <a:pt x="121991" y="84252"/>
                  <a:pt x="119923" y="84523"/>
                  <a:pt x="117682" y="84523"/>
                </a:cubicBezTo>
                <a:cubicBezTo>
                  <a:pt x="114899" y="84523"/>
                  <a:pt x="112077" y="83982"/>
                  <a:pt x="109217" y="82900"/>
                </a:cubicBezTo>
                <a:cubicBezTo>
                  <a:pt x="106358" y="81818"/>
                  <a:pt x="103769" y="80136"/>
                  <a:pt x="101450" y="77857"/>
                </a:cubicBezTo>
                <a:cubicBezTo>
                  <a:pt x="99132" y="75576"/>
                  <a:pt x="97219" y="72696"/>
                  <a:pt x="95711" y="69218"/>
                </a:cubicBezTo>
                <a:cubicBezTo>
                  <a:pt x="94204" y="65740"/>
                  <a:pt x="93450" y="61643"/>
                  <a:pt x="93450" y="56928"/>
                </a:cubicBezTo>
                <a:cubicBezTo>
                  <a:pt x="93450" y="50898"/>
                  <a:pt x="94416" y="45758"/>
                  <a:pt x="96348" y="41508"/>
                </a:cubicBezTo>
                <a:cubicBezTo>
                  <a:pt x="98281" y="37256"/>
                  <a:pt x="100813" y="33778"/>
                  <a:pt x="103943" y="31073"/>
                </a:cubicBezTo>
                <a:cubicBezTo>
                  <a:pt x="107073" y="28368"/>
                  <a:pt x="110648" y="26397"/>
                  <a:pt x="114668" y="25161"/>
                </a:cubicBezTo>
                <a:cubicBezTo>
                  <a:pt x="118687" y="23924"/>
                  <a:pt x="122822" y="23305"/>
                  <a:pt x="127073" y="23305"/>
                </a:cubicBezTo>
                <a:cubicBezTo>
                  <a:pt x="129701" y="23305"/>
                  <a:pt x="132154" y="23537"/>
                  <a:pt x="134434" y="24000"/>
                </a:cubicBezTo>
                <a:cubicBezTo>
                  <a:pt x="136715" y="24464"/>
                  <a:pt x="138706" y="25063"/>
                  <a:pt x="140407" y="25798"/>
                </a:cubicBezTo>
                <a:cubicBezTo>
                  <a:pt x="142108" y="26531"/>
                  <a:pt x="143460" y="27343"/>
                  <a:pt x="144465" y="28232"/>
                </a:cubicBezTo>
                <a:cubicBezTo>
                  <a:pt x="145470" y="29121"/>
                  <a:pt x="145973" y="29991"/>
                  <a:pt x="145973" y="30842"/>
                </a:cubicBezTo>
                <a:lnTo>
                  <a:pt x="145973" y="87074"/>
                </a:lnTo>
                <a:cubicBezTo>
                  <a:pt x="145973" y="90397"/>
                  <a:pt x="145392" y="93528"/>
                  <a:pt x="144232" y="96464"/>
                </a:cubicBezTo>
                <a:cubicBezTo>
                  <a:pt x="143072" y="99401"/>
                  <a:pt x="141411" y="101990"/>
                  <a:pt x="139246" y="104231"/>
                </a:cubicBezTo>
                <a:cubicBezTo>
                  <a:pt x="137082" y="106473"/>
                  <a:pt x="134454" y="108251"/>
                  <a:pt x="131363" y="109565"/>
                </a:cubicBezTo>
                <a:cubicBezTo>
                  <a:pt x="128272" y="110880"/>
                  <a:pt x="124794" y="111538"/>
                  <a:pt x="120929" y="111538"/>
                </a:cubicBezTo>
                <a:cubicBezTo>
                  <a:pt x="118841" y="111538"/>
                  <a:pt x="116792" y="111364"/>
                  <a:pt x="114783" y="111016"/>
                </a:cubicBezTo>
                <a:cubicBezTo>
                  <a:pt x="112773" y="110668"/>
                  <a:pt x="110957" y="110204"/>
                  <a:pt x="109334" y="109623"/>
                </a:cubicBezTo>
                <a:cubicBezTo>
                  <a:pt x="107711" y="109044"/>
                  <a:pt x="106320" y="108407"/>
                  <a:pt x="105160" y="107711"/>
                </a:cubicBezTo>
                <a:cubicBezTo>
                  <a:pt x="104001" y="107015"/>
                  <a:pt x="103228" y="106319"/>
                  <a:pt x="102841" y="105623"/>
                </a:cubicBezTo>
                <a:cubicBezTo>
                  <a:pt x="101527" y="102609"/>
                  <a:pt x="100870" y="100174"/>
                  <a:pt x="100870" y="98320"/>
                </a:cubicBezTo>
                <a:cubicBezTo>
                  <a:pt x="100870" y="97470"/>
                  <a:pt x="101256" y="97045"/>
                  <a:pt x="102029" y="97045"/>
                </a:cubicBezTo>
                <a:cubicBezTo>
                  <a:pt x="102494" y="97045"/>
                  <a:pt x="103209" y="97276"/>
                  <a:pt x="104175" y="97740"/>
                </a:cubicBezTo>
                <a:cubicBezTo>
                  <a:pt x="105141" y="98203"/>
                  <a:pt x="106319" y="98706"/>
                  <a:pt x="107710" y="99247"/>
                </a:cubicBezTo>
                <a:cubicBezTo>
                  <a:pt x="109101" y="99789"/>
                  <a:pt x="110705" y="100291"/>
                  <a:pt x="112522" y="100755"/>
                </a:cubicBezTo>
                <a:cubicBezTo>
                  <a:pt x="114338" y="101218"/>
                  <a:pt x="116367" y="101450"/>
                  <a:pt x="118609" y="101450"/>
                </a:cubicBezTo>
                <a:cubicBezTo>
                  <a:pt x="123016" y="101450"/>
                  <a:pt x="126590" y="100213"/>
                  <a:pt x="129334" y="97740"/>
                </a:cubicBezTo>
                <a:cubicBezTo>
                  <a:pt x="132078" y="95267"/>
                  <a:pt x="133451" y="91595"/>
                  <a:pt x="133451" y="86725"/>
                </a:cubicBezTo>
                <a:lnTo>
                  <a:pt x="133451" y="78493"/>
                </a:lnTo>
                <a:moveTo>
                  <a:pt x="133451" y="36986"/>
                </a:moveTo>
                <a:cubicBezTo>
                  <a:pt x="133451" y="35904"/>
                  <a:pt x="132774" y="34880"/>
                  <a:pt x="131421" y="33915"/>
                </a:cubicBezTo>
                <a:cubicBezTo>
                  <a:pt x="130069" y="32947"/>
                  <a:pt x="128156" y="32464"/>
                  <a:pt x="125682" y="32464"/>
                </a:cubicBezTo>
                <a:cubicBezTo>
                  <a:pt x="123209" y="32464"/>
                  <a:pt x="120851" y="32870"/>
                  <a:pt x="118609" y="33681"/>
                </a:cubicBezTo>
                <a:cubicBezTo>
                  <a:pt x="116367" y="34492"/>
                  <a:pt x="114396" y="35845"/>
                  <a:pt x="112695" y="37739"/>
                </a:cubicBezTo>
                <a:cubicBezTo>
                  <a:pt x="110995" y="39634"/>
                  <a:pt x="109643" y="42107"/>
                  <a:pt x="108638" y="45161"/>
                </a:cubicBezTo>
                <a:cubicBezTo>
                  <a:pt x="107633" y="48213"/>
                  <a:pt x="107131" y="51981"/>
                  <a:pt x="107131" y="56464"/>
                </a:cubicBezTo>
                <a:cubicBezTo>
                  <a:pt x="107131" y="60175"/>
                  <a:pt x="107556" y="63228"/>
                  <a:pt x="108407" y="65625"/>
                </a:cubicBezTo>
                <a:cubicBezTo>
                  <a:pt x="109257" y="68020"/>
                  <a:pt x="110377" y="69933"/>
                  <a:pt x="111768" y="71364"/>
                </a:cubicBezTo>
                <a:cubicBezTo>
                  <a:pt x="113160" y="72793"/>
                  <a:pt x="114744" y="73798"/>
                  <a:pt x="116522" y="74378"/>
                </a:cubicBezTo>
                <a:cubicBezTo>
                  <a:pt x="118300" y="74958"/>
                  <a:pt x="120117" y="75247"/>
                  <a:pt x="121972" y="75247"/>
                </a:cubicBezTo>
                <a:cubicBezTo>
                  <a:pt x="123517" y="75247"/>
                  <a:pt x="124986" y="74958"/>
                  <a:pt x="126378" y="74378"/>
                </a:cubicBezTo>
                <a:cubicBezTo>
                  <a:pt x="127769" y="73798"/>
                  <a:pt x="128986" y="73083"/>
                  <a:pt x="130029" y="72232"/>
                </a:cubicBezTo>
                <a:cubicBezTo>
                  <a:pt x="131073" y="71382"/>
                  <a:pt x="131904" y="70474"/>
                  <a:pt x="132522" y="69508"/>
                </a:cubicBezTo>
                <a:cubicBezTo>
                  <a:pt x="133141" y="68542"/>
                  <a:pt x="133451" y="67634"/>
                  <a:pt x="133451" y="66783"/>
                </a:cubicBezTo>
                <a:lnTo>
                  <a:pt x="133451" y="36986"/>
                </a:lnTo>
                <a:close/>
                <a:moveTo>
                  <a:pt x="171131" y="84291"/>
                </a:moveTo>
                <a:cubicBezTo>
                  <a:pt x="168734" y="84291"/>
                  <a:pt x="166898" y="83634"/>
                  <a:pt x="165623" y="82320"/>
                </a:cubicBezTo>
                <a:cubicBezTo>
                  <a:pt x="164349" y="81006"/>
                  <a:pt x="163711" y="78880"/>
                  <a:pt x="163711" y="75942"/>
                </a:cubicBezTo>
                <a:cubicBezTo>
                  <a:pt x="163711" y="70222"/>
                  <a:pt x="166184" y="67362"/>
                  <a:pt x="171131" y="67362"/>
                </a:cubicBezTo>
                <a:cubicBezTo>
                  <a:pt x="173604" y="67362"/>
                  <a:pt x="175537" y="68058"/>
                  <a:pt x="176928" y="69450"/>
                </a:cubicBezTo>
                <a:cubicBezTo>
                  <a:pt x="178320" y="70841"/>
                  <a:pt x="179016" y="73006"/>
                  <a:pt x="179016" y="75942"/>
                </a:cubicBezTo>
                <a:cubicBezTo>
                  <a:pt x="179016" y="78880"/>
                  <a:pt x="178339" y="81006"/>
                  <a:pt x="176987" y="82320"/>
                </a:cubicBezTo>
                <a:cubicBezTo>
                  <a:pt x="175634" y="83634"/>
                  <a:pt x="173682" y="84291"/>
                  <a:pt x="171131" y="84291"/>
                </a:cubicBezTo>
                <a:close/>
                <a:moveTo>
                  <a:pt x="198843" y="94262"/>
                </a:moveTo>
                <a:cubicBezTo>
                  <a:pt x="198224" y="94262"/>
                  <a:pt x="197721" y="94126"/>
                  <a:pt x="197334" y="93855"/>
                </a:cubicBezTo>
                <a:cubicBezTo>
                  <a:pt x="196948" y="93585"/>
                  <a:pt x="196755" y="93141"/>
                  <a:pt x="196755" y="92523"/>
                </a:cubicBezTo>
                <a:cubicBezTo>
                  <a:pt x="196755" y="91905"/>
                  <a:pt x="196968" y="91286"/>
                  <a:pt x="197392" y="90667"/>
                </a:cubicBezTo>
                <a:cubicBezTo>
                  <a:pt x="197818" y="90049"/>
                  <a:pt x="198301" y="89392"/>
                  <a:pt x="198841" y="88696"/>
                </a:cubicBezTo>
                <a:cubicBezTo>
                  <a:pt x="199382" y="88000"/>
                  <a:pt x="199865" y="87227"/>
                  <a:pt x="200290" y="86377"/>
                </a:cubicBezTo>
                <a:cubicBezTo>
                  <a:pt x="200716" y="85528"/>
                  <a:pt x="200929" y="84562"/>
                  <a:pt x="200929" y="83479"/>
                </a:cubicBezTo>
                <a:cubicBezTo>
                  <a:pt x="200929" y="82706"/>
                  <a:pt x="200794" y="82127"/>
                  <a:pt x="200523" y="81740"/>
                </a:cubicBezTo>
                <a:cubicBezTo>
                  <a:pt x="200253" y="81353"/>
                  <a:pt x="199944" y="80889"/>
                  <a:pt x="199596" y="80349"/>
                </a:cubicBezTo>
                <a:cubicBezTo>
                  <a:pt x="199249" y="79808"/>
                  <a:pt x="198919" y="79035"/>
                  <a:pt x="198609" y="78030"/>
                </a:cubicBezTo>
                <a:cubicBezTo>
                  <a:pt x="198300" y="77025"/>
                  <a:pt x="198146" y="75556"/>
                  <a:pt x="198146" y="73623"/>
                </a:cubicBezTo>
                <a:cubicBezTo>
                  <a:pt x="198146" y="71150"/>
                  <a:pt x="198783" y="69372"/>
                  <a:pt x="200058" y="68291"/>
                </a:cubicBezTo>
                <a:cubicBezTo>
                  <a:pt x="201334" y="67208"/>
                  <a:pt x="203209" y="66667"/>
                  <a:pt x="205682" y="66667"/>
                </a:cubicBezTo>
                <a:cubicBezTo>
                  <a:pt x="208001" y="66667"/>
                  <a:pt x="209779" y="67228"/>
                  <a:pt x="211016" y="68349"/>
                </a:cubicBezTo>
                <a:cubicBezTo>
                  <a:pt x="212254" y="69470"/>
                  <a:pt x="212872" y="71383"/>
                  <a:pt x="212872" y="74088"/>
                </a:cubicBezTo>
                <a:cubicBezTo>
                  <a:pt x="212872" y="76716"/>
                  <a:pt x="212350" y="79267"/>
                  <a:pt x="211306" y="81740"/>
                </a:cubicBezTo>
                <a:cubicBezTo>
                  <a:pt x="210263" y="84213"/>
                  <a:pt x="208987" y="86377"/>
                  <a:pt x="207480" y="88233"/>
                </a:cubicBezTo>
                <a:cubicBezTo>
                  <a:pt x="205972" y="90088"/>
                  <a:pt x="204426" y="91556"/>
                  <a:pt x="202841" y="92638"/>
                </a:cubicBezTo>
                <a:cubicBezTo>
                  <a:pt x="201257" y="93720"/>
                  <a:pt x="199924" y="94262"/>
                  <a:pt x="198843" y="94262"/>
                </a:cubicBezTo>
                <a:close/>
                <a:moveTo>
                  <a:pt x="261915" y="83479"/>
                </a:moveTo>
                <a:cubicBezTo>
                  <a:pt x="259441" y="83479"/>
                  <a:pt x="257759" y="83305"/>
                  <a:pt x="256870" y="82957"/>
                </a:cubicBezTo>
                <a:cubicBezTo>
                  <a:pt x="255982" y="82609"/>
                  <a:pt x="255538" y="82126"/>
                  <a:pt x="255538" y="81508"/>
                </a:cubicBezTo>
                <a:lnTo>
                  <a:pt x="255538" y="11363"/>
                </a:lnTo>
                <a:cubicBezTo>
                  <a:pt x="255538" y="10513"/>
                  <a:pt x="256117" y="9682"/>
                  <a:pt x="257277" y="8870"/>
                </a:cubicBezTo>
                <a:cubicBezTo>
                  <a:pt x="258436" y="8058"/>
                  <a:pt x="260040" y="7343"/>
                  <a:pt x="262089" y="6725"/>
                </a:cubicBezTo>
                <a:cubicBezTo>
                  <a:pt x="264138" y="6106"/>
                  <a:pt x="266572" y="5624"/>
                  <a:pt x="269394" y="5276"/>
                </a:cubicBezTo>
                <a:cubicBezTo>
                  <a:pt x="272215" y="4928"/>
                  <a:pt x="275248" y="4754"/>
                  <a:pt x="278494" y="4754"/>
                </a:cubicBezTo>
                <a:cubicBezTo>
                  <a:pt x="288697" y="4754"/>
                  <a:pt x="296678" y="7150"/>
                  <a:pt x="302436" y="11943"/>
                </a:cubicBezTo>
                <a:cubicBezTo>
                  <a:pt x="308195" y="16736"/>
                  <a:pt x="311075" y="23460"/>
                  <a:pt x="311075" y="32117"/>
                </a:cubicBezTo>
                <a:cubicBezTo>
                  <a:pt x="311075" y="37218"/>
                  <a:pt x="310244" y="41662"/>
                  <a:pt x="308582" y="45449"/>
                </a:cubicBezTo>
                <a:cubicBezTo>
                  <a:pt x="306920" y="49236"/>
                  <a:pt x="304659" y="52406"/>
                  <a:pt x="301799" y="54957"/>
                </a:cubicBezTo>
                <a:cubicBezTo>
                  <a:pt x="298939" y="57508"/>
                  <a:pt x="295596" y="59421"/>
                  <a:pt x="291770" y="60698"/>
                </a:cubicBezTo>
                <a:cubicBezTo>
                  <a:pt x="287944" y="61973"/>
                  <a:pt x="283905" y="62610"/>
                  <a:pt x="279655" y="62610"/>
                </a:cubicBezTo>
                <a:cubicBezTo>
                  <a:pt x="276408" y="62610"/>
                  <a:pt x="273722" y="62359"/>
                  <a:pt x="271596" y="61856"/>
                </a:cubicBezTo>
                <a:cubicBezTo>
                  <a:pt x="269471" y="61354"/>
                  <a:pt x="268331" y="61064"/>
                  <a:pt x="268176" y="60986"/>
                </a:cubicBezTo>
                <a:lnTo>
                  <a:pt x="268176" y="81508"/>
                </a:lnTo>
                <a:cubicBezTo>
                  <a:pt x="268176" y="82049"/>
                  <a:pt x="267751" y="82514"/>
                  <a:pt x="266901" y="82900"/>
                </a:cubicBezTo>
                <a:cubicBezTo>
                  <a:pt x="266051" y="83286"/>
                  <a:pt x="264389" y="83479"/>
                  <a:pt x="261915" y="83479"/>
                </a:cubicBezTo>
                <a:moveTo>
                  <a:pt x="268176" y="48117"/>
                </a:moveTo>
                <a:cubicBezTo>
                  <a:pt x="268408" y="49121"/>
                  <a:pt x="269374" y="50029"/>
                  <a:pt x="271074" y="50842"/>
                </a:cubicBezTo>
                <a:cubicBezTo>
                  <a:pt x="272775" y="51653"/>
                  <a:pt x="275519" y="52059"/>
                  <a:pt x="279306" y="52059"/>
                </a:cubicBezTo>
                <a:cubicBezTo>
                  <a:pt x="284872" y="52059"/>
                  <a:pt x="289297" y="50417"/>
                  <a:pt x="292582" y="47132"/>
                </a:cubicBezTo>
                <a:cubicBezTo>
                  <a:pt x="295867" y="43846"/>
                  <a:pt x="297509" y="38996"/>
                  <a:pt x="297509" y="32581"/>
                </a:cubicBezTo>
                <a:cubicBezTo>
                  <a:pt x="297509" y="26397"/>
                  <a:pt x="295885" y="21952"/>
                  <a:pt x="292638" y="19247"/>
                </a:cubicBezTo>
                <a:cubicBezTo>
                  <a:pt x="289393" y="16541"/>
                  <a:pt x="284755" y="15188"/>
                  <a:pt x="278726" y="15188"/>
                </a:cubicBezTo>
                <a:cubicBezTo>
                  <a:pt x="275248" y="15188"/>
                  <a:pt x="272620" y="15633"/>
                  <a:pt x="270843" y="16522"/>
                </a:cubicBezTo>
                <a:cubicBezTo>
                  <a:pt x="269065" y="17411"/>
                  <a:pt x="268176" y="18474"/>
                  <a:pt x="268176" y="19710"/>
                </a:cubicBezTo>
                <a:lnTo>
                  <a:pt x="268176" y="48117"/>
                </a:lnTo>
                <a:close/>
                <a:moveTo>
                  <a:pt x="351306" y="84523"/>
                </a:moveTo>
                <a:cubicBezTo>
                  <a:pt x="347287" y="84523"/>
                  <a:pt x="343481" y="83982"/>
                  <a:pt x="339886" y="82900"/>
                </a:cubicBezTo>
                <a:cubicBezTo>
                  <a:pt x="336292" y="81818"/>
                  <a:pt x="333123" y="80117"/>
                  <a:pt x="330378" y="77798"/>
                </a:cubicBezTo>
                <a:cubicBezTo>
                  <a:pt x="327635" y="75479"/>
                  <a:pt x="325471" y="72523"/>
                  <a:pt x="323886" y="68929"/>
                </a:cubicBezTo>
                <a:cubicBezTo>
                  <a:pt x="322302" y="65335"/>
                  <a:pt x="321510" y="61025"/>
                  <a:pt x="321510" y="56001"/>
                </a:cubicBezTo>
                <a:cubicBezTo>
                  <a:pt x="321510" y="50204"/>
                  <a:pt x="322341" y="45238"/>
                  <a:pt x="324002" y="41103"/>
                </a:cubicBezTo>
                <a:cubicBezTo>
                  <a:pt x="325664" y="36966"/>
                  <a:pt x="327867" y="33584"/>
                  <a:pt x="330610" y="30957"/>
                </a:cubicBezTo>
                <a:cubicBezTo>
                  <a:pt x="333355" y="28329"/>
                  <a:pt x="336427" y="26397"/>
                  <a:pt x="339827" y="25161"/>
                </a:cubicBezTo>
                <a:cubicBezTo>
                  <a:pt x="343229" y="23924"/>
                  <a:pt x="346669" y="23305"/>
                  <a:pt x="350147" y="23305"/>
                </a:cubicBezTo>
                <a:cubicBezTo>
                  <a:pt x="353703" y="23305"/>
                  <a:pt x="356814" y="23730"/>
                  <a:pt x="359481" y="24581"/>
                </a:cubicBezTo>
                <a:cubicBezTo>
                  <a:pt x="362147" y="25431"/>
                  <a:pt x="364370" y="26590"/>
                  <a:pt x="366147" y="28059"/>
                </a:cubicBezTo>
                <a:cubicBezTo>
                  <a:pt x="367924" y="29527"/>
                  <a:pt x="369258" y="31247"/>
                  <a:pt x="370147" y="33217"/>
                </a:cubicBezTo>
                <a:cubicBezTo>
                  <a:pt x="371036" y="35188"/>
                  <a:pt x="371481" y="37333"/>
                  <a:pt x="371481" y="39652"/>
                </a:cubicBezTo>
                <a:cubicBezTo>
                  <a:pt x="371481" y="43595"/>
                  <a:pt x="370302" y="46977"/>
                  <a:pt x="367944" y="49798"/>
                </a:cubicBezTo>
                <a:cubicBezTo>
                  <a:pt x="365587" y="52619"/>
                  <a:pt x="362630" y="54919"/>
                  <a:pt x="359074" y="56698"/>
                </a:cubicBezTo>
                <a:cubicBezTo>
                  <a:pt x="355519" y="58475"/>
                  <a:pt x="351655" y="59808"/>
                  <a:pt x="347481" y="60698"/>
                </a:cubicBezTo>
                <a:cubicBezTo>
                  <a:pt x="343307" y="61586"/>
                  <a:pt x="339403" y="62107"/>
                  <a:pt x="335771" y="62262"/>
                </a:cubicBezTo>
                <a:cubicBezTo>
                  <a:pt x="336852" y="66667"/>
                  <a:pt x="338978" y="69778"/>
                  <a:pt x="342147" y="71596"/>
                </a:cubicBezTo>
                <a:cubicBezTo>
                  <a:pt x="345316" y="73412"/>
                  <a:pt x="348910" y="74320"/>
                  <a:pt x="352930" y="74320"/>
                </a:cubicBezTo>
                <a:cubicBezTo>
                  <a:pt x="355248" y="74320"/>
                  <a:pt x="357296" y="74088"/>
                  <a:pt x="359074" y="73625"/>
                </a:cubicBezTo>
                <a:cubicBezTo>
                  <a:pt x="360852" y="73160"/>
                  <a:pt x="362379" y="72638"/>
                  <a:pt x="363654" y="72059"/>
                </a:cubicBezTo>
                <a:cubicBezTo>
                  <a:pt x="364929" y="71479"/>
                  <a:pt x="365992" y="70919"/>
                  <a:pt x="366842" y="70378"/>
                </a:cubicBezTo>
                <a:cubicBezTo>
                  <a:pt x="367693" y="69837"/>
                  <a:pt x="368350" y="69527"/>
                  <a:pt x="368813" y="69450"/>
                </a:cubicBezTo>
                <a:cubicBezTo>
                  <a:pt x="370050" y="69063"/>
                  <a:pt x="370669" y="69450"/>
                  <a:pt x="370669" y="70610"/>
                </a:cubicBezTo>
                <a:cubicBezTo>
                  <a:pt x="370669" y="71537"/>
                  <a:pt x="370495" y="72619"/>
                  <a:pt x="370147" y="73857"/>
                </a:cubicBezTo>
                <a:cubicBezTo>
                  <a:pt x="369799" y="75093"/>
                  <a:pt x="369316" y="76406"/>
                  <a:pt x="368698" y="77798"/>
                </a:cubicBezTo>
                <a:cubicBezTo>
                  <a:pt x="368389" y="78338"/>
                  <a:pt x="367732" y="78995"/>
                  <a:pt x="366727" y="79769"/>
                </a:cubicBezTo>
                <a:cubicBezTo>
                  <a:pt x="365722" y="80542"/>
                  <a:pt x="364466" y="81276"/>
                  <a:pt x="362959" y="81972"/>
                </a:cubicBezTo>
                <a:cubicBezTo>
                  <a:pt x="361452" y="82667"/>
                  <a:pt x="359693" y="83267"/>
                  <a:pt x="357683" y="83769"/>
                </a:cubicBezTo>
                <a:cubicBezTo>
                  <a:pt x="355674" y="84271"/>
                  <a:pt x="353548" y="84523"/>
                  <a:pt x="351306" y="84523"/>
                </a:cubicBezTo>
                <a:moveTo>
                  <a:pt x="335074" y="55073"/>
                </a:moveTo>
                <a:cubicBezTo>
                  <a:pt x="337857" y="54919"/>
                  <a:pt x="340659" y="54474"/>
                  <a:pt x="343481" y="53740"/>
                </a:cubicBezTo>
                <a:cubicBezTo>
                  <a:pt x="346302" y="53005"/>
                  <a:pt x="348852" y="51962"/>
                  <a:pt x="351132" y="50610"/>
                </a:cubicBezTo>
                <a:cubicBezTo>
                  <a:pt x="353412" y="49257"/>
                  <a:pt x="355248" y="47615"/>
                  <a:pt x="356640" y="45683"/>
                </a:cubicBezTo>
                <a:cubicBezTo>
                  <a:pt x="358031" y="43750"/>
                  <a:pt x="358727" y="41508"/>
                  <a:pt x="358727" y="38957"/>
                </a:cubicBezTo>
                <a:cubicBezTo>
                  <a:pt x="358727" y="36870"/>
                  <a:pt x="357992" y="35131"/>
                  <a:pt x="356523" y="33739"/>
                </a:cubicBezTo>
                <a:cubicBezTo>
                  <a:pt x="355054" y="32348"/>
                  <a:pt x="353084" y="31652"/>
                  <a:pt x="350610" y="31652"/>
                </a:cubicBezTo>
                <a:cubicBezTo>
                  <a:pt x="348678" y="31652"/>
                  <a:pt x="346804" y="32058"/>
                  <a:pt x="344988" y="32871"/>
                </a:cubicBezTo>
                <a:cubicBezTo>
                  <a:pt x="343172" y="33682"/>
                  <a:pt x="341548" y="35016"/>
                  <a:pt x="340117" y="36871"/>
                </a:cubicBezTo>
                <a:cubicBezTo>
                  <a:pt x="338688" y="38725"/>
                  <a:pt x="337509" y="41140"/>
                  <a:pt x="336581" y="44117"/>
                </a:cubicBezTo>
                <a:cubicBezTo>
                  <a:pt x="335654" y="47093"/>
                  <a:pt x="335151" y="50745"/>
                  <a:pt x="335074" y="55073"/>
                </a:cubicBezTo>
                <a:close/>
                <a:moveTo>
                  <a:pt x="391886" y="83479"/>
                </a:moveTo>
                <a:cubicBezTo>
                  <a:pt x="389259" y="83479"/>
                  <a:pt x="387558" y="83286"/>
                  <a:pt x="386784" y="82900"/>
                </a:cubicBezTo>
                <a:cubicBezTo>
                  <a:pt x="386012" y="82514"/>
                  <a:pt x="385625" y="82011"/>
                  <a:pt x="385625" y="81391"/>
                </a:cubicBezTo>
                <a:lnTo>
                  <a:pt x="385625" y="38376"/>
                </a:lnTo>
                <a:cubicBezTo>
                  <a:pt x="385625" y="36908"/>
                  <a:pt x="385452" y="35691"/>
                  <a:pt x="385104" y="34725"/>
                </a:cubicBezTo>
                <a:cubicBezTo>
                  <a:pt x="384757" y="33759"/>
                  <a:pt x="384371" y="32947"/>
                  <a:pt x="383945" y="32290"/>
                </a:cubicBezTo>
                <a:cubicBezTo>
                  <a:pt x="383520" y="31633"/>
                  <a:pt x="383134" y="31112"/>
                  <a:pt x="382786" y="30725"/>
                </a:cubicBezTo>
                <a:cubicBezTo>
                  <a:pt x="382438" y="30338"/>
                  <a:pt x="382264" y="29952"/>
                  <a:pt x="382264" y="29566"/>
                </a:cubicBezTo>
                <a:cubicBezTo>
                  <a:pt x="382264" y="29102"/>
                  <a:pt x="382650" y="28523"/>
                  <a:pt x="383423" y="27827"/>
                </a:cubicBezTo>
                <a:cubicBezTo>
                  <a:pt x="384197" y="27131"/>
                  <a:pt x="385105" y="26455"/>
                  <a:pt x="386147" y="25798"/>
                </a:cubicBezTo>
                <a:cubicBezTo>
                  <a:pt x="387191" y="25141"/>
                  <a:pt x="388254" y="24581"/>
                  <a:pt x="389335" y="24117"/>
                </a:cubicBezTo>
                <a:cubicBezTo>
                  <a:pt x="390418" y="23652"/>
                  <a:pt x="391268" y="23420"/>
                  <a:pt x="391886" y="23420"/>
                </a:cubicBezTo>
                <a:cubicBezTo>
                  <a:pt x="393433" y="23420"/>
                  <a:pt x="394689" y="24155"/>
                  <a:pt x="395655" y="25624"/>
                </a:cubicBezTo>
                <a:cubicBezTo>
                  <a:pt x="396622" y="27093"/>
                  <a:pt x="397414" y="29064"/>
                  <a:pt x="398033" y="31537"/>
                </a:cubicBezTo>
                <a:cubicBezTo>
                  <a:pt x="399269" y="29991"/>
                  <a:pt x="400660" y="28599"/>
                  <a:pt x="402206" y="27363"/>
                </a:cubicBezTo>
                <a:cubicBezTo>
                  <a:pt x="403520" y="26358"/>
                  <a:pt x="405085" y="25431"/>
                  <a:pt x="406901" y="24581"/>
                </a:cubicBezTo>
                <a:cubicBezTo>
                  <a:pt x="408718" y="23730"/>
                  <a:pt x="410670" y="23305"/>
                  <a:pt x="412757" y="23305"/>
                </a:cubicBezTo>
                <a:cubicBezTo>
                  <a:pt x="414071" y="23305"/>
                  <a:pt x="415327" y="23421"/>
                  <a:pt x="416525" y="23653"/>
                </a:cubicBezTo>
                <a:cubicBezTo>
                  <a:pt x="417724" y="23885"/>
                  <a:pt x="418806" y="24213"/>
                  <a:pt x="419772" y="24639"/>
                </a:cubicBezTo>
                <a:cubicBezTo>
                  <a:pt x="420738" y="25063"/>
                  <a:pt x="421510" y="25527"/>
                  <a:pt x="422089" y="26029"/>
                </a:cubicBezTo>
                <a:cubicBezTo>
                  <a:pt x="422670" y="26532"/>
                  <a:pt x="422960" y="27054"/>
                  <a:pt x="422960" y="27595"/>
                </a:cubicBezTo>
                <a:cubicBezTo>
                  <a:pt x="422960" y="28059"/>
                  <a:pt x="422709" y="28812"/>
                  <a:pt x="422206" y="29856"/>
                </a:cubicBezTo>
                <a:cubicBezTo>
                  <a:pt x="421704" y="30899"/>
                  <a:pt x="421066" y="31961"/>
                  <a:pt x="420292" y="33044"/>
                </a:cubicBezTo>
                <a:cubicBezTo>
                  <a:pt x="419519" y="34126"/>
                  <a:pt x="418747" y="35073"/>
                  <a:pt x="417974" y="35885"/>
                </a:cubicBezTo>
                <a:cubicBezTo>
                  <a:pt x="417202" y="36697"/>
                  <a:pt x="416506" y="37103"/>
                  <a:pt x="415887" y="37103"/>
                </a:cubicBezTo>
                <a:cubicBezTo>
                  <a:pt x="415501" y="37103"/>
                  <a:pt x="415076" y="36948"/>
                  <a:pt x="414611" y="36639"/>
                </a:cubicBezTo>
                <a:cubicBezTo>
                  <a:pt x="414148" y="36329"/>
                  <a:pt x="413607" y="36000"/>
                  <a:pt x="412989" y="35652"/>
                </a:cubicBezTo>
                <a:cubicBezTo>
                  <a:pt x="412371" y="35304"/>
                  <a:pt x="411675" y="34975"/>
                  <a:pt x="410901" y="34666"/>
                </a:cubicBezTo>
                <a:cubicBezTo>
                  <a:pt x="410129" y="34357"/>
                  <a:pt x="409201" y="34203"/>
                  <a:pt x="408118" y="34203"/>
                </a:cubicBezTo>
                <a:cubicBezTo>
                  <a:pt x="406805" y="34203"/>
                  <a:pt x="405548" y="34531"/>
                  <a:pt x="404350" y="35188"/>
                </a:cubicBezTo>
                <a:cubicBezTo>
                  <a:pt x="403153" y="35845"/>
                  <a:pt x="402090" y="36715"/>
                  <a:pt x="401162" y="37798"/>
                </a:cubicBezTo>
                <a:cubicBezTo>
                  <a:pt x="400235" y="38879"/>
                  <a:pt x="399501" y="40058"/>
                  <a:pt x="398960" y="41334"/>
                </a:cubicBezTo>
                <a:cubicBezTo>
                  <a:pt x="398418" y="42609"/>
                  <a:pt x="398147" y="43904"/>
                  <a:pt x="398147" y="45218"/>
                </a:cubicBezTo>
                <a:lnTo>
                  <a:pt x="398147" y="81391"/>
                </a:lnTo>
                <a:cubicBezTo>
                  <a:pt x="398147" y="82011"/>
                  <a:pt x="397761" y="82514"/>
                  <a:pt x="396989" y="82900"/>
                </a:cubicBezTo>
                <a:cubicBezTo>
                  <a:pt x="396216" y="83286"/>
                  <a:pt x="394515" y="83479"/>
                  <a:pt x="391886" y="83479"/>
                </a:cubicBezTo>
                <a:close/>
                <a:moveTo>
                  <a:pt x="462612" y="24349"/>
                </a:moveTo>
                <a:cubicBezTo>
                  <a:pt x="463695" y="24349"/>
                  <a:pt x="464236" y="24890"/>
                  <a:pt x="464236" y="25971"/>
                </a:cubicBezTo>
                <a:cubicBezTo>
                  <a:pt x="464236" y="26589"/>
                  <a:pt x="464043" y="27343"/>
                  <a:pt x="463656" y="28232"/>
                </a:cubicBezTo>
                <a:cubicBezTo>
                  <a:pt x="463269" y="29121"/>
                  <a:pt x="462766" y="29991"/>
                  <a:pt x="462148" y="30842"/>
                </a:cubicBezTo>
                <a:cubicBezTo>
                  <a:pt x="461530" y="31692"/>
                  <a:pt x="460893" y="32407"/>
                  <a:pt x="460236" y="32987"/>
                </a:cubicBezTo>
                <a:cubicBezTo>
                  <a:pt x="459579" y="33567"/>
                  <a:pt x="458941" y="33856"/>
                  <a:pt x="458322" y="33856"/>
                </a:cubicBezTo>
                <a:lnTo>
                  <a:pt x="448236" y="33856"/>
                </a:lnTo>
                <a:lnTo>
                  <a:pt x="448236" y="81391"/>
                </a:lnTo>
                <a:cubicBezTo>
                  <a:pt x="448236" y="82011"/>
                  <a:pt x="447868" y="82514"/>
                  <a:pt x="447134" y="82900"/>
                </a:cubicBezTo>
                <a:cubicBezTo>
                  <a:pt x="446399" y="83286"/>
                  <a:pt x="444679" y="83479"/>
                  <a:pt x="441975" y="83479"/>
                </a:cubicBezTo>
                <a:cubicBezTo>
                  <a:pt x="439346" y="83479"/>
                  <a:pt x="437664" y="83286"/>
                  <a:pt x="436929" y="82900"/>
                </a:cubicBezTo>
                <a:cubicBezTo>
                  <a:pt x="436196" y="82514"/>
                  <a:pt x="435829" y="82011"/>
                  <a:pt x="435829" y="81391"/>
                </a:cubicBezTo>
                <a:lnTo>
                  <a:pt x="435829" y="33856"/>
                </a:lnTo>
                <a:lnTo>
                  <a:pt x="431539" y="33856"/>
                </a:lnTo>
                <a:cubicBezTo>
                  <a:pt x="430998" y="33856"/>
                  <a:pt x="430535" y="33508"/>
                  <a:pt x="430148" y="32812"/>
                </a:cubicBezTo>
                <a:cubicBezTo>
                  <a:pt x="429761" y="32116"/>
                  <a:pt x="429568" y="30880"/>
                  <a:pt x="429568" y="29102"/>
                </a:cubicBezTo>
                <a:cubicBezTo>
                  <a:pt x="429568" y="27247"/>
                  <a:pt x="429761" y="25991"/>
                  <a:pt x="430148" y="25334"/>
                </a:cubicBezTo>
                <a:cubicBezTo>
                  <a:pt x="430535" y="24677"/>
                  <a:pt x="431037" y="24349"/>
                  <a:pt x="431655" y="24349"/>
                </a:cubicBezTo>
                <a:lnTo>
                  <a:pt x="435829" y="24349"/>
                </a:lnTo>
                <a:lnTo>
                  <a:pt x="435829" y="23188"/>
                </a:lnTo>
                <a:cubicBezTo>
                  <a:pt x="435829" y="19710"/>
                  <a:pt x="436351" y="16541"/>
                  <a:pt x="437395" y="13681"/>
                </a:cubicBezTo>
                <a:cubicBezTo>
                  <a:pt x="438438" y="10821"/>
                  <a:pt x="439946" y="8386"/>
                  <a:pt x="441916" y="6378"/>
                </a:cubicBezTo>
                <a:cubicBezTo>
                  <a:pt x="443887" y="4368"/>
                  <a:pt x="446264" y="2803"/>
                  <a:pt x="449046" y="1682"/>
                </a:cubicBezTo>
                <a:cubicBezTo>
                  <a:pt x="451830" y="561"/>
                  <a:pt x="454999" y="0"/>
                  <a:pt x="458554" y="0"/>
                </a:cubicBezTo>
                <a:cubicBezTo>
                  <a:pt x="460178" y="0"/>
                  <a:pt x="461724" y="174"/>
                  <a:pt x="463192" y="522"/>
                </a:cubicBezTo>
                <a:cubicBezTo>
                  <a:pt x="464661" y="870"/>
                  <a:pt x="465974" y="1314"/>
                  <a:pt x="467134" y="1856"/>
                </a:cubicBezTo>
                <a:cubicBezTo>
                  <a:pt x="468293" y="2396"/>
                  <a:pt x="469201" y="2937"/>
                  <a:pt x="469858" y="3478"/>
                </a:cubicBezTo>
                <a:cubicBezTo>
                  <a:pt x="470515" y="4019"/>
                  <a:pt x="470844" y="4522"/>
                  <a:pt x="470844" y="4985"/>
                </a:cubicBezTo>
                <a:cubicBezTo>
                  <a:pt x="470844" y="5449"/>
                  <a:pt x="470593" y="6087"/>
                  <a:pt x="470090" y="6900"/>
                </a:cubicBezTo>
                <a:cubicBezTo>
                  <a:pt x="469588" y="7711"/>
                  <a:pt x="469008" y="8523"/>
                  <a:pt x="468351" y="9334"/>
                </a:cubicBezTo>
                <a:cubicBezTo>
                  <a:pt x="467694" y="10145"/>
                  <a:pt x="467037" y="10841"/>
                  <a:pt x="466380" y="11422"/>
                </a:cubicBezTo>
                <a:cubicBezTo>
                  <a:pt x="465723" y="12001"/>
                  <a:pt x="465201" y="12290"/>
                  <a:pt x="464815" y="12290"/>
                </a:cubicBezTo>
                <a:cubicBezTo>
                  <a:pt x="464351" y="12290"/>
                  <a:pt x="463888" y="12136"/>
                  <a:pt x="463424" y="11827"/>
                </a:cubicBezTo>
                <a:cubicBezTo>
                  <a:pt x="462960" y="11518"/>
                  <a:pt x="462439" y="11189"/>
                  <a:pt x="461858" y="10841"/>
                </a:cubicBezTo>
                <a:cubicBezTo>
                  <a:pt x="461279" y="10493"/>
                  <a:pt x="460603" y="10184"/>
                  <a:pt x="459829" y="9914"/>
                </a:cubicBezTo>
                <a:cubicBezTo>
                  <a:pt x="459057" y="9643"/>
                  <a:pt x="458091" y="9507"/>
                  <a:pt x="456931" y="9507"/>
                </a:cubicBezTo>
                <a:cubicBezTo>
                  <a:pt x="454612" y="9507"/>
                  <a:pt x="452583" y="10454"/>
                  <a:pt x="450844" y="12349"/>
                </a:cubicBezTo>
                <a:cubicBezTo>
                  <a:pt x="449105" y="14242"/>
                  <a:pt x="448236" y="16927"/>
                  <a:pt x="448236" y="20405"/>
                </a:cubicBezTo>
                <a:lnTo>
                  <a:pt x="448236" y="24349"/>
                </a:lnTo>
                <a:lnTo>
                  <a:pt x="462612" y="24349"/>
                </a:lnTo>
                <a:close/>
                <a:moveTo>
                  <a:pt x="505395" y="84406"/>
                </a:moveTo>
                <a:cubicBezTo>
                  <a:pt x="501685" y="84406"/>
                  <a:pt x="498110" y="83807"/>
                  <a:pt x="494669" y="82610"/>
                </a:cubicBezTo>
                <a:cubicBezTo>
                  <a:pt x="491230" y="81412"/>
                  <a:pt x="488177" y="79557"/>
                  <a:pt x="485510" y="77045"/>
                </a:cubicBezTo>
                <a:cubicBezTo>
                  <a:pt x="482844" y="74532"/>
                  <a:pt x="480718" y="71344"/>
                  <a:pt x="479132" y="67479"/>
                </a:cubicBezTo>
                <a:cubicBezTo>
                  <a:pt x="477549" y="63614"/>
                  <a:pt x="476757" y="59015"/>
                  <a:pt x="476757" y="53681"/>
                </a:cubicBezTo>
                <a:cubicBezTo>
                  <a:pt x="476757" y="48348"/>
                  <a:pt x="477549" y="43768"/>
                  <a:pt x="479132" y="39942"/>
                </a:cubicBezTo>
                <a:cubicBezTo>
                  <a:pt x="480718" y="36116"/>
                  <a:pt x="482844" y="32966"/>
                  <a:pt x="485510" y="30493"/>
                </a:cubicBezTo>
                <a:cubicBezTo>
                  <a:pt x="488177" y="28020"/>
                  <a:pt x="491230" y="26203"/>
                  <a:pt x="494669" y="25044"/>
                </a:cubicBezTo>
                <a:cubicBezTo>
                  <a:pt x="498110" y="23885"/>
                  <a:pt x="501685" y="23305"/>
                  <a:pt x="505395" y="23305"/>
                </a:cubicBezTo>
                <a:cubicBezTo>
                  <a:pt x="509028" y="23305"/>
                  <a:pt x="512564" y="23885"/>
                  <a:pt x="516003" y="25044"/>
                </a:cubicBezTo>
                <a:cubicBezTo>
                  <a:pt x="519442" y="26203"/>
                  <a:pt x="522476" y="28020"/>
                  <a:pt x="525104" y="30493"/>
                </a:cubicBezTo>
                <a:cubicBezTo>
                  <a:pt x="527733" y="32966"/>
                  <a:pt x="529839" y="36116"/>
                  <a:pt x="531423" y="39942"/>
                </a:cubicBezTo>
                <a:cubicBezTo>
                  <a:pt x="533008" y="43768"/>
                  <a:pt x="533801" y="48348"/>
                  <a:pt x="533801" y="53681"/>
                </a:cubicBezTo>
                <a:cubicBezTo>
                  <a:pt x="533801" y="59015"/>
                  <a:pt x="533008" y="63614"/>
                  <a:pt x="531423" y="67479"/>
                </a:cubicBezTo>
                <a:cubicBezTo>
                  <a:pt x="529839" y="71344"/>
                  <a:pt x="527733" y="74532"/>
                  <a:pt x="525104" y="77045"/>
                </a:cubicBezTo>
                <a:cubicBezTo>
                  <a:pt x="522476" y="79557"/>
                  <a:pt x="519442" y="81412"/>
                  <a:pt x="516003" y="82610"/>
                </a:cubicBezTo>
                <a:cubicBezTo>
                  <a:pt x="512564" y="83807"/>
                  <a:pt x="509028" y="84406"/>
                  <a:pt x="505395" y="84406"/>
                </a:cubicBezTo>
                <a:moveTo>
                  <a:pt x="505395" y="75247"/>
                </a:moveTo>
                <a:cubicBezTo>
                  <a:pt x="507404" y="75247"/>
                  <a:pt x="509297" y="74841"/>
                  <a:pt x="511074" y="74030"/>
                </a:cubicBezTo>
                <a:cubicBezTo>
                  <a:pt x="512853" y="73218"/>
                  <a:pt x="514419" y="71943"/>
                  <a:pt x="515772" y="70205"/>
                </a:cubicBezTo>
                <a:cubicBezTo>
                  <a:pt x="517124" y="68465"/>
                  <a:pt x="518206" y="66224"/>
                  <a:pt x="519018" y="63480"/>
                </a:cubicBezTo>
                <a:cubicBezTo>
                  <a:pt x="519829" y="60736"/>
                  <a:pt x="520235" y="57392"/>
                  <a:pt x="520235" y="53449"/>
                </a:cubicBezTo>
                <a:cubicBezTo>
                  <a:pt x="520235" y="49508"/>
                  <a:pt x="519829" y="46165"/>
                  <a:pt x="519018" y="43422"/>
                </a:cubicBezTo>
                <a:cubicBezTo>
                  <a:pt x="518206" y="40677"/>
                  <a:pt x="517124" y="38455"/>
                  <a:pt x="515772" y="36754"/>
                </a:cubicBezTo>
                <a:cubicBezTo>
                  <a:pt x="514419" y="35053"/>
                  <a:pt x="512853" y="33817"/>
                  <a:pt x="511074" y="33044"/>
                </a:cubicBezTo>
                <a:cubicBezTo>
                  <a:pt x="509297" y="32270"/>
                  <a:pt x="507404" y="31884"/>
                  <a:pt x="505395" y="31884"/>
                </a:cubicBezTo>
                <a:cubicBezTo>
                  <a:pt x="503386" y="31884"/>
                  <a:pt x="501472" y="32270"/>
                  <a:pt x="499655" y="33044"/>
                </a:cubicBezTo>
                <a:cubicBezTo>
                  <a:pt x="497838" y="33817"/>
                  <a:pt x="496234" y="35053"/>
                  <a:pt x="494843" y="36754"/>
                </a:cubicBezTo>
                <a:cubicBezTo>
                  <a:pt x="493452" y="38455"/>
                  <a:pt x="492351" y="40677"/>
                  <a:pt x="491540" y="43422"/>
                </a:cubicBezTo>
                <a:cubicBezTo>
                  <a:pt x="490728" y="46165"/>
                  <a:pt x="490322" y="49508"/>
                  <a:pt x="490322" y="53449"/>
                </a:cubicBezTo>
                <a:cubicBezTo>
                  <a:pt x="490322" y="57392"/>
                  <a:pt x="490728" y="60736"/>
                  <a:pt x="491540" y="63480"/>
                </a:cubicBezTo>
                <a:cubicBezTo>
                  <a:pt x="492351" y="66224"/>
                  <a:pt x="493452" y="68465"/>
                  <a:pt x="494843" y="70205"/>
                </a:cubicBezTo>
                <a:cubicBezTo>
                  <a:pt x="496234" y="71943"/>
                  <a:pt x="497838" y="73218"/>
                  <a:pt x="499655" y="74030"/>
                </a:cubicBezTo>
                <a:cubicBezTo>
                  <a:pt x="501472" y="74841"/>
                  <a:pt x="503386" y="75247"/>
                  <a:pt x="505395" y="75247"/>
                </a:cubicBezTo>
                <a:close/>
                <a:moveTo>
                  <a:pt x="554901" y="83479"/>
                </a:moveTo>
                <a:cubicBezTo>
                  <a:pt x="552273" y="83479"/>
                  <a:pt x="550573" y="83286"/>
                  <a:pt x="549799" y="82900"/>
                </a:cubicBezTo>
                <a:cubicBezTo>
                  <a:pt x="549026" y="82514"/>
                  <a:pt x="548640" y="82011"/>
                  <a:pt x="548640" y="81391"/>
                </a:cubicBezTo>
                <a:lnTo>
                  <a:pt x="548640" y="38376"/>
                </a:lnTo>
                <a:cubicBezTo>
                  <a:pt x="548640" y="36908"/>
                  <a:pt x="548466" y="35691"/>
                  <a:pt x="548118" y="34725"/>
                </a:cubicBezTo>
                <a:cubicBezTo>
                  <a:pt x="547771" y="33759"/>
                  <a:pt x="547385" y="32947"/>
                  <a:pt x="546959" y="32290"/>
                </a:cubicBezTo>
                <a:cubicBezTo>
                  <a:pt x="546535" y="31633"/>
                  <a:pt x="546149" y="31112"/>
                  <a:pt x="545801" y="30725"/>
                </a:cubicBezTo>
                <a:cubicBezTo>
                  <a:pt x="545453" y="30338"/>
                  <a:pt x="545279" y="29952"/>
                  <a:pt x="545279" y="29566"/>
                </a:cubicBezTo>
                <a:cubicBezTo>
                  <a:pt x="545279" y="29102"/>
                  <a:pt x="545665" y="28523"/>
                  <a:pt x="546438" y="27827"/>
                </a:cubicBezTo>
                <a:cubicBezTo>
                  <a:pt x="547211" y="27131"/>
                  <a:pt x="548119" y="26455"/>
                  <a:pt x="549162" y="25798"/>
                </a:cubicBezTo>
                <a:cubicBezTo>
                  <a:pt x="550206" y="25141"/>
                  <a:pt x="551269" y="24581"/>
                  <a:pt x="552350" y="24117"/>
                </a:cubicBezTo>
                <a:cubicBezTo>
                  <a:pt x="553433" y="23652"/>
                  <a:pt x="554283" y="23420"/>
                  <a:pt x="554901" y="23420"/>
                </a:cubicBezTo>
                <a:cubicBezTo>
                  <a:pt x="556447" y="23420"/>
                  <a:pt x="557703" y="24155"/>
                  <a:pt x="558669" y="25624"/>
                </a:cubicBezTo>
                <a:cubicBezTo>
                  <a:pt x="559637" y="27093"/>
                  <a:pt x="560429" y="29064"/>
                  <a:pt x="561047" y="31537"/>
                </a:cubicBezTo>
                <a:cubicBezTo>
                  <a:pt x="562283" y="29991"/>
                  <a:pt x="563674" y="28599"/>
                  <a:pt x="565221" y="27363"/>
                </a:cubicBezTo>
                <a:cubicBezTo>
                  <a:pt x="566534" y="26358"/>
                  <a:pt x="568100" y="25431"/>
                  <a:pt x="569916" y="24581"/>
                </a:cubicBezTo>
                <a:cubicBezTo>
                  <a:pt x="571732" y="23730"/>
                  <a:pt x="573684" y="23305"/>
                  <a:pt x="575772" y="23305"/>
                </a:cubicBezTo>
                <a:cubicBezTo>
                  <a:pt x="577086" y="23305"/>
                  <a:pt x="578342" y="23421"/>
                  <a:pt x="579540" y="23653"/>
                </a:cubicBezTo>
                <a:cubicBezTo>
                  <a:pt x="580738" y="23885"/>
                  <a:pt x="581820" y="24213"/>
                  <a:pt x="582786" y="24639"/>
                </a:cubicBezTo>
                <a:cubicBezTo>
                  <a:pt x="583752" y="25063"/>
                  <a:pt x="584525" y="25527"/>
                  <a:pt x="585104" y="26029"/>
                </a:cubicBezTo>
                <a:cubicBezTo>
                  <a:pt x="585684" y="26532"/>
                  <a:pt x="585974" y="27054"/>
                  <a:pt x="585974" y="27595"/>
                </a:cubicBezTo>
                <a:cubicBezTo>
                  <a:pt x="585974" y="28059"/>
                  <a:pt x="585723" y="28812"/>
                  <a:pt x="585221" y="29856"/>
                </a:cubicBezTo>
                <a:cubicBezTo>
                  <a:pt x="584718" y="30899"/>
                  <a:pt x="584080" y="31961"/>
                  <a:pt x="583307" y="33044"/>
                </a:cubicBezTo>
                <a:cubicBezTo>
                  <a:pt x="582534" y="34126"/>
                  <a:pt x="581761" y="35073"/>
                  <a:pt x="580989" y="35885"/>
                </a:cubicBezTo>
                <a:cubicBezTo>
                  <a:pt x="580216" y="36697"/>
                  <a:pt x="579521" y="37103"/>
                  <a:pt x="578901" y="37103"/>
                </a:cubicBezTo>
                <a:cubicBezTo>
                  <a:pt x="578516" y="37103"/>
                  <a:pt x="578091" y="36948"/>
                  <a:pt x="577626" y="36639"/>
                </a:cubicBezTo>
                <a:cubicBezTo>
                  <a:pt x="577162" y="36329"/>
                  <a:pt x="576622" y="36000"/>
                  <a:pt x="576004" y="35652"/>
                </a:cubicBezTo>
                <a:cubicBezTo>
                  <a:pt x="575385" y="35304"/>
                  <a:pt x="574690" y="34975"/>
                  <a:pt x="573916" y="34666"/>
                </a:cubicBezTo>
                <a:cubicBezTo>
                  <a:pt x="573143" y="34357"/>
                  <a:pt x="572216" y="34203"/>
                  <a:pt x="571133" y="34203"/>
                </a:cubicBezTo>
                <a:cubicBezTo>
                  <a:pt x="569819" y="34203"/>
                  <a:pt x="568563" y="34531"/>
                  <a:pt x="567365" y="35188"/>
                </a:cubicBezTo>
                <a:cubicBezTo>
                  <a:pt x="566168" y="35845"/>
                  <a:pt x="565105" y="36715"/>
                  <a:pt x="564177" y="37798"/>
                </a:cubicBezTo>
                <a:cubicBezTo>
                  <a:pt x="563250" y="38879"/>
                  <a:pt x="562516" y="40058"/>
                  <a:pt x="561974" y="41334"/>
                </a:cubicBezTo>
                <a:cubicBezTo>
                  <a:pt x="561433" y="42609"/>
                  <a:pt x="561162" y="43904"/>
                  <a:pt x="561162" y="45218"/>
                </a:cubicBezTo>
                <a:lnTo>
                  <a:pt x="561162" y="81391"/>
                </a:lnTo>
                <a:cubicBezTo>
                  <a:pt x="561162" y="82011"/>
                  <a:pt x="560776" y="82514"/>
                  <a:pt x="560003" y="82900"/>
                </a:cubicBezTo>
                <a:cubicBezTo>
                  <a:pt x="559231" y="83286"/>
                  <a:pt x="557530" y="83479"/>
                  <a:pt x="554901" y="83479"/>
                </a:cubicBezTo>
                <a:close/>
                <a:moveTo>
                  <a:pt x="668758" y="43130"/>
                </a:moveTo>
                <a:cubicBezTo>
                  <a:pt x="668758" y="39961"/>
                  <a:pt x="667908" y="37545"/>
                  <a:pt x="666207" y="35884"/>
                </a:cubicBezTo>
                <a:cubicBezTo>
                  <a:pt x="664507" y="34222"/>
                  <a:pt x="662188" y="33391"/>
                  <a:pt x="659251" y="33391"/>
                </a:cubicBezTo>
                <a:cubicBezTo>
                  <a:pt x="657628" y="33391"/>
                  <a:pt x="656024" y="33720"/>
                  <a:pt x="654439" y="34378"/>
                </a:cubicBezTo>
                <a:cubicBezTo>
                  <a:pt x="652855" y="35035"/>
                  <a:pt x="651425" y="35866"/>
                  <a:pt x="650149" y="36871"/>
                </a:cubicBezTo>
                <a:cubicBezTo>
                  <a:pt x="648874" y="37874"/>
                  <a:pt x="647850" y="38937"/>
                  <a:pt x="647076" y="40059"/>
                </a:cubicBezTo>
                <a:cubicBezTo>
                  <a:pt x="646303" y="41179"/>
                  <a:pt x="645917" y="42203"/>
                  <a:pt x="645917" y="43130"/>
                </a:cubicBezTo>
                <a:lnTo>
                  <a:pt x="645917" y="81391"/>
                </a:lnTo>
                <a:cubicBezTo>
                  <a:pt x="645917" y="82011"/>
                  <a:pt x="645531" y="82514"/>
                  <a:pt x="644758" y="82900"/>
                </a:cubicBezTo>
                <a:cubicBezTo>
                  <a:pt x="643986" y="83286"/>
                  <a:pt x="642285" y="83479"/>
                  <a:pt x="639656" y="83479"/>
                </a:cubicBezTo>
                <a:cubicBezTo>
                  <a:pt x="636952" y="83479"/>
                  <a:pt x="635232" y="83286"/>
                  <a:pt x="634497" y="82900"/>
                </a:cubicBezTo>
                <a:cubicBezTo>
                  <a:pt x="633764" y="82514"/>
                  <a:pt x="633397" y="82011"/>
                  <a:pt x="633397" y="81391"/>
                </a:cubicBezTo>
                <a:lnTo>
                  <a:pt x="633397" y="43364"/>
                </a:lnTo>
                <a:cubicBezTo>
                  <a:pt x="633397" y="40039"/>
                  <a:pt x="632430" y="37545"/>
                  <a:pt x="630497" y="35884"/>
                </a:cubicBezTo>
                <a:cubicBezTo>
                  <a:pt x="628565" y="34222"/>
                  <a:pt x="626247" y="33391"/>
                  <a:pt x="623541" y="33391"/>
                </a:cubicBezTo>
                <a:cubicBezTo>
                  <a:pt x="621918" y="33391"/>
                  <a:pt x="620314" y="33739"/>
                  <a:pt x="618729" y="34435"/>
                </a:cubicBezTo>
                <a:cubicBezTo>
                  <a:pt x="617145" y="35131"/>
                  <a:pt x="615754" y="36000"/>
                  <a:pt x="614555" y="37044"/>
                </a:cubicBezTo>
                <a:cubicBezTo>
                  <a:pt x="613357" y="38088"/>
                  <a:pt x="612371" y="39190"/>
                  <a:pt x="611597" y="40349"/>
                </a:cubicBezTo>
                <a:cubicBezTo>
                  <a:pt x="610825" y="41508"/>
                  <a:pt x="610439" y="42590"/>
                  <a:pt x="610439" y="43595"/>
                </a:cubicBezTo>
                <a:lnTo>
                  <a:pt x="610439" y="81391"/>
                </a:lnTo>
                <a:cubicBezTo>
                  <a:pt x="610439" y="82011"/>
                  <a:pt x="610052" y="82514"/>
                  <a:pt x="609280" y="82900"/>
                </a:cubicBezTo>
                <a:cubicBezTo>
                  <a:pt x="608507" y="83286"/>
                  <a:pt x="606807" y="83479"/>
                  <a:pt x="604178" y="83479"/>
                </a:cubicBezTo>
                <a:cubicBezTo>
                  <a:pt x="601550" y="83479"/>
                  <a:pt x="599849" y="83286"/>
                  <a:pt x="599075" y="82900"/>
                </a:cubicBezTo>
                <a:cubicBezTo>
                  <a:pt x="598303" y="82514"/>
                  <a:pt x="597917" y="82011"/>
                  <a:pt x="597917" y="81391"/>
                </a:cubicBezTo>
                <a:lnTo>
                  <a:pt x="597917" y="38376"/>
                </a:lnTo>
                <a:cubicBezTo>
                  <a:pt x="597917" y="36908"/>
                  <a:pt x="597743" y="35691"/>
                  <a:pt x="597395" y="34725"/>
                </a:cubicBezTo>
                <a:cubicBezTo>
                  <a:pt x="597048" y="33759"/>
                  <a:pt x="596662" y="32947"/>
                  <a:pt x="596236" y="32290"/>
                </a:cubicBezTo>
                <a:cubicBezTo>
                  <a:pt x="595811" y="31633"/>
                  <a:pt x="595425" y="31112"/>
                  <a:pt x="595077" y="30725"/>
                </a:cubicBezTo>
                <a:cubicBezTo>
                  <a:pt x="594729" y="30338"/>
                  <a:pt x="594555" y="29952"/>
                  <a:pt x="594555" y="29566"/>
                </a:cubicBezTo>
                <a:cubicBezTo>
                  <a:pt x="594555" y="29102"/>
                  <a:pt x="594941" y="28523"/>
                  <a:pt x="595714" y="27827"/>
                </a:cubicBezTo>
                <a:cubicBezTo>
                  <a:pt x="596488" y="27131"/>
                  <a:pt x="597396" y="26455"/>
                  <a:pt x="598438" y="25798"/>
                </a:cubicBezTo>
                <a:cubicBezTo>
                  <a:pt x="599482" y="25141"/>
                  <a:pt x="600545" y="24581"/>
                  <a:pt x="601626" y="24117"/>
                </a:cubicBezTo>
                <a:cubicBezTo>
                  <a:pt x="602709" y="23652"/>
                  <a:pt x="603560" y="23420"/>
                  <a:pt x="604178" y="23420"/>
                </a:cubicBezTo>
                <a:cubicBezTo>
                  <a:pt x="605724" y="23420"/>
                  <a:pt x="606980" y="24174"/>
                  <a:pt x="607946" y="25681"/>
                </a:cubicBezTo>
                <a:cubicBezTo>
                  <a:pt x="608913" y="27188"/>
                  <a:pt x="609706" y="29217"/>
                  <a:pt x="610324" y="31769"/>
                </a:cubicBezTo>
                <a:cubicBezTo>
                  <a:pt x="611096" y="31073"/>
                  <a:pt x="612062" y="30222"/>
                  <a:pt x="613221" y="29217"/>
                </a:cubicBezTo>
                <a:cubicBezTo>
                  <a:pt x="614381" y="28213"/>
                  <a:pt x="615734" y="27285"/>
                  <a:pt x="617280" y="26435"/>
                </a:cubicBezTo>
                <a:cubicBezTo>
                  <a:pt x="618826" y="25584"/>
                  <a:pt x="620585" y="24850"/>
                  <a:pt x="622555" y="24232"/>
                </a:cubicBezTo>
                <a:cubicBezTo>
                  <a:pt x="624526" y="23614"/>
                  <a:pt x="626748" y="23305"/>
                  <a:pt x="629222" y="23305"/>
                </a:cubicBezTo>
                <a:cubicBezTo>
                  <a:pt x="632932" y="23305"/>
                  <a:pt x="635869" y="24175"/>
                  <a:pt x="638034" y="25914"/>
                </a:cubicBezTo>
                <a:cubicBezTo>
                  <a:pt x="640198" y="27653"/>
                  <a:pt x="642053" y="29875"/>
                  <a:pt x="643599" y="32581"/>
                </a:cubicBezTo>
                <a:cubicBezTo>
                  <a:pt x="644681" y="31421"/>
                  <a:pt x="645995" y="30281"/>
                  <a:pt x="647541" y="29161"/>
                </a:cubicBezTo>
                <a:cubicBezTo>
                  <a:pt x="649087" y="28039"/>
                  <a:pt x="650788" y="27053"/>
                  <a:pt x="652642" y="26203"/>
                </a:cubicBezTo>
                <a:cubicBezTo>
                  <a:pt x="654497" y="25352"/>
                  <a:pt x="656410" y="24657"/>
                  <a:pt x="658381" y="24117"/>
                </a:cubicBezTo>
                <a:cubicBezTo>
                  <a:pt x="660353" y="23576"/>
                  <a:pt x="662305" y="23305"/>
                  <a:pt x="664237" y="23305"/>
                </a:cubicBezTo>
                <a:cubicBezTo>
                  <a:pt x="669183" y="23305"/>
                  <a:pt x="673260" y="24638"/>
                  <a:pt x="676468" y="27305"/>
                </a:cubicBezTo>
                <a:cubicBezTo>
                  <a:pt x="679676" y="29972"/>
                  <a:pt x="681280" y="33662"/>
                  <a:pt x="681280" y="38376"/>
                </a:cubicBezTo>
                <a:lnTo>
                  <a:pt x="681280" y="69566"/>
                </a:lnTo>
                <a:cubicBezTo>
                  <a:pt x="681280" y="71498"/>
                  <a:pt x="681647" y="72851"/>
                  <a:pt x="682381" y="73625"/>
                </a:cubicBezTo>
                <a:cubicBezTo>
                  <a:pt x="683116" y="74397"/>
                  <a:pt x="684256" y="74784"/>
                  <a:pt x="685802" y="74784"/>
                </a:cubicBezTo>
                <a:lnTo>
                  <a:pt x="686266" y="74784"/>
                </a:lnTo>
                <a:cubicBezTo>
                  <a:pt x="686575" y="74784"/>
                  <a:pt x="686884" y="74784"/>
                  <a:pt x="687193" y="74784"/>
                </a:cubicBezTo>
                <a:cubicBezTo>
                  <a:pt x="687502" y="74784"/>
                  <a:pt x="687792" y="74803"/>
                  <a:pt x="688062" y="74842"/>
                </a:cubicBezTo>
                <a:lnTo>
                  <a:pt x="688469" y="74899"/>
                </a:lnTo>
                <a:cubicBezTo>
                  <a:pt x="688778" y="74976"/>
                  <a:pt x="688932" y="75170"/>
                  <a:pt x="688932" y="75479"/>
                </a:cubicBezTo>
                <a:cubicBezTo>
                  <a:pt x="688932" y="76251"/>
                  <a:pt x="688642" y="77140"/>
                  <a:pt x="688062" y="78145"/>
                </a:cubicBezTo>
                <a:cubicBezTo>
                  <a:pt x="687483" y="79150"/>
                  <a:pt x="686748" y="80097"/>
                  <a:pt x="685859" y="80986"/>
                </a:cubicBezTo>
                <a:cubicBezTo>
                  <a:pt x="684971" y="81875"/>
                  <a:pt x="684005" y="82649"/>
                  <a:pt x="682961" y="83306"/>
                </a:cubicBezTo>
                <a:cubicBezTo>
                  <a:pt x="681917" y="83962"/>
                  <a:pt x="680893" y="84329"/>
                  <a:pt x="679888" y="84406"/>
                </a:cubicBezTo>
                <a:cubicBezTo>
                  <a:pt x="676410" y="84406"/>
                  <a:pt x="673686" y="83305"/>
                  <a:pt x="671715" y="81103"/>
                </a:cubicBezTo>
                <a:cubicBezTo>
                  <a:pt x="669744" y="78900"/>
                  <a:pt x="668758" y="75904"/>
                  <a:pt x="668758" y="72116"/>
                </a:cubicBezTo>
                <a:lnTo>
                  <a:pt x="668758" y="43130"/>
                </a:lnTo>
                <a:close/>
                <a:moveTo>
                  <a:pt x="744469" y="84406"/>
                </a:moveTo>
                <a:cubicBezTo>
                  <a:pt x="742768" y="84406"/>
                  <a:pt x="741280" y="84116"/>
                  <a:pt x="740005" y="83536"/>
                </a:cubicBezTo>
                <a:cubicBezTo>
                  <a:pt x="738730" y="82956"/>
                  <a:pt x="737668" y="82300"/>
                  <a:pt x="736817" y="81566"/>
                </a:cubicBezTo>
                <a:cubicBezTo>
                  <a:pt x="735967" y="80832"/>
                  <a:pt x="735329" y="80116"/>
                  <a:pt x="734903" y="79420"/>
                </a:cubicBezTo>
                <a:cubicBezTo>
                  <a:pt x="734478" y="78725"/>
                  <a:pt x="734227" y="78261"/>
                  <a:pt x="734149" y="78030"/>
                </a:cubicBezTo>
                <a:cubicBezTo>
                  <a:pt x="733300" y="78648"/>
                  <a:pt x="732257" y="79324"/>
                  <a:pt x="731020" y="80059"/>
                </a:cubicBezTo>
                <a:cubicBezTo>
                  <a:pt x="729783" y="80793"/>
                  <a:pt x="728391" y="81488"/>
                  <a:pt x="726845" y="82145"/>
                </a:cubicBezTo>
                <a:cubicBezTo>
                  <a:pt x="725299" y="82802"/>
                  <a:pt x="723580" y="83362"/>
                  <a:pt x="721686" y="83826"/>
                </a:cubicBezTo>
                <a:cubicBezTo>
                  <a:pt x="719793" y="84290"/>
                  <a:pt x="717764" y="84523"/>
                  <a:pt x="715600" y="84523"/>
                </a:cubicBezTo>
                <a:cubicBezTo>
                  <a:pt x="712894" y="84523"/>
                  <a:pt x="710382" y="84175"/>
                  <a:pt x="708063" y="83479"/>
                </a:cubicBezTo>
                <a:cubicBezTo>
                  <a:pt x="705745" y="82783"/>
                  <a:pt x="703735" y="81740"/>
                  <a:pt x="702034" y="80349"/>
                </a:cubicBezTo>
                <a:cubicBezTo>
                  <a:pt x="700333" y="78958"/>
                  <a:pt x="699000" y="77199"/>
                  <a:pt x="698034" y="75074"/>
                </a:cubicBezTo>
                <a:cubicBezTo>
                  <a:pt x="697068" y="72947"/>
                  <a:pt x="696585" y="70454"/>
                  <a:pt x="696585" y="67596"/>
                </a:cubicBezTo>
                <a:cubicBezTo>
                  <a:pt x="696585" y="63962"/>
                  <a:pt x="697358" y="60928"/>
                  <a:pt x="698903" y="58493"/>
                </a:cubicBezTo>
                <a:cubicBezTo>
                  <a:pt x="700449" y="56059"/>
                  <a:pt x="702516" y="54030"/>
                  <a:pt x="705105" y="52407"/>
                </a:cubicBezTo>
                <a:cubicBezTo>
                  <a:pt x="707695" y="50783"/>
                  <a:pt x="710729" y="49431"/>
                  <a:pt x="714208" y="48349"/>
                </a:cubicBezTo>
                <a:cubicBezTo>
                  <a:pt x="717686" y="47266"/>
                  <a:pt x="721357" y="46261"/>
                  <a:pt x="725222" y="45334"/>
                </a:cubicBezTo>
                <a:cubicBezTo>
                  <a:pt x="727619" y="44715"/>
                  <a:pt x="729435" y="44135"/>
                  <a:pt x="730671" y="43595"/>
                </a:cubicBezTo>
                <a:cubicBezTo>
                  <a:pt x="731908" y="43054"/>
                  <a:pt x="732527" y="42319"/>
                  <a:pt x="732527" y="41391"/>
                </a:cubicBezTo>
                <a:cubicBezTo>
                  <a:pt x="732527" y="38918"/>
                  <a:pt x="731542" y="36927"/>
                  <a:pt x="729571" y="35420"/>
                </a:cubicBezTo>
                <a:cubicBezTo>
                  <a:pt x="727600" y="33913"/>
                  <a:pt x="724682" y="33159"/>
                  <a:pt x="720817" y="33159"/>
                </a:cubicBezTo>
                <a:cubicBezTo>
                  <a:pt x="718498" y="33159"/>
                  <a:pt x="716392" y="33430"/>
                  <a:pt x="714498" y="33971"/>
                </a:cubicBezTo>
                <a:cubicBezTo>
                  <a:pt x="712604" y="34512"/>
                  <a:pt x="710922" y="35112"/>
                  <a:pt x="709454" y="35769"/>
                </a:cubicBezTo>
                <a:cubicBezTo>
                  <a:pt x="707985" y="36426"/>
                  <a:pt x="706749" y="37025"/>
                  <a:pt x="705744" y="37566"/>
                </a:cubicBezTo>
                <a:cubicBezTo>
                  <a:pt x="704739" y="38106"/>
                  <a:pt x="704005" y="38376"/>
                  <a:pt x="703541" y="38376"/>
                </a:cubicBezTo>
                <a:cubicBezTo>
                  <a:pt x="702769" y="38376"/>
                  <a:pt x="702383" y="37874"/>
                  <a:pt x="702383" y="36871"/>
                </a:cubicBezTo>
                <a:cubicBezTo>
                  <a:pt x="702383" y="36020"/>
                  <a:pt x="702537" y="34919"/>
                  <a:pt x="702846" y="33566"/>
                </a:cubicBezTo>
                <a:cubicBezTo>
                  <a:pt x="703155" y="32213"/>
                  <a:pt x="703580" y="30880"/>
                  <a:pt x="704122" y="29566"/>
                </a:cubicBezTo>
                <a:cubicBezTo>
                  <a:pt x="704431" y="28947"/>
                  <a:pt x="705126" y="28290"/>
                  <a:pt x="706207" y="27595"/>
                </a:cubicBezTo>
                <a:cubicBezTo>
                  <a:pt x="707290" y="26899"/>
                  <a:pt x="708662" y="26223"/>
                  <a:pt x="710324" y="25566"/>
                </a:cubicBezTo>
                <a:cubicBezTo>
                  <a:pt x="711986" y="24909"/>
                  <a:pt x="713860" y="24368"/>
                  <a:pt x="715947" y="23944"/>
                </a:cubicBezTo>
                <a:cubicBezTo>
                  <a:pt x="718034" y="23518"/>
                  <a:pt x="720198" y="23305"/>
                  <a:pt x="722439" y="23305"/>
                </a:cubicBezTo>
                <a:cubicBezTo>
                  <a:pt x="730787" y="23305"/>
                  <a:pt x="736700" y="25180"/>
                  <a:pt x="740179" y="28929"/>
                </a:cubicBezTo>
                <a:cubicBezTo>
                  <a:pt x="743657" y="32677"/>
                  <a:pt x="745396" y="38300"/>
                  <a:pt x="745396" y="45798"/>
                </a:cubicBezTo>
                <a:lnTo>
                  <a:pt x="745396" y="69681"/>
                </a:lnTo>
                <a:cubicBezTo>
                  <a:pt x="745396" y="71460"/>
                  <a:pt x="745744" y="72735"/>
                  <a:pt x="746440" y="73508"/>
                </a:cubicBezTo>
                <a:cubicBezTo>
                  <a:pt x="747135" y="74281"/>
                  <a:pt x="748179" y="74706"/>
                  <a:pt x="749571" y="74784"/>
                </a:cubicBezTo>
                <a:cubicBezTo>
                  <a:pt x="749648" y="74860"/>
                  <a:pt x="750111" y="74899"/>
                  <a:pt x="750962" y="74899"/>
                </a:cubicBezTo>
                <a:cubicBezTo>
                  <a:pt x="751812" y="74899"/>
                  <a:pt x="752276" y="74899"/>
                  <a:pt x="752354" y="74899"/>
                </a:cubicBezTo>
                <a:cubicBezTo>
                  <a:pt x="753126" y="74899"/>
                  <a:pt x="753513" y="75208"/>
                  <a:pt x="753513" y="75827"/>
                </a:cubicBezTo>
                <a:cubicBezTo>
                  <a:pt x="753513" y="76368"/>
                  <a:pt x="753242" y="77121"/>
                  <a:pt x="752701" y="78088"/>
                </a:cubicBezTo>
                <a:cubicBezTo>
                  <a:pt x="752159" y="79054"/>
                  <a:pt x="751444" y="80001"/>
                  <a:pt x="750555" y="80930"/>
                </a:cubicBezTo>
                <a:cubicBezTo>
                  <a:pt x="749667" y="81857"/>
                  <a:pt x="748701" y="82668"/>
                  <a:pt x="747657" y="83364"/>
                </a:cubicBezTo>
                <a:cubicBezTo>
                  <a:pt x="746614" y="84059"/>
                  <a:pt x="745551" y="84406"/>
                  <a:pt x="744469" y="84406"/>
                </a:cubicBezTo>
                <a:moveTo>
                  <a:pt x="709454" y="66203"/>
                </a:moveTo>
                <a:cubicBezTo>
                  <a:pt x="709454" y="69372"/>
                  <a:pt x="710517" y="71653"/>
                  <a:pt x="712642" y="73044"/>
                </a:cubicBezTo>
                <a:cubicBezTo>
                  <a:pt x="714768" y="74435"/>
                  <a:pt x="717416" y="75092"/>
                  <a:pt x="720585" y="75015"/>
                </a:cubicBezTo>
                <a:cubicBezTo>
                  <a:pt x="722286" y="75015"/>
                  <a:pt x="723871" y="74784"/>
                  <a:pt x="725339" y="74320"/>
                </a:cubicBezTo>
                <a:cubicBezTo>
                  <a:pt x="726807" y="73855"/>
                  <a:pt x="728102" y="73295"/>
                  <a:pt x="729222" y="72638"/>
                </a:cubicBezTo>
                <a:cubicBezTo>
                  <a:pt x="730343" y="71981"/>
                  <a:pt x="731231" y="71266"/>
                  <a:pt x="731888" y="70493"/>
                </a:cubicBezTo>
                <a:cubicBezTo>
                  <a:pt x="732547" y="69721"/>
                  <a:pt x="732876" y="69025"/>
                  <a:pt x="732876" y="68406"/>
                </a:cubicBezTo>
                <a:lnTo>
                  <a:pt x="732876" y="53218"/>
                </a:lnTo>
                <a:cubicBezTo>
                  <a:pt x="732876" y="52445"/>
                  <a:pt x="732489" y="52059"/>
                  <a:pt x="731715" y="52059"/>
                </a:cubicBezTo>
                <a:cubicBezTo>
                  <a:pt x="730865" y="52059"/>
                  <a:pt x="729396" y="52368"/>
                  <a:pt x="727310" y="52986"/>
                </a:cubicBezTo>
                <a:cubicBezTo>
                  <a:pt x="725455" y="53527"/>
                  <a:pt x="723483" y="54126"/>
                  <a:pt x="721396" y="54783"/>
                </a:cubicBezTo>
                <a:cubicBezTo>
                  <a:pt x="719309" y="55440"/>
                  <a:pt x="717377" y="56252"/>
                  <a:pt x="715598" y="57218"/>
                </a:cubicBezTo>
                <a:cubicBezTo>
                  <a:pt x="713821" y="58184"/>
                  <a:pt x="712352" y="59382"/>
                  <a:pt x="711193" y="60813"/>
                </a:cubicBezTo>
                <a:cubicBezTo>
                  <a:pt x="710034" y="62242"/>
                  <a:pt x="709454" y="64039"/>
                  <a:pt x="709454" y="66203"/>
                </a:cubicBezTo>
                <a:close/>
                <a:moveTo>
                  <a:pt x="803019" y="44059"/>
                </a:moveTo>
                <a:cubicBezTo>
                  <a:pt x="803019" y="36947"/>
                  <a:pt x="799618" y="33391"/>
                  <a:pt x="792817" y="33391"/>
                </a:cubicBezTo>
                <a:cubicBezTo>
                  <a:pt x="790885" y="33391"/>
                  <a:pt x="788991" y="33835"/>
                  <a:pt x="787136" y="34725"/>
                </a:cubicBezTo>
                <a:cubicBezTo>
                  <a:pt x="785281" y="35614"/>
                  <a:pt x="783638" y="36658"/>
                  <a:pt x="782207" y="37856"/>
                </a:cubicBezTo>
                <a:cubicBezTo>
                  <a:pt x="780778" y="39053"/>
                  <a:pt x="779638" y="40290"/>
                  <a:pt x="778787" y="41566"/>
                </a:cubicBezTo>
                <a:cubicBezTo>
                  <a:pt x="777937" y="42841"/>
                  <a:pt x="777512" y="43826"/>
                  <a:pt x="777512" y="44522"/>
                </a:cubicBezTo>
                <a:lnTo>
                  <a:pt x="777512" y="81391"/>
                </a:lnTo>
                <a:cubicBezTo>
                  <a:pt x="777512" y="82011"/>
                  <a:pt x="777126" y="82514"/>
                  <a:pt x="776353" y="82900"/>
                </a:cubicBezTo>
                <a:cubicBezTo>
                  <a:pt x="775580" y="83286"/>
                  <a:pt x="773880" y="83479"/>
                  <a:pt x="771251" y="83479"/>
                </a:cubicBezTo>
                <a:cubicBezTo>
                  <a:pt x="768623" y="83479"/>
                  <a:pt x="766922" y="83286"/>
                  <a:pt x="766149" y="82900"/>
                </a:cubicBezTo>
                <a:cubicBezTo>
                  <a:pt x="765376" y="82514"/>
                  <a:pt x="764990" y="82011"/>
                  <a:pt x="764990" y="81391"/>
                </a:cubicBezTo>
                <a:lnTo>
                  <a:pt x="764990" y="38376"/>
                </a:lnTo>
                <a:cubicBezTo>
                  <a:pt x="764990" y="36908"/>
                  <a:pt x="764816" y="35691"/>
                  <a:pt x="764468" y="34725"/>
                </a:cubicBezTo>
                <a:cubicBezTo>
                  <a:pt x="764121" y="33759"/>
                  <a:pt x="763735" y="32947"/>
                  <a:pt x="763309" y="32290"/>
                </a:cubicBezTo>
                <a:cubicBezTo>
                  <a:pt x="762884" y="31633"/>
                  <a:pt x="762498" y="31112"/>
                  <a:pt x="762150" y="30725"/>
                </a:cubicBezTo>
                <a:cubicBezTo>
                  <a:pt x="761802" y="30338"/>
                  <a:pt x="761628" y="29952"/>
                  <a:pt x="761628" y="29566"/>
                </a:cubicBezTo>
                <a:cubicBezTo>
                  <a:pt x="761628" y="29102"/>
                  <a:pt x="762015" y="28523"/>
                  <a:pt x="762787" y="27827"/>
                </a:cubicBezTo>
                <a:cubicBezTo>
                  <a:pt x="763561" y="27131"/>
                  <a:pt x="764469" y="26455"/>
                  <a:pt x="765512" y="25798"/>
                </a:cubicBezTo>
                <a:cubicBezTo>
                  <a:pt x="766555" y="25141"/>
                  <a:pt x="767618" y="24581"/>
                  <a:pt x="768700" y="24117"/>
                </a:cubicBezTo>
                <a:cubicBezTo>
                  <a:pt x="769782" y="23652"/>
                  <a:pt x="770633" y="23420"/>
                  <a:pt x="771251" y="23420"/>
                </a:cubicBezTo>
                <a:cubicBezTo>
                  <a:pt x="772720" y="23420"/>
                  <a:pt x="773919" y="24077"/>
                  <a:pt x="774846" y="25393"/>
                </a:cubicBezTo>
                <a:cubicBezTo>
                  <a:pt x="775773" y="26706"/>
                  <a:pt x="776507" y="28523"/>
                  <a:pt x="777048" y="30842"/>
                </a:cubicBezTo>
                <a:cubicBezTo>
                  <a:pt x="777126" y="30996"/>
                  <a:pt x="777184" y="31228"/>
                  <a:pt x="777222" y="31537"/>
                </a:cubicBezTo>
                <a:cubicBezTo>
                  <a:pt x="777261" y="31846"/>
                  <a:pt x="777319" y="32078"/>
                  <a:pt x="777397" y="32232"/>
                </a:cubicBezTo>
                <a:cubicBezTo>
                  <a:pt x="778093" y="31614"/>
                  <a:pt x="779116" y="30822"/>
                  <a:pt x="780468" y="29856"/>
                </a:cubicBezTo>
                <a:cubicBezTo>
                  <a:pt x="781821" y="28889"/>
                  <a:pt x="783405" y="27903"/>
                  <a:pt x="785222" y="26898"/>
                </a:cubicBezTo>
                <a:cubicBezTo>
                  <a:pt x="787039" y="25893"/>
                  <a:pt x="789049" y="25043"/>
                  <a:pt x="791251" y="24349"/>
                </a:cubicBezTo>
                <a:cubicBezTo>
                  <a:pt x="793454" y="23653"/>
                  <a:pt x="795754" y="23305"/>
                  <a:pt x="798151" y="23305"/>
                </a:cubicBezTo>
                <a:cubicBezTo>
                  <a:pt x="803484" y="23305"/>
                  <a:pt x="807716" y="24793"/>
                  <a:pt x="810846" y="27769"/>
                </a:cubicBezTo>
                <a:cubicBezTo>
                  <a:pt x="813976" y="30744"/>
                  <a:pt x="815541" y="34551"/>
                  <a:pt x="815541" y="39188"/>
                </a:cubicBezTo>
                <a:lnTo>
                  <a:pt x="815541" y="69566"/>
                </a:lnTo>
                <a:cubicBezTo>
                  <a:pt x="815541" y="71498"/>
                  <a:pt x="815908" y="72851"/>
                  <a:pt x="816642" y="73625"/>
                </a:cubicBezTo>
                <a:cubicBezTo>
                  <a:pt x="817377" y="74397"/>
                  <a:pt x="818517" y="74784"/>
                  <a:pt x="820063" y="74784"/>
                </a:cubicBezTo>
                <a:lnTo>
                  <a:pt x="820527" y="74784"/>
                </a:lnTo>
                <a:cubicBezTo>
                  <a:pt x="820836" y="74784"/>
                  <a:pt x="821145" y="74784"/>
                  <a:pt x="821454" y="74784"/>
                </a:cubicBezTo>
                <a:cubicBezTo>
                  <a:pt x="821764" y="74784"/>
                  <a:pt x="822054" y="74803"/>
                  <a:pt x="822324" y="74842"/>
                </a:cubicBezTo>
                <a:lnTo>
                  <a:pt x="822729" y="74899"/>
                </a:lnTo>
                <a:cubicBezTo>
                  <a:pt x="823040" y="74976"/>
                  <a:pt x="823195" y="75170"/>
                  <a:pt x="823195" y="75479"/>
                </a:cubicBezTo>
                <a:cubicBezTo>
                  <a:pt x="823195" y="76251"/>
                  <a:pt x="822905" y="77140"/>
                  <a:pt x="822324" y="78145"/>
                </a:cubicBezTo>
                <a:cubicBezTo>
                  <a:pt x="821745" y="79150"/>
                  <a:pt x="821011" y="80097"/>
                  <a:pt x="820122" y="80986"/>
                </a:cubicBezTo>
                <a:cubicBezTo>
                  <a:pt x="819232" y="81875"/>
                  <a:pt x="818266" y="82649"/>
                  <a:pt x="817222" y="83306"/>
                </a:cubicBezTo>
                <a:cubicBezTo>
                  <a:pt x="816179" y="83962"/>
                  <a:pt x="815156" y="84329"/>
                  <a:pt x="814151" y="84406"/>
                </a:cubicBezTo>
                <a:cubicBezTo>
                  <a:pt x="810673" y="84406"/>
                  <a:pt x="807948" y="83305"/>
                  <a:pt x="805976" y="81103"/>
                </a:cubicBezTo>
                <a:cubicBezTo>
                  <a:pt x="804005" y="78900"/>
                  <a:pt x="803019" y="75904"/>
                  <a:pt x="803019" y="72116"/>
                </a:cubicBezTo>
                <a:lnTo>
                  <a:pt x="803019" y="44059"/>
                </a:lnTo>
                <a:close/>
                <a:moveTo>
                  <a:pt x="861456" y="84523"/>
                </a:moveTo>
                <a:cubicBezTo>
                  <a:pt x="857591" y="84523"/>
                  <a:pt x="853841" y="83982"/>
                  <a:pt x="850207" y="82900"/>
                </a:cubicBezTo>
                <a:cubicBezTo>
                  <a:pt x="846575" y="81818"/>
                  <a:pt x="843367" y="80097"/>
                  <a:pt x="840585" y="77740"/>
                </a:cubicBezTo>
                <a:cubicBezTo>
                  <a:pt x="837803" y="75382"/>
                  <a:pt x="835581" y="72349"/>
                  <a:pt x="833919" y="68639"/>
                </a:cubicBezTo>
                <a:cubicBezTo>
                  <a:pt x="832257" y="64929"/>
                  <a:pt x="831426" y="60407"/>
                  <a:pt x="831426" y="55073"/>
                </a:cubicBezTo>
                <a:cubicBezTo>
                  <a:pt x="831426" y="49740"/>
                  <a:pt x="832257" y="45083"/>
                  <a:pt x="833919" y="41103"/>
                </a:cubicBezTo>
                <a:cubicBezTo>
                  <a:pt x="835581" y="37121"/>
                  <a:pt x="837803" y="33816"/>
                  <a:pt x="840585" y="31188"/>
                </a:cubicBezTo>
                <a:cubicBezTo>
                  <a:pt x="843367" y="28560"/>
                  <a:pt x="846614" y="26590"/>
                  <a:pt x="850324" y="25276"/>
                </a:cubicBezTo>
                <a:cubicBezTo>
                  <a:pt x="854035" y="23962"/>
                  <a:pt x="857938" y="23305"/>
                  <a:pt x="862034" y="23305"/>
                </a:cubicBezTo>
                <a:cubicBezTo>
                  <a:pt x="864894" y="23305"/>
                  <a:pt x="867406" y="23537"/>
                  <a:pt x="869571" y="24000"/>
                </a:cubicBezTo>
                <a:cubicBezTo>
                  <a:pt x="871735" y="24464"/>
                  <a:pt x="873551" y="25024"/>
                  <a:pt x="875020" y="25681"/>
                </a:cubicBezTo>
                <a:cubicBezTo>
                  <a:pt x="876488" y="26338"/>
                  <a:pt x="877590" y="27034"/>
                  <a:pt x="878324" y="27769"/>
                </a:cubicBezTo>
                <a:cubicBezTo>
                  <a:pt x="879059" y="28503"/>
                  <a:pt x="879427" y="29180"/>
                  <a:pt x="879427" y="29798"/>
                </a:cubicBezTo>
                <a:cubicBezTo>
                  <a:pt x="879427" y="30339"/>
                  <a:pt x="879214" y="31054"/>
                  <a:pt x="878788" y="31944"/>
                </a:cubicBezTo>
                <a:cubicBezTo>
                  <a:pt x="878363" y="32832"/>
                  <a:pt x="877823" y="33721"/>
                  <a:pt x="877166" y="34610"/>
                </a:cubicBezTo>
                <a:cubicBezTo>
                  <a:pt x="876509" y="35498"/>
                  <a:pt x="875832" y="36252"/>
                  <a:pt x="875136" y="36871"/>
                </a:cubicBezTo>
                <a:cubicBezTo>
                  <a:pt x="874441" y="37489"/>
                  <a:pt x="873861" y="37798"/>
                  <a:pt x="873397" y="37798"/>
                </a:cubicBezTo>
                <a:cubicBezTo>
                  <a:pt x="873011" y="37798"/>
                  <a:pt x="872527" y="37566"/>
                  <a:pt x="871947" y="37103"/>
                </a:cubicBezTo>
                <a:cubicBezTo>
                  <a:pt x="871368" y="36638"/>
                  <a:pt x="870595" y="36135"/>
                  <a:pt x="869629" y="35595"/>
                </a:cubicBezTo>
                <a:cubicBezTo>
                  <a:pt x="868663" y="35054"/>
                  <a:pt x="867484" y="34551"/>
                  <a:pt x="866093" y="34088"/>
                </a:cubicBezTo>
                <a:cubicBezTo>
                  <a:pt x="864701" y="33623"/>
                  <a:pt x="863000" y="33391"/>
                  <a:pt x="860990" y="33391"/>
                </a:cubicBezTo>
                <a:cubicBezTo>
                  <a:pt x="859213" y="33391"/>
                  <a:pt x="857397" y="33758"/>
                  <a:pt x="855541" y="34493"/>
                </a:cubicBezTo>
                <a:cubicBezTo>
                  <a:pt x="853686" y="35228"/>
                  <a:pt x="852005" y="36407"/>
                  <a:pt x="850498" y="38030"/>
                </a:cubicBezTo>
                <a:cubicBezTo>
                  <a:pt x="848990" y="39652"/>
                  <a:pt x="847754" y="41797"/>
                  <a:pt x="846788" y="44464"/>
                </a:cubicBezTo>
                <a:cubicBezTo>
                  <a:pt x="845822" y="47131"/>
                  <a:pt x="845339" y="50396"/>
                  <a:pt x="845339" y="54261"/>
                </a:cubicBezTo>
                <a:cubicBezTo>
                  <a:pt x="845339" y="57740"/>
                  <a:pt x="845802" y="60754"/>
                  <a:pt x="846729" y="63305"/>
                </a:cubicBezTo>
                <a:cubicBezTo>
                  <a:pt x="847658" y="65855"/>
                  <a:pt x="848933" y="67942"/>
                  <a:pt x="850556" y="69566"/>
                </a:cubicBezTo>
                <a:cubicBezTo>
                  <a:pt x="852179" y="71189"/>
                  <a:pt x="854092" y="72388"/>
                  <a:pt x="856295" y="73161"/>
                </a:cubicBezTo>
                <a:cubicBezTo>
                  <a:pt x="858498" y="73934"/>
                  <a:pt x="860875" y="74320"/>
                  <a:pt x="863427" y="74320"/>
                </a:cubicBezTo>
                <a:cubicBezTo>
                  <a:pt x="865900" y="74320"/>
                  <a:pt x="868064" y="74049"/>
                  <a:pt x="869919" y="73508"/>
                </a:cubicBezTo>
                <a:cubicBezTo>
                  <a:pt x="871775" y="72967"/>
                  <a:pt x="873359" y="72387"/>
                  <a:pt x="874673" y="71769"/>
                </a:cubicBezTo>
                <a:cubicBezTo>
                  <a:pt x="875987" y="71151"/>
                  <a:pt x="877088" y="70571"/>
                  <a:pt x="877976" y="70030"/>
                </a:cubicBezTo>
                <a:cubicBezTo>
                  <a:pt x="878865" y="69488"/>
                  <a:pt x="879542" y="69218"/>
                  <a:pt x="880005" y="69218"/>
                </a:cubicBezTo>
                <a:cubicBezTo>
                  <a:pt x="880392" y="69218"/>
                  <a:pt x="880720" y="69315"/>
                  <a:pt x="880991" y="69508"/>
                </a:cubicBezTo>
                <a:cubicBezTo>
                  <a:pt x="881262" y="69701"/>
                  <a:pt x="881397" y="70069"/>
                  <a:pt x="881397" y="70610"/>
                </a:cubicBezTo>
                <a:cubicBezTo>
                  <a:pt x="881397" y="72619"/>
                  <a:pt x="880702" y="75015"/>
                  <a:pt x="879310" y="77798"/>
                </a:cubicBezTo>
                <a:cubicBezTo>
                  <a:pt x="879001" y="78338"/>
                  <a:pt x="878344" y="78995"/>
                  <a:pt x="877339" y="79769"/>
                </a:cubicBezTo>
                <a:cubicBezTo>
                  <a:pt x="876334" y="80542"/>
                  <a:pt x="875059" y="81276"/>
                  <a:pt x="873512" y="81972"/>
                </a:cubicBezTo>
                <a:cubicBezTo>
                  <a:pt x="871967" y="82667"/>
                  <a:pt x="870170" y="83267"/>
                  <a:pt x="868122" y="83769"/>
                </a:cubicBezTo>
                <a:cubicBezTo>
                  <a:pt x="866073" y="84271"/>
                  <a:pt x="863851" y="84523"/>
                  <a:pt x="861456" y="84523"/>
                </a:cubicBezTo>
                <a:close/>
                <a:moveTo>
                  <a:pt x="921397" y="84523"/>
                </a:moveTo>
                <a:cubicBezTo>
                  <a:pt x="917378" y="84523"/>
                  <a:pt x="913572" y="83982"/>
                  <a:pt x="909977" y="82900"/>
                </a:cubicBezTo>
                <a:cubicBezTo>
                  <a:pt x="906383" y="81818"/>
                  <a:pt x="903214" y="80117"/>
                  <a:pt x="900469" y="77798"/>
                </a:cubicBezTo>
                <a:cubicBezTo>
                  <a:pt x="897726" y="75479"/>
                  <a:pt x="895562" y="72523"/>
                  <a:pt x="893977" y="68929"/>
                </a:cubicBezTo>
                <a:cubicBezTo>
                  <a:pt x="892393" y="65335"/>
                  <a:pt x="891601" y="61025"/>
                  <a:pt x="891601" y="56001"/>
                </a:cubicBezTo>
                <a:cubicBezTo>
                  <a:pt x="891601" y="50204"/>
                  <a:pt x="892431" y="45238"/>
                  <a:pt x="894093" y="41103"/>
                </a:cubicBezTo>
                <a:cubicBezTo>
                  <a:pt x="895755" y="36966"/>
                  <a:pt x="897958" y="33584"/>
                  <a:pt x="900701" y="30957"/>
                </a:cubicBezTo>
                <a:cubicBezTo>
                  <a:pt x="903446" y="28329"/>
                  <a:pt x="906518" y="26397"/>
                  <a:pt x="909918" y="25161"/>
                </a:cubicBezTo>
                <a:cubicBezTo>
                  <a:pt x="913320" y="23924"/>
                  <a:pt x="916760" y="23305"/>
                  <a:pt x="920238" y="23305"/>
                </a:cubicBezTo>
                <a:cubicBezTo>
                  <a:pt x="923794" y="23305"/>
                  <a:pt x="926905" y="23730"/>
                  <a:pt x="929572" y="24581"/>
                </a:cubicBezTo>
                <a:cubicBezTo>
                  <a:pt x="932238" y="25431"/>
                  <a:pt x="934460" y="26590"/>
                  <a:pt x="936238" y="28059"/>
                </a:cubicBezTo>
                <a:cubicBezTo>
                  <a:pt x="938015" y="29527"/>
                  <a:pt x="939349" y="31247"/>
                  <a:pt x="940238" y="33217"/>
                </a:cubicBezTo>
                <a:cubicBezTo>
                  <a:pt x="941127" y="35188"/>
                  <a:pt x="941572" y="37333"/>
                  <a:pt x="941572" y="39652"/>
                </a:cubicBezTo>
                <a:cubicBezTo>
                  <a:pt x="941572" y="43595"/>
                  <a:pt x="940393" y="46977"/>
                  <a:pt x="938035" y="49798"/>
                </a:cubicBezTo>
                <a:cubicBezTo>
                  <a:pt x="935678" y="52619"/>
                  <a:pt x="932721" y="54919"/>
                  <a:pt x="929165" y="56698"/>
                </a:cubicBezTo>
                <a:cubicBezTo>
                  <a:pt x="925610" y="58475"/>
                  <a:pt x="921746" y="59808"/>
                  <a:pt x="917572" y="60698"/>
                </a:cubicBezTo>
                <a:cubicBezTo>
                  <a:pt x="913398" y="61586"/>
                  <a:pt x="909494" y="62107"/>
                  <a:pt x="905862" y="62262"/>
                </a:cubicBezTo>
                <a:cubicBezTo>
                  <a:pt x="906943" y="66667"/>
                  <a:pt x="909069" y="69778"/>
                  <a:pt x="912238" y="71596"/>
                </a:cubicBezTo>
                <a:cubicBezTo>
                  <a:pt x="915407" y="73412"/>
                  <a:pt x="919001" y="74320"/>
                  <a:pt x="923021" y="74320"/>
                </a:cubicBezTo>
                <a:cubicBezTo>
                  <a:pt x="925339" y="74320"/>
                  <a:pt x="927387" y="74088"/>
                  <a:pt x="929165" y="73625"/>
                </a:cubicBezTo>
                <a:cubicBezTo>
                  <a:pt x="930943" y="73160"/>
                  <a:pt x="932470" y="72638"/>
                  <a:pt x="933745" y="72059"/>
                </a:cubicBezTo>
                <a:cubicBezTo>
                  <a:pt x="935020" y="71479"/>
                  <a:pt x="936083" y="70919"/>
                  <a:pt x="936933" y="70378"/>
                </a:cubicBezTo>
                <a:cubicBezTo>
                  <a:pt x="937784" y="69837"/>
                  <a:pt x="938440" y="69527"/>
                  <a:pt x="938904" y="69450"/>
                </a:cubicBezTo>
                <a:cubicBezTo>
                  <a:pt x="940141" y="69063"/>
                  <a:pt x="940760" y="69450"/>
                  <a:pt x="940760" y="70610"/>
                </a:cubicBezTo>
                <a:cubicBezTo>
                  <a:pt x="940760" y="71537"/>
                  <a:pt x="940586" y="72619"/>
                  <a:pt x="940238" y="73857"/>
                </a:cubicBezTo>
                <a:cubicBezTo>
                  <a:pt x="939890" y="75093"/>
                  <a:pt x="939407" y="76406"/>
                  <a:pt x="938789" y="77798"/>
                </a:cubicBezTo>
                <a:cubicBezTo>
                  <a:pt x="938480" y="78338"/>
                  <a:pt x="937823" y="78995"/>
                  <a:pt x="936818" y="79769"/>
                </a:cubicBezTo>
                <a:cubicBezTo>
                  <a:pt x="935813" y="80542"/>
                  <a:pt x="934557" y="81276"/>
                  <a:pt x="933050" y="81972"/>
                </a:cubicBezTo>
                <a:cubicBezTo>
                  <a:pt x="931543" y="82667"/>
                  <a:pt x="929784" y="83267"/>
                  <a:pt x="927774" y="83769"/>
                </a:cubicBezTo>
                <a:cubicBezTo>
                  <a:pt x="925765" y="84271"/>
                  <a:pt x="923639" y="84523"/>
                  <a:pt x="921397" y="84523"/>
                </a:cubicBezTo>
                <a:moveTo>
                  <a:pt x="905165" y="55073"/>
                </a:moveTo>
                <a:cubicBezTo>
                  <a:pt x="907948" y="54919"/>
                  <a:pt x="910750" y="54474"/>
                  <a:pt x="913572" y="53740"/>
                </a:cubicBezTo>
                <a:cubicBezTo>
                  <a:pt x="916393" y="53005"/>
                  <a:pt x="918943" y="51962"/>
                  <a:pt x="921223" y="50610"/>
                </a:cubicBezTo>
                <a:cubicBezTo>
                  <a:pt x="923503" y="49257"/>
                  <a:pt x="925339" y="47615"/>
                  <a:pt x="926731" y="45683"/>
                </a:cubicBezTo>
                <a:cubicBezTo>
                  <a:pt x="928122" y="43750"/>
                  <a:pt x="928818" y="41508"/>
                  <a:pt x="928818" y="38957"/>
                </a:cubicBezTo>
                <a:cubicBezTo>
                  <a:pt x="928818" y="36870"/>
                  <a:pt x="928083" y="35131"/>
                  <a:pt x="926614" y="33739"/>
                </a:cubicBezTo>
                <a:cubicBezTo>
                  <a:pt x="925145" y="32348"/>
                  <a:pt x="923175" y="31652"/>
                  <a:pt x="920701" y="31652"/>
                </a:cubicBezTo>
                <a:cubicBezTo>
                  <a:pt x="918769" y="31652"/>
                  <a:pt x="916895" y="32058"/>
                  <a:pt x="915079" y="32871"/>
                </a:cubicBezTo>
                <a:cubicBezTo>
                  <a:pt x="913263" y="33682"/>
                  <a:pt x="911639" y="35016"/>
                  <a:pt x="910208" y="36871"/>
                </a:cubicBezTo>
                <a:cubicBezTo>
                  <a:pt x="908779" y="38725"/>
                  <a:pt x="907600" y="41140"/>
                  <a:pt x="906672" y="44117"/>
                </a:cubicBezTo>
                <a:cubicBezTo>
                  <a:pt x="905745" y="47093"/>
                  <a:pt x="905242" y="50745"/>
                  <a:pt x="905165" y="550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IntrinsicReward">
            <a:extLst xmlns:a="http://schemas.openxmlformats.org/drawingml/2006/main">
              <a:ext uri="{FF2B5EF4-FFF2-40B4-BE49-F238E27FC236}">
                <a16:creationId xmlns:a16="http://schemas.microsoft.com/office/drawing/2014/main" id="{7DE9B460-7D38-4884-9E26-A8B606DD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298" y="2696321"/>
            <a:ext cx="1026778" cy="96628"/>
          </a:xfrm>
          <a:custGeom xmlns:a="http://schemas.openxmlformats.org/drawingml/2006/main">
            <a:pathLst>
              <a:path w="1026778" h="96628">
                <a:moveTo>
                  <a:pt x="9794" y="95305"/>
                </a:moveTo>
                <a:cubicBezTo>
                  <a:pt x="5735" y="95305"/>
                  <a:pt x="3088" y="94996"/>
                  <a:pt x="1852" y="94378"/>
                </a:cubicBezTo>
                <a:cubicBezTo>
                  <a:pt x="617" y="93760"/>
                  <a:pt x="0" y="93054"/>
                  <a:pt x="0" y="92261"/>
                </a:cubicBezTo>
                <a:lnTo>
                  <a:pt x="0" y="9663"/>
                </a:lnTo>
                <a:cubicBezTo>
                  <a:pt x="0" y="8868"/>
                  <a:pt x="617" y="8163"/>
                  <a:pt x="1852" y="7546"/>
                </a:cubicBezTo>
                <a:cubicBezTo>
                  <a:pt x="3088" y="6928"/>
                  <a:pt x="5735" y="6619"/>
                  <a:pt x="9794" y="6619"/>
                </a:cubicBezTo>
                <a:cubicBezTo>
                  <a:pt x="13854" y="6619"/>
                  <a:pt x="16501" y="6928"/>
                  <a:pt x="17736" y="7546"/>
                </a:cubicBezTo>
                <a:cubicBezTo>
                  <a:pt x="18972" y="8163"/>
                  <a:pt x="19590" y="8868"/>
                  <a:pt x="19590" y="9663"/>
                </a:cubicBezTo>
                <a:lnTo>
                  <a:pt x="19590" y="92261"/>
                </a:lnTo>
                <a:cubicBezTo>
                  <a:pt x="19590" y="93054"/>
                  <a:pt x="18972" y="93760"/>
                  <a:pt x="17736" y="94378"/>
                </a:cubicBezTo>
                <a:cubicBezTo>
                  <a:pt x="16501" y="94996"/>
                  <a:pt x="13854" y="95305"/>
                  <a:pt x="9794" y="95305"/>
                </a:cubicBezTo>
                <a:close/>
                <a:moveTo>
                  <a:pt x="96893" y="96628"/>
                </a:moveTo>
                <a:cubicBezTo>
                  <a:pt x="91951" y="96628"/>
                  <a:pt x="88135" y="95238"/>
                  <a:pt x="85443" y="92459"/>
                </a:cubicBezTo>
                <a:cubicBezTo>
                  <a:pt x="82753" y="89680"/>
                  <a:pt x="81408" y="85820"/>
                  <a:pt x="81408" y="80878"/>
                </a:cubicBezTo>
                <a:lnTo>
                  <a:pt x="81408" y="50696"/>
                </a:lnTo>
                <a:cubicBezTo>
                  <a:pt x="81408" y="47520"/>
                  <a:pt x="80613" y="45182"/>
                  <a:pt x="79024" y="43682"/>
                </a:cubicBezTo>
                <a:cubicBezTo>
                  <a:pt x="77435" y="42182"/>
                  <a:pt x="75185" y="41432"/>
                  <a:pt x="72274" y="41432"/>
                </a:cubicBezTo>
                <a:cubicBezTo>
                  <a:pt x="70685" y="41432"/>
                  <a:pt x="69119" y="41763"/>
                  <a:pt x="67574" y="42425"/>
                </a:cubicBezTo>
                <a:cubicBezTo>
                  <a:pt x="66030" y="43087"/>
                  <a:pt x="64618" y="43902"/>
                  <a:pt x="63339" y="44873"/>
                </a:cubicBezTo>
                <a:cubicBezTo>
                  <a:pt x="62059" y="45844"/>
                  <a:pt x="61023" y="46859"/>
                  <a:pt x="60228" y="47919"/>
                </a:cubicBezTo>
                <a:cubicBezTo>
                  <a:pt x="59434" y="48978"/>
                  <a:pt x="59036" y="49903"/>
                  <a:pt x="59036" y="50696"/>
                </a:cubicBezTo>
                <a:lnTo>
                  <a:pt x="59036" y="92128"/>
                </a:lnTo>
                <a:cubicBezTo>
                  <a:pt x="59036" y="92922"/>
                  <a:pt x="58418" y="93651"/>
                  <a:pt x="57182" y="94313"/>
                </a:cubicBezTo>
                <a:cubicBezTo>
                  <a:pt x="55948" y="94975"/>
                  <a:pt x="53300" y="95305"/>
                  <a:pt x="49241" y="95305"/>
                </a:cubicBezTo>
                <a:cubicBezTo>
                  <a:pt x="45270" y="95305"/>
                  <a:pt x="42645" y="94975"/>
                  <a:pt x="41365" y="94313"/>
                </a:cubicBezTo>
                <a:cubicBezTo>
                  <a:pt x="40086" y="93651"/>
                  <a:pt x="39447" y="92922"/>
                  <a:pt x="39447" y="92128"/>
                </a:cubicBezTo>
                <a:lnTo>
                  <a:pt x="39447" y="45800"/>
                </a:lnTo>
                <a:cubicBezTo>
                  <a:pt x="39447" y="44388"/>
                  <a:pt x="39248" y="43175"/>
                  <a:pt x="38851" y="42161"/>
                </a:cubicBezTo>
                <a:cubicBezTo>
                  <a:pt x="38454" y="41145"/>
                  <a:pt x="38034" y="40285"/>
                  <a:pt x="37593" y="39579"/>
                </a:cubicBezTo>
                <a:cubicBezTo>
                  <a:pt x="37151" y="38873"/>
                  <a:pt x="36731" y="38232"/>
                  <a:pt x="36334" y="37659"/>
                </a:cubicBezTo>
                <a:cubicBezTo>
                  <a:pt x="35938" y="37085"/>
                  <a:pt x="35740" y="36534"/>
                  <a:pt x="35740" y="36004"/>
                </a:cubicBezTo>
                <a:cubicBezTo>
                  <a:pt x="35740" y="35210"/>
                  <a:pt x="36336" y="34284"/>
                  <a:pt x="37526" y="33225"/>
                </a:cubicBezTo>
                <a:cubicBezTo>
                  <a:pt x="38718" y="32166"/>
                  <a:pt x="40129" y="31129"/>
                  <a:pt x="41761" y="30115"/>
                </a:cubicBezTo>
                <a:cubicBezTo>
                  <a:pt x="43395" y="29100"/>
                  <a:pt x="45050" y="28239"/>
                  <a:pt x="46726" y="27534"/>
                </a:cubicBezTo>
                <a:cubicBezTo>
                  <a:pt x="48402" y="26827"/>
                  <a:pt x="49770" y="26473"/>
                  <a:pt x="50830" y="26473"/>
                </a:cubicBezTo>
                <a:cubicBezTo>
                  <a:pt x="51888" y="26473"/>
                  <a:pt x="52815" y="26716"/>
                  <a:pt x="53609" y="27202"/>
                </a:cubicBezTo>
                <a:cubicBezTo>
                  <a:pt x="54404" y="27687"/>
                  <a:pt x="55109" y="28327"/>
                  <a:pt x="55726" y="29121"/>
                </a:cubicBezTo>
                <a:cubicBezTo>
                  <a:pt x="56344" y="29916"/>
                  <a:pt x="56874" y="30776"/>
                  <a:pt x="57316" y="31702"/>
                </a:cubicBezTo>
                <a:cubicBezTo>
                  <a:pt x="57757" y="32629"/>
                  <a:pt x="58155" y="33533"/>
                  <a:pt x="58507" y="34415"/>
                </a:cubicBezTo>
                <a:cubicBezTo>
                  <a:pt x="59566" y="33533"/>
                  <a:pt x="60911" y="32629"/>
                  <a:pt x="62543" y="31702"/>
                </a:cubicBezTo>
                <a:cubicBezTo>
                  <a:pt x="64176" y="30776"/>
                  <a:pt x="65964" y="29916"/>
                  <a:pt x="67905" y="29121"/>
                </a:cubicBezTo>
                <a:cubicBezTo>
                  <a:pt x="69847" y="28327"/>
                  <a:pt x="71943" y="27687"/>
                  <a:pt x="74193" y="27202"/>
                </a:cubicBezTo>
                <a:cubicBezTo>
                  <a:pt x="76443" y="26716"/>
                  <a:pt x="78715" y="26473"/>
                  <a:pt x="81010" y="26473"/>
                </a:cubicBezTo>
                <a:cubicBezTo>
                  <a:pt x="83922" y="26473"/>
                  <a:pt x="86592" y="26893"/>
                  <a:pt x="89018" y="27731"/>
                </a:cubicBezTo>
                <a:cubicBezTo>
                  <a:pt x="91444" y="28569"/>
                  <a:pt x="93540" y="29760"/>
                  <a:pt x="95306" y="31304"/>
                </a:cubicBezTo>
                <a:cubicBezTo>
                  <a:pt x="97071" y="32849"/>
                  <a:pt x="98460" y="34725"/>
                  <a:pt x="99474" y="36932"/>
                </a:cubicBezTo>
                <a:cubicBezTo>
                  <a:pt x="100490" y="39137"/>
                  <a:pt x="100997" y="41652"/>
                  <a:pt x="100997" y="44475"/>
                </a:cubicBezTo>
                <a:lnTo>
                  <a:pt x="100997" y="77172"/>
                </a:lnTo>
                <a:cubicBezTo>
                  <a:pt x="100997" y="79201"/>
                  <a:pt x="101460" y="80657"/>
                  <a:pt x="102387" y="81540"/>
                </a:cubicBezTo>
                <a:cubicBezTo>
                  <a:pt x="103313" y="82422"/>
                  <a:pt x="104527" y="82863"/>
                  <a:pt x="106027" y="82863"/>
                </a:cubicBezTo>
                <a:lnTo>
                  <a:pt x="108806" y="82863"/>
                </a:lnTo>
                <a:cubicBezTo>
                  <a:pt x="110042" y="82863"/>
                  <a:pt x="110660" y="83437"/>
                  <a:pt x="110660" y="84584"/>
                </a:cubicBezTo>
                <a:cubicBezTo>
                  <a:pt x="110660" y="85377"/>
                  <a:pt x="110240" y="86436"/>
                  <a:pt x="109402" y="87759"/>
                </a:cubicBezTo>
                <a:cubicBezTo>
                  <a:pt x="108564" y="89083"/>
                  <a:pt x="107483" y="90407"/>
                  <a:pt x="106160" y="91732"/>
                </a:cubicBezTo>
                <a:cubicBezTo>
                  <a:pt x="104836" y="93056"/>
                  <a:pt x="103358" y="94203"/>
                  <a:pt x="101724" y="95174"/>
                </a:cubicBezTo>
                <a:cubicBezTo>
                  <a:pt x="100092" y="96143"/>
                  <a:pt x="98482" y="96628"/>
                  <a:pt x="96893" y="96628"/>
                </a:cubicBezTo>
                <a:close/>
                <a:moveTo>
                  <a:pt x="144412" y="96628"/>
                </a:moveTo>
                <a:cubicBezTo>
                  <a:pt x="137883" y="96628"/>
                  <a:pt x="132831" y="94775"/>
                  <a:pt x="129256" y="91070"/>
                </a:cubicBezTo>
                <a:cubicBezTo>
                  <a:pt x="125682" y="87363"/>
                  <a:pt x="123896" y="82597"/>
                  <a:pt x="123896" y="76774"/>
                </a:cubicBezTo>
                <a:lnTo>
                  <a:pt x="123896" y="41432"/>
                </a:lnTo>
                <a:lnTo>
                  <a:pt x="120323" y="41432"/>
                </a:lnTo>
                <a:cubicBezTo>
                  <a:pt x="119617" y="41432"/>
                  <a:pt x="118977" y="40925"/>
                  <a:pt x="118404" y="39911"/>
                </a:cubicBezTo>
                <a:cubicBezTo>
                  <a:pt x="117830" y="38895"/>
                  <a:pt x="117543" y="37152"/>
                  <a:pt x="117543" y="34682"/>
                </a:cubicBezTo>
                <a:cubicBezTo>
                  <a:pt x="117543" y="32122"/>
                  <a:pt x="117830" y="30335"/>
                  <a:pt x="118404" y="29321"/>
                </a:cubicBezTo>
                <a:cubicBezTo>
                  <a:pt x="118977" y="28306"/>
                  <a:pt x="119617" y="27798"/>
                  <a:pt x="120323" y="27798"/>
                </a:cubicBezTo>
                <a:lnTo>
                  <a:pt x="123896" y="27798"/>
                </a:lnTo>
                <a:lnTo>
                  <a:pt x="123896" y="15090"/>
                </a:lnTo>
                <a:cubicBezTo>
                  <a:pt x="123896" y="14384"/>
                  <a:pt x="124601" y="13568"/>
                  <a:pt x="126012" y="12642"/>
                </a:cubicBezTo>
                <a:cubicBezTo>
                  <a:pt x="127425" y="11715"/>
                  <a:pt x="129102" y="10855"/>
                  <a:pt x="131044" y="10060"/>
                </a:cubicBezTo>
                <a:cubicBezTo>
                  <a:pt x="132985" y="9266"/>
                  <a:pt x="134905" y="8582"/>
                  <a:pt x="136802" y="8008"/>
                </a:cubicBezTo>
                <a:cubicBezTo>
                  <a:pt x="138699" y="7435"/>
                  <a:pt x="140178" y="7148"/>
                  <a:pt x="141237" y="7148"/>
                </a:cubicBezTo>
                <a:cubicBezTo>
                  <a:pt x="142737" y="7148"/>
                  <a:pt x="143487" y="7986"/>
                  <a:pt x="143487" y="9663"/>
                </a:cubicBezTo>
                <a:lnTo>
                  <a:pt x="143487" y="27798"/>
                </a:lnTo>
                <a:lnTo>
                  <a:pt x="155400" y="27798"/>
                </a:lnTo>
                <a:cubicBezTo>
                  <a:pt x="156811" y="27798"/>
                  <a:pt x="157517" y="28504"/>
                  <a:pt x="157517" y="29915"/>
                </a:cubicBezTo>
                <a:cubicBezTo>
                  <a:pt x="157517" y="30709"/>
                  <a:pt x="157274" y="31768"/>
                  <a:pt x="156790" y="33092"/>
                </a:cubicBezTo>
                <a:cubicBezTo>
                  <a:pt x="156305" y="34416"/>
                  <a:pt x="155665" y="35695"/>
                  <a:pt x="154871" y="36932"/>
                </a:cubicBezTo>
                <a:cubicBezTo>
                  <a:pt x="154076" y="38166"/>
                  <a:pt x="153216" y="39225"/>
                  <a:pt x="152290" y="40109"/>
                </a:cubicBezTo>
                <a:cubicBezTo>
                  <a:pt x="151363" y="40991"/>
                  <a:pt x="150458" y="41432"/>
                  <a:pt x="149575" y="41432"/>
                </a:cubicBezTo>
                <a:lnTo>
                  <a:pt x="143487" y="41432"/>
                </a:lnTo>
                <a:lnTo>
                  <a:pt x="143487" y="70949"/>
                </a:lnTo>
                <a:cubicBezTo>
                  <a:pt x="143487" y="75185"/>
                  <a:pt x="144436" y="78230"/>
                  <a:pt x="146333" y="80084"/>
                </a:cubicBezTo>
                <a:cubicBezTo>
                  <a:pt x="148231" y="81937"/>
                  <a:pt x="150679" y="82863"/>
                  <a:pt x="153679" y="82863"/>
                </a:cubicBezTo>
                <a:lnTo>
                  <a:pt x="156723" y="82863"/>
                </a:lnTo>
                <a:cubicBezTo>
                  <a:pt x="157252" y="82863"/>
                  <a:pt x="157649" y="83062"/>
                  <a:pt x="157915" y="83459"/>
                </a:cubicBezTo>
                <a:cubicBezTo>
                  <a:pt x="158180" y="83855"/>
                  <a:pt x="158313" y="84274"/>
                  <a:pt x="158313" y="84715"/>
                </a:cubicBezTo>
                <a:cubicBezTo>
                  <a:pt x="158313" y="85421"/>
                  <a:pt x="157871" y="86436"/>
                  <a:pt x="156988" y="87759"/>
                </a:cubicBezTo>
                <a:cubicBezTo>
                  <a:pt x="156106" y="89083"/>
                  <a:pt x="155003" y="90407"/>
                  <a:pt x="153679" y="91732"/>
                </a:cubicBezTo>
                <a:cubicBezTo>
                  <a:pt x="152356" y="93056"/>
                  <a:pt x="150877" y="94203"/>
                  <a:pt x="149244" y="95174"/>
                </a:cubicBezTo>
                <a:cubicBezTo>
                  <a:pt x="147612" y="96143"/>
                  <a:pt x="146001" y="96628"/>
                  <a:pt x="144412" y="96628"/>
                </a:cubicBezTo>
                <a:close/>
                <a:moveTo>
                  <a:pt x="180019" y="95305"/>
                </a:moveTo>
                <a:cubicBezTo>
                  <a:pt x="176049" y="95305"/>
                  <a:pt x="173424" y="94975"/>
                  <a:pt x="172144" y="94313"/>
                </a:cubicBezTo>
                <a:cubicBezTo>
                  <a:pt x="170865" y="93651"/>
                  <a:pt x="170226" y="92922"/>
                  <a:pt x="170226" y="92128"/>
                </a:cubicBezTo>
                <a:lnTo>
                  <a:pt x="170226" y="45800"/>
                </a:lnTo>
                <a:cubicBezTo>
                  <a:pt x="170226" y="44388"/>
                  <a:pt x="170027" y="43175"/>
                  <a:pt x="169630" y="42161"/>
                </a:cubicBezTo>
                <a:cubicBezTo>
                  <a:pt x="169233" y="41145"/>
                  <a:pt x="168813" y="40285"/>
                  <a:pt x="168371" y="39579"/>
                </a:cubicBezTo>
                <a:cubicBezTo>
                  <a:pt x="167930" y="38873"/>
                  <a:pt x="167510" y="38232"/>
                  <a:pt x="167113" y="37659"/>
                </a:cubicBezTo>
                <a:cubicBezTo>
                  <a:pt x="166717" y="37085"/>
                  <a:pt x="166519" y="36534"/>
                  <a:pt x="166519" y="36004"/>
                </a:cubicBezTo>
                <a:cubicBezTo>
                  <a:pt x="166519" y="35210"/>
                  <a:pt x="167114" y="34284"/>
                  <a:pt x="168305" y="33225"/>
                </a:cubicBezTo>
                <a:cubicBezTo>
                  <a:pt x="169496" y="32166"/>
                  <a:pt x="170908" y="31129"/>
                  <a:pt x="172540" y="30115"/>
                </a:cubicBezTo>
                <a:cubicBezTo>
                  <a:pt x="174174" y="29100"/>
                  <a:pt x="175828" y="28239"/>
                  <a:pt x="177505" y="27534"/>
                </a:cubicBezTo>
                <a:cubicBezTo>
                  <a:pt x="179181" y="26827"/>
                  <a:pt x="180549" y="26473"/>
                  <a:pt x="181609" y="26473"/>
                </a:cubicBezTo>
                <a:cubicBezTo>
                  <a:pt x="183638" y="26473"/>
                  <a:pt x="185116" y="27157"/>
                  <a:pt x="186042" y="28525"/>
                </a:cubicBezTo>
                <a:cubicBezTo>
                  <a:pt x="186969" y="29893"/>
                  <a:pt x="188050" y="31857"/>
                  <a:pt x="189286" y="34415"/>
                </a:cubicBezTo>
                <a:cubicBezTo>
                  <a:pt x="190610" y="32915"/>
                  <a:pt x="192065" y="31591"/>
                  <a:pt x="193653" y="30444"/>
                </a:cubicBezTo>
                <a:cubicBezTo>
                  <a:pt x="194978" y="29473"/>
                  <a:pt x="196567" y="28569"/>
                  <a:pt x="198420" y="27731"/>
                </a:cubicBezTo>
                <a:cubicBezTo>
                  <a:pt x="200272" y="26893"/>
                  <a:pt x="202258" y="26473"/>
                  <a:pt x="204376" y="26473"/>
                </a:cubicBezTo>
                <a:cubicBezTo>
                  <a:pt x="205787" y="26473"/>
                  <a:pt x="207199" y="26606"/>
                  <a:pt x="208611" y="26871"/>
                </a:cubicBezTo>
                <a:cubicBezTo>
                  <a:pt x="210024" y="27135"/>
                  <a:pt x="211282" y="27510"/>
                  <a:pt x="212384" y="27996"/>
                </a:cubicBezTo>
                <a:cubicBezTo>
                  <a:pt x="213487" y="28481"/>
                  <a:pt x="214391" y="29010"/>
                  <a:pt x="215097" y="29584"/>
                </a:cubicBezTo>
                <a:cubicBezTo>
                  <a:pt x="215804" y="30157"/>
                  <a:pt x="216157" y="30798"/>
                  <a:pt x="216157" y="31504"/>
                </a:cubicBezTo>
                <a:cubicBezTo>
                  <a:pt x="216157" y="32121"/>
                  <a:pt x="215738" y="33202"/>
                  <a:pt x="214899" y="34746"/>
                </a:cubicBezTo>
                <a:cubicBezTo>
                  <a:pt x="214060" y="36291"/>
                  <a:pt x="213089" y="37880"/>
                  <a:pt x="211986" y="39513"/>
                </a:cubicBezTo>
                <a:cubicBezTo>
                  <a:pt x="210884" y="41145"/>
                  <a:pt x="209736" y="42601"/>
                  <a:pt x="208545" y="43882"/>
                </a:cubicBezTo>
                <a:cubicBezTo>
                  <a:pt x="207354" y="45161"/>
                  <a:pt x="206362" y="45800"/>
                  <a:pt x="205568" y="45800"/>
                </a:cubicBezTo>
                <a:cubicBezTo>
                  <a:pt x="205037" y="45800"/>
                  <a:pt x="204529" y="45624"/>
                  <a:pt x="204045" y="45271"/>
                </a:cubicBezTo>
                <a:cubicBezTo>
                  <a:pt x="203560" y="44917"/>
                  <a:pt x="203009" y="44541"/>
                  <a:pt x="202391" y="44144"/>
                </a:cubicBezTo>
                <a:cubicBezTo>
                  <a:pt x="201772" y="43747"/>
                  <a:pt x="201066" y="43372"/>
                  <a:pt x="200272" y="43019"/>
                </a:cubicBezTo>
                <a:cubicBezTo>
                  <a:pt x="199477" y="42666"/>
                  <a:pt x="198595" y="42490"/>
                  <a:pt x="197626" y="42490"/>
                </a:cubicBezTo>
                <a:cubicBezTo>
                  <a:pt x="196655" y="42490"/>
                  <a:pt x="195706" y="42711"/>
                  <a:pt x="194778" y="43152"/>
                </a:cubicBezTo>
                <a:cubicBezTo>
                  <a:pt x="193852" y="43593"/>
                  <a:pt x="193013" y="44189"/>
                  <a:pt x="192263" y="44940"/>
                </a:cubicBezTo>
                <a:cubicBezTo>
                  <a:pt x="191513" y="45690"/>
                  <a:pt x="190918" y="46550"/>
                  <a:pt x="190476" y="47521"/>
                </a:cubicBezTo>
                <a:cubicBezTo>
                  <a:pt x="190036" y="48491"/>
                  <a:pt x="189815" y="49505"/>
                  <a:pt x="189815" y="50565"/>
                </a:cubicBezTo>
                <a:lnTo>
                  <a:pt x="189815" y="92128"/>
                </a:lnTo>
                <a:cubicBezTo>
                  <a:pt x="189815" y="92922"/>
                  <a:pt x="189197" y="93651"/>
                  <a:pt x="187961" y="94313"/>
                </a:cubicBezTo>
                <a:cubicBezTo>
                  <a:pt x="186726" y="94975"/>
                  <a:pt x="184079" y="95305"/>
                  <a:pt x="180019" y="95305"/>
                </a:cubicBezTo>
                <a:close/>
                <a:moveTo>
                  <a:pt x="235219" y="0"/>
                </a:moveTo>
                <a:cubicBezTo>
                  <a:pt x="238924" y="0"/>
                  <a:pt x="241615" y="794"/>
                  <a:pt x="243292" y="2383"/>
                </a:cubicBezTo>
                <a:cubicBezTo>
                  <a:pt x="244969" y="3971"/>
                  <a:pt x="245808" y="6574"/>
                  <a:pt x="245808" y="10192"/>
                </a:cubicBezTo>
                <a:cubicBezTo>
                  <a:pt x="245808" y="13899"/>
                  <a:pt x="244969" y="16502"/>
                  <a:pt x="243292" y="18002"/>
                </a:cubicBezTo>
                <a:cubicBezTo>
                  <a:pt x="241615" y="19502"/>
                  <a:pt x="238924" y="20252"/>
                  <a:pt x="235219" y="20252"/>
                </a:cubicBezTo>
                <a:cubicBezTo>
                  <a:pt x="231512" y="20252"/>
                  <a:pt x="228820" y="19502"/>
                  <a:pt x="227143" y="18002"/>
                </a:cubicBezTo>
                <a:cubicBezTo>
                  <a:pt x="225467" y="16502"/>
                  <a:pt x="224629" y="13899"/>
                  <a:pt x="224629" y="10192"/>
                </a:cubicBezTo>
                <a:cubicBezTo>
                  <a:pt x="224629" y="6574"/>
                  <a:pt x="225467" y="3971"/>
                  <a:pt x="227143" y="2383"/>
                </a:cubicBezTo>
                <a:cubicBezTo>
                  <a:pt x="228820" y="794"/>
                  <a:pt x="231512" y="0"/>
                  <a:pt x="235219" y="0"/>
                </a:cubicBezTo>
                <a:moveTo>
                  <a:pt x="245012" y="77172"/>
                </a:moveTo>
                <a:cubicBezTo>
                  <a:pt x="245012" y="79201"/>
                  <a:pt x="245476" y="80657"/>
                  <a:pt x="246402" y="81540"/>
                </a:cubicBezTo>
                <a:cubicBezTo>
                  <a:pt x="247330" y="82422"/>
                  <a:pt x="248544" y="82863"/>
                  <a:pt x="250044" y="82863"/>
                </a:cubicBezTo>
                <a:lnTo>
                  <a:pt x="252823" y="82863"/>
                </a:lnTo>
                <a:cubicBezTo>
                  <a:pt x="254058" y="82863"/>
                  <a:pt x="254675" y="83437"/>
                  <a:pt x="254675" y="84584"/>
                </a:cubicBezTo>
                <a:cubicBezTo>
                  <a:pt x="254675" y="85377"/>
                  <a:pt x="254256" y="86436"/>
                  <a:pt x="253417" y="87759"/>
                </a:cubicBezTo>
                <a:cubicBezTo>
                  <a:pt x="252579" y="89083"/>
                  <a:pt x="251521" y="90407"/>
                  <a:pt x="250242" y="91732"/>
                </a:cubicBezTo>
                <a:cubicBezTo>
                  <a:pt x="248962" y="93056"/>
                  <a:pt x="247506" y="94203"/>
                  <a:pt x="245873" y="95174"/>
                </a:cubicBezTo>
                <a:cubicBezTo>
                  <a:pt x="244241" y="96143"/>
                  <a:pt x="242630" y="96628"/>
                  <a:pt x="241042" y="96628"/>
                </a:cubicBezTo>
                <a:cubicBezTo>
                  <a:pt x="236100" y="96628"/>
                  <a:pt x="232261" y="95238"/>
                  <a:pt x="229525" y="92459"/>
                </a:cubicBezTo>
                <a:cubicBezTo>
                  <a:pt x="226790" y="89680"/>
                  <a:pt x="225423" y="85820"/>
                  <a:pt x="225423" y="80878"/>
                </a:cubicBezTo>
                <a:lnTo>
                  <a:pt x="225423" y="30975"/>
                </a:lnTo>
                <a:cubicBezTo>
                  <a:pt x="225423" y="30092"/>
                  <a:pt x="226062" y="29342"/>
                  <a:pt x="227341" y="28725"/>
                </a:cubicBezTo>
                <a:cubicBezTo>
                  <a:pt x="228622" y="28107"/>
                  <a:pt x="231248" y="27798"/>
                  <a:pt x="235219" y="27798"/>
                </a:cubicBezTo>
                <a:cubicBezTo>
                  <a:pt x="239277" y="27798"/>
                  <a:pt x="241923" y="28107"/>
                  <a:pt x="243158" y="28725"/>
                </a:cubicBezTo>
                <a:cubicBezTo>
                  <a:pt x="244394" y="29342"/>
                  <a:pt x="245012" y="30092"/>
                  <a:pt x="245012" y="30975"/>
                </a:cubicBezTo>
                <a:lnTo>
                  <a:pt x="245012" y="77172"/>
                </a:lnTo>
                <a:close/>
                <a:moveTo>
                  <a:pt x="325095" y="96628"/>
                </a:moveTo>
                <a:cubicBezTo>
                  <a:pt x="320154" y="96628"/>
                  <a:pt x="316337" y="95238"/>
                  <a:pt x="313645" y="92459"/>
                </a:cubicBezTo>
                <a:cubicBezTo>
                  <a:pt x="310955" y="89680"/>
                  <a:pt x="309610" y="85820"/>
                  <a:pt x="309610" y="80878"/>
                </a:cubicBezTo>
                <a:lnTo>
                  <a:pt x="309610" y="50696"/>
                </a:lnTo>
                <a:cubicBezTo>
                  <a:pt x="309610" y="47520"/>
                  <a:pt x="308815" y="45182"/>
                  <a:pt x="307226" y="43682"/>
                </a:cubicBezTo>
                <a:cubicBezTo>
                  <a:pt x="305638" y="42182"/>
                  <a:pt x="303387" y="41432"/>
                  <a:pt x="300476" y="41432"/>
                </a:cubicBezTo>
                <a:cubicBezTo>
                  <a:pt x="298887" y="41432"/>
                  <a:pt x="297321" y="41763"/>
                  <a:pt x="295776" y="42425"/>
                </a:cubicBezTo>
                <a:cubicBezTo>
                  <a:pt x="294232" y="43087"/>
                  <a:pt x="292820" y="43902"/>
                  <a:pt x="291541" y="44873"/>
                </a:cubicBezTo>
                <a:cubicBezTo>
                  <a:pt x="290262" y="45844"/>
                  <a:pt x="289225" y="46859"/>
                  <a:pt x="288430" y="47919"/>
                </a:cubicBezTo>
                <a:cubicBezTo>
                  <a:pt x="287636" y="48978"/>
                  <a:pt x="287239" y="49903"/>
                  <a:pt x="287239" y="50696"/>
                </a:cubicBezTo>
                <a:lnTo>
                  <a:pt x="287239" y="92128"/>
                </a:lnTo>
                <a:cubicBezTo>
                  <a:pt x="287239" y="92922"/>
                  <a:pt x="286621" y="93651"/>
                  <a:pt x="285385" y="94313"/>
                </a:cubicBezTo>
                <a:cubicBezTo>
                  <a:pt x="284150" y="94975"/>
                  <a:pt x="281503" y="95305"/>
                  <a:pt x="277443" y="95305"/>
                </a:cubicBezTo>
                <a:cubicBezTo>
                  <a:pt x="273472" y="95305"/>
                  <a:pt x="270847" y="94975"/>
                  <a:pt x="269568" y="94313"/>
                </a:cubicBezTo>
                <a:cubicBezTo>
                  <a:pt x="268289" y="93651"/>
                  <a:pt x="267649" y="92922"/>
                  <a:pt x="267649" y="92128"/>
                </a:cubicBezTo>
                <a:lnTo>
                  <a:pt x="267649" y="45800"/>
                </a:lnTo>
                <a:cubicBezTo>
                  <a:pt x="267649" y="44388"/>
                  <a:pt x="267450" y="43175"/>
                  <a:pt x="267053" y="42161"/>
                </a:cubicBezTo>
                <a:cubicBezTo>
                  <a:pt x="266656" y="41145"/>
                  <a:pt x="266236" y="40285"/>
                  <a:pt x="265795" y="39579"/>
                </a:cubicBezTo>
                <a:cubicBezTo>
                  <a:pt x="265353" y="38873"/>
                  <a:pt x="264934" y="38232"/>
                  <a:pt x="264536" y="37659"/>
                </a:cubicBezTo>
                <a:cubicBezTo>
                  <a:pt x="264141" y="37085"/>
                  <a:pt x="263943" y="36534"/>
                  <a:pt x="263943" y="36004"/>
                </a:cubicBezTo>
                <a:cubicBezTo>
                  <a:pt x="263943" y="35210"/>
                  <a:pt x="264538" y="34284"/>
                  <a:pt x="265728" y="33225"/>
                </a:cubicBezTo>
                <a:cubicBezTo>
                  <a:pt x="266920" y="32166"/>
                  <a:pt x="268332" y="31129"/>
                  <a:pt x="269964" y="30115"/>
                </a:cubicBezTo>
                <a:cubicBezTo>
                  <a:pt x="271597" y="29100"/>
                  <a:pt x="273252" y="28239"/>
                  <a:pt x="274928" y="27534"/>
                </a:cubicBezTo>
                <a:cubicBezTo>
                  <a:pt x="276605" y="26827"/>
                  <a:pt x="277973" y="26473"/>
                  <a:pt x="279032" y="26473"/>
                </a:cubicBezTo>
                <a:cubicBezTo>
                  <a:pt x="280091" y="26473"/>
                  <a:pt x="281017" y="26716"/>
                  <a:pt x="281812" y="27202"/>
                </a:cubicBezTo>
                <a:cubicBezTo>
                  <a:pt x="282606" y="27687"/>
                  <a:pt x="283312" y="28327"/>
                  <a:pt x="283928" y="29121"/>
                </a:cubicBezTo>
                <a:cubicBezTo>
                  <a:pt x="284546" y="29916"/>
                  <a:pt x="285076" y="30776"/>
                  <a:pt x="285518" y="31702"/>
                </a:cubicBezTo>
                <a:cubicBezTo>
                  <a:pt x="285960" y="32629"/>
                  <a:pt x="286357" y="33533"/>
                  <a:pt x="286710" y="34415"/>
                </a:cubicBezTo>
                <a:cubicBezTo>
                  <a:pt x="287768" y="33533"/>
                  <a:pt x="289113" y="32629"/>
                  <a:pt x="290745" y="31702"/>
                </a:cubicBezTo>
                <a:cubicBezTo>
                  <a:pt x="292378" y="30776"/>
                  <a:pt x="294166" y="29916"/>
                  <a:pt x="296108" y="29121"/>
                </a:cubicBezTo>
                <a:cubicBezTo>
                  <a:pt x="298049" y="28327"/>
                  <a:pt x="300145" y="27687"/>
                  <a:pt x="302395" y="27202"/>
                </a:cubicBezTo>
                <a:cubicBezTo>
                  <a:pt x="304645" y="26716"/>
                  <a:pt x="306917" y="26473"/>
                  <a:pt x="309212" y="26473"/>
                </a:cubicBezTo>
                <a:cubicBezTo>
                  <a:pt x="312124" y="26473"/>
                  <a:pt x="314794" y="26893"/>
                  <a:pt x="317220" y="27731"/>
                </a:cubicBezTo>
                <a:cubicBezTo>
                  <a:pt x="319647" y="28569"/>
                  <a:pt x="321743" y="29760"/>
                  <a:pt x="323508" y="31304"/>
                </a:cubicBezTo>
                <a:cubicBezTo>
                  <a:pt x="325273" y="32849"/>
                  <a:pt x="326663" y="34725"/>
                  <a:pt x="327677" y="36932"/>
                </a:cubicBezTo>
                <a:cubicBezTo>
                  <a:pt x="328692" y="39137"/>
                  <a:pt x="329200" y="41652"/>
                  <a:pt x="329200" y="44475"/>
                </a:cubicBezTo>
                <a:lnTo>
                  <a:pt x="329200" y="77172"/>
                </a:lnTo>
                <a:cubicBezTo>
                  <a:pt x="329200" y="79201"/>
                  <a:pt x="329663" y="80657"/>
                  <a:pt x="330589" y="81540"/>
                </a:cubicBezTo>
                <a:cubicBezTo>
                  <a:pt x="331516" y="82422"/>
                  <a:pt x="332729" y="82863"/>
                  <a:pt x="334229" y="82863"/>
                </a:cubicBezTo>
                <a:lnTo>
                  <a:pt x="337008" y="82863"/>
                </a:lnTo>
                <a:cubicBezTo>
                  <a:pt x="338244" y="82863"/>
                  <a:pt x="338862" y="83437"/>
                  <a:pt x="338862" y="84584"/>
                </a:cubicBezTo>
                <a:cubicBezTo>
                  <a:pt x="338862" y="85377"/>
                  <a:pt x="338443" y="86436"/>
                  <a:pt x="337604" y="87759"/>
                </a:cubicBezTo>
                <a:cubicBezTo>
                  <a:pt x="336766" y="89083"/>
                  <a:pt x="335686" y="90407"/>
                  <a:pt x="334362" y="91732"/>
                </a:cubicBezTo>
                <a:cubicBezTo>
                  <a:pt x="333038" y="93056"/>
                  <a:pt x="331560" y="94203"/>
                  <a:pt x="329927" y="95174"/>
                </a:cubicBezTo>
                <a:cubicBezTo>
                  <a:pt x="328295" y="96143"/>
                  <a:pt x="326684" y="96628"/>
                  <a:pt x="325095" y="96628"/>
                </a:cubicBezTo>
                <a:close/>
                <a:moveTo>
                  <a:pt x="373940" y="96628"/>
                </a:moveTo>
                <a:cubicBezTo>
                  <a:pt x="370056" y="96628"/>
                  <a:pt x="366416" y="96143"/>
                  <a:pt x="363019" y="95174"/>
                </a:cubicBezTo>
                <a:cubicBezTo>
                  <a:pt x="359622" y="94203"/>
                  <a:pt x="356665" y="93078"/>
                  <a:pt x="354150" y="91799"/>
                </a:cubicBezTo>
                <a:cubicBezTo>
                  <a:pt x="351635" y="90518"/>
                  <a:pt x="349671" y="89238"/>
                  <a:pt x="348258" y="87959"/>
                </a:cubicBezTo>
                <a:cubicBezTo>
                  <a:pt x="346847" y="86679"/>
                  <a:pt x="346142" y="85686"/>
                  <a:pt x="346142" y="84980"/>
                </a:cubicBezTo>
                <a:cubicBezTo>
                  <a:pt x="346142" y="84274"/>
                  <a:pt x="346494" y="83326"/>
                  <a:pt x="347200" y="82134"/>
                </a:cubicBezTo>
                <a:cubicBezTo>
                  <a:pt x="347907" y="80942"/>
                  <a:pt x="348767" y="79773"/>
                  <a:pt x="349781" y="78626"/>
                </a:cubicBezTo>
                <a:cubicBezTo>
                  <a:pt x="350796" y="77479"/>
                  <a:pt x="351811" y="76486"/>
                  <a:pt x="352825" y="75649"/>
                </a:cubicBezTo>
                <a:cubicBezTo>
                  <a:pt x="353840" y="74810"/>
                  <a:pt x="354613" y="74390"/>
                  <a:pt x="355144" y="74390"/>
                </a:cubicBezTo>
                <a:cubicBezTo>
                  <a:pt x="355760" y="74390"/>
                  <a:pt x="356665" y="74832"/>
                  <a:pt x="357856" y="75715"/>
                </a:cubicBezTo>
                <a:cubicBezTo>
                  <a:pt x="359048" y="76597"/>
                  <a:pt x="360482" y="77590"/>
                  <a:pt x="362158" y="78692"/>
                </a:cubicBezTo>
                <a:cubicBezTo>
                  <a:pt x="363835" y="79795"/>
                  <a:pt x="365710" y="80788"/>
                  <a:pt x="367783" y="81672"/>
                </a:cubicBezTo>
                <a:cubicBezTo>
                  <a:pt x="369857" y="82554"/>
                  <a:pt x="372086" y="82995"/>
                  <a:pt x="374469" y="82995"/>
                </a:cubicBezTo>
                <a:cubicBezTo>
                  <a:pt x="376851" y="82995"/>
                  <a:pt x="378638" y="82421"/>
                  <a:pt x="379829" y="81274"/>
                </a:cubicBezTo>
                <a:cubicBezTo>
                  <a:pt x="381021" y="80126"/>
                  <a:pt x="381617" y="78582"/>
                  <a:pt x="381617" y="76640"/>
                </a:cubicBezTo>
                <a:cubicBezTo>
                  <a:pt x="381617" y="75406"/>
                  <a:pt x="381220" y="74325"/>
                  <a:pt x="380425" y="73399"/>
                </a:cubicBezTo>
                <a:cubicBezTo>
                  <a:pt x="379631" y="72472"/>
                  <a:pt x="378594" y="71656"/>
                  <a:pt x="377315" y="70951"/>
                </a:cubicBezTo>
                <a:cubicBezTo>
                  <a:pt x="376036" y="70244"/>
                  <a:pt x="374536" y="69582"/>
                  <a:pt x="372815" y="68965"/>
                </a:cubicBezTo>
                <a:cubicBezTo>
                  <a:pt x="371094" y="68347"/>
                  <a:pt x="369307" y="67729"/>
                  <a:pt x="367454" y="67111"/>
                </a:cubicBezTo>
                <a:cubicBezTo>
                  <a:pt x="365247" y="66317"/>
                  <a:pt x="362997" y="65412"/>
                  <a:pt x="360702" y="64398"/>
                </a:cubicBezTo>
                <a:cubicBezTo>
                  <a:pt x="358408" y="63383"/>
                  <a:pt x="356378" y="62148"/>
                  <a:pt x="354612" y="60692"/>
                </a:cubicBezTo>
                <a:cubicBezTo>
                  <a:pt x="352849" y="59235"/>
                  <a:pt x="351393" y="57492"/>
                  <a:pt x="350246" y="55463"/>
                </a:cubicBezTo>
                <a:cubicBezTo>
                  <a:pt x="349098" y="53432"/>
                  <a:pt x="348525" y="51050"/>
                  <a:pt x="348525" y="48315"/>
                </a:cubicBezTo>
                <a:cubicBezTo>
                  <a:pt x="348525" y="44961"/>
                  <a:pt x="349208" y="41960"/>
                  <a:pt x="350575" y="39313"/>
                </a:cubicBezTo>
                <a:cubicBezTo>
                  <a:pt x="351943" y="36666"/>
                  <a:pt x="353862" y="34372"/>
                  <a:pt x="356333" y="32432"/>
                </a:cubicBezTo>
                <a:cubicBezTo>
                  <a:pt x="358806" y="30490"/>
                  <a:pt x="361784" y="29011"/>
                  <a:pt x="365269" y="27996"/>
                </a:cubicBezTo>
                <a:cubicBezTo>
                  <a:pt x="368755" y="26981"/>
                  <a:pt x="372572" y="26473"/>
                  <a:pt x="376719" y="26473"/>
                </a:cubicBezTo>
                <a:cubicBezTo>
                  <a:pt x="380426" y="26473"/>
                  <a:pt x="383647" y="26804"/>
                  <a:pt x="386382" y="27467"/>
                </a:cubicBezTo>
                <a:cubicBezTo>
                  <a:pt x="389118" y="28128"/>
                  <a:pt x="391412" y="28944"/>
                  <a:pt x="393265" y="29915"/>
                </a:cubicBezTo>
                <a:cubicBezTo>
                  <a:pt x="395118" y="30886"/>
                  <a:pt x="396485" y="31879"/>
                  <a:pt x="397367" y="32894"/>
                </a:cubicBezTo>
                <a:cubicBezTo>
                  <a:pt x="398250" y="33908"/>
                  <a:pt x="398692" y="34812"/>
                  <a:pt x="398692" y="35607"/>
                </a:cubicBezTo>
                <a:cubicBezTo>
                  <a:pt x="398692" y="36314"/>
                  <a:pt x="398339" y="37263"/>
                  <a:pt x="397632" y="38454"/>
                </a:cubicBezTo>
                <a:cubicBezTo>
                  <a:pt x="396926" y="39645"/>
                  <a:pt x="396110" y="40814"/>
                  <a:pt x="395184" y="41961"/>
                </a:cubicBezTo>
                <a:cubicBezTo>
                  <a:pt x="394257" y="43108"/>
                  <a:pt x="393286" y="44101"/>
                  <a:pt x="392271" y="44940"/>
                </a:cubicBezTo>
                <a:cubicBezTo>
                  <a:pt x="391257" y="45778"/>
                  <a:pt x="390397" y="46196"/>
                  <a:pt x="389692" y="46196"/>
                </a:cubicBezTo>
                <a:cubicBezTo>
                  <a:pt x="389250" y="46196"/>
                  <a:pt x="388610" y="45843"/>
                  <a:pt x="387771" y="45138"/>
                </a:cubicBezTo>
                <a:cubicBezTo>
                  <a:pt x="386934" y="44432"/>
                  <a:pt x="385897" y="43639"/>
                  <a:pt x="384661" y="42757"/>
                </a:cubicBezTo>
                <a:cubicBezTo>
                  <a:pt x="383426" y="41873"/>
                  <a:pt x="382014" y="41079"/>
                  <a:pt x="380425" y="40373"/>
                </a:cubicBezTo>
                <a:cubicBezTo>
                  <a:pt x="378836" y="39666"/>
                  <a:pt x="377027" y="39313"/>
                  <a:pt x="374998" y="39313"/>
                </a:cubicBezTo>
                <a:cubicBezTo>
                  <a:pt x="372792" y="39313"/>
                  <a:pt x="371028" y="39909"/>
                  <a:pt x="369704" y="41100"/>
                </a:cubicBezTo>
                <a:cubicBezTo>
                  <a:pt x="368381" y="42292"/>
                  <a:pt x="367719" y="43770"/>
                  <a:pt x="367719" y="45534"/>
                </a:cubicBezTo>
                <a:cubicBezTo>
                  <a:pt x="367719" y="46681"/>
                  <a:pt x="368027" y="47674"/>
                  <a:pt x="368644" y="48513"/>
                </a:cubicBezTo>
                <a:cubicBezTo>
                  <a:pt x="369262" y="49352"/>
                  <a:pt x="370078" y="50080"/>
                  <a:pt x="371092" y="50698"/>
                </a:cubicBezTo>
                <a:cubicBezTo>
                  <a:pt x="372107" y="51315"/>
                  <a:pt x="373299" y="51889"/>
                  <a:pt x="374667" y="52419"/>
                </a:cubicBezTo>
                <a:cubicBezTo>
                  <a:pt x="376035" y="52948"/>
                  <a:pt x="377513" y="53478"/>
                  <a:pt x="379102" y="54007"/>
                </a:cubicBezTo>
                <a:cubicBezTo>
                  <a:pt x="381484" y="54801"/>
                  <a:pt x="383977" y="55684"/>
                  <a:pt x="386579" y="56655"/>
                </a:cubicBezTo>
                <a:cubicBezTo>
                  <a:pt x="389184" y="57624"/>
                  <a:pt x="391566" y="58860"/>
                  <a:pt x="393727" y="60361"/>
                </a:cubicBezTo>
                <a:cubicBezTo>
                  <a:pt x="395890" y="61861"/>
                  <a:pt x="397655" y="63714"/>
                  <a:pt x="399023" y="65919"/>
                </a:cubicBezTo>
                <a:cubicBezTo>
                  <a:pt x="400391" y="68125"/>
                  <a:pt x="401075" y="70905"/>
                  <a:pt x="401075" y="74259"/>
                </a:cubicBezTo>
                <a:cubicBezTo>
                  <a:pt x="401075" y="77612"/>
                  <a:pt x="400391" y="80656"/>
                  <a:pt x="399023" y="83392"/>
                </a:cubicBezTo>
                <a:cubicBezTo>
                  <a:pt x="397655" y="86127"/>
                  <a:pt x="395780" y="88488"/>
                  <a:pt x="393396" y="90474"/>
                </a:cubicBezTo>
                <a:cubicBezTo>
                  <a:pt x="391014" y="92459"/>
                  <a:pt x="388168" y="93981"/>
                  <a:pt x="384859" y="95040"/>
                </a:cubicBezTo>
                <a:cubicBezTo>
                  <a:pt x="381550" y="96099"/>
                  <a:pt x="377911" y="96628"/>
                  <a:pt x="373940" y="96628"/>
                </a:cubicBezTo>
                <a:close/>
                <a:moveTo>
                  <a:pt x="422651" y="0"/>
                </a:moveTo>
                <a:cubicBezTo>
                  <a:pt x="426357" y="0"/>
                  <a:pt x="429048" y="794"/>
                  <a:pt x="430724" y="2383"/>
                </a:cubicBezTo>
                <a:cubicBezTo>
                  <a:pt x="432402" y="3971"/>
                  <a:pt x="433241" y="6574"/>
                  <a:pt x="433241" y="10192"/>
                </a:cubicBezTo>
                <a:cubicBezTo>
                  <a:pt x="433241" y="13899"/>
                  <a:pt x="432402" y="16502"/>
                  <a:pt x="430724" y="18002"/>
                </a:cubicBezTo>
                <a:cubicBezTo>
                  <a:pt x="429048" y="19502"/>
                  <a:pt x="426357" y="20252"/>
                  <a:pt x="422651" y="20252"/>
                </a:cubicBezTo>
                <a:cubicBezTo>
                  <a:pt x="418944" y="20252"/>
                  <a:pt x="416252" y="19502"/>
                  <a:pt x="414576" y="18002"/>
                </a:cubicBezTo>
                <a:cubicBezTo>
                  <a:pt x="412900" y="16502"/>
                  <a:pt x="412061" y="13899"/>
                  <a:pt x="412061" y="10192"/>
                </a:cubicBezTo>
                <a:cubicBezTo>
                  <a:pt x="412061" y="6574"/>
                  <a:pt x="412900" y="3971"/>
                  <a:pt x="414576" y="2383"/>
                </a:cubicBezTo>
                <a:cubicBezTo>
                  <a:pt x="416252" y="794"/>
                  <a:pt x="418944" y="0"/>
                  <a:pt x="422651" y="0"/>
                </a:cubicBezTo>
                <a:moveTo>
                  <a:pt x="432445" y="77172"/>
                </a:moveTo>
                <a:cubicBezTo>
                  <a:pt x="432445" y="79201"/>
                  <a:pt x="432908" y="80657"/>
                  <a:pt x="433835" y="81540"/>
                </a:cubicBezTo>
                <a:cubicBezTo>
                  <a:pt x="434762" y="82422"/>
                  <a:pt x="435976" y="82863"/>
                  <a:pt x="437476" y="82863"/>
                </a:cubicBezTo>
                <a:lnTo>
                  <a:pt x="440255" y="82863"/>
                </a:lnTo>
                <a:cubicBezTo>
                  <a:pt x="441490" y="82863"/>
                  <a:pt x="442108" y="83437"/>
                  <a:pt x="442108" y="84584"/>
                </a:cubicBezTo>
                <a:cubicBezTo>
                  <a:pt x="442108" y="85377"/>
                  <a:pt x="441688" y="86436"/>
                  <a:pt x="440849" y="87759"/>
                </a:cubicBezTo>
                <a:cubicBezTo>
                  <a:pt x="440012" y="89083"/>
                  <a:pt x="438953" y="90407"/>
                  <a:pt x="437674" y="91732"/>
                </a:cubicBezTo>
                <a:cubicBezTo>
                  <a:pt x="436395" y="93056"/>
                  <a:pt x="434939" y="94203"/>
                  <a:pt x="433305" y="95174"/>
                </a:cubicBezTo>
                <a:cubicBezTo>
                  <a:pt x="431673" y="96143"/>
                  <a:pt x="430063" y="96628"/>
                  <a:pt x="428474" y="96628"/>
                </a:cubicBezTo>
                <a:cubicBezTo>
                  <a:pt x="423532" y="96628"/>
                  <a:pt x="419693" y="95238"/>
                  <a:pt x="416957" y="92459"/>
                </a:cubicBezTo>
                <a:cubicBezTo>
                  <a:pt x="414223" y="89680"/>
                  <a:pt x="412855" y="85820"/>
                  <a:pt x="412855" y="80878"/>
                </a:cubicBezTo>
                <a:lnTo>
                  <a:pt x="412855" y="30975"/>
                </a:lnTo>
                <a:cubicBezTo>
                  <a:pt x="412855" y="30092"/>
                  <a:pt x="413495" y="29342"/>
                  <a:pt x="414774" y="28725"/>
                </a:cubicBezTo>
                <a:cubicBezTo>
                  <a:pt x="416054" y="28107"/>
                  <a:pt x="418680" y="27798"/>
                  <a:pt x="422651" y="27798"/>
                </a:cubicBezTo>
                <a:cubicBezTo>
                  <a:pt x="426709" y="27798"/>
                  <a:pt x="429356" y="28107"/>
                  <a:pt x="430591" y="28725"/>
                </a:cubicBezTo>
                <a:cubicBezTo>
                  <a:pt x="431827" y="29342"/>
                  <a:pt x="432445" y="30092"/>
                  <a:pt x="432445" y="30975"/>
                </a:cubicBezTo>
                <a:lnTo>
                  <a:pt x="432445" y="77172"/>
                </a:lnTo>
                <a:close/>
                <a:moveTo>
                  <a:pt x="486982" y="96628"/>
                </a:moveTo>
                <a:cubicBezTo>
                  <a:pt x="482217" y="96628"/>
                  <a:pt x="477672" y="95988"/>
                  <a:pt x="473347" y="94709"/>
                </a:cubicBezTo>
                <a:cubicBezTo>
                  <a:pt x="469023" y="93430"/>
                  <a:pt x="465206" y="91423"/>
                  <a:pt x="461896" y="88688"/>
                </a:cubicBezTo>
                <a:cubicBezTo>
                  <a:pt x="458588" y="85952"/>
                  <a:pt x="455941" y="82488"/>
                  <a:pt x="453955" y="78297"/>
                </a:cubicBezTo>
                <a:cubicBezTo>
                  <a:pt x="451970" y="74105"/>
                  <a:pt x="450978" y="69053"/>
                  <a:pt x="450978" y="63140"/>
                </a:cubicBezTo>
                <a:cubicBezTo>
                  <a:pt x="450978" y="56962"/>
                  <a:pt x="451970" y="51579"/>
                  <a:pt x="453955" y="46990"/>
                </a:cubicBezTo>
                <a:cubicBezTo>
                  <a:pt x="455941" y="42401"/>
                  <a:pt x="458610" y="38585"/>
                  <a:pt x="461963" y="35542"/>
                </a:cubicBezTo>
                <a:cubicBezTo>
                  <a:pt x="465317" y="32497"/>
                  <a:pt x="469200" y="30225"/>
                  <a:pt x="473611" y="28725"/>
                </a:cubicBezTo>
                <a:cubicBezTo>
                  <a:pt x="478024" y="27224"/>
                  <a:pt x="482701" y="26473"/>
                  <a:pt x="487643" y="26473"/>
                </a:cubicBezTo>
                <a:cubicBezTo>
                  <a:pt x="490997" y="26473"/>
                  <a:pt x="493909" y="26738"/>
                  <a:pt x="496380" y="27269"/>
                </a:cubicBezTo>
                <a:cubicBezTo>
                  <a:pt x="498851" y="27798"/>
                  <a:pt x="500925" y="28438"/>
                  <a:pt x="502601" y="29188"/>
                </a:cubicBezTo>
                <a:cubicBezTo>
                  <a:pt x="504277" y="29938"/>
                  <a:pt x="505534" y="30732"/>
                  <a:pt x="506372" y="31571"/>
                </a:cubicBezTo>
                <a:cubicBezTo>
                  <a:pt x="507211" y="32409"/>
                  <a:pt x="507630" y="33180"/>
                  <a:pt x="507630" y="33886"/>
                </a:cubicBezTo>
                <a:cubicBezTo>
                  <a:pt x="507630" y="34680"/>
                  <a:pt x="507321" y="35718"/>
                  <a:pt x="506703" y="36998"/>
                </a:cubicBezTo>
                <a:cubicBezTo>
                  <a:pt x="506086" y="38277"/>
                  <a:pt x="505336" y="39535"/>
                  <a:pt x="504453" y="40771"/>
                </a:cubicBezTo>
                <a:cubicBezTo>
                  <a:pt x="503571" y="42006"/>
                  <a:pt x="502667" y="43064"/>
                  <a:pt x="501741" y="43946"/>
                </a:cubicBezTo>
                <a:cubicBezTo>
                  <a:pt x="500814" y="44828"/>
                  <a:pt x="499998" y="45269"/>
                  <a:pt x="499293" y="45269"/>
                </a:cubicBezTo>
                <a:cubicBezTo>
                  <a:pt x="498851" y="45269"/>
                  <a:pt x="498277" y="45049"/>
                  <a:pt x="497570" y="44609"/>
                </a:cubicBezTo>
                <a:cubicBezTo>
                  <a:pt x="496864" y="44167"/>
                  <a:pt x="496004" y="43682"/>
                  <a:pt x="494988" y="43152"/>
                </a:cubicBezTo>
                <a:cubicBezTo>
                  <a:pt x="493975" y="42623"/>
                  <a:pt x="492761" y="42138"/>
                  <a:pt x="491349" y="41696"/>
                </a:cubicBezTo>
                <a:cubicBezTo>
                  <a:pt x="489938" y="41255"/>
                  <a:pt x="488306" y="41034"/>
                  <a:pt x="486453" y="41034"/>
                </a:cubicBezTo>
                <a:cubicBezTo>
                  <a:pt x="484864" y="41034"/>
                  <a:pt x="483231" y="41365"/>
                  <a:pt x="481555" y="42027"/>
                </a:cubicBezTo>
                <a:cubicBezTo>
                  <a:pt x="479879" y="42689"/>
                  <a:pt x="478334" y="43814"/>
                  <a:pt x="476922" y="45403"/>
                </a:cubicBezTo>
                <a:cubicBezTo>
                  <a:pt x="475509" y="46991"/>
                  <a:pt x="474362" y="49087"/>
                  <a:pt x="473480" y="51690"/>
                </a:cubicBezTo>
                <a:cubicBezTo>
                  <a:pt x="472598" y="54293"/>
                  <a:pt x="472157" y="57580"/>
                  <a:pt x="472157" y="61551"/>
                </a:cubicBezTo>
                <a:cubicBezTo>
                  <a:pt x="472157" y="65081"/>
                  <a:pt x="472620" y="68126"/>
                  <a:pt x="473547" y="70686"/>
                </a:cubicBezTo>
                <a:cubicBezTo>
                  <a:pt x="474473" y="73244"/>
                  <a:pt x="475774" y="75340"/>
                  <a:pt x="477451" y="76974"/>
                </a:cubicBezTo>
                <a:cubicBezTo>
                  <a:pt x="479127" y="78606"/>
                  <a:pt x="481068" y="79819"/>
                  <a:pt x="483274" y="80613"/>
                </a:cubicBezTo>
                <a:cubicBezTo>
                  <a:pt x="485481" y="81406"/>
                  <a:pt x="487908" y="81803"/>
                  <a:pt x="490555" y="81803"/>
                </a:cubicBezTo>
                <a:cubicBezTo>
                  <a:pt x="493202" y="81803"/>
                  <a:pt x="495541" y="81516"/>
                  <a:pt x="497570" y="80942"/>
                </a:cubicBezTo>
                <a:cubicBezTo>
                  <a:pt x="499600" y="80369"/>
                  <a:pt x="501343" y="79729"/>
                  <a:pt x="502799" y="79024"/>
                </a:cubicBezTo>
                <a:cubicBezTo>
                  <a:pt x="504256" y="78318"/>
                  <a:pt x="505469" y="77679"/>
                  <a:pt x="506439" y="77105"/>
                </a:cubicBezTo>
                <a:cubicBezTo>
                  <a:pt x="507409" y="76531"/>
                  <a:pt x="508160" y="76244"/>
                  <a:pt x="508691" y="76244"/>
                </a:cubicBezTo>
                <a:cubicBezTo>
                  <a:pt x="509131" y="76244"/>
                  <a:pt x="509527" y="76377"/>
                  <a:pt x="509880" y="76642"/>
                </a:cubicBezTo>
                <a:cubicBezTo>
                  <a:pt x="510234" y="76906"/>
                  <a:pt x="510411" y="77391"/>
                  <a:pt x="510411" y="78097"/>
                </a:cubicBezTo>
                <a:cubicBezTo>
                  <a:pt x="510411" y="79333"/>
                  <a:pt x="510191" y="80965"/>
                  <a:pt x="509749" y="82995"/>
                </a:cubicBezTo>
                <a:cubicBezTo>
                  <a:pt x="509307" y="85024"/>
                  <a:pt x="508601" y="87009"/>
                  <a:pt x="507630" y="88951"/>
                </a:cubicBezTo>
                <a:cubicBezTo>
                  <a:pt x="507277" y="89658"/>
                  <a:pt x="506505" y="90452"/>
                  <a:pt x="505314" y="91334"/>
                </a:cubicBezTo>
                <a:cubicBezTo>
                  <a:pt x="504123" y="92216"/>
                  <a:pt x="502601" y="93054"/>
                  <a:pt x="500747" y="93849"/>
                </a:cubicBezTo>
                <a:cubicBezTo>
                  <a:pt x="498894" y="94643"/>
                  <a:pt x="496798" y="95305"/>
                  <a:pt x="494459" y="95834"/>
                </a:cubicBezTo>
                <a:cubicBezTo>
                  <a:pt x="492122" y="96363"/>
                  <a:pt x="489629" y="96628"/>
                  <a:pt x="486982" y="96628"/>
                </a:cubicBezTo>
                <a:close/>
                <a:moveTo>
                  <a:pt x="563490" y="95305"/>
                </a:moveTo>
                <a:cubicBezTo>
                  <a:pt x="559608" y="95305"/>
                  <a:pt x="557005" y="94996"/>
                  <a:pt x="555681" y="94378"/>
                </a:cubicBezTo>
                <a:cubicBezTo>
                  <a:pt x="554358" y="93760"/>
                  <a:pt x="553696" y="93054"/>
                  <a:pt x="553696" y="92261"/>
                </a:cubicBezTo>
                <a:lnTo>
                  <a:pt x="553696" y="12973"/>
                </a:lnTo>
                <a:cubicBezTo>
                  <a:pt x="553696" y="12002"/>
                  <a:pt x="554446" y="11054"/>
                  <a:pt x="555946" y="10127"/>
                </a:cubicBezTo>
                <a:cubicBezTo>
                  <a:pt x="557446" y="9199"/>
                  <a:pt x="559475" y="8383"/>
                  <a:pt x="562033" y="7677"/>
                </a:cubicBezTo>
                <a:cubicBezTo>
                  <a:pt x="564593" y="6972"/>
                  <a:pt x="567594" y="6399"/>
                  <a:pt x="571036" y="5958"/>
                </a:cubicBezTo>
                <a:cubicBezTo>
                  <a:pt x="574477" y="5517"/>
                  <a:pt x="578095" y="5296"/>
                  <a:pt x="581890" y="5296"/>
                </a:cubicBezTo>
                <a:cubicBezTo>
                  <a:pt x="587713" y="5296"/>
                  <a:pt x="592986" y="5935"/>
                  <a:pt x="597707" y="7215"/>
                </a:cubicBezTo>
                <a:cubicBezTo>
                  <a:pt x="602429" y="8494"/>
                  <a:pt x="606444" y="10325"/>
                  <a:pt x="609753" y="12708"/>
                </a:cubicBezTo>
                <a:cubicBezTo>
                  <a:pt x="613062" y="15090"/>
                  <a:pt x="615621" y="18047"/>
                  <a:pt x="617430" y="21577"/>
                </a:cubicBezTo>
                <a:cubicBezTo>
                  <a:pt x="619239" y="25106"/>
                  <a:pt x="620144" y="29121"/>
                  <a:pt x="620144" y="33621"/>
                </a:cubicBezTo>
                <a:cubicBezTo>
                  <a:pt x="620144" y="38652"/>
                  <a:pt x="619129" y="42954"/>
                  <a:pt x="617099" y="46528"/>
                </a:cubicBezTo>
                <a:cubicBezTo>
                  <a:pt x="615069" y="50101"/>
                  <a:pt x="612864" y="53035"/>
                  <a:pt x="610482" y="55330"/>
                </a:cubicBezTo>
                <a:cubicBezTo>
                  <a:pt x="607569" y="57977"/>
                  <a:pt x="604304" y="60183"/>
                  <a:pt x="600686" y="61949"/>
                </a:cubicBezTo>
                <a:cubicBezTo>
                  <a:pt x="602098" y="62567"/>
                  <a:pt x="603643" y="64067"/>
                  <a:pt x="605319" y="66451"/>
                </a:cubicBezTo>
                <a:cubicBezTo>
                  <a:pt x="606996" y="68833"/>
                  <a:pt x="608782" y="71347"/>
                  <a:pt x="610680" y="73994"/>
                </a:cubicBezTo>
                <a:cubicBezTo>
                  <a:pt x="612577" y="76642"/>
                  <a:pt x="614628" y="79002"/>
                  <a:pt x="616834" y="81076"/>
                </a:cubicBezTo>
                <a:cubicBezTo>
                  <a:pt x="619041" y="83149"/>
                  <a:pt x="621380" y="84186"/>
                  <a:pt x="623851" y="84186"/>
                </a:cubicBezTo>
                <a:lnTo>
                  <a:pt x="624644" y="84186"/>
                </a:lnTo>
                <a:lnTo>
                  <a:pt x="626234" y="84053"/>
                </a:lnTo>
                <a:cubicBezTo>
                  <a:pt x="626940" y="84053"/>
                  <a:pt x="627557" y="84120"/>
                  <a:pt x="628086" y="84253"/>
                </a:cubicBezTo>
                <a:cubicBezTo>
                  <a:pt x="628615" y="84385"/>
                  <a:pt x="628880" y="84892"/>
                  <a:pt x="628880" y="85774"/>
                </a:cubicBezTo>
                <a:cubicBezTo>
                  <a:pt x="628880" y="86657"/>
                  <a:pt x="628394" y="87717"/>
                  <a:pt x="627424" y="88953"/>
                </a:cubicBezTo>
                <a:cubicBezTo>
                  <a:pt x="626453" y="90188"/>
                  <a:pt x="625151" y="91356"/>
                  <a:pt x="623519" y="92459"/>
                </a:cubicBezTo>
                <a:cubicBezTo>
                  <a:pt x="621887" y="93562"/>
                  <a:pt x="620012" y="94511"/>
                  <a:pt x="617894" y="95305"/>
                </a:cubicBezTo>
                <a:cubicBezTo>
                  <a:pt x="615776" y="96100"/>
                  <a:pt x="613570" y="96497"/>
                  <a:pt x="611276" y="96497"/>
                </a:cubicBezTo>
                <a:cubicBezTo>
                  <a:pt x="607657" y="96497"/>
                  <a:pt x="604591" y="95791"/>
                  <a:pt x="602075" y="94380"/>
                </a:cubicBezTo>
                <a:cubicBezTo>
                  <a:pt x="599560" y="92968"/>
                  <a:pt x="597420" y="91202"/>
                  <a:pt x="595655" y="89084"/>
                </a:cubicBezTo>
                <a:cubicBezTo>
                  <a:pt x="593891" y="86966"/>
                  <a:pt x="592391" y="84649"/>
                  <a:pt x="591155" y="82134"/>
                </a:cubicBezTo>
                <a:cubicBezTo>
                  <a:pt x="589920" y="79619"/>
                  <a:pt x="588729" y="77303"/>
                  <a:pt x="587582" y="75186"/>
                </a:cubicBezTo>
                <a:cubicBezTo>
                  <a:pt x="586434" y="73068"/>
                  <a:pt x="585199" y="71303"/>
                  <a:pt x="583875" y="69892"/>
                </a:cubicBezTo>
                <a:cubicBezTo>
                  <a:pt x="582552" y="68480"/>
                  <a:pt x="580963" y="67774"/>
                  <a:pt x="579111" y="67774"/>
                </a:cubicBezTo>
                <a:lnTo>
                  <a:pt x="574875" y="67774"/>
                </a:lnTo>
                <a:cubicBezTo>
                  <a:pt x="573815" y="67774"/>
                  <a:pt x="573286" y="68303"/>
                  <a:pt x="573286" y="69361"/>
                </a:cubicBezTo>
                <a:lnTo>
                  <a:pt x="573286" y="92261"/>
                </a:lnTo>
                <a:cubicBezTo>
                  <a:pt x="573286" y="93054"/>
                  <a:pt x="572624" y="93760"/>
                  <a:pt x="571300" y="94378"/>
                </a:cubicBezTo>
                <a:cubicBezTo>
                  <a:pt x="569977" y="94996"/>
                  <a:pt x="567373" y="95305"/>
                  <a:pt x="563490" y="95305"/>
                </a:cubicBezTo>
                <a:moveTo>
                  <a:pt x="573286" y="48315"/>
                </a:moveTo>
                <a:cubicBezTo>
                  <a:pt x="573286" y="49639"/>
                  <a:pt x="573815" y="50632"/>
                  <a:pt x="574873" y="51294"/>
                </a:cubicBezTo>
                <a:cubicBezTo>
                  <a:pt x="575933" y="51955"/>
                  <a:pt x="577654" y="52286"/>
                  <a:pt x="580036" y="52286"/>
                </a:cubicBezTo>
                <a:cubicBezTo>
                  <a:pt x="582507" y="52286"/>
                  <a:pt x="584889" y="52021"/>
                  <a:pt x="587184" y="51492"/>
                </a:cubicBezTo>
                <a:cubicBezTo>
                  <a:pt x="589478" y="50962"/>
                  <a:pt x="591508" y="50035"/>
                  <a:pt x="593273" y="48711"/>
                </a:cubicBezTo>
                <a:cubicBezTo>
                  <a:pt x="595039" y="47387"/>
                  <a:pt x="596450" y="45600"/>
                  <a:pt x="597509" y="43350"/>
                </a:cubicBezTo>
                <a:cubicBezTo>
                  <a:pt x="598568" y="41100"/>
                  <a:pt x="599098" y="38255"/>
                  <a:pt x="599098" y="34813"/>
                </a:cubicBezTo>
                <a:cubicBezTo>
                  <a:pt x="599098" y="32077"/>
                  <a:pt x="598701" y="29782"/>
                  <a:pt x="597907" y="27929"/>
                </a:cubicBezTo>
                <a:cubicBezTo>
                  <a:pt x="597112" y="26077"/>
                  <a:pt x="596009" y="24599"/>
                  <a:pt x="594596" y="23496"/>
                </a:cubicBezTo>
                <a:cubicBezTo>
                  <a:pt x="593185" y="22393"/>
                  <a:pt x="591509" y="21621"/>
                  <a:pt x="589567" y="21179"/>
                </a:cubicBezTo>
                <a:cubicBezTo>
                  <a:pt x="587625" y="20738"/>
                  <a:pt x="585552" y="20517"/>
                  <a:pt x="583346" y="20517"/>
                </a:cubicBezTo>
                <a:cubicBezTo>
                  <a:pt x="576639" y="20517"/>
                  <a:pt x="573286" y="21929"/>
                  <a:pt x="573286" y="24752"/>
                </a:cubicBezTo>
                <a:lnTo>
                  <a:pt x="573286" y="48315"/>
                </a:lnTo>
                <a:close/>
                <a:moveTo>
                  <a:pt x="673487" y="96628"/>
                </a:moveTo>
                <a:cubicBezTo>
                  <a:pt x="668281" y="96628"/>
                  <a:pt x="663450" y="95945"/>
                  <a:pt x="658993" y="94578"/>
                </a:cubicBezTo>
                <a:cubicBezTo>
                  <a:pt x="654537" y="93210"/>
                  <a:pt x="650699" y="91136"/>
                  <a:pt x="647476" y="88357"/>
                </a:cubicBezTo>
                <a:cubicBezTo>
                  <a:pt x="644255" y="85576"/>
                  <a:pt x="641719" y="82113"/>
                  <a:pt x="639866" y="77965"/>
                </a:cubicBezTo>
                <a:cubicBezTo>
                  <a:pt x="638013" y="73818"/>
                  <a:pt x="637087" y="68920"/>
                  <a:pt x="637087" y="63271"/>
                </a:cubicBezTo>
                <a:cubicBezTo>
                  <a:pt x="637087" y="56742"/>
                  <a:pt x="638057" y="51161"/>
                  <a:pt x="639999" y="46528"/>
                </a:cubicBezTo>
                <a:cubicBezTo>
                  <a:pt x="641941" y="41894"/>
                  <a:pt x="644522" y="38077"/>
                  <a:pt x="647743" y="35077"/>
                </a:cubicBezTo>
                <a:cubicBezTo>
                  <a:pt x="650964" y="32077"/>
                  <a:pt x="654603" y="29893"/>
                  <a:pt x="658662" y="28525"/>
                </a:cubicBezTo>
                <a:cubicBezTo>
                  <a:pt x="662722" y="27157"/>
                  <a:pt x="666869" y="26473"/>
                  <a:pt x="671106" y="26473"/>
                </a:cubicBezTo>
                <a:cubicBezTo>
                  <a:pt x="675606" y="26473"/>
                  <a:pt x="679532" y="26981"/>
                  <a:pt x="682885" y="27996"/>
                </a:cubicBezTo>
                <a:cubicBezTo>
                  <a:pt x="686239" y="29011"/>
                  <a:pt x="689041" y="30379"/>
                  <a:pt x="691291" y="32100"/>
                </a:cubicBezTo>
                <a:cubicBezTo>
                  <a:pt x="693541" y="33821"/>
                  <a:pt x="695218" y="35873"/>
                  <a:pt x="696320" y="38255"/>
                </a:cubicBezTo>
                <a:cubicBezTo>
                  <a:pt x="697425" y="40637"/>
                  <a:pt x="697977" y="43196"/>
                  <a:pt x="697977" y="45932"/>
                </a:cubicBezTo>
                <a:cubicBezTo>
                  <a:pt x="697977" y="50344"/>
                  <a:pt x="696697" y="54117"/>
                  <a:pt x="694137" y="57251"/>
                </a:cubicBezTo>
                <a:cubicBezTo>
                  <a:pt x="691577" y="60383"/>
                  <a:pt x="688356" y="62964"/>
                  <a:pt x="684473" y="64994"/>
                </a:cubicBezTo>
                <a:cubicBezTo>
                  <a:pt x="680590" y="67024"/>
                  <a:pt x="676399" y="68524"/>
                  <a:pt x="671899" y="69494"/>
                </a:cubicBezTo>
                <a:cubicBezTo>
                  <a:pt x="667399" y="70464"/>
                  <a:pt x="663163" y="71037"/>
                  <a:pt x="659191" y="71213"/>
                </a:cubicBezTo>
                <a:cubicBezTo>
                  <a:pt x="660692" y="75273"/>
                  <a:pt x="663097" y="78053"/>
                  <a:pt x="666406" y="79553"/>
                </a:cubicBezTo>
                <a:cubicBezTo>
                  <a:pt x="669715" y="81053"/>
                  <a:pt x="673267" y="81803"/>
                  <a:pt x="677062" y="81803"/>
                </a:cubicBezTo>
                <a:cubicBezTo>
                  <a:pt x="679620" y="81803"/>
                  <a:pt x="681893" y="81495"/>
                  <a:pt x="683879" y="80878"/>
                </a:cubicBezTo>
                <a:cubicBezTo>
                  <a:pt x="685865" y="80260"/>
                  <a:pt x="687608" y="79576"/>
                  <a:pt x="689108" y="78826"/>
                </a:cubicBezTo>
                <a:cubicBezTo>
                  <a:pt x="690608" y="78076"/>
                  <a:pt x="691843" y="77392"/>
                  <a:pt x="692814" y="76774"/>
                </a:cubicBezTo>
                <a:cubicBezTo>
                  <a:pt x="693785" y="76156"/>
                  <a:pt x="694535" y="75847"/>
                  <a:pt x="695064" y="75847"/>
                </a:cubicBezTo>
                <a:cubicBezTo>
                  <a:pt x="695505" y="75847"/>
                  <a:pt x="695923" y="75979"/>
                  <a:pt x="696320" y="76244"/>
                </a:cubicBezTo>
                <a:cubicBezTo>
                  <a:pt x="696718" y="76508"/>
                  <a:pt x="696916" y="76994"/>
                  <a:pt x="696916" y="77701"/>
                </a:cubicBezTo>
                <a:cubicBezTo>
                  <a:pt x="696916" y="78759"/>
                  <a:pt x="696696" y="80325"/>
                  <a:pt x="696254" y="82399"/>
                </a:cubicBezTo>
                <a:cubicBezTo>
                  <a:pt x="695814" y="84472"/>
                  <a:pt x="695196" y="86524"/>
                  <a:pt x="694402" y="88555"/>
                </a:cubicBezTo>
                <a:cubicBezTo>
                  <a:pt x="694136" y="89261"/>
                  <a:pt x="693430" y="90077"/>
                  <a:pt x="692283" y="91003"/>
                </a:cubicBezTo>
                <a:cubicBezTo>
                  <a:pt x="691137" y="91929"/>
                  <a:pt x="689659" y="92812"/>
                  <a:pt x="687850" y="93651"/>
                </a:cubicBezTo>
                <a:cubicBezTo>
                  <a:pt x="686041" y="94488"/>
                  <a:pt x="683923" y="95194"/>
                  <a:pt x="681495" y="95768"/>
                </a:cubicBezTo>
                <a:cubicBezTo>
                  <a:pt x="679069" y="96341"/>
                  <a:pt x="676399" y="96628"/>
                  <a:pt x="673487" y="96628"/>
                </a:cubicBezTo>
                <a:moveTo>
                  <a:pt x="658001" y="61155"/>
                </a:moveTo>
                <a:cubicBezTo>
                  <a:pt x="660649" y="60889"/>
                  <a:pt x="663185" y="60338"/>
                  <a:pt x="665612" y="59501"/>
                </a:cubicBezTo>
                <a:cubicBezTo>
                  <a:pt x="668038" y="58662"/>
                  <a:pt x="670200" y="57558"/>
                  <a:pt x="672097" y="56190"/>
                </a:cubicBezTo>
                <a:cubicBezTo>
                  <a:pt x="673995" y="54822"/>
                  <a:pt x="675495" y="53168"/>
                  <a:pt x="676597" y="51228"/>
                </a:cubicBezTo>
                <a:cubicBezTo>
                  <a:pt x="677702" y="49286"/>
                  <a:pt x="678254" y="47123"/>
                  <a:pt x="678254" y="44740"/>
                </a:cubicBezTo>
                <a:cubicBezTo>
                  <a:pt x="678254" y="42887"/>
                  <a:pt x="677613" y="41366"/>
                  <a:pt x="676333" y="40175"/>
                </a:cubicBezTo>
                <a:cubicBezTo>
                  <a:pt x="675054" y="38984"/>
                  <a:pt x="673531" y="38388"/>
                  <a:pt x="671766" y="38388"/>
                </a:cubicBezTo>
                <a:cubicBezTo>
                  <a:pt x="670090" y="38388"/>
                  <a:pt x="668457" y="38785"/>
                  <a:pt x="666868" y="39579"/>
                </a:cubicBezTo>
                <a:cubicBezTo>
                  <a:pt x="665281" y="40373"/>
                  <a:pt x="663847" y="41674"/>
                  <a:pt x="662566" y="43484"/>
                </a:cubicBezTo>
                <a:cubicBezTo>
                  <a:pt x="661287" y="45292"/>
                  <a:pt x="660250" y="47630"/>
                  <a:pt x="659456" y="50498"/>
                </a:cubicBezTo>
                <a:cubicBezTo>
                  <a:pt x="658662" y="53366"/>
                  <a:pt x="658178" y="56919"/>
                  <a:pt x="658001" y="61155"/>
                </a:cubicBezTo>
                <a:close/>
                <a:moveTo>
                  <a:pt x="733184" y="96628"/>
                </a:moveTo>
                <a:cubicBezTo>
                  <a:pt x="725684" y="96628"/>
                  <a:pt x="719706" y="94511"/>
                  <a:pt x="715249" y="90276"/>
                </a:cubicBezTo>
                <a:cubicBezTo>
                  <a:pt x="710793" y="86040"/>
                  <a:pt x="708565" y="79774"/>
                  <a:pt x="708565" y="71480"/>
                </a:cubicBezTo>
                <a:lnTo>
                  <a:pt x="708565" y="30975"/>
                </a:lnTo>
                <a:cubicBezTo>
                  <a:pt x="708565" y="30092"/>
                  <a:pt x="709205" y="29342"/>
                  <a:pt x="710484" y="28725"/>
                </a:cubicBezTo>
                <a:cubicBezTo>
                  <a:pt x="711763" y="28107"/>
                  <a:pt x="714388" y="27798"/>
                  <a:pt x="718359" y="27798"/>
                </a:cubicBezTo>
                <a:cubicBezTo>
                  <a:pt x="722419" y="27798"/>
                  <a:pt x="725066" y="28107"/>
                  <a:pt x="726301" y="28725"/>
                </a:cubicBezTo>
                <a:cubicBezTo>
                  <a:pt x="727537" y="29342"/>
                  <a:pt x="728155" y="30092"/>
                  <a:pt x="728155" y="30975"/>
                </a:cubicBezTo>
                <a:lnTo>
                  <a:pt x="728155" y="67774"/>
                </a:lnTo>
                <a:cubicBezTo>
                  <a:pt x="728155" y="72626"/>
                  <a:pt x="729082" y="76068"/>
                  <a:pt x="730934" y="78099"/>
                </a:cubicBezTo>
                <a:cubicBezTo>
                  <a:pt x="732788" y="80128"/>
                  <a:pt x="735304" y="81142"/>
                  <a:pt x="738480" y="81142"/>
                </a:cubicBezTo>
                <a:cubicBezTo>
                  <a:pt x="741480" y="81142"/>
                  <a:pt x="743995" y="80194"/>
                  <a:pt x="746024" y="78297"/>
                </a:cubicBezTo>
                <a:cubicBezTo>
                  <a:pt x="748055" y="76399"/>
                  <a:pt x="749070" y="73950"/>
                  <a:pt x="749070" y="70949"/>
                </a:cubicBezTo>
                <a:lnTo>
                  <a:pt x="749070" y="30975"/>
                </a:lnTo>
                <a:cubicBezTo>
                  <a:pt x="749070" y="30092"/>
                  <a:pt x="749709" y="29342"/>
                  <a:pt x="750989" y="28725"/>
                </a:cubicBezTo>
                <a:cubicBezTo>
                  <a:pt x="752268" y="28107"/>
                  <a:pt x="754893" y="27798"/>
                  <a:pt x="758864" y="27798"/>
                </a:cubicBezTo>
                <a:cubicBezTo>
                  <a:pt x="762924" y="27798"/>
                  <a:pt x="765571" y="28107"/>
                  <a:pt x="766806" y="28725"/>
                </a:cubicBezTo>
                <a:cubicBezTo>
                  <a:pt x="768042" y="29342"/>
                  <a:pt x="768660" y="30092"/>
                  <a:pt x="768660" y="30975"/>
                </a:cubicBezTo>
                <a:lnTo>
                  <a:pt x="768660" y="71082"/>
                </a:lnTo>
                <a:cubicBezTo>
                  <a:pt x="768660" y="74171"/>
                  <a:pt x="769498" y="76620"/>
                  <a:pt x="771174" y="78430"/>
                </a:cubicBezTo>
                <a:cubicBezTo>
                  <a:pt x="772852" y="80238"/>
                  <a:pt x="775103" y="81142"/>
                  <a:pt x="777926" y="81142"/>
                </a:cubicBezTo>
                <a:cubicBezTo>
                  <a:pt x="782250" y="81142"/>
                  <a:pt x="785471" y="79024"/>
                  <a:pt x="787589" y="74788"/>
                </a:cubicBezTo>
                <a:cubicBezTo>
                  <a:pt x="789707" y="70552"/>
                  <a:pt x="790766" y="64596"/>
                  <a:pt x="790766" y="56919"/>
                </a:cubicBezTo>
                <a:cubicBezTo>
                  <a:pt x="790766" y="52947"/>
                  <a:pt x="790479" y="49505"/>
                  <a:pt x="789906" y="46594"/>
                </a:cubicBezTo>
                <a:cubicBezTo>
                  <a:pt x="789332" y="43682"/>
                  <a:pt x="788714" y="41189"/>
                  <a:pt x="788052" y="39115"/>
                </a:cubicBezTo>
                <a:cubicBezTo>
                  <a:pt x="787390" y="37041"/>
                  <a:pt x="786773" y="35343"/>
                  <a:pt x="786199" y="34019"/>
                </a:cubicBezTo>
                <a:cubicBezTo>
                  <a:pt x="785626" y="32695"/>
                  <a:pt x="785339" y="31725"/>
                  <a:pt x="785339" y="31107"/>
                </a:cubicBezTo>
                <a:cubicBezTo>
                  <a:pt x="785339" y="30136"/>
                  <a:pt x="786045" y="29342"/>
                  <a:pt x="787456" y="28725"/>
                </a:cubicBezTo>
                <a:cubicBezTo>
                  <a:pt x="788868" y="28107"/>
                  <a:pt x="790765" y="27798"/>
                  <a:pt x="793147" y="27798"/>
                </a:cubicBezTo>
                <a:cubicBezTo>
                  <a:pt x="797031" y="27798"/>
                  <a:pt x="800075" y="28394"/>
                  <a:pt x="802281" y="29586"/>
                </a:cubicBezTo>
                <a:cubicBezTo>
                  <a:pt x="804488" y="30776"/>
                  <a:pt x="805988" y="32298"/>
                  <a:pt x="806783" y="34150"/>
                </a:cubicBezTo>
                <a:cubicBezTo>
                  <a:pt x="809341" y="40416"/>
                  <a:pt x="810620" y="47475"/>
                  <a:pt x="810620" y="55330"/>
                </a:cubicBezTo>
                <a:cubicBezTo>
                  <a:pt x="810620" y="60977"/>
                  <a:pt x="809848" y="66316"/>
                  <a:pt x="808304" y="71347"/>
                </a:cubicBezTo>
                <a:cubicBezTo>
                  <a:pt x="806759" y="76377"/>
                  <a:pt x="804531" y="80767"/>
                  <a:pt x="801618" y="84517"/>
                </a:cubicBezTo>
                <a:cubicBezTo>
                  <a:pt x="798707" y="88268"/>
                  <a:pt x="795111" y="91224"/>
                  <a:pt x="790831" y="93386"/>
                </a:cubicBezTo>
                <a:cubicBezTo>
                  <a:pt x="786551" y="95547"/>
                  <a:pt x="781632" y="96628"/>
                  <a:pt x="776072" y="96628"/>
                </a:cubicBezTo>
                <a:cubicBezTo>
                  <a:pt x="772543" y="96628"/>
                  <a:pt x="769433" y="96187"/>
                  <a:pt x="766741" y="95305"/>
                </a:cubicBezTo>
                <a:cubicBezTo>
                  <a:pt x="764049" y="94423"/>
                  <a:pt x="761821" y="93409"/>
                  <a:pt x="760055" y="92261"/>
                </a:cubicBezTo>
                <a:cubicBezTo>
                  <a:pt x="757937" y="91025"/>
                  <a:pt x="756085" y="89613"/>
                  <a:pt x="754497" y="88026"/>
                </a:cubicBezTo>
                <a:cubicBezTo>
                  <a:pt x="754144" y="88379"/>
                  <a:pt x="753416" y="89018"/>
                  <a:pt x="752312" y="89945"/>
                </a:cubicBezTo>
                <a:cubicBezTo>
                  <a:pt x="751209" y="90871"/>
                  <a:pt x="749753" y="91820"/>
                  <a:pt x="747943" y="92790"/>
                </a:cubicBezTo>
                <a:cubicBezTo>
                  <a:pt x="746134" y="93761"/>
                  <a:pt x="743995" y="94643"/>
                  <a:pt x="741524" y="95436"/>
                </a:cubicBezTo>
                <a:cubicBezTo>
                  <a:pt x="739053" y="96231"/>
                  <a:pt x="736273" y="96628"/>
                  <a:pt x="733184" y="96628"/>
                </a:cubicBezTo>
                <a:close/>
                <a:moveTo>
                  <a:pt x="873760" y="96628"/>
                </a:moveTo>
                <a:cubicBezTo>
                  <a:pt x="871818" y="96628"/>
                  <a:pt x="870075" y="96275"/>
                  <a:pt x="868531" y="95570"/>
                </a:cubicBezTo>
                <a:cubicBezTo>
                  <a:pt x="866988" y="94864"/>
                  <a:pt x="865643" y="94070"/>
                  <a:pt x="864495" y="93186"/>
                </a:cubicBezTo>
                <a:cubicBezTo>
                  <a:pt x="863172" y="92217"/>
                  <a:pt x="862024" y="91114"/>
                  <a:pt x="861054" y="89878"/>
                </a:cubicBezTo>
                <a:cubicBezTo>
                  <a:pt x="858583" y="91643"/>
                  <a:pt x="855715" y="93210"/>
                  <a:pt x="852449" y="94578"/>
                </a:cubicBezTo>
                <a:cubicBezTo>
                  <a:pt x="849184" y="95945"/>
                  <a:pt x="845301" y="96628"/>
                  <a:pt x="840801" y="96628"/>
                </a:cubicBezTo>
                <a:cubicBezTo>
                  <a:pt x="837624" y="96628"/>
                  <a:pt x="834689" y="96187"/>
                  <a:pt x="831997" y="95305"/>
                </a:cubicBezTo>
                <a:cubicBezTo>
                  <a:pt x="829307" y="94423"/>
                  <a:pt x="826969" y="93166"/>
                  <a:pt x="824982" y="91534"/>
                </a:cubicBezTo>
                <a:cubicBezTo>
                  <a:pt x="822998" y="89901"/>
                  <a:pt x="821453" y="87871"/>
                  <a:pt x="820349" y="85445"/>
                </a:cubicBezTo>
                <a:cubicBezTo>
                  <a:pt x="819246" y="83017"/>
                  <a:pt x="818695" y="80259"/>
                  <a:pt x="818695" y="77172"/>
                </a:cubicBezTo>
                <a:cubicBezTo>
                  <a:pt x="818695" y="73288"/>
                  <a:pt x="819334" y="70001"/>
                  <a:pt x="820614" y="67309"/>
                </a:cubicBezTo>
                <a:cubicBezTo>
                  <a:pt x="821894" y="64617"/>
                  <a:pt x="823791" y="62323"/>
                  <a:pt x="826305" y="60426"/>
                </a:cubicBezTo>
                <a:cubicBezTo>
                  <a:pt x="828821" y="58528"/>
                  <a:pt x="831931" y="56918"/>
                  <a:pt x="835637" y="55594"/>
                </a:cubicBezTo>
                <a:cubicBezTo>
                  <a:pt x="839344" y="54271"/>
                  <a:pt x="843580" y="53035"/>
                  <a:pt x="848345" y="51888"/>
                </a:cubicBezTo>
                <a:cubicBezTo>
                  <a:pt x="851523" y="51182"/>
                  <a:pt x="853906" y="50477"/>
                  <a:pt x="855493" y="49771"/>
                </a:cubicBezTo>
                <a:cubicBezTo>
                  <a:pt x="857082" y="49064"/>
                  <a:pt x="857876" y="48225"/>
                  <a:pt x="857876" y="47255"/>
                </a:cubicBezTo>
                <a:cubicBezTo>
                  <a:pt x="857876" y="45314"/>
                  <a:pt x="856994" y="43748"/>
                  <a:pt x="855229" y="42557"/>
                </a:cubicBezTo>
                <a:cubicBezTo>
                  <a:pt x="853463" y="41365"/>
                  <a:pt x="850728" y="40769"/>
                  <a:pt x="847022" y="40769"/>
                </a:cubicBezTo>
                <a:cubicBezTo>
                  <a:pt x="844462" y="40769"/>
                  <a:pt x="842035" y="41078"/>
                  <a:pt x="839741" y="41696"/>
                </a:cubicBezTo>
                <a:cubicBezTo>
                  <a:pt x="837448" y="42314"/>
                  <a:pt x="835396" y="43021"/>
                  <a:pt x="833587" y="43815"/>
                </a:cubicBezTo>
                <a:cubicBezTo>
                  <a:pt x="831778" y="44608"/>
                  <a:pt x="830256" y="45314"/>
                  <a:pt x="829020" y="45932"/>
                </a:cubicBezTo>
                <a:cubicBezTo>
                  <a:pt x="827785" y="46550"/>
                  <a:pt x="826903" y="46859"/>
                  <a:pt x="826372" y="46859"/>
                </a:cubicBezTo>
                <a:cubicBezTo>
                  <a:pt x="825225" y="46859"/>
                  <a:pt x="824651" y="46197"/>
                  <a:pt x="824651" y="44873"/>
                </a:cubicBezTo>
                <a:cubicBezTo>
                  <a:pt x="824651" y="43814"/>
                  <a:pt x="824872" y="42269"/>
                  <a:pt x="825314" y="40240"/>
                </a:cubicBezTo>
                <a:cubicBezTo>
                  <a:pt x="825755" y="38211"/>
                  <a:pt x="826462" y="36093"/>
                  <a:pt x="827432" y="33886"/>
                </a:cubicBezTo>
                <a:cubicBezTo>
                  <a:pt x="827785" y="33180"/>
                  <a:pt x="828601" y="32386"/>
                  <a:pt x="829880" y="31504"/>
                </a:cubicBezTo>
                <a:cubicBezTo>
                  <a:pt x="831160" y="30621"/>
                  <a:pt x="832792" y="29804"/>
                  <a:pt x="834776" y="29054"/>
                </a:cubicBezTo>
                <a:cubicBezTo>
                  <a:pt x="836762" y="28304"/>
                  <a:pt x="839035" y="27687"/>
                  <a:pt x="841593" y="27202"/>
                </a:cubicBezTo>
                <a:cubicBezTo>
                  <a:pt x="844153" y="26716"/>
                  <a:pt x="846889" y="26473"/>
                  <a:pt x="849801" y="26473"/>
                </a:cubicBezTo>
                <a:cubicBezTo>
                  <a:pt x="859950" y="26473"/>
                  <a:pt x="867142" y="28679"/>
                  <a:pt x="871377" y="33092"/>
                </a:cubicBezTo>
                <a:cubicBezTo>
                  <a:pt x="875613" y="37505"/>
                  <a:pt x="877731" y="44167"/>
                  <a:pt x="877731" y="53080"/>
                </a:cubicBezTo>
                <a:lnTo>
                  <a:pt x="877731" y="77172"/>
                </a:lnTo>
                <a:cubicBezTo>
                  <a:pt x="877731" y="79201"/>
                  <a:pt x="878194" y="80657"/>
                  <a:pt x="879120" y="81540"/>
                </a:cubicBezTo>
                <a:cubicBezTo>
                  <a:pt x="880048" y="82422"/>
                  <a:pt x="881306" y="82863"/>
                  <a:pt x="882893" y="82863"/>
                </a:cubicBezTo>
                <a:lnTo>
                  <a:pt x="885541" y="82863"/>
                </a:lnTo>
                <a:cubicBezTo>
                  <a:pt x="886776" y="82863"/>
                  <a:pt x="887393" y="83437"/>
                  <a:pt x="887393" y="84584"/>
                </a:cubicBezTo>
                <a:cubicBezTo>
                  <a:pt x="887393" y="85377"/>
                  <a:pt x="886974" y="86458"/>
                  <a:pt x="886135" y="87826"/>
                </a:cubicBezTo>
                <a:cubicBezTo>
                  <a:pt x="885298" y="89194"/>
                  <a:pt x="884239" y="90518"/>
                  <a:pt x="882960" y="91799"/>
                </a:cubicBezTo>
                <a:cubicBezTo>
                  <a:pt x="881681" y="93078"/>
                  <a:pt x="880225" y="94203"/>
                  <a:pt x="878591" y="95174"/>
                </a:cubicBezTo>
                <a:cubicBezTo>
                  <a:pt x="876959" y="96143"/>
                  <a:pt x="875349" y="96628"/>
                  <a:pt x="873760" y="96628"/>
                </a:cubicBezTo>
                <a:moveTo>
                  <a:pt x="837755" y="74655"/>
                </a:moveTo>
                <a:cubicBezTo>
                  <a:pt x="837755" y="77480"/>
                  <a:pt x="838726" y="79620"/>
                  <a:pt x="840668" y="81076"/>
                </a:cubicBezTo>
                <a:cubicBezTo>
                  <a:pt x="842610" y="82531"/>
                  <a:pt x="845125" y="83259"/>
                  <a:pt x="848214" y="83259"/>
                </a:cubicBezTo>
                <a:cubicBezTo>
                  <a:pt x="851125" y="83259"/>
                  <a:pt x="853507" y="82554"/>
                  <a:pt x="855360" y="81142"/>
                </a:cubicBezTo>
                <a:cubicBezTo>
                  <a:pt x="857214" y="79730"/>
                  <a:pt x="858141" y="78406"/>
                  <a:pt x="858141" y="77172"/>
                </a:cubicBezTo>
                <a:lnTo>
                  <a:pt x="858141" y="63007"/>
                </a:lnTo>
                <a:cubicBezTo>
                  <a:pt x="858141" y="62036"/>
                  <a:pt x="857656" y="61551"/>
                  <a:pt x="856685" y="61551"/>
                </a:cubicBezTo>
                <a:cubicBezTo>
                  <a:pt x="854743" y="61551"/>
                  <a:pt x="852317" y="62212"/>
                  <a:pt x="849406" y="63536"/>
                </a:cubicBezTo>
                <a:cubicBezTo>
                  <a:pt x="847993" y="64067"/>
                  <a:pt x="846603" y="64641"/>
                  <a:pt x="845235" y="65259"/>
                </a:cubicBezTo>
                <a:cubicBezTo>
                  <a:pt x="843867" y="65876"/>
                  <a:pt x="842631" y="66626"/>
                  <a:pt x="841528" y="67509"/>
                </a:cubicBezTo>
                <a:cubicBezTo>
                  <a:pt x="840426" y="68391"/>
                  <a:pt x="839521" y="69428"/>
                  <a:pt x="838814" y="70619"/>
                </a:cubicBezTo>
                <a:cubicBezTo>
                  <a:pt x="838108" y="71810"/>
                  <a:pt x="837755" y="73155"/>
                  <a:pt x="837755" y="74655"/>
                </a:cubicBezTo>
                <a:close/>
                <a:moveTo>
                  <a:pt x="909499" y="95305"/>
                </a:moveTo>
                <a:cubicBezTo>
                  <a:pt x="905528" y="95305"/>
                  <a:pt x="902903" y="94975"/>
                  <a:pt x="901624" y="94313"/>
                </a:cubicBezTo>
                <a:cubicBezTo>
                  <a:pt x="900345" y="93651"/>
                  <a:pt x="899705" y="92922"/>
                  <a:pt x="899705" y="92128"/>
                </a:cubicBezTo>
                <a:lnTo>
                  <a:pt x="899705" y="45800"/>
                </a:lnTo>
                <a:cubicBezTo>
                  <a:pt x="899705" y="44388"/>
                  <a:pt x="899506" y="43175"/>
                  <a:pt x="899109" y="42161"/>
                </a:cubicBezTo>
                <a:cubicBezTo>
                  <a:pt x="898712" y="41145"/>
                  <a:pt x="898293" y="40285"/>
                  <a:pt x="897851" y="39579"/>
                </a:cubicBezTo>
                <a:cubicBezTo>
                  <a:pt x="897409" y="38873"/>
                  <a:pt x="896990" y="38232"/>
                  <a:pt x="896593" y="37659"/>
                </a:cubicBezTo>
                <a:cubicBezTo>
                  <a:pt x="896197" y="37085"/>
                  <a:pt x="895999" y="36534"/>
                  <a:pt x="895999" y="36004"/>
                </a:cubicBezTo>
                <a:cubicBezTo>
                  <a:pt x="895999" y="35210"/>
                  <a:pt x="896594" y="34284"/>
                  <a:pt x="897784" y="33225"/>
                </a:cubicBezTo>
                <a:cubicBezTo>
                  <a:pt x="898976" y="32166"/>
                  <a:pt x="900388" y="31129"/>
                  <a:pt x="902020" y="30115"/>
                </a:cubicBezTo>
                <a:cubicBezTo>
                  <a:pt x="903653" y="29100"/>
                  <a:pt x="905308" y="28239"/>
                  <a:pt x="906984" y="27534"/>
                </a:cubicBezTo>
                <a:cubicBezTo>
                  <a:pt x="908661" y="26827"/>
                  <a:pt x="910029" y="26473"/>
                  <a:pt x="911089" y="26473"/>
                </a:cubicBezTo>
                <a:cubicBezTo>
                  <a:pt x="913118" y="26473"/>
                  <a:pt x="914596" y="27157"/>
                  <a:pt x="915522" y="28525"/>
                </a:cubicBezTo>
                <a:cubicBezTo>
                  <a:pt x="916448" y="29893"/>
                  <a:pt x="917530" y="31857"/>
                  <a:pt x="918766" y="34415"/>
                </a:cubicBezTo>
                <a:cubicBezTo>
                  <a:pt x="920089" y="32915"/>
                  <a:pt x="921545" y="31591"/>
                  <a:pt x="923132" y="30444"/>
                </a:cubicBezTo>
                <a:cubicBezTo>
                  <a:pt x="924457" y="29473"/>
                  <a:pt x="926046" y="28569"/>
                  <a:pt x="927899" y="27731"/>
                </a:cubicBezTo>
                <a:cubicBezTo>
                  <a:pt x="929752" y="26893"/>
                  <a:pt x="931737" y="26473"/>
                  <a:pt x="933855" y="26473"/>
                </a:cubicBezTo>
                <a:cubicBezTo>
                  <a:pt x="935267" y="26473"/>
                  <a:pt x="936678" y="26606"/>
                  <a:pt x="938091" y="26871"/>
                </a:cubicBezTo>
                <a:cubicBezTo>
                  <a:pt x="939503" y="27135"/>
                  <a:pt x="940761" y="27510"/>
                  <a:pt x="941864" y="27996"/>
                </a:cubicBezTo>
                <a:cubicBezTo>
                  <a:pt x="942967" y="28481"/>
                  <a:pt x="943871" y="29010"/>
                  <a:pt x="944576" y="29584"/>
                </a:cubicBezTo>
                <a:cubicBezTo>
                  <a:pt x="945283" y="30157"/>
                  <a:pt x="945637" y="30798"/>
                  <a:pt x="945637" y="31504"/>
                </a:cubicBezTo>
                <a:cubicBezTo>
                  <a:pt x="945637" y="32121"/>
                  <a:pt x="945217" y="33202"/>
                  <a:pt x="944378" y="34746"/>
                </a:cubicBezTo>
                <a:cubicBezTo>
                  <a:pt x="943540" y="36291"/>
                  <a:pt x="942569" y="37880"/>
                  <a:pt x="941466" y="39513"/>
                </a:cubicBezTo>
                <a:cubicBezTo>
                  <a:pt x="940363" y="41145"/>
                  <a:pt x="939216" y="42601"/>
                  <a:pt x="938024" y="43882"/>
                </a:cubicBezTo>
                <a:cubicBezTo>
                  <a:pt x="936834" y="45161"/>
                  <a:pt x="935842" y="45800"/>
                  <a:pt x="935047" y="45800"/>
                </a:cubicBezTo>
                <a:cubicBezTo>
                  <a:pt x="934517" y="45800"/>
                  <a:pt x="934009" y="45624"/>
                  <a:pt x="933524" y="45271"/>
                </a:cubicBezTo>
                <a:cubicBezTo>
                  <a:pt x="933039" y="44917"/>
                  <a:pt x="932488" y="44541"/>
                  <a:pt x="931870" y="44144"/>
                </a:cubicBezTo>
                <a:cubicBezTo>
                  <a:pt x="931252" y="43747"/>
                  <a:pt x="930546" y="43372"/>
                  <a:pt x="929751" y="43019"/>
                </a:cubicBezTo>
                <a:cubicBezTo>
                  <a:pt x="928957" y="42666"/>
                  <a:pt x="928075" y="42490"/>
                  <a:pt x="927105" y="42490"/>
                </a:cubicBezTo>
                <a:cubicBezTo>
                  <a:pt x="926134" y="42490"/>
                  <a:pt x="925185" y="42711"/>
                  <a:pt x="924257" y="43152"/>
                </a:cubicBezTo>
                <a:cubicBezTo>
                  <a:pt x="923331" y="43593"/>
                  <a:pt x="922493" y="44189"/>
                  <a:pt x="921743" y="44940"/>
                </a:cubicBezTo>
                <a:cubicBezTo>
                  <a:pt x="920993" y="45690"/>
                  <a:pt x="920397" y="46550"/>
                  <a:pt x="919955" y="47521"/>
                </a:cubicBezTo>
                <a:cubicBezTo>
                  <a:pt x="919515" y="48491"/>
                  <a:pt x="919295" y="49505"/>
                  <a:pt x="919295" y="50565"/>
                </a:cubicBezTo>
                <a:lnTo>
                  <a:pt x="919295" y="92128"/>
                </a:lnTo>
                <a:cubicBezTo>
                  <a:pt x="919295" y="92922"/>
                  <a:pt x="918677" y="93651"/>
                  <a:pt x="917441" y="94313"/>
                </a:cubicBezTo>
                <a:cubicBezTo>
                  <a:pt x="916206" y="94975"/>
                  <a:pt x="913559" y="95305"/>
                  <a:pt x="909499" y="95305"/>
                </a:cubicBezTo>
                <a:close/>
                <a:moveTo>
                  <a:pt x="981640" y="96628"/>
                </a:moveTo>
                <a:cubicBezTo>
                  <a:pt x="978111" y="96628"/>
                  <a:pt x="974625" y="96033"/>
                  <a:pt x="971183" y="94843"/>
                </a:cubicBezTo>
                <a:cubicBezTo>
                  <a:pt x="967742" y="93651"/>
                  <a:pt x="964675" y="91776"/>
                  <a:pt x="961983" y="89217"/>
                </a:cubicBezTo>
                <a:cubicBezTo>
                  <a:pt x="959292" y="86658"/>
                  <a:pt x="957108" y="83415"/>
                  <a:pt x="955431" y="79488"/>
                </a:cubicBezTo>
                <a:cubicBezTo>
                  <a:pt x="953755" y="75560"/>
                  <a:pt x="952917" y="70905"/>
                  <a:pt x="952917" y="65521"/>
                </a:cubicBezTo>
                <a:cubicBezTo>
                  <a:pt x="952917" y="57933"/>
                  <a:pt x="954085" y="51623"/>
                  <a:pt x="956423" y="46594"/>
                </a:cubicBezTo>
                <a:cubicBezTo>
                  <a:pt x="958762" y="41564"/>
                  <a:pt x="961652" y="37548"/>
                  <a:pt x="965094" y="34548"/>
                </a:cubicBezTo>
                <a:cubicBezTo>
                  <a:pt x="968536" y="31548"/>
                  <a:pt x="972197" y="29452"/>
                  <a:pt x="976079" y="28261"/>
                </a:cubicBezTo>
                <a:cubicBezTo>
                  <a:pt x="979963" y="27069"/>
                  <a:pt x="983449" y="26473"/>
                  <a:pt x="986538" y="26473"/>
                </a:cubicBezTo>
                <a:cubicBezTo>
                  <a:pt x="988127" y="26473"/>
                  <a:pt x="989583" y="26584"/>
                  <a:pt x="990907" y="26804"/>
                </a:cubicBezTo>
                <a:cubicBezTo>
                  <a:pt x="992230" y="27025"/>
                  <a:pt x="993377" y="27312"/>
                  <a:pt x="994348" y="27665"/>
                </a:cubicBezTo>
                <a:cubicBezTo>
                  <a:pt x="995495" y="28018"/>
                  <a:pt x="996555" y="28415"/>
                  <a:pt x="997525" y="28857"/>
                </a:cubicBezTo>
                <a:lnTo>
                  <a:pt x="997525" y="3177"/>
                </a:lnTo>
                <a:cubicBezTo>
                  <a:pt x="997525" y="2295"/>
                  <a:pt x="998143" y="1545"/>
                  <a:pt x="999377" y="927"/>
                </a:cubicBezTo>
                <a:cubicBezTo>
                  <a:pt x="1000614" y="309"/>
                  <a:pt x="1003261" y="0"/>
                  <a:pt x="1007319" y="0"/>
                </a:cubicBezTo>
                <a:cubicBezTo>
                  <a:pt x="1011290" y="0"/>
                  <a:pt x="1013915" y="309"/>
                  <a:pt x="1015194" y="927"/>
                </a:cubicBezTo>
                <a:cubicBezTo>
                  <a:pt x="1016475" y="1545"/>
                  <a:pt x="1017115" y="2295"/>
                  <a:pt x="1017115" y="3177"/>
                </a:cubicBezTo>
                <a:lnTo>
                  <a:pt x="1017115" y="77172"/>
                </a:lnTo>
                <a:cubicBezTo>
                  <a:pt x="1017115" y="79201"/>
                  <a:pt x="1017578" y="80657"/>
                  <a:pt x="1018505" y="81540"/>
                </a:cubicBezTo>
                <a:cubicBezTo>
                  <a:pt x="1019431" y="82422"/>
                  <a:pt x="1020644" y="82863"/>
                  <a:pt x="1022144" y="82863"/>
                </a:cubicBezTo>
                <a:lnTo>
                  <a:pt x="1024792" y="82863"/>
                </a:lnTo>
                <a:cubicBezTo>
                  <a:pt x="1026116" y="82863"/>
                  <a:pt x="1026778" y="83437"/>
                  <a:pt x="1026778" y="84584"/>
                </a:cubicBezTo>
                <a:cubicBezTo>
                  <a:pt x="1026778" y="85377"/>
                  <a:pt x="1026358" y="86458"/>
                  <a:pt x="1025519" y="87826"/>
                </a:cubicBezTo>
                <a:cubicBezTo>
                  <a:pt x="1024682" y="89194"/>
                  <a:pt x="1023601" y="90518"/>
                  <a:pt x="1022278" y="91799"/>
                </a:cubicBezTo>
                <a:cubicBezTo>
                  <a:pt x="1020954" y="93078"/>
                  <a:pt x="1019476" y="94203"/>
                  <a:pt x="1017842" y="95174"/>
                </a:cubicBezTo>
                <a:cubicBezTo>
                  <a:pt x="1016210" y="96143"/>
                  <a:pt x="1014600" y="96628"/>
                  <a:pt x="1013011" y="96628"/>
                </a:cubicBezTo>
                <a:cubicBezTo>
                  <a:pt x="1010982" y="96628"/>
                  <a:pt x="1009195" y="96275"/>
                  <a:pt x="1007650" y="95570"/>
                </a:cubicBezTo>
                <a:cubicBezTo>
                  <a:pt x="1006106" y="94864"/>
                  <a:pt x="1004760" y="94070"/>
                  <a:pt x="1003613" y="93186"/>
                </a:cubicBezTo>
                <a:cubicBezTo>
                  <a:pt x="1002289" y="92217"/>
                  <a:pt x="1001142" y="91114"/>
                  <a:pt x="1000171" y="89878"/>
                </a:cubicBezTo>
                <a:cubicBezTo>
                  <a:pt x="998760" y="91114"/>
                  <a:pt x="997127" y="92217"/>
                  <a:pt x="995273" y="93186"/>
                </a:cubicBezTo>
                <a:cubicBezTo>
                  <a:pt x="993686" y="94070"/>
                  <a:pt x="991745" y="94864"/>
                  <a:pt x="989450" y="95570"/>
                </a:cubicBezTo>
                <a:cubicBezTo>
                  <a:pt x="987156" y="96275"/>
                  <a:pt x="984552" y="96628"/>
                  <a:pt x="981640" y="96628"/>
                </a:cubicBezTo>
                <a:moveTo>
                  <a:pt x="997392" y="45005"/>
                </a:moveTo>
                <a:cubicBezTo>
                  <a:pt x="997392" y="43770"/>
                  <a:pt x="996730" y="42623"/>
                  <a:pt x="995407" y="41565"/>
                </a:cubicBezTo>
                <a:cubicBezTo>
                  <a:pt x="994083" y="40505"/>
                  <a:pt x="992362" y="39975"/>
                  <a:pt x="990244" y="39975"/>
                </a:cubicBezTo>
                <a:cubicBezTo>
                  <a:pt x="988391" y="39975"/>
                  <a:pt x="986494" y="40350"/>
                  <a:pt x="984552" y="41100"/>
                </a:cubicBezTo>
                <a:cubicBezTo>
                  <a:pt x="982611" y="41850"/>
                  <a:pt x="980845" y="43152"/>
                  <a:pt x="979256" y="45007"/>
                </a:cubicBezTo>
                <a:cubicBezTo>
                  <a:pt x="977669" y="46859"/>
                  <a:pt x="976390" y="49330"/>
                  <a:pt x="975419" y="52419"/>
                </a:cubicBezTo>
                <a:cubicBezTo>
                  <a:pt x="974448" y="55507"/>
                  <a:pt x="973963" y="59389"/>
                  <a:pt x="973963" y="64067"/>
                </a:cubicBezTo>
                <a:cubicBezTo>
                  <a:pt x="973963" y="67596"/>
                  <a:pt x="974360" y="70597"/>
                  <a:pt x="975154" y="73067"/>
                </a:cubicBezTo>
                <a:cubicBezTo>
                  <a:pt x="975949" y="75538"/>
                  <a:pt x="977008" y="77524"/>
                  <a:pt x="978331" y="79024"/>
                </a:cubicBezTo>
                <a:cubicBezTo>
                  <a:pt x="979655" y="80524"/>
                  <a:pt x="981133" y="81605"/>
                  <a:pt x="982765" y="82267"/>
                </a:cubicBezTo>
                <a:cubicBezTo>
                  <a:pt x="984398" y="82929"/>
                  <a:pt x="986009" y="83259"/>
                  <a:pt x="987596" y="83259"/>
                </a:cubicBezTo>
                <a:cubicBezTo>
                  <a:pt x="990421" y="83259"/>
                  <a:pt x="992760" y="82443"/>
                  <a:pt x="994613" y="80811"/>
                </a:cubicBezTo>
                <a:cubicBezTo>
                  <a:pt x="996466" y="79178"/>
                  <a:pt x="997392" y="77523"/>
                  <a:pt x="997392" y="75847"/>
                </a:cubicBezTo>
                <a:lnTo>
                  <a:pt x="997392" y="45005"/>
                </a:lnTo>
                <a:close/>
              </a:path>
            </a:pathLst>
          </a:custGeom>
          <a:solidFill xmlns:a="http://schemas.openxmlformats.org/drawingml/2006/main">
            <a:srgbClr val="64080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Interactivity">
            <a:extLst xmlns:a="http://schemas.openxmlformats.org/drawingml/2006/main">
              <a:ext uri="{FF2B5EF4-FFF2-40B4-BE49-F238E27FC236}">
                <a16:creationId xmlns:a16="http://schemas.microsoft.com/office/drawing/2014/main" id="{D7436C98-2D92-4070-B694-22B7BFA1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325" y="3290413"/>
            <a:ext cx="628411" cy="110563"/>
          </a:xfrm>
          <a:custGeom xmlns:a="http://schemas.openxmlformats.org/drawingml/2006/main">
            <a:pathLst>
              <a:path w="628411" h="110563">
                <a:moveTo>
                  <a:pt x="6388" y="82457"/>
                </a:moveTo>
                <a:cubicBezTo>
                  <a:pt x="3678" y="82457"/>
                  <a:pt x="1936" y="82283"/>
                  <a:pt x="1161" y="81935"/>
                </a:cubicBezTo>
                <a:cubicBezTo>
                  <a:pt x="387" y="81586"/>
                  <a:pt x="0" y="81102"/>
                  <a:pt x="0" y="80483"/>
                </a:cubicBezTo>
                <a:lnTo>
                  <a:pt x="0" y="6621"/>
                </a:lnTo>
                <a:cubicBezTo>
                  <a:pt x="0" y="6001"/>
                  <a:pt x="387" y="5518"/>
                  <a:pt x="1161" y="5169"/>
                </a:cubicBezTo>
                <a:cubicBezTo>
                  <a:pt x="1936" y="4821"/>
                  <a:pt x="3678" y="4646"/>
                  <a:pt x="6388" y="4646"/>
                </a:cubicBezTo>
                <a:cubicBezTo>
                  <a:pt x="8943" y="4646"/>
                  <a:pt x="10626" y="4821"/>
                  <a:pt x="11439" y="5169"/>
                </a:cubicBezTo>
                <a:cubicBezTo>
                  <a:pt x="12253" y="5518"/>
                  <a:pt x="12660" y="6001"/>
                  <a:pt x="12660" y="6621"/>
                </a:cubicBezTo>
                <a:lnTo>
                  <a:pt x="12660" y="80483"/>
                </a:lnTo>
                <a:cubicBezTo>
                  <a:pt x="12660" y="81025"/>
                  <a:pt x="12253" y="81490"/>
                  <a:pt x="11439" y="81878"/>
                </a:cubicBezTo>
                <a:cubicBezTo>
                  <a:pt x="10626" y="82264"/>
                  <a:pt x="8943" y="82457"/>
                  <a:pt x="6388" y="82457"/>
                </a:cubicBezTo>
                <a:close/>
                <a:moveTo>
                  <a:pt x="70378" y="42972"/>
                </a:moveTo>
                <a:cubicBezTo>
                  <a:pt x="70378" y="35848"/>
                  <a:pt x="66972" y="32286"/>
                  <a:pt x="60159" y="32286"/>
                </a:cubicBezTo>
                <a:cubicBezTo>
                  <a:pt x="58223" y="32286"/>
                  <a:pt x="56327" y="32731"/>
                  <a:pt x="54468" y="33622"/>
                </a:cubicBezTo>
                <a:cubicBezTo>
                  <a:pt x="52610" y="34513"/>
                  <a:pt x="50964" y="35558"/>
                  <a:pt x="49531" y="36759"/>
                </a:cubicBezTo>
                <a:cubicBezTo>
                  <a:pt x="48099" y="37958"/>
                  <a:pt x="46958" y="39196"/>
                  <a:pt x="46106" y="40475"/>
                </a:cubicBezTo>
                <a:cubicBezTo>
                  <a:pt x="45254" y="41752"/>
                  <a:pt x="44828" y="42739"/>
                  <a:pt x="44828" y="43436"/>
                </a:cubicBezTo>
                <a:lnTo>
                  <a:pt x="44828" y="80366"/>
                </a:lnTo>
                <a:cubicBezTo>
                  <a:pt x="44828" y="80986"/>
                  <a:pt x="44441" y="81490"/>
                  <a:pt x="43667" y="81878"/>
                </a:cubicBezTo>
                <a:cubicBezTo>
                  <a:pt x="42894" y="82264"/>
                  <a:pt x="41190" y="82457"/>
                  <a:pt x="38557" y="82457"/>
                </a:cubicBezTo>
                <a:cubicBezTo>
                  <a:pt x="35925" y="82457"/>
                  <a:pt x="34221" y="82264"/>
                  <a:pt x="33446" y="81878"/>
                </a:cubicBezTo>
                <a:cubicBezTo>
                  <a:pt x="32672" y="81490"/>
                  <a:pt x="32285" y="80986"/>
                  <a:pt x="32285" y="80366"/>
                </a:cubicBezTo>
                <a:lnTo>
                  <a:pt x="32285" y="37280"/>
                </a:lnTo>
                <a:cubicBezTo>
                  <a:pt x="32285" y="35809"/>
                  <a:pt x="32111" y="34590"/>
                  <a:pt x="31762" y="33622"/>
                </a:cubicBezTo>
                <a:cubicBezTo>
                  <a:pt x="31415" y="32654"/>
                  <a:pt x="31028" y="31842"/>
                  <a:pt x="30602" y="31184"/>
                </a:cubicBezTo>
                <a:cubicBezTo>
                  <a:pt x="30176" y="30526"/>
                  <a:pt x="29790" y="30003"/>
                  <a:pt x="29441" y="29615"/>
                </a:cubicBezTo>
                <a:cubicBezTo>
                  <a:pt x="29093" y="29228"/>
                  <a:pt x="28918" y="28841"/>
                  <a:pt x="28918" y="28455"/>
                </a:cubicBezTo>
                <a:cubicBezTo>
                  <a:pt x="28918" y="27990"/>
                  <a:pt x="29305" y="27410"/>
                  <a:pt x="30079" y="26713"/>
                </a:cubicBezTo>
                <a:cubicBezTo>
                  <a:pt x="30854" y="26016"/>
                  <a:pt x="31764" y="25338"/>
                  <a:pt x="32808" y="24680"/>
                </a:cubicBezTo>
                <a:cubicBezTo>
                  <a:pt x="33854" y="24022"/>
                  <a:pt x="34918" y="23461"/>
                  <a:pt x="36001" y="22996"/>
                </a:cubicBezTo>
                <a:cubicBezTo>
                  <a:pt x="37086" y="22531"/>
                  <a:pt x="37938" y="22298"/>
                  <a:pt x="38557" y="22298"/>
                </a:cubicBezTo>
                <a:cubicBezTo>
                  <a:pt x="40029" y="22298"/>
                  <a:pt x="41229" y="22957"/>
                  <a:pt x="42158" y="24274"/>
                </a:cubicBezTo>
                <a:cubicBezTo>
                  <a:pt x="43086" y="25590"/>
                  <a:pt x="43822" y="27410"/>
                  <a:pt x="44364" y="29732"/>
                </a:cubicBezTo>
                <a:cubicBezTo>
                  <a:pt x="44442" y="29887"/>
                  <a:pt x="44500" y="30119"/>
                  <a:pt x="44538" y="30429"/>
                </a:cubicBezTo>
                <a:cubicBezTo>
                  <a:pt x="44577" y="30738"/>
                  <a:pt x="44635" y="30970"/>
                  <a:pt x="44713" y="31125"/>
                </a:cubicBezTo>
                <a:cubicBezTo>
                  <a:pt x="45410" y="30506"/>
                  <a:pt x="46435" y="29713"/>
                  <a:pt x="47789" y="28745"/>
                </a:cubicBezTo>
                <a:cubicBezTo>
                  <a:pt x="49144" y="27776"/>
                  <a:pt x="50732" y="26789"/>
                  <a:pt x="52551" y="25782"/>
                </a:cubicBezTo>
                <a:cubicBezTo>
                  <a:pt x="54371" y="24776"/>
                  <a:pt x="56385" y="23924"/>
                  <a:pt x="58590" y="23229"/>
                </a:cubicBezTo>
                <a:cubicBezTo>
                  <a:pt x="60797" y="22532"/>
                  <a:pt x="63101" y="22183"/>
                  <a:pt x="65501" y="22183"/>
                </a:cubicBezTo>
                <a:cubicBezTo>
                  <a:pt x="70844" y="22183"/>
                  <a:pt x="75083" y="23673"/>
                  <a:pt x="78218" y="26654"/>
                </a:cubicBezTo>
                <a:cubicBezTo>
                  <a:pt x="81353" y="29635"/>
                  <a:pt x="82921" y="33448"/>
                  <a:pt x="82921" y="38093"/>
                </a:cubicBezTo>
                <a:lnTo>
                  <a:pt x="82921" y="68522"/>
                </a:lnTo>
                <a:cubicBezTo>
                  <a:pt x="82921" y="70457"/>
                  <a:pt x="83288" y="71812"/>
                  <a:pt x="84023" y="72587"/>
                </a:cubicBezTo>
                <a:cubicBezTo>
                  <a:pt x="84759" y="73361"/>
                  <a:pt x="85902" y="73747"/>
                  <a:pt x="87451" y="73747"/>
                </a:cubicBezTo>
                <a:lnTo>
                  <a:pt x="87915" y="73747"/>
                </a:lnTo>
                <a:cubicBezTo>
                  <a:pt x="88224" y="73747"/>
                  <a:pt x="88534" y="73747"/>
                  <a:pt x="88843" y="73747"/>
                </a:cubicBezTo>
                <a:cubicBezTo>
                  <a:pt x="89154" y="73747"/>
                  <a:pt x="89445" y="73767"/>
                  <a:pt x="89715" y="73806"/>
                </a:cubicBezTo>
                <a:lnTo>
                  <a:pt x="90121" y="73863"/>
                </a:lnTo>
                <a:cubicBezTo>
                  <a:pt x="90432" y="73941"/>
                  <a:pt x="90587" y="74134"/>
                  <a:pt x="90587" y="74444"/>
                </a:cubicBezTo>
                <a:cubicBezTo>
                  <a:pt x="90587" y="75218"/>
                  <a:pt x="90297" y="76108"/>
                  <a:pt x="89715" y="77114"/>
                </a:cubicBezTo>
                <a:cubicBezTo>
                  <a:pt x="89135" y="78121"/>
                  <a:pt x="88400" y="79070"/>
                  <a:pt x="87509" y="79960"/>
                </a:cubicBezTo>
                <a:cubicBezTo>
                  <a:pt x="86618" y="80851"/>
                  <a:pt x="85650" y="81626"/>
                  <a:pt x="84605" y="82284"/>
                </a:cubicBezTo>
                <a:cubicBezTo>
                  <a:pt x="83560" y="82942"/>
                  <a:pt x="82535" y="83309"/>
                  <a:pt x="81528" y="83386"/>
                </a:cubicBezTo>
                <a:cubicBezTo>
                  <a:pt x="78044" y="83386"/>
                  <a:pt x="75315" y="82283"/>
                  <a:pt x="73339" y="80077"/>
                </a:cubicBezTo>
                <a:cubicBezTo>
                  <a:pt x="71365" y="77871"/>
                  <a:pt x="70378" y="74870"/>
                  <a:pt x="70378" y="71075"/>
                </a:cubicBezTo>
                <a:lnTo>
                  <a:pt x="70378" y="42972"/>
                </a:lnTo>
                <a:close/>
                <a:moveTo>
                  <a:pt x="121595" y="83386"/>
                </a:moveTo>
                <a:cubicBezTo>
                  <a:pt x="116331" y="83386"/>
                  <a:pt x="112247" y="81818"/>
                  <a:pt x="109343" y="78683"/>
                </a:cubicBezTo>
                <a:cubicBezTo>
                  <a:pt x="106439" y="75547"/>
                  <a:pt x="104987" y="71502"/>
                  <a:pt x="104987" y="66547"/>
                </a:cubicBezTo>
                <a:lnTo>
                  <a:pt x="104987" y="32752"/>
                </a:lnTo>
                <a:lnTo>
                  <a:pt x="100690" y="32752"/>
                </a:lnTo>
                <a:cubicBezTo>
                  <a:pt x="100149" y="32752"/>
                  <a:pt x="99684" y="32403"/>
                  <a:pt x="99297" y="31706"/>
                </a:cubicBezTo>
                <a:cubicBezTo>
                  <a:pt x="98909" y="31009"/>
                  <a:pt x="98716" y="29771"/>
                  <a:pt x="98716" y="27990"/>
                </a:cubicBezTo>
                <a:cubicBezTo>
                  <a:pt x="98716" y="26132"/>
                  <a:pt x="98909" y="24874"/>
                  <a:pt x="99297" y="24216"/>
                </a:cubicBezTo>
                <a:cubicBezTo>
                  <a:pt x="99684" y="23558"/>
                  <a:pt x="100188" y="23229"/>
                  <a:pt x="100807" y="23229"/>
                </a:cubicBezTo>
                <a:lnTo>
                  <a:pt x="104987" y="23229"/>
                </a:lnTo>
                <a:lnTo>
                  <a:pt x="104987" y="11731"/>
                </a:lnTo>
                <a:cubicBezTo>
                  <a:pt x="104987" y="11111"/>
                  <a:pt x="105413" y="10472"/>
                  <a:pt x="106265" y="9814"/>
                </a:cubicBezTo>
                <a:cubicBezTo>
                  <a:pt x="107117" y="9156"/>
                  <a:pt x="108143" y="8537"/>
                  <a:pt x="109343" y="7957"/>
                </a:cubicBezTo>
                <a:cubicBezTo>
                  <a:pt x="110543" y="7375"/>
                  <a:pt x="111762" y="6892"/>
                  <a:pt x="113001" y="6505"/>
                </a:cubicBezTo>
                <a:cubicBezTo>
                  <a:pt x="114240" y="6118"/>
                  <a:pt x="115208" y="5924"/>
                  <a:pt x="115905" y="5924"/>
                </a:cubicBezTo>
                <a:cubicBezTo>
                  <a:pt x="116988" y="5924"/>
                  <a:pt x="117530" y="6543"/>
                  <a:pt x="117530" y="7781"/>
                </a:cubicBezTo>
                <a:lnTo>
                  <a:pt x="117530" y="23229"/>
                </a:lnTo>
                <a:lnTo>
                  <a:pt x="129492" y="23229"/>
                </a:lnTo>
                <a:cubicBezTo>
                  <a:pt x="130576" y="23229"/>
                  <a:pt x="131118" y="23770"/>
                  <a:pt x="131118" y="24854"/>
                </a:cubicBezTo>
                <a:cubicBezTo>
                  <a:pt x="131118" y="25473"/>
                  <a:pt x="130925" y="26228"/>
                  <a:pt x="130537" y="27118"/>
                </a:cubicBezTo>
                <a:cubicBezTo>
                  <a:pt x="130151" y="28009"/>
                  <a:pt x="129667" y="28880"/>
                  <a:pt x="129086" y="29732"/>
                </a:cubicBezTo>
                <a:cubicBezTo>
                  <a:pt x="128506" y="30584"/>
                  <a:pt x="127848" y="31300"/>
                  <a:pt x="127112" y="31882"/>
                </a:cubicBezTo>
                <a:cubicBezTo>
                  <a:pt x="126376" y="32462"/>
                  <a:pt x="125698" y="32752"/>
                  <a:pt x="125079" y="32752"/>
                </a:cubicBezTo>
                <a:lnTo>
                  <a:pt x="117530" y="32752"/>
                </a:lnTo>
                <a:lnTo>
                  <a:pt x="117530" y="61901"/>
                </a:lnTo>
                <a:cubicBezTo>
                  <a:pt x="117530" y="65927"/>
                  <a:pt x="118382" y="68889"/>
                  <a:pt x="120085" y="70786"/>
                </a:cubicBezTo>
                <a:cubicBezTo>
                  <a:pt x="121789" y="72682"/>
                  <a:pt x="124073" y="73631"/>
                  <a:pt x="126938" y="73631"/>
                </a:cubicBezTo>
                <a:cubicBezTo>
                  <a:pt x="127324" y="73631"/>
                  <a:pt x="128021" y="73592"/>
                  <a:pt x="129027" y="73515"/>
                </a:cubicBezTo>
                <a:cubicBezTo>
                  <a:pt x="130034" y="73437"/>
                  <a:pt x="130576" y="73398"/>
                  <a:pt x="130654" y="73398"/>
                </a:cubicBezTo>
                <a:cubicBezTo>
                  <a:pt x="131351" y="73398"/>
                  <a:pt x="131700" y="73786"/>
                  <a:pt x="131700" y="74561"/>
                </a:cubicBezTo>
                <a:cubicBezTo>
                  <a:pt x="131700" y="75102"/>
                  <a:pt x="131390" y="75876"/>
                  <a:pt x="130769" y="76882"/>
                </a:cubicBezTo>
                <a:cubicBezTo>
                  <a:pt x="130150" y="77889"/>
                  <a:pt x="129357" y="78877"/>
                  <a:pt x="128389" y="79845"/>
                </a:cubicBezTo>
                <a:cubicBezTo>
                  <a:pt x="127422" y="80813"/>
                  <a:pt x="126338" y="81645"/>
                  <a:pt x="125138" y="82342"/>
                </a:cubicBezTo>
                <a:cubicBezTo>
                  <a:pt x="123937" y="83038"/>
                  <a:pt x="122757" y="83386"/>
                  <a:pt x="121595" y="83386"/>
                </a:cubicBezTo>
                <a:close/>
                <a:moveTo>
                  <a:pt x="170603" y="83503"/>
                </a:moveTo>
                <a:cubicBezTo>
                  <a:pt x="166578" y="83503"/>
                  <a:pt x="162765" y="82961"/>
                  <a:pt x="159164" y="81878"/>
                </a:cubicBezTo>
                <a:cubicBezTo>
                  <a:pt x="155565" y="80793"/>
                  <a:pt x="152390" y="79090"/>
                  <a:pt x="149641" y="76767"/>
                </a:cubicBezTo>
                <a:cubicBezTo>
                  <a:pt x="146893" y="74444"/>
                  <a:pt x="144725" y="71483"/>
                  <a:pt x="143138" y="67884"/>
                </a:cubicBezTo>
                <a:cubicBezTo>
                  <a:pt x="141551" y="64283"/>
                  <a:pt x="140758" y="59966"/>
                  <a:pt x="140758" y="54933"/>
                </a:cubicBezTo>
                <a:cubicBezTo>
                  <a:pt x="140758" y="49127"/>
                  <a:pt x="141590" y="44152"/>
                  <a:pt x="143255" y="40010"/>
                </a:cubicBezTo>
                <a:cubicBezTo>
                  <a:pt x="144919" y="35867"/>
                  <a:pt x="147125" y="32480"/>
                  <a:pt x="149873" y="29847"/>
                </a:cubicBezTo>
                <a:cubicBezTo>
                  <a:pt x="152622" y="27215"/>
                  <a:pt x="155700" y="25280"/>
                  <a:pt x="159106" y="24042"/>
                </a:cubicBezTo>
                <a:cubicBezTo>
                  <a:pt x="162513" y="22803"/>
                  <a:pt x="165959" y="22183"/>
                  <a:pt x="169443" y="22183"/>
                </a:cubicBezTo>
                <a:cubicBezTo>
                  <a:pt x="173004" y="22183"/>
                  <a:pt x="176121" y="22609"/>
                  <a:pt x="178792" y="23461"/>
                </a:cubicBezTo>
                <a:cubicBezTo>
                  <a:pt x="181463" y="24313"/>
                  <a:pt x="183689" y="25474"/>
                  <a:pt x="185469" y="26945"/>
                </a:cubicBezTo>
                <a:cubicBezTo>
                  <a:pt x="187250" y="28416"/>
                  <a:pt x="188585" y="30138"/>
                  <a:pt x="189476" y="32112"/>
                </a:cubicBezTo>
                <a:cubicBezTo>
                  <a:pt x="190367" y="34086"/>
                  <a:pt x="190812" y="36235"/>
                  <a:pt x="190812" y="38557"/>
                </a:cubicBezTo>
                <a:cubicBezTo>
                  <a:pt x="190812" y="42507"/>
                  <a:pt x="189631" y="45894"/>
                  <a:pt x="187270" y="48720"/>
                </a:cubicBezTo>
                <a:cubicBezTo>
                  <a:pt x="184908" y="51546"/>
                  <a:pt x="181946" y="53850"/>
                  <a:pt x="178385" y="55631"/>
                </a:cubicBezTo>
                <a:cubicBezTo>
                  <a:pt x="174824" y="57412"/>
                  <a:pt x="170953" y="58747"/>
                  <a:pt x="166772" y="59638"/>
                </a:cubicBezTo>
                <a:cubicBezTo>
                  <a:pt x="162591" y="60528"/>
                  <a:pt x="158681" y="61050"/>
                  <a:pt x="155042" y="61205"/>
                </a:cubicBezTo>
                <a:cubicBezTo>
                  <a:pt x="156126" y="65617"/>
                  <a:pt x="158255" y="68734"/>
                  <a:pt x="161429" y="70554"/>
                </a:cubicBezTo>
                <a:cubicBezTo>
                  <a:pt x="164604" y="72374"/>
                  <a:pt x="168204" y="73283"/>
                  <a:pt x="172230" y="73283"/>
                </a:cubicBezTo>
                <a:cubicBezTo>
                  <a:pt x="174553" y="73283"/>
                  <a:pt x="176604" y="73051"/>
                  <a:pt x="178385" y="72587"/>
                </a:cubicBezTo>
                <a:cubicBezTo>
                  <a:pt x="180166" y="72121"/>
                  <a:pt x="181695" y="71599"/>
                  <a:pt x="182972" y="71018"/>
                </a:cubicBezTo>
                <a:cubicBezTo>
                  <a:pt x="184250" y="70437"/>
                  <a:pt x="185314" y="69876"/>
                  <a:pt x="186166" y="69335"/>
                </a:cubicBezTo>
                <a:cubicBezTo>
                  <a:pt x="187018" y="68793"/>
                  <a:pt x="187676" y="68483"/>
                  <a:pt x="188140" y="68405"/>
                </a:cubicBezTo>
                <a:cubicBezTo>
                  <a:pt x="189379" y="68017"/>
                  <a:pt x="189999" y="68405"/>
                  <a:pt x="189999" y="69567"/>
                </a:cubicBezTo>
                <a:cubicBezTo>
                  <a:pt x="189999" y="70496"/>
                  <a:pt x="189825" y="71580"/>
                  <a:pt x="189476" y="72819"/>
                </a:cubicBezTo>
                <a:cubicBezTo>
                  <a:pt x="189128" y="74057"/>
                  <a:pt x="188644" y="75373"/>
                  <a:pt x="188025" y="76767"/>
                </a:cubicBezTo>
                <a:cubicBezTo>
                  <a:pt x="187715" y="77308"/>
                  <a:pt x="187057" y="77966"/>
                  <a:pt x="186051" y="78741"/>
                </a:cubicBezTo>
                <a:cubicBezTo>
                  <a:pt x="185044" y="79515"/>
                  <a:pt x="183786" y="80250"/>
                  <a:pt x="182276" y="80947"/>
                </a:cubicBezTo>
                <a:cubicBezTo>
                  <a:pt x="180766" y="81645"/>
                  <a:pt x="179005" y="82245"/>
                  <a:pt x="176992" y="82748"/>
                </a:cubicBezTo>
                <a:cubicBezTo>
                  <a:pt x="174979" y="83251"/>
                  <a:pt x="172849" y="83503"/>
                  <a:pt x="170603" y="83503"/>
                </a:cubicBezTo>
                <a:moveTo>
                  <a:pt x="154344" y="54005"/>
                </a:moveTo>
                <a:cubicBezTo>
                  <a:pt x="157132" y="53850"/>
                  <a:pt x="159939" y="53404"/>
                  <a:pt x="162765" y="52668"/>
                </a:cubicBezTo>
                <a:cubicBezTo>
                  <a:pt x="165591" y="51932"/>
                  <a:pt x="168146" y="50887"/>
                  <a:pt x="170430" y="49534"/>
                </a:cubicBezTo>
                <a:cubicBezTo>
                  <a:pt x="172713" y="48179"/>
                  <a:pt x="174552" y="46533"/>
                  <a:pt x="175946" y="44598"/>
                </a:cubicBezTo>
                <a:cubicBezTo>
                  <a:pt x="177340" y="42662"/>
                  <a:pt x="178037" y="40416"/>
                  <a:pt x="178037" y="37861"/>
                </a:cubicBezTo>
                <a:cubicBezTo>
                  <a:pt x="178037" y="35771"/>
                  <a:pt x="177301" y="34029"/>
                  <a:pt x="175829" y="32635"/>
                </a:cubicBezTo>
                <a:cubicBezTo>
                  <a:pt x="174358" y="31241"/>
                  <a:pt x="172384" y="30544"/>
                  <a:pt x="169907" y="30544"/>
                </a:cubicBezTo>
                <a:cubicBezTo>
                  <a:pt x="167972" y="30544"/>
                  <a:pt x="166094" y="30951"/>
                  <a:pt x="164275" y="31765"/>
                </a:cubicBezTo>
                <a:cubicBezTo>
                  <a:pt x="162456" y="32578"/>
                  <a:pt x="160830" y="33913"/>
                  <a:pt x="159397" y="35771"/>
                </a:cubicBezTo>
                <a:cubicBezTo>
                  <a:pt x="157965" y="37629"/>
                  <a:pt x="156784" y="40048"/>
                  <a:pt x="155854" y="43030"/>
                </a:cubicBezTo>
                <a:cubicBezTo>
                  <a:pt x="154926" y="46011"/>
                  <a:pt x="154422" y="49669"/>
                  <a:pt x="154344" y="54005"/>
                </a:cubicBezTo>
                <a:close/>
                <a:moveTo>
                  <a:pt x="210670" y="82457"/>
                </a:moveTo>
                <a:cubicBezTo>
                  <a:pt x="208038" y="82457"/>
                  <a:pt x="206334" y="82264"/>
                  <a:pt x="205559" y="81878"/>
                </a:cubicBezTo>
                <a:cubicBezTo>
                  <a:pt x="204786" y="81490"/>
                  <a:pt x="204399" y="80986"/>
                  <a:pt x="204399" y="80366"/>
                </a:cubicBezTo>
                <a:lnTo>
                  <a:pt x="204399" y="37280"/>
                </a:lnTo>
                <a:cubicBezTo>
                  <a:pt x="204399" y="35809"/>
                  <a:pt x="204225" y="34590"/>
                  <a:pt x="203876" y="33622"/>
                </a:cubicBezTo>
                <a:cubicBezTo>
                  <a:pt x="203529" y="32654"/>
                  <a:pt x="203142" y="31842"/>
                  <a:pt x="202715" y="31184"/>
                </a:cubicBezTo>
                <a:cubicBezTo>
                  <a:pt x="202290" y="30526"/>
                  <a:pt x="201903" y="30003"/>
                  <a:pt x="201555" y="29615"/>
                </a:cubicBezTo>
                <a:cubicBezTo>
                  <a:pt x="201206" y="29228"/>
                  <a:pt x="201032" y="28841"/>
                  <a:pt x="201032" y="28455"/>
                </a:cubicBezTo>
                <a:cubicBezTo>
                  <a:pt x="201032" y="27990"/>
                  <a:pt x="201419" y="27410"/>
                  <a:pt x="202193" y="26713"/>
                </a:cubicBezTo>
                <a:cubicBezTo>
                  <a:pt x="202968" y="26016"/>
                  <a:pt x="203877" y="25338"/>
                  <a:pt x="204922" y="24680"/>
                </a:cubicBezTo>
                <a:cubicBezTo>
                  <a:pt x="205967" y="24022"/>
                  <a:pt x="207032" y="23461"/>
                  <a:pt x="208115" y="22996"/>
                </a:cubicBezTo>
                <a:cubicBezTo>
                  <a:pt x="209199" y="22531"/>
                  <a:pt x="210051" y="22298"/>
                  <a:pt x="210670" y="22298"/>
                </a:cubicBezTo>
                <a:cubicBezTo>
                  <a:pt x="212219" y="22298"/>
                  <a:pt x="213477" y="23034"/>
                  <a:pt x="214445" y="24506"/>
                </a:cubicBezTo>
                <a:cubicBezTo>
                  <a:pt x="215414" y="25977"/>
                  <a:pt x="216207" y="27951"/>
                  <a:pt x="216826" y="30429"/>
                </a:cubicBezTo>
                <a:cubicBezTo>
                  <a:pt x="218065" y="28880"/>
                  <a:pt x="219458" y="27486"/>
                  <a:pt x="221007" y="26248"/>
                </a:cubicBezTo>
                <a:cubicBezTo>
                  <a:pt x="222323" y="25242"/>
                  <a:pt x="223891" y="24313"/>
                  <a:pt x="225710" y="23461"/>
                </a:cubicBezTo>
                <a:cubicBezTo>
                  <a:pt x="227529" y="22609"/>
                  <a:pt x="229485" y="22183"/>
                  <a:pt x="231576" y="22183"/>
                </a:cubicBezTo>
                <a:cubicBezTo>
                  <a:pt x="232892" y="22183"/>
                  <a:pt x="234150" y="22299"/>
                  <a:pt x="235350" y="22532"/>
                </a:cubicBezTo>
                <a:cubicBezTo>
                  <a:pt x="236550" y="22764"/>
                  <a:pt x="237634" y="23093"/>
                  <a:pt x="238602" y="23519"/>
                </a:cubicBezTo>
                <a:cubicBezTo>
                  <a:pt x="239570" y="23945"/>
                  <a:pt x="240343" y="24409"/>
                  <a:pt x="240923" y="24912"/>
                </a:cubicBezTo>
                <a:cubicBezTo>
                  <a:pt x="241505" y="25415"/>
                  <a:pt x="241795" y="25938"/>
                  <a:pt x="241795" y="26480"/>
                </a:cubicBezTo>
                <a:cubicBezTo>
                  <a:pt x="241795" y="26945"/>
                  <a:pt x="241544" y="27700"/>
                  <a:pt x="241040" y="28745"/>
                </a:cubicBezTo>
                <a:cubicBezTo>
                  <a:pt x="240537" y="29789"/>
                  <a:pt x="239898" y="30854"/>
                  <a:pt x="239123" y="31938"/>
                </a:cubicBezTo>
                <a:cubicBezTo>
                  <a:pt x="238349" y="33022"/>
                  <a:pt x="237575" y="33970"/>
                  <a:pt x="236802" y="34784"/>
                </a:cubicBezTo>
                <a:cubicBezTo>
                  <a:pt x="236028" y="35597"/>
                  <a:pt x="235331" y="36004"/>
                  <a:pt x="234710" y="36004"/>
                </a:cubicBezTo>
                <a:cubicBezTo>
                  <a:pt x="234324" y="36004"/>
                  <a:pt x="233898" y="35849"/>
                  <a:pt x="233433" y="35539"/>
                </a:cubicBezTo>
                <a:cubicBezTo>
                  <a:pt x="232968" y="35229"/>
                  <a:pt x="232427" y="34899"/>
                  <a:pt x="231808" y="34551"/>
                </a:cubicBezTo>
                <a:cubicBezTo>
                  <a:pt x="231189" y="34202"/>
                  <a:pt x="230492" y="33873"/>
                  <a:pt x="229717" y="33563"/>
                </a:cubicBezTo>
                <a:cubicBezTo>
                  <a:pt x="228943" y="33254"/>
                  <a:pt x="228014" y="33099"/>
                  <a:pt x="226929" y="33099"/>
                </a:cubicBezTo>
                <a:cubicBezTo>
                  <a:pt x="225613" y="33099"/>
                  <a:pt x="224355" y="33428"/>
                  <a:pt x="223155" y="34086"/>
                </a:cubicBezTo>
                <a:cubicBezTo>
                  <a:pt x="221956" y="34744"/>
                  <a:pt x="220891" y="35616"/>
                  <a:pt x="219961" y="36700"/>
                </a:cubicBezTo>
                <a:cubicBezTo>
                  <a:pt x="219033" y="37783"/>
                  <a:pt x="218297" y="38964"/>
                  <a:pt x="217755" y="40242"/>
                </a:cubicBezTo>
                <a:cubicBezTo>
                  <a:pt x="217213" y="41520"/>
                  <a:pt x="216942" y="42816"/>
                  <a:pt x="216942" y="44132"/>
                </a:cubicBezTo>
                <a:lnTo>
                  <a:pt x="216942" y="80366"/>
                </a:lnTo>
                <a:cubicBezTo>
                  <a:pt x="216942" y="80986"/>
                  <a:pt x="216555" y="81490"/>
                  <a:pt x="215781" y="81878"/>
                </a:cubicBezTo>
                <a:cubicBezTo>
                  <a:pt x="215007" y="82264"/>
                  <a:pt x="213304" y="82457"/>
                  <a:pt x="210670" y="82457"/>
                </a:cubicBezTo>
                <a:close/>
                <a:moveTo>
                  <a:pt x="295102" y="83386"/>
                </a:moveTo>
                <a:cubicBezTo>
                  <a:pt x="293398" y="83386"/>
                  <a:pt x="291908" y="83095"/>
                  <a:pt x="290631" y="82514"/>
                </a:cubicBezTo>
                <a:cubicBezTo>
                  <a:pt x="289354" y="81934"/>
                  <a:pt x="288289" y="81277"/>
                  <a:pt x="287438" y="80542"/>
                </a:cubicBezTo>
                <a:cubicBezTo>
                  <a:pt x="286586" y="79806"/>
                  <a:pt x="285947" y="79089"/>
                  <a:pt x="285520" y="78392"/>
                </a:cubicBezTo>
                <a:cubicBezTo>
                  <a:pt x="285095" y="77695"/>
                  <a:pt x="284843" y="77231"/>
                  <a:pt x="284765" y="76999"/>
                </a:cubicBezTo>
                <a:cubicBezTo>
                  <a:pt x="283915" y="77618"/>
                  <a:pt x="282870" y="78296"/>
                  <a:pt x="281630" y="79032"/>
                </a:cubicBezTo>
                <a:cubicBezTo>
                  <a:pt x="280391" y="79767"/>
                  <a:pt x="278997" y="80463"/>
                  <a:pt x="277448" y="81121"/>
                </a:cubicBezTo>
                <a:cubicBezTo>
                  <a:pt x="275901" y="81779"/>
                  <a:pt x="274178" y="82340"/>
                  <a:pt x="272281" y="82805"/>
                </a:cubicBezTo>
                <a:cubicBezTo>
                  <a:pt x="270385" y="83270"/>
                  <a:pt x="268353" y="83503"/>
                  <a:pt x="266185" y="83503"/>
                </a:cubicBezTo>
                <a:cubicBezTo>
                  <a:pt x="263475" y="83503"/>
                  <a:pt x="260958" y="83154"/>
                  <a:pt x="258636" y="82457"/>
                </a:cubicBezTo>
                <a:cubicBezTo>
                  <a:pt x="256313" y="81760"/>
                  <a:pt x="254300" y="80715"/>
                  <a:pt x="252596" y="79322"/>
                </a:cubicBezTo>
                <a:cubicBezTo>
                  <a:pt x="250893" y="77928"/>
                  <a:pt x="249557" y="76167"/>
                  <a:pt x="248590" y="74038"/>
                </a:cubicBezTo>
                <a:cubicBezTo>
                  <a:pt x="247622" y="71908"/>
                  <a:pt x="247138" y="69411"/>
                  <a:pt x="247138" y="66547"/>
                </a:cubicBezTo>
                <a:cubicBezTo>
                  <a:pt x="247138" y="62908"/>
                  <a:pt x="247912" y="59868"/>
                  <a:pt x="249460" y="57430"/>
                </a:cubicBezTo>
                <a:cubicBezTo>
                  <a:pt x="251009" y="54992"/>
                  <a:pt x="253080" y="52960"/>
                  <a:pt x="255673" y="51334"/>
                </a:cubicBezTo>
                <a:cubicBezTo>
                  <a:pt x="258267" y="49707"/>
                  <a:pt x="261306" y="48352"/>
                  <a:pt x="264790" y="47269"/>
                </a:cubicBezTo>
                <a:cubicBezTo>
                  <a:pt x="268274" y="46184"/>
                  <a:pt x="271952" y="45178"/>
                  <a:pt x="275823" y="44249"/>
                </a:cubicBezTo>
                <a:cubicBezTo>
                  <a:pt x="278224" y="43629"/>
                  <a:pt x="280043" y="43048"/>
                  <a:pt x="281281" y="42507"/>
                </a:cubicBezTo>
                <a:cubicBezTo>
                  <a:pt x="282521" y="41965"/>
                  <a:pt x="283140" y="41229"/>
                  <a:pt x="283140" y="40299"/>
                </a:cubicBezTo>
                <a:cubicBezTo>
                  <a:pt x="283140" y="37822"/>
                  <a:pt x="282153" y="35828"/>
                  <a:pt x="280179" y="34318"/>
                </a:cubicBezTo>
                <a:cubicBezTo>
                  <a:pt x="278205" y="32809"/>
                  <a:pt x="275282" y="32054"/>
                  <a:pt x="271411" y="32054"/>
                </a:cubicBezTo>
                <a:cubicBezTo>
                  <a:pt x="269088" y="32054"/>
                  <a:pt x="266978" y="32325"/>
                  <a:pt x="265081" y="32867"/>
                </a:cubicBezTo>
                <a:cubicBezTo>
                  <a:pt x="263184" y="33409"/>
                  <a:pt x="261499" y="34009"/>
                  <a:pt x="260029" y="34667"/>
                </a:cubicBezTo>
                <a:cubicBezTo>
                  <a:pt x="258558" y="35326"/>
                  <a:pt x="257319" y="35926"/>
                  <a:pt x="256313" y="36468"/>
                </a:cubicBezTo>
                <a:cubicBezTo>
                  <a:pt x="255306" y="37009"/>
                  <a:pt x="254571" y="37280"/>
                  <a:pt x="254106" y="37280"/>
                </a:cubicBezTo>
                <a:cubicBezTo>
                  <a:pt x="253332" y="37280"/>
                  <a:pt x="252946" y="36777"/>
                  <a:pt x="252946" y="35771"/>
                </a:cubicBezTo>
                <a:cubicBezTo>
                  <a:pt x="252946" y="34920"/>
                  <a:pt x="253100" y="33816"/>
                  <a:pt x="253410" y="32461"/>
                </a:cubicBezTo>
                <a:cubicBezTo>
                  <a:pt x="253719" y="31106"/>
                  <a:pt x="254145" y="29771"/>
                  <a:pt x="254688" y="28455"/>
                </a:cubicBezTo>
                <a:cubicBezTo>
                  <a:pt x="254997" y="27834"/>
                  <a:pt x="255694" y="27176"/>
                  <a:pt x="256777" y="26480"/>
                </a:cubicBezTo>
                <a:cubicBezTo>
                  <a:pt x="257861" y="25783"/>
                  <a:pt x="259236" y="25106"/>
                  <a:pt x="260901" y="24448"/>
                </a:cubicBezTo>
                <a:cubicBezTo>
                  <a:pt x="262565" y="23790"/>
                  <a:pt x="264442" y="23248"/>
                  <a:pt x="266532" y="22823"/>
                </a:cubicBezTo>
                <a:cubicBezTo>
                  <a:pt x="268623" y="22396"/>
                  <a:pt x="270791" y="22183"/>
                  <a:pt x="273036" y="22183"/>
                </a:cubicBezTo>
                <a:cubicBezTo>
                  <a:pt x="281398" y="22183"/>
                  <a:pt x="287321" y="24061"/>
                  <a:pt x="290805" y="27817"/>
                </a:cubicBezTo>
                <a:cubicBezTo>
                  <a:pt x="294289" y="31571"/>
                  <a:pt x="296031" y="37203"/>
                  <a:pt x="296031" y="44713"/>
                </a:cubicBezTo>
                <a:lnTo>
                  <a:pt x="296031" y="68637"/>
                </a:lnTo>
                <a:cubicBezTo>
                  <a:pt x="296031" y="70418"/>
                  <a:pt x="296379" y="71696"/>
                  <a:pt x="297076" y="72470"/>
                </a:cubicBezTo>
                <a:cubicBezTo>
                  <a:pt x="297773" y="73244"/>
                  <a:pt x="298819" y="73669"/>
                  <a:pt x="300213" y="73747"/>
                </a:cubicBezTo>
                <a:cubicBezTo>
                  <a:pt x="300289" y="73824"/>
                  <a:pt x="300754" y="73863"/>
                  <a:pt x="301606" y="73863"/>
                </a:cubicBezTo>
                <a:cubicBezTo>
                  <a:pt x="302457" y="73863"/>
                  <a:pt x="302922" y="73863"/>
                  <a:pt x="303000" y="73863"/>
                </a:cubicBezTo>
                <a:cubicBezTo>
                  <a:pt x="303774" y="73863"/>
                  <a:pt x="304161" y="74173"/>
                  <a:pt x="304161" y="74793"/>
                </a:cubicBezTo>
                <a:cubicBezTo>
                  <a:pt x="304161" y="75334"/>
                  <a:pt x="303890" y="76089"/>
                  <a:pt x="303347" y="77058"/>
                </a:cubicBezTo>
                <a:cubicBezTo>
                  <a:pt x="302805" y="78025"/>
                  <a:pt x="302089" y="78974"/>
                  <a:pt x="301198" y="79904"/>
                </a:cubicBezTo>
                <a:cubicBezTo>
                  <a:pt x="300308" y="80832"/>
                  <a:pt x="299341" y="81645"/>
                  <a:pt x="298295" y="82342"/>
                </a:cubicBezTo>
                <a:cubicBezTo>
                  <a:pt x="297251" y="83038"/>
                  <a:pt x="296186" y="83386"/>
                  <a:pt x="295102" y="83386"/>
                </a:cubicBezTo>
                <a:moveTo>
                  <a:pt x="260029" y="65153"/>
                </a:moveTo>
                <a:cubicBezTo>
                  <a:pt x="260029" y="68327"/>
                  <a:pt x="261093" y="70611"/>
                  <a:pt x="263222" y="72006"/>
                </a:cubicBezTo>
                <a:cubicBezTo>
                  <a:pt x="265352" y="73398"/>
                  <a:pt x="268004" y="74056"/>
                  <a:pt x="271179" y="73980"/>
                </a:cubicBezTo>
                <a:cubicBezTo>
                  <a:pt x="272882" y="73980"/>
                  <a:pt x="274469" y="73747"/>
                  <a:pt x="275940" y="73283"/>
                </a:cubicBezTo>
                <a:cubicBezTo>
                  <a:pt x="277411" y="72818"/>
                  <a:pt x="278708" y="72256"/>
                  <a:pt x="279830" y="71598"/>
                </a:cubicBezTo>
                <a:cubicBezTo>
                  <a:pt x="280952" y="70940"/>
                  <a:pt x="281843" y="70224"/>
                  <a:pt x="282501" y="69450"/>
                </a:cubicBezTo>
                <a:cubicBezTo>
                  <a:pt x="283160" y="68676"/>
                  <a:pt x="283489" y="67979"/>
                  <a:pt x="283489" y="67359"/>
                </a:cubicBezTo>
                <a:lnTo>
                  <a:pt x="283489" y="52146"/>
                </a:lnTo>
                <a:cubicBezTo>
                  <a:pt x="283489" y="51372"/>
                  <a:pt x="283102" y="50985"/>
                  <a:pt x="282327" y="50985"/>
                </a:cubicBezTo>
                <a:cubicBezTo>
                  <a:pt x="281475" y="50985"/>
                  <a:pt x="280004" y="51294"/>
                  <a:pt x="277914" y="51913"/>
                </a:cubicBezTo>
                <a:cubicBezTo>
                  <a:pt x="276056" y="52456"/>
                  <a:pt x="274081" y="53056"/>
                  <a:pt x="271990" y="53714"/>
                </a:cubicBezTo>
                <a:cubicBezTo>
                  <a:pt x="269900" y="54372"/>
                  <a:pt x="267965" y="55185"/>
                  <a:pt x="266183" y="56152"/>
                </a:cubicBezTo>
                <a:cubicBezTo>
                  <a:pt x="264403" y="57120"/>
                  <a:pt x="262932" y="58320"/>
                  <a:pt x="261771" y="59753"/>
                </a:cubicBezTo>
                <a:cubicBezTo>
                  <a:pt x="260609" y="61185"/>
                  <a:pt x="260029" y="62985"/>
                  <a:pt x="260029" y="65153"/>
                </a:cubicBezTo>
                <a:close/>
                <a:moveTo>
                  <a:pt x="342718" y="83503"/>
                </a:moveTo>
                <a:cubicBezTo>
                  <a:pt x="338847" y="83503"/>
                  <a:pt x="335091" y="82961"/>
                  <a:pt x="331451" y="81878"/>
                </a:cubicBezTo>
                <a:cubicBezTo>
                  <a:pt x="327812" y="80793"/>
                  <a:pt x="324600" y="79070"/>
                  <a:pt x="321813" y="76709"/>
                </a:cubicBezTo>
                <a:cubicBezTo>
                  <a:pt x="319026" y="74347"/>
                  <a:pt x="316800" y="71308"/>
                  <a:pt x="315135" y="67593"/>
                </a:cubicBezTo>
                <a:cubicBezTo>
                  <a:pt x="313471" y="63876"/>
                  <a:pt x="312639" y="59347"/>
                  <a:pt x="312639" y="54005"/>
                </a:cubicBezTo>
                <a:cubicBezTo>
                  <a:pt x="312639" y="48662"/>
                  <a:pt x="313471" y="43998"/>
                  <a:pt x="315135" y="40010"/>
                </a:cubicBezTo>
                <a:cubicBezTo>
                  <a:pt x="316800" y="36022"/>
                  <a:pt x="319026" y="32712"/>
                  <a:pt x="321813" y="30080"/>
                </a:cubicBezTo>
                <a:cubicBezTo>
                  <a:pt x="324600" y="27447"/>
                  <a:pt x="327851" y="25473"/>
                  <a:pt x="331568" y="24157"/>
                </a:cubicBezTo>
                <a:cubicBezTo>
                  <a:pt x="335285" y="22841"/>
                  <a:pt x="339195" y="22183"/>
                  <a:pt x="343298" y="22183"/>
                </a:cubicBezTo>
                <a:cubicBezTo>
                  <a:pt x="346162" y="22183"/>
                  <a:pt x="348679" y="22415"/>
                  <a:pt x="350847" y="22880"/>
                </a:cubicBezTo>
                <a:cubicBezTo>
                  <a:pt x="353015" y="23344"/>
                  <a:pt x="354834" y="23905"/>
                  <a:pt x="356305" y="24563"/>
                </a:cubicBezTo>
                <a:cubicBezTo>
                  <a:pt x="357776" y="25221"/>
                  <a:pt x="358879" y="25918"/>
                  <a:pt x="359615" y="26654"/>
                </a:cubicBezTo>
                <a:cubicBezTo>
                  <a:pt x="360351" y="27390"/>
                  <a:pt x="360719" y="28068"/>
                  <a:pt x="360719" y="28687"/>
                </a:cubicBezTo>
                <a:cubicBezTo>
                  <a:pt x="360719" y="29229"/>
                  <a:pt x="360506" y="29945"/>
                  <a:pt x="360079" y="30836"/>
                </a:cubicBezTo>
                <a:cubicBezTo>
                  <a:pt x="359654" y="31726"/>
                  <a:pt x="359112" y="32616"/>
                  <a:pt x="358454" y="33507"/>
                </a:cubicBezTo>
                <a:cubicBezTo>
                  <a:pt x="357796" y="34396"/>
                  <a:pt x="357119" y="35151"/>
                  <a:pt x="356422" y="35771"/>
                </a:cubicBezTo>
                <a:cubicBezTo>
                  <a:pt x="355725" y="36391"/>
                  <a:pt x="355144" y="36700"/>
                  <a:pt x="354680" y="36700"/>
                </a:cubicBezTo>
                <a:cubicBezTo>
                  <a:pt x="354292" y="36700"/>
                  <a:pt x="353808" y="36468"/>
                  <a:pt x="353227" y="36004"/>
                </a:cubicBezTo>
                <a:cubicBezTo>
                  <a:pt x="352647" y="35538"/>
                  <a:pt x="351873" y="35035"/>
                  <a:pt x="350905" y="34494"/>
                </a:cubicBezTo>
                <a:cubicBezTo>
                  <a:pt x="349938" y="33952"/>
                  <a:pt x="348757" y="33448"/>
                  <a:pt x="347363" y="32984"/>
                </a:cubicBezTo>
                <a:cubicBezTo>
                  <a:pt x="345969" y="32519"/>
                  <a:pt x="344265" y="32286"/>
                  <a:pt x="342252" y="32286"/>
                </a:cubicBezTo>
                <a:cubicBezTo>
                  <a:pt x="340472" y="32286"/>
                  <a:pt x="338652" y="32654"/>
                  <a:pt x="336794" y="33390"/>
                </a:cubicBezTo>
                <a:cubicBezTo>
                  <a:pt x="334936" y="34126"/>
                  <a:pt x="333252" y="35307"/>
                  <a:pt x="331742" y="36932"/>
                </a:cubicBezTo>
                <a:cubicBezTo>
                  <a:pt x="330232" y="38558"/>
                  <a:pt x="328993" y="40706"/>
                  <a:pt x="328026" y="43377"/>
                </a:cubicBezTo>
                <a:cubicBezTo>
                  <a:pt x="327058" y="46048"/>
                  <a:pt x="326574" y="49320"/>
                  <a:pt x="326574" y="53191"/>
                </a:cubicBezTo>
                <a:cubicBezTo>
                  <a:pt x="326574" y="56675"/>
                  <a:pt x="327039" y="59695"/>
                  <a:pt x="327967" y="62250"/>
                </a:cubicBezTo>
                <a:cubicBezTo>
                  <a:pt x="328897" y="64804"/>
                  <a:pt x="330175" y="66895"/>
                  <a:pt x="331800" y="68522"/>
                </a:cubicBezTo>
                <a:cubicBezTo>
                  <a:pt x="333426" y="70147"/>
                  <a:pt x="335342" y="71347"/>
                  <a:pt x="337549" y="72122"/>
                </a:cubicBezTo>
                <a:cubicBezTo>
                  <a:pt x="339756" y="72896"/>
                  <a:pt x="342137" y="73283"/>
                  <a:pt x="344692" y="73283"/>
                </a:cubicBezTo>
                <a:cubicBezTo>
                  <a:pt x="347170" y="73283"/>
                  <a:pt x="349337" y="73012"/>
                  <a:pt x="351196" y="72470"/>
                </a:cubicBezTo>
                <a:cubicBezTo>
                  <a:pt x="353054" y="71928"/>
                  <a:pt x="354641" y="71347"/>
                  <a:pt x="355957" y="70728"/>
                </a:cubicBezTo>
                <a:cubicBezTo>
                  <a:pt x="357273" y="70109"/>
                  <a:pt x="358376" y="69528"/>
                  <a:pt x="359266" y="68986"/>
                </a:cubicBezTo>
                <a:cubicBezTo>
                  <a:pt x="360157" y="68444"/>
                  <a:pt x="360834" y="68172"/>
                  <a:pt x="361298" y="68172"/>
                </a:cubicBezTo>
                <a:cubicBezTo>
                  <a:pt x="361686" y="68172"/>
                  <a:pt x="362015" y="68269"/>
                  <a:pt x="362286" y="68463"/>
                </a:cubicBezTo>
                <a:cubicBezTo>
                  <a:pt x="362557" y="68657"/>
                  <a:pt x="362693" y="69025"/>
                  <a:pt x="362693" y="69567"/>
                </a:cubicBezTo>
                <a:cubicBezTo>
                  <a:pt x="362693" y="71579"/>
                  <a:pt x="361996" y="73979"/>
                  <a:pt x="360602" y="76767"/>
                </a:cubicBezTo>
                <a:cubicBezTo>
                  <a:pt x="360293" y="77308"/>
                  <a:pt x="359634" y="77966"/>
                  <a:pt x="358628" y="78741"/>
                </a:cubicBezTo>
                <a:cubicBezTo>
                  <a:pt x="357621" y="79515"/>
                  <a:pt x="356344" y="80250"/>
                  <a:pt x="354795" y="80947"/>
                </a:cubicBezTo>
                <a:cubicBezTo>
                  <a:pt x="353247" y="81645"/>
                  <a:pt x="351447" y="82245"/>
                  <a:pt x="349395" y="82748"/>
                </a:cubicBezTo>
                <a:cubicBezTo>
                  <a:pt x="347343" y="83251"/>
                  <a:pt x="345117" y="83503"/>
                  <a:pt x="342718" y="83503"/>
                </a:cubicBezTo>
                <a:close/>
                <a:moveTo>
                  <a:pt x="394050" y="83386"/>
                </a:moveTo>
                <a:cubicBezTo>
                  <a:pt x="388786" y="83386"/>
                  <a:pt x="384701" y="81818"/>
                  <a:pt x="381798" y="78683"/>
                </a:cubicBezTo>
                <a:cubicBezTo>
                  <a:pt x="378894" y="75547"/>
                  <a:pt x="377442" y="71502"/>
                  <a:pt x="377442" y="66547"/>
                </a:cubicBezTo>
                <a:lnTo>
                  <a:pt x="377442" y="32752"/>
                </a:lnTo>
                <a:lnTo>
                  <a:pt x="373144" y="32752"/>
                </a:lnTo>
                <a:cubicBezTo>
                  <a:pt x="372603" y="32752"/>
                  <a:pt x="372139" y="32403"/>
                  <a:pt x="371752" y="31706"/>
                </a:cubicBezTo>
                <a:cubicBezTo>
                  <a:pt x="371364" y="31009"/>
                  <a:pt x="371170" y="29771"/>
                  <a:pt x="371170" y="27990"/>
                </a:cubicBezTo>
                <a:cubicBezTo>
                  <a:pt x="371170" y="26132"/>
                  <a:pt x="371364" y="24874"/>
                  <a:pt x="371752" y="24216"/>
                </a:cubicBezTo>
                <a:cubicBezTo>
                  <a:pt x="372139" y="23558"/>
                  <a:pt x="372642" y="23229"/>
                  <a:pt x="373261" y="23229"/>
                </a:cubicBezTo>
                <a:lnTo>
                  <a:pt x="377442" y="23229"/>
                </a:lnTo>
                <a:lnTo>
                  <a:pt x="377442" y="11731"/>
                </a:lnTo>
                <a:cubicBezTo>
                  <a:pt x="377442" y="11111"/>
                  <a:pt x="377868" y="10472"/>
                  <a:pt x="378719" y="9814"/>
                </a:cubicBezTo>
                <a:cubicBezTo>
                  <a:pt x="379571" y="9156"/>
                  <a:pt x="380597" y="8537"/>
                  <a:pt x="381798" y="7957"/>
                </a:cubicBezTo>
                <a:cubicBezTo>
                  <a:pt x="382998" y="7375"/>
                  <a:pt x="384217" y="6892"/>
                  <a:pt x="385455" y="6505"/>
                </a:cubicBezTo>
                <a:cubicBezTo>
                  <a:pt x="386694" y="6118"/>
                  <a:pt x="387663" y="5924"/>
                  <a:pt x="388360" y="5924"/>
                </a:cubicBezTo>
                <a:cubicBezTo>
                  <a:pt x="389443" y="5924"/>
                  <a:pt x="389985" y="6543"/>
                  <a:pt x="389985" y="7781"/>
                </a:cubicBezTo>
                <a:lnTo>
                  <a:pt x="389985" y="23229"/>
                </a:lnTo>
                <a:lnTo>
                  <a:pt x="401946" y="23229"/>
                </a:lnTo>
                <a:cubicBezTo>
                  <a:pt x="403031" y="23229"/>
                  <a:pt x="403573" y="23770"/>
                  <a:pt x="403573" y="24854"/>
                </a:cubicBezTo>
                <a:cubicBezTo>
                  <a:pt x="403573" y="25473"/>
                  <a:pt x="403379" y="26228"/>
                  <a:pt x="402992" y="27118"/>
                </a:cubicBezTo>
                <a:cubicBezTo>
                  <a:pt x="402606" y="28009"/>
                  <a:pt x="402122" y="28880"/>
                  <a:pt x="401541" y="29732"/>
                </a:cubicBezTo>
                <a:cubicBezTo>
                  <a:pt x="400960" y="30584"/>
                  <a:pt x="400302" y="31300"/>
                  <a:pt x="399566" y="31882"/>
                </a:cubicBezTo>
                <a:cubicBezTo>
                  <a:pt x="398830" y="32462"/>
                  <a:pt x="398153" y="32752"/>
                  <a:pt x="397534" y="32752"/>
                </a:cubicBezTo>
                <a:lnTo>
                  <a:pt x="389985" y="32752"/>
                </a:lnTo>
                <a:lnTo>
                  <a:pt x="389985" y="61901"/>
                </a:lnTo>
                <a:cubicBezTo>
                  <a:pt x="389985" y="65927"/>
                  <a:pt x="390836" y="68889"/>
                  <a:pt x="392540" y="70786"/>
                </a:cubicBezTo>
                <a:cubicBezTo>
                  <a:pt x="394244" y="72682"/>
                  <a:pt x="396528" y="73631"/>
                  <a:pt x="399393" y="73631"/>
                </a:cubicBezTo>
                <a:cubicBezTo>
                  <a:pt x="399779" y="73631"/>
                  <a:pt x="400475" y="73592"/>
                  <a:pt x="401482" y="73515"/>
                </a:cubicBezTo>
                <a:cubicBezTo>
                  <a:pt x="402489" y="73437"/>
                  <a:pt x="403031" y="73398"/>
                  <a:pt x="403109" y="73398"/>
                </a:cubicBezTo>
                <a:cubicBezTo>
                  <a:pt x="403806" y="73398"/>
                  <a:pt x="404154" y="73786"/>
                  <a:pt x="404154" y="74561"/>
                </a:cubicBezTo>
                <a:cubicBezTo>
                  <a:pt x="404154" y="75102"/>
                  <a:pt x="403844" y="75876"/>
                  <a:pt x="403224" y="76882"/>
                </a:cubicBezTo>
                <a:cubicBezTo>
                  <a:pt x="402605" y="77889"/>
                  <a:pt x="401812" y="78877"/>
                  <a:pt x="400844" y="79845"/>
                </a:cubicBezTo>
                <a:cubicBezTo>
                  <a:pt x="399877" y="80813"/>
                  <a:pt x="398793" y="81645"/>
                  <a:pt x="397592" y="82342"/>
                </a:cubicBezTo>
                <a:cubicBezTo>
                  <a:pt x="396392" y="83038"/>
                  <a:pt x="395211" y="83386"/>
                  <a:pt x="394050" y="83386"/>
                </a:cubicBezTo>
                <a:close/>
                <a:moveTo>
                  <a:pt x="421341" y="0"/>
                </a:moveTo>
                <a:cubicBezTo>
                  <a:pt x="423587" y="0"/>
                  <a:pt x="425348" y="600"/>
                  <a:pt x="426626" y="1800"/>
                </a:cubicBezTo>
                <a:cubicBezTo>
                  <a:pt x="427903" y="3001"/>
                  <a:pt x="428541" y="4994"/>
                  <a:pt x="428541" y="7781"/>
                </a:cubicBezTo>
                <a:cubicBezTo>
                  <a:pt x="428541" y="10569"/>
                  <a:pt x="427903" y="12525"/>
                  <a:pt x="426626" y="13647"/>
                </a:cubicBezTo>
                <a:cubicBezTo>
                  <a:pt x="425348" y="14769"/>
                  <a:pt x="423587" y="15330"/>
                  <a:pt x="421341" y="15330"/>
                </a:cubicBezTo>
                <a:cubicBezTo>
                  <a:pt x="419096" y="15330"/>
                  <a:pt x="417335" y="14769"/>
                  <a:pt x="416057" y="13647"/>
                </a:cubicBezTo>
                <a:cubicBezTo>
                  <a:pt x="414780" y="12525"/>
                  <a:pt x="414141" y="10569"/>
                  <a:pt x="414141" y="7781"/>
                </a:cubicBezTo>
                <a:cubicBezTo>
                  <a:pt x="414141" y="4994"/>
                  <a:pt x="414780" y="3001"/>
                  <a:pt x="416057" y="1800"/>
                </a:cubicBezTo>
                <a:cubicBezTo>
                  <a:pt x="417335" y="600"/>
                  <a:pt x="419096" y="0"/>
                  <a:pt x="421341" y="0"/>
                </a:cubicBezTo>
                <a:moveTo>
                  <a:pt x="415070" y="25318"/>
                </a:moveTo>
                <a:cubicBezTo>
                  <a:pt x="415070" y="24699"/>
                  <a:pt x="415457" y="24196"/>
                  <a:pt x="416230" y="23810"/>
                </a:cubicBezTo>
                <a:cubicBezTo>
                  <a:pt x="417005" y="23422"/>
                  <a:pt x="418709" y="23229"/>
                  <a:pt x="421341" y="23229"/>
                </a:cubicBezTo>
                <a:cubicBezTo>
                  <a:pt x="423973" y="23229"/>
                  <a:pt x="425676" y="23422"/>
                  <a:pt x="426450" y="23810"/>
                </a:cubicBezTo>
                <a:cubicBezTo>
                  <a:pt x="427225" y="24196"/>
                  <a:pt x="427613" y="24699"/>
                  <a:pt x="427613" y="25318"/>
                </a:cubicBezTo>
                <a:lnTo>
                  <a:pt x="427613" y="68057"/>
                </a:lnTo>
                <a:cubicBezTo>
                  <a:pt x="427613" y="69992"/>
                  <a:pt x="427980" y="71347"/>
                  <a:pt x="428715" y="72122"/>
                </a:cubicBezTo>
                <a:cubicBezTo>
                  <a:pt x="429451" y="72896"/>
                  <a:pt x="430593" y="73283"/>
                  <a:pt x="432142" y="73283"/>
                </a:cubicBezTo>
                <a:lnTo>
                  <a:pt x="432606" y="73283"/>
                </a:lnTo>
                <a:cubicBezTo>
                  <a:pt x="432916" y="73283"/>
                  <a:pt x="433225" y="73283"/>
                  <a:pt x="433535" y="73283"/>
                </a:cubicBezTo>
                <a:cubicBezTo>
                  <a:pt x="433846" y="73283"/>
                  <a:pt x="434136" y="73303"/>
                  <a:pt x="434407" y="73342"/>
                </a:cubicBezTo>
                <a:lnTo>
                  <a:pt x="434813" y="73398"/>
                </a:lnTo>
                <a:cubicBezTo>
                  <a:pt x="435123" y="73476"/>
                  <a:pt x="435279" y="73670"/>
                  <a:pt x="435279" y="73980"/>
                </a:cubicBezTo>
                <a:cubicBezTo>
                  <a:pt x="435279" y="74753"/>
                  <a:pt x="434988" y="75644"/>
                  <a:pt x="434407" y="76650"/>
                </a:cubicBezTo>
                <a:cubicBezTo>
                  <a:pt x="433827" y="77657"/>
                  <a:pt x="433091" y="78605"/>
                  <a:pt x="432201" y="79496"/>
                </a:cubicBezTo>
                <a:cubicBezTo>
                  <a:pt x="431310" y="80386"/>
                  <a:pt x="430342" y="81160"/>
                  <a:pt x="429296" y="81819"/>
                </a:cubicBezTo>
                <a:cubicBezTo>
                  <a:pt x="428252" y="82477"/>
                  <a:pt x="427226" y="82845"/>
                  <a:pt x="426220" y="82922"/>
                </a:cubicBezTo>
                <a:cubicBezTo>
                  <a:pt x="422736" y="82922"/>
                  <a:pt x="420006" y="81819"/>
                  <a:pt x="418031" y="79613"/>
                </a:cubicBezTo>
                <a:cubicBezTo>
                  <a:pt x="416057" y="77406"/>
                  <a:pt x="415070" y="74406"/>
                  <a:pt x="415070" y="70611"/>
                </a:cubicBezTo>
                <a:lnTo>
                  <a:pt x="415070" y="25318"/>
                </a:lnTo>
                <a:close/>
                <a:moveTo>
                  <a:pt x="467681" y="83503"/>
                </a:moveTo>
                <a:cubicBezTo>
                  <a:pt x="464893" y="83503"/>
                  <a:pt x="462124" y="83039"/>
                  <a:pt x="459375" y="82110"/>
                </a:cubicBezTo>
                <a:cubicBezTo>
                  <a:pt x="456627" y="81180"/>
                  <a:pt x="454189" y="79845"/>
                  <a:pt x="452060" y="78103"/>
                </a:cubicBezTo>
                <a:cubicBezTo>
                  <a:pt x="449931" y="76361"/>
                  <a:pt x="448189" y="74270"/>
                  <a:pt x="446834" y="71832"/>
                </a:cubicBezTo>
                <a:cubicBezTo>
                  <a:pt x="445479" y="69392"/>
                  <a:pt x="444801" y="66663"/>
                  <a:pt x="444801" y="63643"/>
                </a:cubicBezTo>
                <a:lnTo>
                  <a:pt x="444801" y="25318"/>
                </a:lnTo>
                <a:cubicBezTo>
                  <a:pt x="444801" y="24699"/>
                  <a:pt x="445188" y="24196"/>
                  <a:pt x="445962" y="23810"/>
                </a:cubicBezTo>
                <a:cubicBezTo>
                  <a:pt x="446737" y="23422"/>
                  <a:pt x="448441" y="23229"/>
                  <a:pt x="451073" y="23229"/>
                </a:cubicBezTo>
                <a:cubicBezTo>
                  <a:pt x="453705" y="23229"/>
                  <a:pt x="455408" y="23422"/>
                  <a:pt x="456182" y="23810"/>
                </a:cubicBezTo>
                <a:cubicBezTo>
                  <a:pt x="456957" y="24196"/>
                  <a:pt x="457344" y="24699"/>
                  <a:pt x="457344" y="25318"/>
                </a:cubicBezTo>
                <a:lnTo>
                  <a:pt x="457344" y="61901"/>
                </a:lnTo>
                <a:cubicBezTo>
                  <a:pt x="457344" y="65618"/>
                  <a:pt x="458525" y="68444"/>
                  <a:pt x="460887" y="70380"/>
                </a:cubicBezTo>
                <a:cubicBezTo>
                  <a:pt x="463248" y="72316"/>
                  <a:pt x="465939" y="73283"/>
                  <a:pt x="468958" y="73283"/>
                </a:cubicBezTo>
                <a:cubicBezTo>
                  <a:pt x="470816" y="73283"/>
                  <a:pt x="472596" y="72722"/>
                  <a:pt x="474300" y="71600"/>
                </a:cubicBezTo>
                <a:cubicBezTo>
                  <a:pt x="476003" y="70476"/>
                  <a:pt x="477493" y="68850"/>
                  <a:pt x="478771" y="66721"/>
                </a:cubicBezTo>
                <a:cubicBezTo>
                  <a:pt x="480049" y="64592"/>
                  <a:pt x="481055" y="61998"/>
                  <a:pt x="481790" y="58940"/>
                </a:cubicBezTo>
                <a:cubicBezTo>
                  <a:pt x="482526" y="55881"/>
                  <a:pt x="482894" y="52416"/>
                  <a:pt x="482894" y="48545"/>
                </a:cubicBezTo>
                <a:cubicBezTo>
                  <a:pt x="482894" y="45061"/>
                  <a:pt x="482604" y="41983"/>
                  <a:pt x="482022" y="39312"/>
                </a:cubicBezTo>
                <a:cubicBezTo>
                  <a:pt x="481442" y="36641"/>
                  <a:pt x="480804" y="34357"/>
                  <a:pt x="480107" y="32461"/>
                </a:cubicBezTo>
                <a:cubicBezTo>
                  <a:pt x="479410" y="30564"/>
                  <a:pt x="478771" y="29035"/>
                  <a:pt x="478189" y="27873"/>
                </a:cubicBezTo>
                <a:cubicBezTo>
                  <a:pt x="477609" y="26712"/>
                  <a:pt x="477319" y="25938"/>
                  <a:pt x="477319" y="25550"/>
                </a:cubicBezTo>
                <a:cubicBezTo>
                  <a:pt x="477319" y="24002"/>
                  <a:pt x="479023" y="23229"/>
                  <a:pt x="482430" y="23229"/>
                </a:cubicBezTo>
                <a:cubicBezTo>
                  <a:pt x="485139" y="23229"/>
                  <a:pt x="487151" y="23654"/>
                  <a:pt x="488467" y="24506"/>
                </a:cubicBezTo>
                <a:cubicBezTo>
                  <a:pt x="489785" y="25357"/>
                  <a:pt x="490753" y="26441"/>
                  <a:pt x="491372" y="27758"/>
                </a:cubicBezTo>
                <a:cubicBezTo>
                  <a:pt x="492378" y="30157"/>
                  <a:pt x="493346" y="32906"/>
                  <a:pt x="494275" y="36004"/>
                </a:cubicBezTo>
                <a:cubicBezTo>
                  <a:pt x="495204" y="39100"/>
                  <a:pt x="495669" y="42933"/>
                  <a:pt x="495669" y="47501"/>
                </a:cubicBezTo>
                <a:cubicBezTo>
                  <a:pt x="495669" y="52611"/>
                  <a:pt x="494933" y="57353"/>
                  <a:pt x="493461" y="61727"/>
                </a:cubicBezTo>
                <a:cubicBezTo>
                  <a:pt x="491990" y="66102"/>
                  <a:pt x="489977" y="69896"/>
                  <a:pt x="487422" y="73110"/>
                </a:cubicBezTo>
                <a:cubicBezTo>
                  <a:pt x="484868" y="76322"/>
                  <a:pt x="481887" y="78857"/>
                  <a:pt x="478480" y="80715"/>
                </a:cubicBezTo>
                <a:cubicBezTo>
                  <a:pt x="475074" y="82574"/>
                  <a:pt x="471474" y="83503"/>
                  <a:pt x="467681" y="83503"/>
                </a:cubicBezTo>
                <a:close/>
                <a:moveTo>
                  <a:pt x="513204" y="0"/>
                </a:moveTo>
                <a:cubicBezTo>
                  <a:pt x="515450" y="0"/>
                  <a:pt x="517212" y="600"/>
                  <a:pt x="518489" y="1800"/>
                </a:cubicBezTo>
                <a:cubicBezTo>
                  <a:pt x="519766" y="3001"/>
                  <a:pt x="520404" y="4994"/>
                  <a:pt x="520404" y="7781"/>
                </a:cubicBezTo>
                <a:cubicBezTo>
                  <a:pt x="520404" y="10569"/>
                  <a:pt x="519766" y="12525"/>
                  <a:pt x="518489" y="13647"/>
                </a:cubicBezTo>
                <a:cubicBezTo>
                  <a:pt x="517212" y="14769"/>
                  <a:pt x="515450" y="15330"/>
                  <a:pt x="513204" y="15330"/>
                </a:cubicBezTo>
                <a:cubicBezTo>
                  <a:pt x="510960" y="15330"/>
                  <a:pt x="509198" y="14769"/>
                  <a:pt x="507920" y="13647"/>
                </a:cubicBezTo>
                <a:cubicBezTo>
                  <a:pt x="506643" y="12525"/>
                  <a:pt x="506004" y="10569"/>
                  <a:pt x="506004" y="7781"/>
                </a:cubicBezTo>
                <a:cubicBezTo>
                  <a:pt x="506004" y="4994"/>
                  <a:pt x="506643" y="3001"/>
                  <a:pt x="507920" y="1800"/>
                </a:cubicBezTo>
                <a:cubicBezTo>
                  <a:pt x="509198" y="600"/>
                  <a:pt x="510960" y="0"/>
                  <a:pt x="513204" y="0"/>
                </a:cubicBezTo>
                <a:moveTo>
                  <a:pt x="506933" y="25318"/>
                </a:moveTo>
                <a:cubicBezTo>
                  <a:pt x="506933" y="24699"/>
                  <a:pt x="507320" y="24196"/>
                  <a:pt x="508094" y="23810"/>
                </a:cubicBezTo>
                <a:cubicBezTo>
                  <a:pt x="508869" y="23422"/>
                  <a:pt x="510572" y="23229"/>
                  <a:pt x="513204" y="23229"/>
                </a:cubicBezTo>
                <a:cubicBezTo>
                  <a:pt x="515836" y="23229"/>
                  <a:pt x="517539" y="23422"/>
                  <a:pt x="518313" y="23810"/>
                </a:cubicBezTo>
                <a:cubicBezTo>
                  <a:pt x="519088" y="24196"/>
                  <a:pt x="519476" y="24699"/>
                  <a:pt x="519476" y="25318"/>
                </a:cubicBezTo>
                <a:lnTo>
                  <a:pt x="519476" y="68057"/>
                </a:lnTo>
                <a:cubicBezTo>
                  <a:pt x="519476" y="69992"/>
                  <a:pt x="519843" y="71347"/>
                  <a:pt x="520578" y="72122"/>
                </a:cubicBezTo>
                <a:cubicBezTo>
                  <a:pt x="521314" y="72896"/>
                  <a:pt x="522456" y="73283"/>
                  <a:pt x="524005" y="73283"/>
                </a:cubicBezTo>
                <a:lnTo>
                  <a:pt x="524470" y="73283"/>
                </a:lnTo>
                <a:cubicBezTo>
                  <a:pt x="524779" y="73283"/>
                  <a:pt x="525089" y="73283"/>
                  <a:pt x="525398" y="73283"/>
                </a:cubicBezTo>
                <a:cubicBezTo>
                  <a:pt x="525709" y="73283"/>
                  <a:pt x="525999" y="73303"/>
                  <a:pt x="526270" y="73342"/>
                </a:cubicBezTo>
                <a:lnTo>
                  <a:pt x="526676" y="73398"/>
                </a:lnTo>
                <a:cubicBezTo>
                  <a:pt x="526986" y="73476"/>
                  <a:pt x="527142" y="73670"/>
                  <a:pt x="527142" y="73980"/>
                </a:cubicBezTo>
                <a:cubicBezTo>
                  <a:pt x="527142" y="74753"/>
                  <a:pt x="526851" y="75644"/>
                  <a:pt x="526270" y="76650"/>
                </a:cubicBezTo>
                <a:cubicBezTo>
                  <a:pt x="525690" y="77657"/>
                  <a:pt x="524954" y="78605"/>
                  <a:pt x="524064" y="79496"/>
                </a:cubicBezTo>
                <a:cubicBezTo>
                  <a:pt x="523173" y="80386"/>
                  <a:pt x="522205" y="81160"/>
                  <a:pt x="521159" y="81819"/>
                </a:cubicBezTo>
                <a:cubicBezTo>
                  <a:pt x="520115" y="82477"/>
                  <a:pt x="519089" y="82845"/>
                  <a:pt x="518083" y="82922"/>
                </a:cubicBezTo>
                <a:cubicBezTo>
                  <a:pt x="514599" y="82922"/>
                  <a:pt x="511869" y="81819"/>
                  <a:pt x="509894" y="79613"/>
                </a:cubicBezTo>
                <a:cubicBezTo>
                  <a:pt x="507920" y="77406"/>
                  <a:pt x="506933" y="74406"/>
                  <a:pt x="506933" y="70611"/>
                </a:cubicBezTo>
                <a:lnTo>
                  <a:pt x="506933" y="25318"/>
                </a:lnTo>
                <a:close/>
                <a:moveTo>
                  <a:pt x="557336" y="83386"/>
                </a:moveTo>
                <a:cubicBezTo>
                  <a:pt x="552072" y="83386"/>
                  <a:pt x="547988" y="81818"/>
                  <a:pt x="545084" y="78683"/>
                </a:cubicBezTo>
                <a:cubicBezTo>
                  <a:pt x="542180" y="75547"/>
                  <a:pt x="540728" y="71502"/>
                  <a:pt x="540728" y="66547"/>
                </a:cubicBezTo>
                <a:lnTo>
                  <a:pt x="540728" y="32752"/>
                </a:lnTo>
                <a:lnTo>
                  <a:pt x="536431" y="32752"/>
                </a:lnTo>
                <a:cubicBezTo>
                  <a:pt x="535890" y="32752"/>
                  <a:pt x="535425" y="32403"/>
                  <a:pt x="535038" y="31706"/>
                </a:cubicBezTo>
                <a:cubicBezTo>
                  <a:pt x="534650" y="31009"/>
                  <a:pt x="534456" y="29771"/>
                  <a:pt x="534456" y="27990"/>
                </a:cubicBezTo>
                <a:cubicBezTo>
                  <a:pt x="534456" y="26132"/>
                  <a:pt x="534650" y="24874"/>
                  <a:pt x="535038" y="24216"/>
                </a:cubicBezTo>
                <a:cubicBezTo>
                  <a:pt x="535425" y="23558"/>
                  <a:pt x="535929" y="23229"/>
                  <a:pt x="536548" y="23229"/>
                </a:cubicBezTo>
                <a:lnTo>
                  <a:pt x="540728" y="23229"/>
                </a:lnTo>
                <a:lnTo>
                  <a:pt x="540728" y="11731"/>
                </a:lnTo>
                <a:cubicBezTo>
                  <a:pt x="540728" y="11111"/>
                  <a:pt x="541154" y="10472"/>
                  <a:pt x="542006" y="9814"/>
                </a:cubicBezTo>
                <a:cubicBezTo>
                  <a:pt x="542857" y="9156"/>
                  <a:pt x="543883" y="8537"/>
                  <a:pt x="545084" y="7957"/>
                </a:cubicBezTo>
                <a:cubicBezTo>
                  <a:pt x="546284" y="7375"/>
                  <a:pt x="547503" y="6892"/>
                  <a:pt x="548741" y="6505"/>
                </a:cubicBezTo>
                <a:cubicBezTo>
                  <a:pt x="549981" y="6118"/>
                  <a:pt x="550949" y="5924"/>
                  <a:pt x="551646" y="5924"/>
                </a:cubicBezTo>
                <a:cubicBezTo>
                  <a:pt x="552729" y="5924"/>
                  <a:pt x="553271" y="6543"/>
                  <a:pt x="553271" y="7781"/>
                </a:cubicBezTo>
                <a:lnTo>
                  <a:pt x="553271" y="23229"/>
                </a:lnTo>
                <a:lnTo>
                  <a:pt x="565232" y="23229"/>
                </a:lnTo>
                <a:cubicBezTo>
                  <a:pt x="566317" y="23229"/>
                  <a:pt x="566859" y="23770"/>
                  <a:pt x="566859" y="24854"/>
                </a:cubicBezTo>
                <a:cubicBezTo>
                  <a:pt x="566859" y="25473"/>
                  <a:pt x="566665" y="26228"/>
                  <a:pt x="566278" y="27118"/>
                </a:cubicBezTo>
                <a:cubicBezTo>
                  <a:pt x="565892" y="28009"/>
                  <a:pt x="565408" y="28880"/>
                  <a:pt x="564827" y="29732"/>
                </a:cubicBezTo>
                <a:cubicBezTo>
                  <a:pt x="564247" y="30584"/>
                  <a:pt x="563589" y="31300"/>
                  <a:pt x="562853" y="31882"/>
                </a:cubicBezTo>
                <a:cubicBezTo>
                  <a:pt x="562117" y="32462"/>
                  <a:pt x="561439" y="32752"/>
                  <a:pt x="560820" y="32752"/>
                </a:cubicBezTo>
                <a:lnTo>
                  <a:pt x="553271" y="32752"/>
                </a:lnTo>
                <a:lnTo>
                  <a:pt x="553271" y="61901"/>
                </a:lnTo>
                <a:cubicBezTo>
                  <a:pt x="553271" y="65927"/>
                  <a:pt x="554123" y="68889"/>
                  <a:pt x="555826" y="70786"/>
                </a:cubicBezTo>
                <a:cubicBezTo>
                  <a:pt x="557530" y="72682"/>
                  <a:pt x="559814" y="73631"/>
                  <a:pt x="562679" y="73631"/>
                </a:cubicBezTo>
                <a:cubicBezTo>
                  <a:pt x="563065" y="73631"/>
                  <a:pt x="563762" y="73592"/>
                  <a:pt x="564768" y="73515"/>
                </a:cubicBezTo>
                <a:cubicBezTo>
                  <a:pt x="565775" y="73437"/>
                  <a:pt x="566317" y="73398"/>
                  <a:pt x="566395" y="73398"/>
                </a:cubicBezTo>
                <a:cubicBezTo>
                  <a:pt x="567092" y="73398"/>
                  <a:pt x="567440" y="73786"/>
                  <a:pt x="567440" y="74561"/>
                </a:cubicBezTo>
                <a:cubicBezTo>
                  <a:pt x="567440" y="75102"/>
                  <a:pt x="567130" y="75876"/>
                  <a:pt x="566510" y="76882"/>
                </a:cubicBezTo>
                <a:cubicBezTo>
                  <a:pt x="565891" y="77889"/>
                  <a:pt x="565098" y="78877"/>
                  <a:pt x="564130" y="79845"/>
                </a:cubicBezTo>
                <a:cubicBezTo>
                  <a:pt x="563163" y="80813"/>
                  <a:pt x="562079" y="81645"/>
                  <a:pt x="560878" y="82342"/>
                </a:cubicBezTo>
                <a:cubicBezTo>
                  <a:pt x="559678" y="83038"/>
                  <a:pt x="558497" y="83386"/>
                  <a:pt x="557336" y="83386"/>
                </a:cubicBezTo>
                <a:close/>
                <a:moveTo>
                  <a:pt x="603327" y="110563"/>
                </a:moveTo>
                <a:cubicBezTo>
                  <a:pt x="601236" y="110563"/>
                  <a:pt x="599184" y="110388"/>
                  <a:pt x="597171" y="110040"/>
                </a:cubicBezTo>
                <a:cubicBezTo>
                  <a:pt x="595158" y="109691"/>
                  <a:pt x="593339" y="109227"/>
                  <a:pt x="591713" y="108645"/>
                </a:cubicBezTo>
                <a:cubicBezTo>
                  <a:pt x="590087" y="108065"/>
                  <a:pt x="588694" y="107427"/>
                  <a:pt x="587533" y="106730"/>
                </a:cubicBezTo>
                <a:cubicBezTo>
                  <a:pt x="586371" y="106033"/>
                  <a:pt x="585597" y="105336"/>
                  <a:pt x="585209" y="104639"/>
                </a:cubicBezTo>
                <a:cubicBezTo>
                  <a:pt x="583893" y="101619"/>
                  <a:pt x="583235" y="99181"/>
                  <a:pt x="583235" y="97323"/>
                </a:cubicBezTo>
                <a:cubicBezTo>
                  <a:pt x="583235" y="96317"/>
                  <a:pt x="583816" y="95968"/>
                  <a:pt x="584977" y="96278"/>
                </a:cubicBezTo>
                <a:cubicBezTo>
                  <a:pt x="585596" y="96433"/>
                  <a:pt x="586370" y="96742"/>
                  <a:pt x="587299" y="97206"/>
                </a:cubicBezTo>
                <a:cubicBezTo>
                  <a:pt x="588228" y="97671"/>
                  <a:pt x="589351" y="98135"/>
                  <a:pt x="590667" y="98599"/>
                </a:cubicBezTo>
                <a:cubicBezTo>
                  <a:pt x="591983" y="99065"/>
                  <a:pt x="593512" y="99491"/>
                  <a:pt x="595254" y="99877"/>
                </a:cubicBezTo>
                <a:cubicBezTo>
                  <a:pt x="596996" y="100264"/>
                  <a:pt x="598913" y="100458"/>
                  <a:pt x="601004" y="100458"/>
                </a:cubicBezTo>
                <a:cubicBezTo>
                  <a:pt x="605417" y="100458"/>
                  <a:pt x="608997" y="99220"/>
                  <a:pt x="611745" y="96742"/>
                </a:cubicBezTo>
                <a:cubicBezTo>
                  <a:pt x="614494" y="94265"/>
                  <a:pt x="615868" y="90587"/>
                  <a:pt x="615868" y="85709"/>
                </a:cubicBezTo>
                <a:lnTo>
                  <a:pt x="615868" y="75025"/>
                </a:lnTo>
                <a:cubicBezTo>
                  <a:pt x="615327" y="75489"/>
                  <a:pt x="614514" y="76186"/>
                  <a:pt x="613430" y="77116"/>
                </a:cubicBezTo>
                <a:cubicBezTo>
                  <a:pt x="612347" y="78045"/>
                  <a:pt x="611031" y="78974"/>
                  <a:pt x="609482" y="79904"/>
                </a:cubicBezTo>
                <a:cubicBezTo>
                  <a:pt x="607933" y="80832"/>
                  <a:pt x="606152" y="81665"/>
                  <a:pt x="604139" y="82401"/>
                </a:cubicBezTo>
                <a:cubicBezTo>
                  <a:pt x="602126" y="83135"/>
                  <a:pt x="599881" y="83503"/>
                  <a:pt x="597403" y="83503"/>
                </a:cubicBezTo>
                <a:cubicBezTo>
                  <a:pt x="591751" y="83503"/>
                  <a:pt x="587241" y="81838"/>
                  <a:pt x="583873" y="78509"/>
                </a:cubicBezTo>
                <a:cubicBezTo>
                  <a:pt x="580505" y="75180"/>
                  <a:pt x="578821" y="70650"/>
                  <a:pt x="578821" y="64921"/>
                </a:cubicBezTo>
                <a:lnTo>
                  <a:pt x="578821" y="25318"/>
                </a:lnTo>
                <a:cubicBezTo>
                  <a:pt x="578821" y="24699"/>
                  <a:pt x="579189" y="24196"/>
                  <a:pt x="579925" y="23810"/>
                </a:cubicBezTo>
                <a:cubicBezTo>
                  <a:pt x="580661" y="23422"/>
                  <a:pt x="582345" y="23229"/>
                  <a:pt x="584977" y="23229"/>
                </a:cubicBezTo>
                <a:cubicBezTo>
                  <a:pt x="587687" y="23229"/>
                  <a:pt x="589410" y="23422"/>
                  <a:pt x="590145" y="23810"/>
                </a:cubicBezTo>
                <a:cubicBezTo>
                  <a:pt x="590881" y="24196"/>
                  <a:pt x="591249" y="24699"/>
                  <a:pt x="591249" y="25318"/>
                </a:cubicBezTo>
                <a:lnTo>
                  <a:pt x="591249" y="61669"/>
                </a:lnTo>
                <a:cubicBezTo>
                  <a:pt x="591249" y="69179"/>
                  <a:pt x="594810" y="72934"/>
                  <a:pt x="601933" y="72934"/>
                </a:cubicBezTo>
                <a:cubicBezTo>
                  <a:pt x="603946" y="72934"/>
                  <a:pt x="605785" y="72547"/>
                  <a:pt x="607449" y="71773"/>
                </a:cubicBezTo>
                <a:cubicBezTo>
                  <a:pt x="609114" y="70998"/>
                  <a:pt x="610585" y="70050"/>
                  <a:pt x="611862" y="68927"/>
                </a:cubicBezTo>
                <a:cubicBezTo>
                  <a:pt x="613140" y="67805"/>
                  <a:pt x="614127" y="66644"/>
                  <a:pt x="614823" y="65443"/>
                </a:cubicBezTo>
                <a:cubicBezTo>
                  <a:pt x="615520" y="64243"/>
                  <a:pt x="615868" y="63179"/>
                  <a:pt x="615868" y="62250"/>
                </a:cubicBezTo>
                <a:lnTo>
                  <a:pt x="615868" y="25318"/>
                </a:lnTo>
                <a:cubicBezTo>
                  <a:pt x="615868" y="24699"/>
                  <a:pt x="616255" y="24196"/>
                  <a:pt x="617029" y="23810"/>
                </a:cubicBezTo>
                <a:cubicBezTo>
                  <a:pt x="617804" y="23422"/>
                  <a:pt x="619508" y="23229"/>
                  <a:pt x="622140" y="23229"/>
                </a:cubicBezTo>
                <a:cubicBezTo>
                  <a:pt x="624850" y="23229"/>
                  <a:pt x="626572" y="23422"/>
                  <a:pt x="627307" y="23810"/>
                </a:cubicBezTo>
                <a:cubicBezTo>
                  <a:pt x="628043" y="24196"/>
                  <a:pt x="628411" y="24699"/>
                  <a:pt x="628411" y="25318"/>
                </a:cubicBezTo>
                <a:lnTo>
                  <a:pt x="628411" y="86058"/>
                </a:lnTo>
                <a:cubicBezTo>
                  <a:pt x="628411" y="89387"/>
                  <a:pt x="627831" y="92523"/>
                  <a:pt x="626669" y="95464"/>
                </a:cubicBezTo>
                <a:cubicBezTo>
                  <a:pt x="625508" y="98406"/>
                  <a:pt x="623843" y="100999"/>
                  <a:pt x="621676" y="103244"/>
                </a:cubicBezTo>
                <a:cubicBezTo>
                  <a:pt x="619508" y="105490"/>
                  <a:pt x="616875" y="107271"/>
                  <a:pt x="613777" y="108587"/>
                </a:cubicBezTo>
                <a:cubicBezTo>
                  <a:pt x="610681" y="109904"/>
                  <a:pt x="607198" y="110563"/>
                  <a:pt x="603327" y="1105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Efficiency">
            <a:extLst xmlns:a="http://schemas.openxmlformats.org/drawingml/2006/main">
              <a:ext uri="{FF2B5EF4-FFF2-40B4-BE49-F238E27FC236}">
                <a16:creationId xmlns:a16="http://schemas.microsoft.com/office/drawing/2014/main" id="{D55D76CE-DB68-466C-A0BC-FD51A676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806" y="3276128"/>
            <a:ext cx="522030" cy="111723"/>
          </a:xfrm>
          <a:custGeom xmlns:a="http://schemas.openxmlformats.org/drawingml/2006/main">
            <a:pathLst>
              <a:path w="522030" h="111723">
                <a:moveTo>
                  <a:pt x="2903" y="83618"/>
                </a:moveTo>
                <a:cubicBezTo>
                  <a:pt x="968" y="83618"/>
                  <a:pt x="0" y="82650"/>
                  <a:pt x="0" y="80715"/>
                </a:cubicBezTo>
                <a:lnTo>
                  <a:pt x="0" y="8595"/>
                </a:lnTo>
                <a:cubicBezTo>
                  <a:pt x="0" y="6736"/>
                  <a:pt x="968" y="5807"/>
                  <a:pt x="2903" y="5807"/>
                </a:cubicBezTo>
                <a:lnTo>
                  <a:pt x="43319" y="5807"/>
                </a:lnTo>
                <a:cubicBezTo>
                  <a:pt x="45332" y="5807"/>
                  <a:pt x="46706" y="6717"/>
                  <a:pt x="47441" y="8536"/>
                </a:cubicBezTo>
                <a:cubicBezTo>
                  <a:pt x="48177" y="10356"/>
                  <a:pt x="48545" y="13239"/>
                  <a:pt x="48545" y="17188"/>
                </a:cubicBezTo>
                <a:cubicBezTo>
                  <a:pt x="48545" y="18349"/>
                  <a:pt x="48080" y="18930"/>
                  <a:pt x="47152" y="18930"/>
                </a:cubicBezTo>
                <a:cubicBezTo>
                  <a:pt x="46842" y="18930"/>
                  <a:pt x="46262" y="18794"/>
                  <a:pt x="45410" y="18524"/>
                </a:cubicBezTo>
                <a:cubicBezTo>
                  <a:pt x="44558" y="18253"/>
                  <a:pt x="43377" y="17983"/>
                  <a:pt x="41867" y="17712"/>
                </a:cubicBezTo>
                <a:cubicBezTo>
                  <a:pt x="40358" y="17440"/>
                  <a:pt x="38441" y="17169"/>
                  <a:pt x="36119" y="16899"/>
                </a:cubicBezTo>
                <a:cubicBezTo>
                  <a:pt x="33796" y="16627"/>
                  <a:pt x="30970" y="16491"/>
                  <a:pt x="27641" y="16491"/>
                </a:cubicBezTo>
                <a:lnTo>
                  <a:pt x="13821" y="16491"/>
                </a:lnTo>
                <a:cubicBezTo>
                  <a:pt x="12814" y="16491"/>
                  <a:pt x="12311" y="16994"/>
                  <a:pt x="12311" y="18001"/>
                </a:cubicBezTo>
                <a:lnTo>
                  <a:pt x="12311" y="37280"/>
                </a:lnTo>
                <a:cubicBezTo>
                  <a:pt x="12311" y="37667"/>
                  <a:pt x="12427" y="38035"/>
                  <a:pt x="12658" y="38384"/>
                </a:cubicBezTo>
                <a:cubicBezTo>
                  <a:pt x="12891" y="38732"/>
                  <a:pt x="13201" y="38906"/>
                  <a:pt x="13588" y="38906"/>
                </a:cubicBezTo>
                <a:lnTo>
                  <a:pt x="38208" y="38906"/>
                </a:lnTo>
                <a:cubicBezTo>
                  <a:pt x="38828" y="38906"/>
                  <a:pt x="39313" y="39274"/>
                  <a:pt x="39661" y="40010"/>
                </a:cubicBezTo>
                <a:cubicBezTo>
                  <a:pt x="40010" y="40745"/>
                  <a:pt x="40184" y="42274"/>
                  <a:pt x="40184" y="44597"/>
                </a:cubicBezTo>
                <a:cubicBezTo>
                  <a:pt x="40184" y="46919"/>
                  <a:pt x="40010" y="48429"/>
                  <a:pt x="39661" y="49126"/>
                </a:cubicBezTo>
                <a:cubicBezTo>
                  <a:pt x="39313" y="49823"/>
                  <a:pt x="38828" y="50172"/>
                  <a:pt x="38208" y="50172"/>
                </a:cubicBezTo>
                <a:lnTo>
                  <a:pt x="13588" y="50172"/>
                </a:lnTo>
                <a:cubicBezTo>
                  <a:pt x="13201" y="50172"/>
                  <a:pt x="12891" y="50404"/>
                  <a:pt x="12658" y="50868"/>
                </a:cubicBezTo>
                <a:cubicBezTo>
                  <a:pt x="12427" y="51332"/>
                  <a:pt x="12311" y="51758"/>
                  <a:pt x="12311" y="52146"/>
                </a:cubicBezTo>
                <a:lnTo>
                  <a:pt x="12311" y="71307"/>
                </a:lnTo>
                <a:cubicBezTo>
                  <a:pt x="12311" y="72314"/>
                  <a:pt x="12814" y="72817"/>
                  <a:pt x="13821" y="72817"/>
                </a:cubicBezTo>
                <a:lnTo>
                  <a:pt x="29847" y="72817"/>
                </a:lnTo>
                <a:cubicBezTo>
                  <a:pt x="33177" y="72817"/>
                  <a:pt x="36041" y="72682"/>
                  <a:pt x="38440" y="72411"/>
                </a:cubicBezTo>
                <a:cubicBezTo>
                  <a:pt x="40841" y="72140"/>
                  <a:pt x="42873" y="71868"/>
                  <a:pt x="44538" y="71598"/>
                </a:cubicBezTo>
                <a:cubicBezTo>
                  <a:pt x="46203" y="71327"/>
                  <a:pt x="47519" y="71057"/>
                  <a:pt x="48486" y="70786"/>
                </a:cubicBezTo>
                <a:cubicBezTo>
                  <a:pt x="49455" y="70515"/>
                  <a:pt x="50094" y="70379"/>
                  <a:pt x="50404" y="70379"/>
                </a:cubicBezTo>
                <a:cubicBezTo>
                  <a:pt x="51255" y="70379"/>
                  <a:pt x="51681" y="70998"/>
                  <a:pt x="51681" y="72236"/>
                </a:cubicBezTo>
                <a:cubicBezTo>
                  <a:pt x="51681" y="76185"/>
                  <a:pt x="51333" y="79070"/>
                  <a:pt x="50636" y="80889"/>
                </a:cubicBezTo>
                <a:cubicBezTo>
                  <a:pt x="49939" y="82708"/>
                  <a:pt x="48545" y="83618"/>
                  <a:pt x="46454" y="83618"/>
                </a:cubicBezTo>
                <a:lnTo>
                  <a:pt x="2903" y="83618"/>
                </a:lnTo>
                <a:close/>
                <a:moveTo>
                  <a:pt x="94186" y="24389"/>
                </a:moveTo>
                <a:cubicBezTo>
                  <a:pt x="95271" y="24389"/>
                  <a:pt x="95813" y="24931"/>
                  <a:pt x="95813" y="26014"/>
                </a:cubicBezTo>
                <a:cubicBezTo>
                  <a:pt x="95813" y="26633"/>
                  <a:pt x="95620" y="27388"/>
                  <a:pt x="95232" y="28279"/>
                </a:cubicBezTo>
                <a:cubicBezTo>
                  <a:pt x="94845" y="29170"/>
                  <a:pt x="94341" y="30041"/>
                  <a:pt x="93722" y="30893"/>
                </a:cubicBezTo>
                <a:cubicBezTo>
                  <a:pt x="93103" y="31745"/>
                  <a:pt x="92465" y="32461"/>
                  <a:pt x="91807" y="33042"/>
                </a:cubicBezTo>
                <a:cubicBezTo>
                  <a:pt x="91149" y="33623"/>
                  <a:pt x="90509" y="33913"/>
                  <a:pt x="89889" y="33913"/>
                </a:cubicBezTo>
                <a:lnTo>
                  <a:pt x="79786" y="33913"/>
                </a:lnTo>
                <a:lnTo>
                  <a:pt x="79786" y="81527"/>
                </a:lnTo>
                <a:cubicBezTo>
                  <a:pt x="79786" y="82147"/>
                  <a:pt x="79418" y="82651"/>
                  <a:pt x="78682" y="83039"/>
                </a:cubicBezTo>
                <a:cubicBezTo>
                  <a:pt x="77946" y="83425"/>
                  <a:pt x="76224" y="83618"/>
                  <a:pt x="73515" y="83618"/>
                </a:cubicBezTo>
                <a:cubicBezTo>
                  <a:pt x="70882" y="83618"/>
                  <a:pt x="69197" y="83425"/>
                  <a:pt x="68461" y="83039"/>
                </a:cubicBezTo>
                <a:cubicBezTo>
                  <a:pt x="67726" y="82651"/>
                  <a:pt x="67359" y="82147"/>
                  <a:pt x="67359" y="81527"/>
                </a:cubicBezTo>
                <a:lnTo>
                  <a:pt x="67359" y="33913"/>
                </a:lnTo>
                <a:lnTo>
                  <a:pt x="63061" y="33913"/>
                </a:lnTo>
                <a:cubicBezTo>
                  <a:pt x="62520" y="33913"/>
                  <a:pt x="62056" y="33564"/>
                  <a:pt x="61669" y="32867"/>
                </a:cubicBezTo>
                <a:cubicBezTo>
                  <a:pt x="61281" y="32170"/>
                  <a:pt x="61087" y="30931"/>
                  <a:pt x="61087" y="29151"/>
                </a:cubicBezTo>
                <a:cubicBezTo>
                  <a:pt x="61087" y="27293"/>
                  <a:pt x="61281" y="26034"/>
                  <a:pt x="61669" y="25376"/>
                </a:cubicBezTo>
                <a:cubicBezTo>
                  <a:pt x="62056" y="24718"/>
                  <a:pt x="62559" y="24389"/>
                  <a:pt x="63178" y="24389"/>
                </a:cubicBezTo>
                <a:lnTo>
                  <a:pt x="67359" y="24389"/>
                </a:lnTo>
                <a:lnTo>
                  <a:pt x="67359" y="23227"/>
                </a:lnTo>
                <a:cubicBezTo>
                  <a:pt x="67359" y="19743"/>
                  <a:pt x="67882" y="16568"/>
                  <a:pt x="68927" y="13704"/>
                </a:cubicBezTo>
                <a:cubicBezTo>
                  <a:pt x="69973" y="10839"/>
                  <a:pt x="71482" y="8400"/>
                  <a:pt x="73457" y="6388"/>
                </a:cubicBezTo>
                <a:cubicBezTo>
                  <a:pt x="75431" y="4375"/>
                  <a:pt x="77811" y="2808"/>
                  <a:pt x="80598" y="1685"/>
                </a:cubicBezTo>
                <a:cubicBezTo>
                  <a:pt x="83386" y="562"/>
                  <a:pt x="86561" y="0"/>
                  <a:pt x="90121" y="0"/>
                </a:cubicBezTo>
                <a:cubicBezTo>
                  <a:pt x="91748" y="0"/>
                  <a:pt x="93297" y="174"/>
                  <a:pt x="94768" y="523"/>
                </a:cubicBezTo>
                <a:cubicBezTo>
                  <a:pt x="96239" y="871"/>
                  <a:pt x="97555" y="1317"/>
                  <a:pt x="98716" y="1859"/>
                </a:cubicBezTo>
                <a:cubicBezTo>
                  <a:pt x="99877" y="2400"/>
                  <a:pt x="100787" y="2942"/>
                  <a:pt x="101445" y="3484"/>
                </a:cubicBezTo>
                <a:cubicBezTo>
                  <a:pt x="102103" y="4026"/>
                  <a:pt x="102432" y="4529"/>
                  <a:pt x="102432" y="4994"/>
                </a:cubicBezTo>
                <a:cubicBezTo>
                  <a:pt x="102432" y="5458"/>
                  <a:pt x="102180" y="6097"/>
                  <a:pt x="101677" y="6911"/>
                </a:cubicBezTo>
                <a:cubicBezTo>
                  <a:pt x="101174" y="7724"/>
                  <a:pt x="100593" y="8537"/>
                  <a:pt x="99935" y="9350"/>
                </a:cubicBezTo>
                <a:cubicBezTo>
                  <a:pt x="99277" y="10162"/>
                  <a:pt x="98619" y="10859"/>
                  <a:pt x="97961" y="11441"/>
                </a:cubicBezTo>
                <a:cubicBezTo>
                  <a:pt x="97303" y="12021"/>
                  <a:pt x="96780" y="12311"/>
                  <a:pt x="96393" y="12311"/>
                </a:cubicBezTo>
                <a:cubicBezTo>
                  <a:pt x="95928" y="12311"/>
                  <a:pt x="95464" y="12156"/>
                  <a:pt x="95000" y="11846"/>
                </a:cubicBezTo>
                <a:cubicBezTo>
                  <a:pt x="94536" y="11537"/>
                  <a:pt x="94013" y="11208"/>
                  <a:pt x="93432" y="10859"/>
                </a:cubicBezTo>
                <a:cubicBezTo>
                  <a:pt x="92852" y="10511"/>
                  <a:pt x="92174" y="10201"/>
                  <a:pt x="91399" y="9931"/>
                </a:cubicBezTo>
                <a:cubicBezTo>
                  <a:pt x="90625" y="9659"/>
                  <a:pt x="89658" y="9523"/>
                  <a:pt x="88496" y="9523"/>
                </a:cubicBezTo>
                <a:cubicBezTo>
                  <a:pt x="86174" y="9523"/>
                  <a:pt x="84141" y="10472"/>
                  <a:pt x="82399" y="12369"/>
                </a:cubicBezTo>
                <a:cubicBezTo>
                  <a:pt x="80657" y="14265"/>
                  <a:pt x="79786" y="16955"/>
                  <a:pt x="79786" y="20439"/>
                </a:cubicBezTo>
                <a:lnTo>
                  <a:pt x="79786" y="24389"/>
                </a:lnTo>
                <a:lnTo>
                  <a:pt x="94186" y="24389"/>
                </a:lnTo>
                <a:close/>
                <a:moveTo>
                  <a:pt x="140641" y="24389"/>
                </a:moveTo>
                <a:cubicBezTo>
                  <a:pt x="141725" y="24389"/>
                  <a:pt x="142268" y="24931"/>
                  <a:pt x="142268" y="26014"/>
                </a:cubicBezTo>
                <a:cubicBezTo>
                  <a:pt x="142268" y="26633"/>
                  <a:pt x="142074" y="27388"/>
                  <a:pt x="141686" y="28279"/>
                </a:cubicBezTo>
                <a:cubicBezTo>
                  <a:pt x="141299" y="29170"/>
                  <a:pt x="140796" y="30041"/>
                  <a:pt x="140177" y="30893"/>
                </a:cubicBezTo>
                <a:cubicBezTo>
                  <a:pt x="139558" y="31745"/>
                  <a:pt x="138919" y="32461"/>
                  <a:pt x="138261" y="33042"/>
                </a:cubicBezTo>
                <a:cubicBezTo>
                  <a:pt x="137603" y="33623"/>
                  <a:pt x="136964" y="33913"/>
                  <a:pt x="136344" y="33913"/>
                </a:cubicBezTo>
                <a:lnTo>
                  <a:pt x="126241" y="33913"/>
                </a:lnTo>
                <a:lnTo>
                  <a:pt x="126241" y="81527"/>
                </a:lnTo>
                <a:cubicBezTo>
                  <a:pt x="126241" y="82147"/>
                  <a:pt x="125873" y="82651"/>
                  <a:pt x="125137" y="83039"/>
                </a:cubicBezTo>
                <a:cubicBezTo>
                  <a:pt x="124401" y="83425"/>
                  <a:pt x="122678" y="83618"/>
                  <a:pt x="119969" y="83618"/>
                </a:cubicBezTo>
                <a:cubicBezTo>
                  <a:pt x="117336" y="83618"/>
                  <a:pt x="115651" y="83425"/>
                  <a:pt x="114915" y="83039"/>
                </a:cubicBezTo>
                <a:cubicBezTo>
                  <a:pt x="114181" y="82651"/>
                  <a:pt x="113813" y="82147"/>
                  <a:pt x="113813" y="81527"/>
                </a:cubicBezTo>
                <a:lnTo>
                  <a:pt x="113813" y="33913"/>
                </a:lnTo>
                <a:lnTo>
                  <a:pt x="109516" y="33913"/>
                </a:lnTo>
                <a:cubicBezTo>
                  <a:pt x="108975" y="33913"/>
                  <a:pt x="108510" y="33564"/>
                  <a:pt x="108123" y="32867"/>
                </a:cubicBezTo>
                <a:cubicBezTo>
                  <a:pt x="107735" y="32170"/>
                  <a:pt x="107542" y="30931"/>
                  <a:pt x="107542" y="29151"/>
                </a:cubicBezTo>
                <a:cubicBezTo>
                  <a:pt x="107542" y="27293"/>
                  <a:pt x="107735" y="26034"/>
                  <a:pt x="108123" y="25376"/>
                </a:cubicBezTo>
                <a:cubicBezTo>
                  <a:pt x="108510" y="24718"/>
                  <a:pt x="109014" y="24389"/>
                  <a:pt x="109633" y="24389"/>
                </a:cubicBezTo>
                <a:lnTo>
                  <a:pt x="113813" y="24389"/>
                </a:lnTo>
                <a:lnTo>
                  <a:pt x="113813" y="23227"/>
                </a:lnTo>
                <a:cubicBezTo>
                  <a:pt x="113813" y="19743"/>
                  <a:pt x="114336" y="16568"/>
                  <a:pt x="115381" y="13704"/>
                </a:cubicBezTo>
                <a:cubicBezTo>
                  <a:pt x="116427" y="10839"/>
                  <a:pt x="117937" y="8400"/>
                  <a:pt x="119911" y="6388"/>
                </a:cubicBezTo>
                <a:cubicBezTo>
                  <a:pt x="121885" y="4375"/>
                  <a:pt x="124266" y="2808"/>
                  <a:pt x="127052" y="1685"/>
                </a:cubicBezTo>
                <a:cubicBezTo>
                  <a:pt x="129841" y="562"/>
                  <a:pt x="133015" y="0"/>
                  <a:pt x="136576" y="0"/>
                </a:cubicBezTo>
                <a:cubicBezTo>
                  <a:pt x="138202" y="0"/>
                  <a:pt x="139751" y="174"/>
                  <a:pt x="141222" y="523"/>
                </a:cubicBezTo>
                <a:cubicBezTo>
                  <a:pt x="142693" y="871"/>
                  <a:pt x="144009" y="1317"/>
                  <a:pt x="145170" y="1859"/>
                </a:cubicBezTo>
                <a:cubicBezTo>
                  <a:pt x="146332" y="2400"/>
                  <a:pt x="147241" y="2942"/>
                  <a:pt x="147899" y="3484"/>
                </a:cubicBezTo>
                <a:cubicBezTo>
                  <a:pt x="148557" y="4026"/>
                  <a:pt x="148886" y="4529"/>
                  <a:pt x="148886" y="4994"/>
                </a:cubicBezTo>
                <a:cubicBezTo>
                  <a:pt x="148886" y="5458"/>
                  <a:pt x="148635" y="6097"/>
                  <a:pt x="148132" y="6911"/>
                </a:cubicBezTo>
                <a:cubicBezTo>
                  <a:pt x="147628" y="7724"/>
                  <a:pt x="147048" y="8537"/>
                  <a:pt x="146390" y="9350"/>
                </a:cubicBezTo>
                <a:cubicBezTo>
                  <a:pt x="145732" y="10162"/>
                  <a:pt x="145073" y="10859"/>
                  <a:pt x="144415" y="11441"/>
                </a:cubicBezTo>
                <a:cubicBezTo>
                  <a:pt x="143757" y="12021"/>
                  <a:pt x="143235" y="12311"/>
                  <a:pt x="142847" y="12311"/>
                </a:cubicBezTo>
                <a:cubicBezTo>
                  <a:pt x="142383" y="12311"/>
                  <a:pt x="141919" y="12156"/>
                  <a:pt x="141454" y="11846"/>
                </a:cubicBezTo>
                <a:cubicBezTo>
                  <a:pt x="140990" y="11537"/>
                  <a:pt x="140467" y="11208"/>
                  <a:pt x="139886" y="10859"/>
                </a:cubicBezTo>
                <a:cubicBezTo>
                  <a:pt x="139306" y="10511"/>
                  <a:pt x="138628" y="10201"/>
                  <a:pt x="137853" y="9931"/>
                </a:cubicBezTo>
                <a:cubicBezTo>
                  <a:pt x="137080" y="9659"/>
                  <a:pt x="136112" y="9523"/>
                  <a:pt x="134951" y="9523"/>
                </a:cubicBezTo>
                <a:cubicBezTo>
                  <a:pt x="132628" y="9523"/>
                  <a:pt x="130595" y="10472"/>
                  <a:pt x="128853" y="12369"/>
                </a:cubicBezTo>
                <a:cubicBezTo>
                  <a:pt x="127112" y="14265"/>
                  <a:pt x="126241" y="16955"/>
                  <a:pt x="126241" y="20439"/>
                </a:cubicBezTo>
                <a:lnTo>
                  <a:pt x="126241" y="24389"/>
                </a:lnTo>
                <a:lnTo>
                  <a:pt x="140641" y="24389"/>
                </a:lnTo>
                <a:close/>
                <a:moveTo>
                  <a:pt x="163287" y="1161"/>
                </a:moveTo>
                <a:cubicBezTo>
                  <a:pt x="165533" y="1161"/>
                  <a:pt x="167294" y="1761"/>
                  <a:pt x="168572" y="2961"/>
                </a:cubicBezTo>
                <a:cubicBezTo>
                  <a:pt x="169849" y="4161"/>
                  <a:pt x="170487" y="6155"/>
                  <a:pt x="170487" y="8942"/>
                </a:cubicBezTo>
                <a:cubicBezTo>
                  <a:pt x="170487" y="11730"/>
                  <a:pt x="169849" y="13685"/>
                  <a:pt x="168572" y="14808"/>
                </a:cubicBezTo>
                <a:cubicBezTo>
                  <a:pt x="167294" y="15930"/>
                  <a:pt x="165533" y="16491"/>
                  <a:pt x="163287" y="16491"/>
                </a:cubicBezTo>
                <a:cubicBezTo>
                  <a:pt x="161043" y="16491"/>
                  <a:pt x="159281" y="15930"/>
                  <a:pt x="158003" y="14808"/>
                </a:cubicBezTo>
                <a:cubicBezTo>
                  <a:pt x="156726" y="13685"/>
                  <a:pt x="156087" y="11730"/>
                  <a:pt x="156087" y="8942"/>
                </a:cubicBezTo>
                <a:cubicBezTo>
                  <a:pt x="156087" y="6155"/>
                  <a:pt x="156726" y="4161"/>
                  <a:pt x="158003" y="2961"/>
                </a:cubicBezTo>
                <a:cubicBezTo>
                  <a:pt x="159281" y="1761"/>
                  <a:pt x="161043" y="1161"/>
                  <a:pt x="163287" y="1161"/>
                </a:cubicBezTo>
                <a:moveTo>
                  <a:pt x="157016" y="26479"/>
                </a:moveTo>
                <a:cubicBezTo>
                  <a:pt x="157016" y="25860"/>
                  <a:pt x="157403" y="25357"/>
                  <a:pt x="158176" y="24971"/>
                </a:cubicBezTo>
                <a:cubicBezTo>
                  <a:pt x="158951" y="24583"/>
                  <a:pt x="160655" y="24389"/>
                  <a:pt x="163287" y="24389"/>
                </a:cubicBezTo>
                <a:cubicBezTo>
                  <a:pt x="165919" y="24389"/>
                  <a:pt x="167622" y="24583"/>
                  <a:pt x="168396" y="24971"/>
                </a:cubicBezTo>
                <a:cubicBezTo>
                  <a:pt x="169171" y="25357"/>
                  <a:pt x="169559" y="25860"/>
                  <a:pt x="169559" y="26479"/>
                </a:cubicBezTo>
                <a:lnTo>
                  <a:pt x="169559" y="69218"/>
                </a:lnTo>
                <a:cubicBezTo>
                  <a:pt x="169559" y="71153"/>
                  <a:pt x="169926" y="72508"/>
                  <a:pt x="170661" y="73283"/>
                </a:cubicBezTo>
                <a:cubicBezTo>
                  <a:pt x="171397" y="74057"/>
                  <a:pt x="172539" y="74444"/>
                  <a:pt x="174088" y="74444"/>
                </a:cubicBezTo>
                <a:lnTo>
                  <a:pt x="174552" y="74444"/>
                </a:lnTo>
                <a:cubicBezTo>
                  <a:pt x="174862" y="74444"/>
                  <a:pt x="175171" y="74444"/>
                  <a:pt x="175481" y="74444"/>
                </a:cubicBezTo>
                <a:cubicBezTo>
                  <a:pt x="175792" y="74444"/>
                  <a:pt x="176082" y="74463"/>
                  <a:pt x="176353" y="74502"/>
                </a:cubicBezTo>
                <a:lnTo>
                  <a:pt x="176759" y="74559"/>
                </a:lnTo>
                <a:cubicBezTo>
                  <a:pt x="177069" y="74637"/>
                  <a:pt x="177225" y="74831"/>
                  <a:pt x="177225" y="75140"/>
                </a:cubicBezTo>
                <a:cubicBezTo>
                  <a:pt x="177225" y="75914"/>
                  <a:pt x="176934" y="76804"/>
                  <a:pt x="176353" y="77811"/>
                </a:cubicBezTo>
                <a:cubicBezTo>
                  <a:pt x="175773" y="78817"/>
                  <a:pt x="175037" y="79766"/>
                  <a:pt x="174147" y="80657"/>
                </a:cubicBezTo>
                <a:cubicBezTo>
                  <a:pt x="173256" y="81546"/>
                  <a:pt x="172288" y="82321"/>
                  <a:pt x="171242" y="82980"/>
                </a:cubicBezTo>
                <a:cubicBezTo>
                  <a:pt x="170198" y="83638"/>
                  <a:pt x="169172" y="84006"/>
                  <a:pt x="168166" y="84082"/>
                </a:cubicBezTo>
                <a:cubicBezTo>
                  <a:pt x="164682" y="84082"/>
                  <a:pt x="161952" y="82979"/>
                  <a:pt x="159977" y="80774"/>
                </a:cubicBezTo>
                <a:cubicBezTo>
                  <a:pt x="158003" y="78567"/>
                  <a:pt x="157016" y="75566"/>
                  <a:pt x="157016" y="71772"/>
                </a:cubicBezTo>
                <a:lnTo>
                  <a:pt x="157016" y="26479"/>
                </a:lnTo>
                <a:close/>
                <a:moveTo>
                  <a:pt x="216711" y="84664"/>
                </a:moveTo>
                <a:cubicBezTo>
                  <a:pt x="212839" y="84664"/>
                  <a:pt x="209084" y="84122"/>
                  <a:pt x="205444" y="83039"/>
                </a:cubicBezTo>
                <a:cubicBezTo>
                  <a:pt x="201805" y="81954"/>
                  <a:pt x="198592" y="80231"/>
                  <a:pt x="195805" y="77869"/>
                </a:cubicBezTo>
                <a:cubicBezTo>
                  <a:pt x="193019" y="75508"/>
                  <a:pt x="190793" y="72469"/>
                  <a:pt x="189128" y="68754"/>
                </a:cubicBezTo>
                <a:cubicBezTo>
                  <a:pt x="187464" y="65037"/>
                  <a:pt x="186631" y="60508"/>
                  <a:pt x="186631" y="55165"/>
                </a:cubicBezTo>
                <a:cubicBezTo>
                  <a:pt x="186631" y="49823"/>
                  <a:pt x="187464" y="45158"/>
                  <a:pt x="189128" y="41171"/>
                </a:cubicBezTo>
                <a:cubicBezTo>
                  <a:pt x="190793" y="37183"/>
                  <a:pt x="193019" y="33872"/>
                  <a:pt x="195805" y="31240"/>
                </a:cubicBezTo>
                <a:cubicBezTo>
                  <a:pt x="198592" y="28608"/>
                  <a:pt x="201844" y="26634"/>
                  <a:pt x="205561" y="25318"/>
                </a:cubicBezTo>
                <a:cubicBezTo>
                  <a:pt x="209278" y="24002"/>
                  <a:pt x="213187" y="23344"/>
                  <a:pt x="217290" y="23344"/>
                </a:cubicBezTo>
                <a:cubicBezTo>
                  <a:pt x="220155" y="23344"/>
                  <a:pt x="222672" y="23576"/>
                  <a:pt x="224839" y="24040"/>
                </a:cubicBezTo>
                <a:cubicBezTo>
                  <a:pt x="227007" y="24505"/>
                  <a:pt x="228827" y="25066"/>
                  <a:pt x="230298" y="25724"/>
                </a:cubicBezTo>
                <a:cubicBezTo>
                  <a:pt x="231768" y="26382"/>
                  <a:pt x="232872" y="27079"/>
                  <a:pt x="233608" y="27815"/>
                </a:cubicBezTo>
                <a:cubicBezTo>
                  <a:pt x="234344" y="28551"/>
                  <a:pt x="234712" y="29228"/>
                  <a:pt x="234712" y="29847"/>
                </a:cubicBezTo>
                <a:cubicBezTo>
                  <a:pt x="234712" y="30390"/>
                  <a:pt x="234499" y="31106"/>
                  <a:pt x="234072" y="31997"/>
                </a:cubicBezTo>
                <a:cubicBezTo>
                  <a:pt x="233647" y="32887"/>
                  <a:pt x="233105" y="33777"/>
                  <a:pt x="232447" y="34667"/>
                </a:cubicBezTo>
                <a:cubicBezTo>
                  <a:pt x="231789" y="35557"/>
                  <a:pt x="231112" y="36312"/>
                  <a:pt x="230414" y="36932"/>
                </a:cubicBezTo>
                <a:cubicBezTo>
                  <a:pt x="229717" y="37551"/>
                  <a:pt x="229137" y="37861"/>
                  <a:pt x="228673" y="37861"/>
                </a:cubicBezTo>
                <a:cubicBezTo>
                  <a:pt x="228285" y="37861"/>
                  <a:pt x="227801" y="37629"/>
                  <a:pt x="227219" y="37164"/>
                </a:cubicBezTo>
                <a:cubicBezTo>
                  <a:pt x="226639" y="36699"/>
                  <a:pt x="225866" y="36196"/>
                  <a:pt x="224898" y="35655"/>
                </a:cubicBezTo>
                <a:cubicBezTo>
                  <a:pt x="223930" y="35112"/>
                  <a:pt x="222750" y="34609"/>
                  <a:pt x="221356" y="34145"/>
                </a:cubicBezTo>
                <a:cubicBezTo>
                  <a:pt x="219962" y="33679"/>
                  <a:pt x="218258" y="33447"/>
                  <a:pt x="216245" y="33447"/>
                </a:cubicBezTo>
                <a:cubicBezTo>
                  <a:pt x="214464" y="33447"/>
                  <a:pt x="212645" y="33815"/>
                  <a:pt x="210787" y="34551"/>
                </a:cubicBezTo>
                <a:cubicBezTo>
                  <a:pt x="208928" y="35287"/>
                  <a:pt x="207244" y="36467"/>
                  <a:pt x="205735" y="38093"/>
                </a:cubicBezTo>
                <a:cubicBezTo>
                  <a:pt x="204225" y="39719"/>
                  <a:pt x="202986" y="41867"/>
                  <a:pt x="202018" y="44538"/>
                </a:cubicBezTo>
                <a:cubicBezTo>
                  <a:pt x="201051" y="47209"/>
                  <a:pt x="200567" y="50480"/>
                  <a:pt x="200567" y="54352"/>
                </a:cubicBezTo>
                <a:cubicBezTo>
                  <a:pt x="200567" y="57836"/>
                  <a:pt x="201031" y="60855"/>
                  <a:pt x="201960" y="63411"/>
                </a:cubicBezTo>
                <a:cubicBezTo>
                  <a:pt x="202890" y="65965"/>
                  <a:pt x="204167" y="68056"/>
                  <a:pt x="205793" y="69682"/>
                </a:cubicBezTo>
                <a:cubicBezTo>
                  <a:pt x="207419" y="71308"/>
                  <a:pt x="209335" y="72508"/>
                  <a:pt x="211542" y="73283"/>
                </a:cubicBezTo>
                <a:cubicBezTo>
                  <a:pt x="213749" y="74057"/>
                  <a:pt x="216130" y="74444"/>
                  <a:pt x="218685" y="74444"/>
                </a:cubicBezTo>
                <a:cubicBezTo>
                  <a:pt x="221162" y="74444"/>
                  <a:pt x="223330" y="74173"/>
                  <a:pt x="225189" y="73631"/>
                </a:cubicBezTo>
                <a:cubicBezTo>
                  <a:pt x="227047" y="73088"/>
                  <a:pt x="228634" y="72508"/>
                  <a:pt x="229950" y="71889"/>
                </a:cubicBezTo>
                <a:cubicBezTo>
                  <a:pt x="231266" y="71269"/>
                  <a:pt x="232369" y="70689"/>
                  <a:pt x="233259" y="70147"/>
                </a:cubicBezTo>
                <a:cubicBezTo>
                  <a:pt x="234149" y="69604"/>
                  <a:pt x="234827" y="69333"/>
                  <a:pt x="235291" y="69333"/>
                </a:cubicBezTo>
                <a:cubicBezTo>
                  <a:pt x="235679" y="69333"/>
                  <a:pt x="236008" y="69430"/>
                  <a:pt x="236278" y="69624"/>
                </a:cubicBezTo>
                <a:cubicBezTo>
                  <a:pt x="236550" y="69818"/>
                  <a:pt x="236686" y="70186"/>
                  <a:pt x="236686" y="70728"/>
                </a:cubicBezTo>
                <a:cubicBezTo>
                  <a:pt x="236686" y="72740"/>
                  <a:pt x="235989" y="75140"/>
                  <a:pt x="234595" y="77928"/>
                </a:cubicBezTo>
                <a:cubicBezTo>
                  <a:pt x="234285" y="78469"/>
                  <a:pt x="233627" y="79127"/>
                  <a:pt x="232621" y="79902"/>
                </a:cubicBezTo>
                <a:cubicBezTo>
                  <a:pt x="231614" y="80676"/>
                  <a:pt x="230337" y="81411"/>
                  <a:pt x="228788" y="82108"/>
                </a:cubicBezTo>
                <a:cubicBezTo>
                  <a:pt x="227240" y="82805"/>
                  <a:pt x="225440" y="83405"/>
                  <a:pt x="223388" y="83909"/>
                </a:cubicBezTo>
                <a:cubicBezTo>
                  <a:pt x="221336" y="84412"/>
                  <a:pt x="219110" y="84664"/>
                  <a:pt x="216711" y="84664"/>
                </a:cubicBezTo>
                <a:close/>
                <a:moveTo>
                  <a:pt x="255035" y="1161"/>
                </a:moveTo>
                <a:cubicBezTo>
                  <a:pt x="257280" y="1161"/>
                  <a:pt x="259042" y="1761"/>
                  <a:pt x="260319" y="2961"/>
                </a:cubicBezTo>
                <a:cubicBezTo>
                  <a:pt x="261596" y="4161"/>
                  <a:pt x="262235" y="6155"/>
                  <a:pt x="262235" y="8942"/>
                </a:cubicBezTo>
                <a:cubicBezTo>
                  <a:pt x="262235" y="11730"/>
                  <a:pt x="261596" y="13685"/>
                  <a:pt x="260319" y="14808"/>
                </a:cubicBezTo>
                <a:cubicBezTo>
                  <a:pt x="259042" y="15930"/>
                  <a:pt x="257280" y="16491"/>
                  <a:pt x="255035" y="16491"/>
                </a:cubicBezTo>
                <a:cubicBezTo>
                  <a:pt x="252790" y="16491"/>
                  <a:pt x="251029" y="15930"/>
                  <a:pt x="249750" y="14808"/>
                </a:cubicBezTo>
                <a:cubicBezTo>
                  <a:pt x="248473" y="13685"/>
                  <a:pt x="247835" y="11730"/>
                  <a:pt x="247835" y="8942"/>
                </a:cubicBezTo>
                <a:cubicBezTo>
                  <a:pt x="247835" y="6155"/>
                  <a:pt x="248473" y="4161"/>
                  <a:pt x="249750" y="2961"/>
                </a:cubicBezTo>
                <a:cubicBezTo>
                  <a:pt x="251029" y="1761"/>
                  <a:pt x="252790" y="1161"/>
                  <a:pt x="255035" y="1161"/>
                </a:cubicBezTo>
                <a:moveTo>
                  <a:pt x="248763" y="26479"/>
                </a:moveTo>
                <a:cubicBezTo>
                  <a:pt x="248763" y="25860"/>
                  <a:pt x="249150" y="25357"/>
                  <a:pt x="249924" y="24971"/>
                </a:cubicBezTo>
                <a:cubicBezTo>
                  <a:pt x="250699" y="24583"/>
                  <a:pt x="252402" y="24389"/>
                  <a:pt x="255035" y="24389"/>
                </a:cubicBezTo>
                <a:cubicBezTo>
                  <a:pt x="257667" y="24389"/>
                  <a:pt x="259370" y="24583"/>
                  <a:pt x="260144" y="24971"/>
                </a:cubicBezTo>
                <a:cubicBezTo>
                  <a:pt x="260919" y="25357"/>
                  <a:pt x="261306" y="25860"/>
                  <a:pt x="261306" y="26479"/>
                </a:cubicBezTo>
                <a:lnTo>
                  <a:pt x="261306" y="69218"/>
                </a:lnTo>
                <a:cubicBezTo>
                  <a:pt x="261306" y="71153"/>
                  <a:pt x="261673" y="72508"/>
                  <a:pt x="262408" y="73283"/>
                </a:cubicBezTo>
                <a:cubicBezTo>
                  <a:pt x="263144" y="74057"/>
                  <a:pt x="264287" y="74444"/>
                  <a:pt x="265836" y="74444"/>
                </a:cubicBezTo>
                <a:lnTo>
                  <a:pt x="266300" y="74444"/>
                </a:lnTo>
                <a:cubicBezTo>
                  <a:pt x="266609" y="74444"/>
                  <a:pt x="266919" y="74444"/>
                  <a:pt x="267228" y="74444"/>
                </a:cubicBezTo>
                <a:cubicBezTo>
                  <a:pt x="267539" y="74444"/>
                  <a:pt x="267830" y="74463"/>
                  <a:pt x="268100" y="74502"/>
                </a:cubicBezTo>
                <a:lnTo>
                  <a:pt x="268506" y="74559"/>
                </a:lnTo>
                <a:cubicBezTo>
                  <a:pt x="268817" y="74637"/>
                  <a:pt x="268972" y="74831"/>
                  <a:pt x="268972" y="75140"/>
                </a:cubicBezTo>
                <a:cubicBezTo>
                  <a:pt x="268972" y="75914"/>
                  <a:pt x="268682" y="76804"/>
                  <a:pt x="268100" y="77811"/>
                </a:cubicBezTo>
                <a:cubicBezTo>
                  <a:pt x="267520" y="78817"/>
                  <a:pt x="266785" y="79766"/>
                  <a:pt x="265894" y="80657"/>
                </a:cubicBezTo>
                <a:cubicBezTo>
                  <a:pt x="265003" y="81546"/>
                  <a:pt x="264035" y="82321"/>
                  <a:pt x="262990" y="82980"/>
                </a:cubicBezTo>
                <a:cubicBezTo>
                  <a:pt x="261945" y="83638"/>
                  <a:pt x="260920" y="84006"/>
                  <a:pt x="259913" y="84082"/>
                </a:cubicBezTo>
                <a:cubicBezTo>
                  <a:pt x="256429" y="84082"/>
                  <a:pt x="253700" y="82979"/>
                  <a:pt x="251724" y="80774"/>
                </a:cubicBezTo>
                <a:cubicBezTo>
                  <a:pt x="249750" y="78567"/>
                  <a:pt x="248763" y="75566"/>
                  <a:pt x="248763" y="71772"/>
                </a:cubicBezTo>
                <a:lnTo>
                  <a:pt x="248763" y="26479"/>
                </a:lnTo>
                <a:close/>
                <a:moveTo>
                  <a:pt x="308224" y="84664"/>
                </a:moveTo>
                <a:cubicBezTo>
                  <a:pt x="304199" y="84664"/>
                  <a:pt x="300386" y="84122"/>
                  <a:pt x="296786" y="83039"/>
                </a:cubicBezTo>
                <a:cubicBezTo>
                  <a:pt x="293186" y="81954"/>
                  <a:pt x="290011" y="80250"/>
                  <a:pt x="287262" y="77928"/>
                </a:cubicBezTo>
                <a:cubicBezTo>
                  <a:pt x="284514" y="75605"/>
                  <a:pt x="282347" y="72644"/>
                  <a:pt x="280759" y="69044"/>
                </a:cubicBezTo>
                <a:cubicBezTo>
                  <a:pt x="279172" y="65443"/>
                  <a:pt x="278379" y="61127"/>
                  <a:pt x="278379" y="56094"/>
                </a:cubicBezTo>
                <a:cubicBezTo>
                  <a:pt x="278379" y="50287"/>
                  <a:pt x="279211" y="45313"/>
                  <a:pt x="280876" y="41171"/>
                </a:cubicBezTo>
                <a:cubicBezTo>
                  <a:pt x="282540" y="37028"/>
                  <a:pt x="284747" y="33640"/>
                  <a:pt x="287494" y="31008"/>
                </a:cubicBezTo>
                <a:cubicBezTo>
                  <a:pt x="290244" y="28376"/>
                  <a:pt x="293321" y="26441"/>
                  <a:pt x="296727" y="25203"/>
                </a:cubicBezTo>
                <a:cubicBezTo>
                  <a:pt x="300134" y="23963"/>
                  <a:pt x="303580" y="23344"/>
                  <a:pt x="307064" y="23344"/>
                </a:cubicBezTo>
                <a:cubicBezTo>
                  <a:pt x="310626" y="23344"/>
                  <a:pt x="313742" y="23770"/>
                  <a:pt x="316413" y="24621"/>
                </a:cubicBezTo>
                <a:cubicBezTo>
                  <a:pt x="319084" y="25473"/>
                  <a:pt x="321310" y="26635"/>
                  <a:pt x="323091" y="28105"/>
                </a:cubicBezTo>
                <a:cubicBezTo>
                  <a:pt x="324871" y="29576"/>
                  <a:pt x="326206" y="31299"/>
                  <a:pt x="327097" y="33273"/>
                </a:cubicBezTo>
                <a:cubicBezTo>
                  <a:pt x="327988" y="35247"/>
                  <a:pt x="328433" y="37395"/>
                  <a:pt x="328433" y="39718"/>
                </a:cubicBezTo>
                <a:cubicBezTo>
                  <a:pt x="328433" y="43667"/>
                  <a:pt x="327253" y="47055"/>
                  <a:pt x="324891" y="49881"/>
                </a:cubicBezTo>
                <a:cubicBezTo>
                  <a:pt x="322529" y="52707"/>
                  <a:pt x="319568" y="55011"/>
                  <a:pt x="316006" y="56792"/>
                </a:cubicBezTo>
                <a:cubicBezTo>
                  <a:pt x="312445" y="58572"/>
                  <a:pt x="308574" y="59908"/>
                  <a:pt x="304393" y="60799"/>
                </a:cubicBezTo>
                <a:cubicBezTo>
                  <a:pt x="300212" y="61688"/>
                  <a:pt x="296302" y="62211"/>
                  <a:pt x="292664" y="62365"/>
                </a:cubicBezTo>
                <a:cubicBezTo>
                  <a:pt x="293747" y="66778"/>
                  <a:pt x="295876" y="69894"/>
                  <a:pt x="299050" y="71715"/>
                </a:cubicBezTo>
                <a:cubicBezTo>
                  <a:pt x="302225" y="73534"/>
                  <a:pt x="305825" y="74444"/>
                  <a:pt x="309851" y="74444"/>
                </a:cubicBezTo>
                <a:cubicBezTo>
                  <a:pt x="312174" y="74444"/>
                  <a:pt x="314225" y="74212"/>
                  <a:pt x="316006" y="73747"/>
                </a:cubicBezTo>
                <a:cubicBezTo>
                  <a:pt x="317787" y="73282"/>
                  <a:pt x="319317" y="72759"/>
                  <a:pt x="320594" y="72179"/>
                </a:cubicBezTo>
                <a:cubicBezTo>
                  <a:pt x="321871" y="71598"/>
                  <a:pt x="322935" y="71037"/>
                  <a:pt x="323787" y="70496"/>
                </a:cubicBezTo>
                <a:cubicBezTo>
                  <a:pt x="324639" y="69953"/>
                  <a:pt x="325297" y="69643"/>
                  <a:pt x="325761" y="69565"/>
                </a:cubicBezTo>
                <a:cubicBezTo>
                  <a:pt x="327000" y="69178"/>
                  <a:pt x="327620" y="69565"/>
                  <a:pt x="327620" y="70728"/>
                </a:cubicBezTo>
                <a:cubicBezTo>
                  <a:pt x="327620" y="71656"/>
                  <a:pt x="327446" y="72740"/>
                  <a:pt x="327097" y="73980"/>
                </a:cubicBezTo>
                <a:cubicBezTo>
                  <a:pt x="326749" y="75218"/>
                  <a:pt x="326265" y="76534"/>
                  <a:pt x="325646" y="77928"/>
                </a:cubicBezTo>
                <a:cubicBezTo>
                  <a:pt x="325336" y="78469"/>
                  <a:pt x="324678" y="79127"/>
                  <a:pt x="323672" y="79902"/>
                </a:cubicBezTo>
                <a:cubicBezTo>
                  <a:pt x="322665" y="80676"/>
                  <a:pt x="321407" y="81411"/>
                  <a:pt x="319897" y="82108"/>
                </a:cubicBezTo>
                <a:cubicBezTo>
                  <a:pt x="318387" y="82805"/>
                  <a:pt x="316626" y="83405"/>
                  <a:pt x="314613" y="83909"/>
                </a:cubicBezTo>
                <a:cubicBezTo>
                  <a:pt x="312600" y="84412"/>
                  <a:pt x="310470" y="84664"/>
                  <a:pt x="308224" y="84664"/>
                </a:cubicBezTo>
                <a:moveTo>
                  <a:pt x="291965" y="55165"/>
                </a:moveTo>
                <a:cubicBezTo>
                  <a:pt x="294754" y="55011"/>
                  <a:pt x="297561" y="54565"/>
                  <a:pt x="300386" y="53829"/>
                </a:cubicBezTo>
                <a:cubicBezTo>
                  <a:pt x="303212" y="53093"/>
                  <a:pt x="305767" y="52048"/>
                  <a:pt x="308051" y="50694"/>
                </a:cubicBezTo>
                <a:cubicBezTo>
                  <a:pt x="310334" y="49339"/>
                  <a:pt x="312173" y="47694"/>
                  <a:pt x="313567" y="45759"/>
                </a:cubicBezTo>
                <a:cubicBezTo>
                  <a:pt x="314961" y="43823"/>
                  <a:pt x="315658" y="41577"/>
                  <a:pt x="315658" y="39022"/>
                </a:cubicBezTo>
                <a:cubicBezTo>
                  <a:pt x="315658" y="36932"/>
                  <a:pt x="314922" y="35190"/>
                  <a:pt x="313450" y="33796"/>
                </a:cubicBezTo>
                <a:cubicBezTo>
                  <a:pt x="311980" y="32402"/>
                  <a:pt x="310005" y="31705"/>
                  <a:pt x="307528" y="31705"/>
                </a:cubicBezTo>
                <a:cubicBezTo>
                  <a:pt x="305593" y="31705"/>
                  <a:pt x="303716" y="32112"/>
                  <a:pt x="301896" y="32926"/>
                </a:cubicBezTo>
                <a:cubicBezTo>
                  <a:pt x="300077" y="33738"/>
                  <a:pt x="298451" y="35074"/>
                  <a:pt x="297018" y="36932"/>
                </a:cubicBezTo>
                <a:cubicBezTo>
                  <a:pt x="295586" y="38789"/>
                  <a:pt x="294405" y="41209"/>
                  <a:pt x="293475" y="44191"/>
                </a:cubicBezTo>
                <a:cubicBezTo>
                  <a:pt x="292547" y="47171"/>
                  <a:pt x="292043" y="50830"/>
                  <a:pt x="291965" y="55165"/>
                </a:cubicBezTo>
                <a:close/>
                <a:moveTo>
                  <a:pt x="380693" y="44132"/>
                </a:moveTo>
                <a:cubicBezTo>
                  <a:pt x="380693" y="37008"/>
                  <a:pt x="377286" y="33447"/>
                  <a:pt x="370473" y="33447"/>
                </a:cubicBezTo>
                <a:cubicBezTo>
                  <a:pt x="368538" y="33447"/>
                  <a:pt x="366641" y="33892"/>
                  <a:pt x="364783" y="34783"/>
                </a:cubicBezTo>
                <a:cubicBezTo>
                  <a:pt x="362925" y="35673"/>
                  <a:pt x="361279" y="36719"/>
                  <a:pt x="359846" y="37919"/>
                </a:cubicBezTo>
                <a:cubicBezTo>
                  <a:pt x="358414" y="39118"/>
                  <a:pt x="357272" y="40357"/>
                  <a:pt x="356420" y="41635"/>
                </a:cubicBezTo>
                <a:cubicBezTo>
                  <a:pt x="355569" y="42912"/>
                  <a:pt x="355143" y="43899"/>
                  <a:pt x="355143" y="44597"/>
                </a:cubicBezTo>
                <a:lnTo>
                  <a:pt x="355143" y="81527"/>
                </a:lnTo>
                <a:cubicBezTo>
                  <a:pt x="355143" y="82147"/>
                  <a:pt x="354756" y="82651"/>
                  <a:pt x="353982" y="83039"/>
                </a:cubicBezTo>
                <a:cubicBezTo>
                  <a:pt x="353208" y="83425"/>
                  <a:pt x="351505" y="83618"/>
                  <a:pt x="348871" y="83618"/>
                </a:cubicBezTo>
                <a:cubicBezTo>
                  <a:pt x="346239" y="83618"/>
                  <a:pt x="344535" y="83425"/>
                  <a:pt x="343760" y="83039"/>
                </a:cubicBezTo>
                <a:cubicBezTo>
                  <a:pt x="342987" y="82651"/>
                  <a:pt x="342600" y="82147"/>
                  <a:pt x="342600" y="81527"/>
                </a:cubicBezTo>
                <a:lnTo>
                  <a:pt x="342600" y="38440"/>
                </a:lnTo>
                <a:cubicBezTo>
                  <a:pt x="342600" y="36969"/>
                  <a:pt x="342426" y="35750"/>
                  <a:pt x="342077" y="34783"/>
                </a:cubicBezTo>
                <a:cubicBezTo>
                  <a:pt x="341730" y="33815"/>
                  <a:pt x="341343" y="33002"/>
                  <a:pt x="340916" y="32344"/>
                </a:cubicBezTo>
                <a:cubicBezTo>
                  <a:pt x="340491" y="31686"/>
                  <a:pt x="340104" y="31163"/>
                  <a:pt x="339756" y="30776"/>
                </a:cubicBezTo>
                <a:cubicBezTo>
                  <a:pt x="339407" y="30388"/>
                  <a:pt x="339233" y="30002"/>
                  <a:pt x="339233" y="29615"/>
                </a:cubicBezTo>
                <a:cubicBezTo>
                  <a:pt x="339233" y="29151"/>
                  <a:pt x="339620" y="28570"/>
                  <a:pt x="340394" y="27873"/>
                </a:cubicBezTo>
                <a:cubicBezTo>
                  <a:pt x="341168" y="27176"/>
                  <a:pt x="342078" y="26499"/>
                  <a:pt x="343123" y="25841"/>
                </a:cubicBezTo>
                <a:cubicBezTo>
                  <a:pt x="344168" y="25183"/>
                  <a:pt x="345233" y="24621"/>
                  <a:pt x="346316" y="24157"/>
                </a:cubicBezTo>
                <a:cubicBezTo>
                  <a:pt x="347400" y="23692"/>
                  <a:pt x="348252" y="23459"/>
                  <a:pt x="348871" y="23459"/>
                </a:cubicBezTo>
                <a:cubicBezTo>
                  <a:pt x="350343" y="23459"/>
                  <a:pt x="351544" y="24118"/>
                  <a:pt x="352472" y="25435"/>
                </a:cubicBezTo>
                <a:cubicBezTo>
                  <a:pt x="353401" y="26751"/>
                  <a:pt x="354136" y="28570"/>
                  <a:pt x="354678" y="30893"/>
                </a:cubicBezTo>
                <a:cubicBezTo>
                  <a:pt x="354756" y="31048"/>
                  <a:pt x="354814" y="31280"/>
                  <a:pt x="354852" y="31589"/>
                </a:cubicBezTo>
                <a:cubicBezTo>
                  <a:pt x="354891" y="31899"/>
                  <a:pt x="354949" y="32131"/>
                  <a:pt x="355027" y="32286"/>
                </a:cubicBezTo>
                <a:cubicBezTo>
                  <a:pt x="355724" y="31667"/>
                  <a:pt x="356750" y="30873"/>
                  <a:pt x="358104" y="29906"/>
                </a:cubicBezTo>
                <a:cubicBezTo>
                  <a:pt x="359459" y="28937"/>
                  <a:pt x="361046" y="27949"/>
                  <a:pt x="362865" y="26943"/>
                </a:cubicBezTo>
                <a:cubicBezTo>
                  <a:pt x="364686" y="25936"/>
                  <a:pt x="366699" y="25085"/>
                  <a:pt x="368905" y="24389"/>
                </a:cubicBezTo>
                <a:cubicBezTo>
                  <a:pt x="371112" y="23692"/>
                  <a:pt x="373415" y="23344"/>
                  <a:pt x="375816" y="23344"/>
                </a:cubicBezTo>
                <a:cubicBezTo>
                  <a:pt x="381158" y="23344"/>
                  <a:pt x="385397" y="24834"/>
                  <a:pt x="388532" y="27815"/>
                </a:cubicBezTo>
                <a:cubicBezTo>
                  <a:pt x="391668" y="30795"/>
                  <a:pt x="393236" y="34608"/>
                  <a:pt x="393236" y="39254"/>
                </a:cubicBezTo>
                <a:lnTo>
                  <a:pt x="393236" y="69682"/>
                </a:lnTo>
                <a:cubicBezTo>
                  <a:pt x="393236" y="71617"/>
                  <a:pt x="393603" y="72972"/>
                  <a:pt x="394338" y="73747"/>
                </a:cubicBezTo>
                <a:cubicBezTo>
                  <a:pt x="395074" y="74521"/>
                  <a:pt x="396216" y="74908"/>
                  <a:pt x="397765" y="74908"/>
                </a:cubicBezTo>
                <a:lnTo>
                  <a:pt x="398229" y="74908"/>
                </a:lnTo>
                <a:cubicBezTo>
                  <a:pt x="398539" y="74908"/>
                  <a:pt x="398848" y="74908"/>
                  <a:pt x="399158" y="74908"/>
                </a:cubicBezTo>
                <a:cubicBezTo>
                  <a:pt x="399469" y="74908"/>
                  <a:pt x="399759" y="74928"/>
                  <a:pt x="400030" y="74967"/>
                </a:cubicBezTo>
                <a:lnTo>
                  <a:pt x="400436" y="75023"/>
                </a:lnTo>
                <a:cubicBezTo>
                  <a:pt x="400746" y="75101"/>
                  <a:pt x="400902" y="75295"/>
                  <a:pt x="400902" y="75605"/>
                </a:cubicBezTo>
                <a:cubicBezTo>
                  <a:pt x="400902" y="76378"/>
                  <a:pt x="400611" y="77269"/>
                  <a:pt x="400030" y="78275"/>
                </a:cubicBezTo>
                <a:cubicBezTo>
                  <a:pt x="399450" y="79282"/>
                  <a:pt x="398714" y="80230"/>
                  <a:pt x="397824" y="81121"/>
                </a:cubicBezTo>
                <a:cubicBezTo>
                  <a:pt x="396933" y="82012"/>
                  <a:pt x="395965" y="82786"/>
                  <a:pt x="394919" y="83444"/>
                </a:cubicBezTo>
                <a:cubicBezTo>
                  <a:pt x="393875" y="84102"/>
                  <a:pt x="392849" y="84470"/>
                  <a:pt x="391843" y="84547"/>
                </a:cubicBezTo>
                <a:cubicBezTo>
                  <a:pt x="388359" y="84547"/>
                  <a:pt x="385629" y="83444"/>
                  <a:pt x="383654" y="81238"/>
                </a:cubicBezTo>
                <a:cubicBezTo>
                  <a:pt x="381680" y="79031"/>
                  <a:pt x="380693" y="76031"/>
                  <a:pt x="380693" y="72236"/>
                </a:cubicBezTo>
                <a:lnTo>
                  <a:pt x="380693" y="44132"/>
                </a:lnTo>
                <a:close/>
                <a:moveTo>
                  <a:pt x="439924" y="84664"/>
                </a:moveTo>
                <a:cubicBezTo>
                  <a:pt x="436052" y="84664"/>
                  <a:pt x="432297" y="84122"/>
                  <a:pt x="428657" y="83039"/>
                </a:cubicBezTo>
                <a:cubicBezTo>
                  <a:pt x="425018" y="81954"/>
                  <a:pt x="421805" y="80231"/>
                  <a:pt x="419018" y="77869"/>
                </a:cubicBezTo>
                <a:cubicBezTo>
                  <a:pt x="416231" y="75508"/>
                  <a:pt x="414006" y="72469"/>
                  <a:pt x="412341" y="68754"/>
                </a:cubicBezTo>
                <a:cubicBezTo>
                  <a:pt x="410676" y="65037"/>
                  <a:pt x="409844" y="60508"/>
                  <a:pt x="409844" y="55165"/>
                </a:cubicBezTo>
                <a:cubicBezTo>
                  <a:pt x="409844" y="49823"/>
                  <a:pt x="410676" y="45158"/>
                  <a:pt x="412341" y="41171"/>
                </a:cubicBezTo>
                <a:cubicBezTo>
                  <a:pt x="414006" y="37183"/>
                  <a:pt x="416231" y="33872"/>
                  <a:pt x="419018" y="31240"/>
                </a:cubicBezTo>
                <a:cubicBezTo>
                  <a:pt x="421805" y="28608"/>
                  <a:pt x="425057" y="26634"/>
                  <a:pt x="428774" y="25318"/>
                </a:cubicBezTo>
                <a:cubicBezTo>
                  <a:pt x="432490" y="24002"/>
                  <a:pt x="436400" y="23344"/>
                  <a:pt x="440503" y="23344"/>
                </a:cubicBezTo>
                <a:cubicBezTo>
                  <a:pt x="443368" y="23344"/>
                  <a:pt x="445884" y="23576"/>
                  <a:pt x="448052" y="24040"/>
                </a:cubicBezTo>
                <a:cubicBezTo>
                  <a:pt x="450220" y="24505"/>
                  <a:pt x="452039" y="25066"/>
                  <a:pt x="453510" y="25724"/>
                </a:cubicBezTo>
                <a:cubicBezTo>
                  <a:pt x="454981" y="26382"/>
                  <a:pt x="456085" y="27079"/>
                  <a:pt x="456821" y="27815"/>
                </a:cubicBezTo>
                <a:cubicBezTo>
                  <a:pt x="457557" y="28551"/>
                  <a:pt x="457925" y="29228"/>
                  <a:pt x="457925" y="29847"/>
                </a:cubicBezTo>
                <a:cubicBezTo>
                  <a:pt x="457925" y="30390"/>
                  <a:pt x="457711" y="31106"/>
                  <a:pt x="457285" y="31997"/>
                </a:cubicBezTo>
                <a:cubicBezTo>
                  <a:pt x="456860" y="32887"/>
                  <a:pt x="456318" y="33777"/>
                  <a:pt x="455660" y="34667"/>
                </a:cubicBezTo>
                <a:cubicBezTo>
                  <a:pt x="455002" y="35557"/>
                  <a:pt x="454324" y="36312"/>
                  <a:pt x="453627" y="36932"/>
                </a:cubicBezTo>
                <a:cubicBezTo>
                  <a:pt x="452930" y="37551"/>
                  <a:pt x="452350" y="37861"/>
                  <a:pt x="451885" y="37861"/>
                </a:cubicBezTo>
                <a:cubicBezTo>
                  <a:pt x="451498" y="37861"/>
                  <a:pt x="451013" y="37629"/>
                  <a:pt x="450432" y="37164"/>
                </a:cubicBezTo>
                <a:cubicBezTo>
                  <a:pt x="449852" y="36699"/>
                  <a:pt x="449078" y="36196"/>
                  <a:pt x="448111" y="35655"/>
                </a:cubicBezTo>
                <a:cubicBezTo>
                  <a:pt x="447143" y="35112"/>
                  <a:pt x="445962" y="34609"/>
                  <a:pt x="444568" y="34145"/>
                </a:cubicBezTo>
                <a:cubicBezTo>
                  <a:pt x="443174" y="33679"/>
                  <a:pt x="441471" y="33447"/>
                  <a:pt x="439458" y="33447"/>
                </a:cubicBezTo>
                <a:cubicBezTo>
                  <a:pt x="437677" y="33447"/>
                  <a:pt x="435858" y="33815"/>
                  <a:pt x="434000" y="34551"/>
                </a:cubicBezTo>
                <a:cubicBezTo>
                  <a:pt x="432141" y="35287"/>
                  <a:pt x="430457" y="36467"/>
                  <a:pt x="428947" y="38093"/>
                </a:cubicBezTo>
                <a:cubicBezTo>
                  <a:pt x="427437" y="39719"/>
                  <a:pt x="426199" y="41867"/>
                  <a:pt x="425231" y="44538"/>
                </a:cubicBezTo>
                <a:cubicBezTo>
                  <a:pt x="424264" y="47209"/>
                  <a:pt x="423780" y="50480"/>
                  <a:pt x="423780" y="54352"/>
                </a:cubicBezTo>
                <a:cubicBezTo>
                  <a:pt x="423780" y="57836"/>
                  <a:pt x="424244" y="60855"/>
                  <a:pt x="425173" y="63411"/>
                </a:cubicBezTo>
                <a:cubicBezTo>
                  <a:pt x="426102" y="65965"/>
                  <a:pt x="427380" y="68056"/>
                  <a:pt x="429006" y="69682"/>
                </a:cubicBezTo>
                <a:cubicBezTo>
                  <a:pt x="430631" y="71308"/>
                  <a:pt x="432548" y="72508"/>
                  <a:pt x="434754" y="73283"/>
                </a:cubicBezTo>
                <a:cubicBezTo>
                  <a:pt x="436961" y="74057"/>
                  <a:pt x="439342" y="74444"/>
                  <a:pt x="441898" y="74444"/>
                </a:cubicBezTo>
                <a:cubicBezTo>
                  <a:pt x="444375" y="74444"/>
                  <a:pt x="446543" y="74173"/>
                  <a:pt x="448401" y="73631"/>
                </a:cubicBezTo>
                <a:cubicBezTo>
                  <a:pt x="450260" y="73088"/>
                  <a:pt x="451847" y="72508"/>
                  <a:pt x="453163" y="71889"/>
                </a:cubicBezTo>
                <a:cubicBezTo>
                  <a:pt x="454479" y="71269"/>
                  <a:pt x="455582" y="70689"/>
                  <a:pt x="456471" y="70147"/>
                </a:cubicBezTo>
                <a:cubicBezTo>
                  <a:pt x="457362" y="69604"/>
                  <a:pt x="458040" y="69333"/>
                  <a:pt x="458504" y="69333"/>
                </a:cubicBezTo>
                <a:cubicBezTo>
                  <a:pt x="458892" y="69333"/>
                  <a:pt x="459221" y="69430"/>
                  <a:pt x="459491" y="69624"/>
                </a:cubicBezTo>
                <a:cubicBezTo>
                  <a:pt x="459763" y="69818"/>
                  <a:pt x="459899" y="70186"/>
                  <a:pt x="459899" y="70728"/>
                </a:cubicBezTo>
                <a:cubicBezTo>
                  <a:pt x="459899" y="72740"/>
                  <a:pt x="459202" y="75140"/>
                  <a:pt x="457808" y="77928"/>
                </a:cubicBezTo>
                <a:cubicBezTo>
                  <a:pt x="457498" y="78469"/>
                  <a:pt x="456840" y="79127"/>
                  <a:pt x="455834" y="79902"/>
                </a:cubicBezTo>
                <a:cubicBezTo>
                  <a:pt x="454827" y="80676"/>
                  <a:pt x="453549" y="81411"/>
                  <a:pt x="452000" y="82108"/>
                </a:cubicBezTo>
                <a:cubicBezTo>
                  <a:pt x="450453" y="82805"/>
                  <a:pt x="448653" y="83405"/>
                  <a:pt x="446601" y="83909"/>
                </a:cubicBezTo>
                <a:cubicBezTo>
                  <a:pt x="444549" y="84412"/>
                  <a:pt x="442323" y="84664"/>
                  <a:pt x="439924" y="84664"/>
                </a:cubicBezTo>
                <a:close/>
                <a:moveTo>
                  <a:pt x="496946" y="111723"/>
                </a:moveTo>
                <a:cubicBezTo>
                  <a:pt x="494855" y="111723"/>
                  <a:pt x="492803" y="111549"/>
                  <a:pt x="490790" y="111201"/>
                </a:cubicBezTo>
                <a:cubicBezTo>
                  <a:pt x="488777" y="110852"/>
                  <a:pt x="486958" y="110387"/>
                  <a:pt x="485332" y="109806"/>
                </a:cubicBezTo>
                <a:cubicBezTo>
                  <a:pt x="483706" y="109226"/>
                  <a:pt x="482313" y="108587"/>
                  <a:pt x="481152" y="107890"/>
                </a:cubicBezTo>
                <a:cubicBezTo>
                  <a:pt x="479990" y="107193"/>
                  <a:pt x="479216" y="106496"/>
                  <a:pt x="478828" y="105799"/>
                </a:cubicBezTo>
                <a:cubicBezTo>
                  <a:pt x="477512" y="102780"/>
                  <a:pt x="476854" y="100341"/>
                  <a:pt x="476854" y="98484"/>
                </a:cubicBezTo>
                <a:cubicBezTo>
                  <a:pt x="476854" y="97478"/>
                  <a:pt x="477435" y="97129"/>
                  <a:pt x="478596" y="97439"/>
                </a:cubicBezTo>
                <a:cubicBezTo>
                  <a:pt x="479215" y="97593"/>
                  <a:pt x="479989" y="97903"/>
                  <a:pt x="480918" y="98367"/>
                </a:cubicBezTo>
                <a:cubicBezTo>
                  <a:pt x="481847" y="98831"/>
                  <a:pt x="482970" y="99296"/>
                  <a:pt x="484286" y="99760"/>
                </a:cubicBezTo>
                <a:cubicBezTo>
                  <a:pt x="485602" y="100226"/>
                  <a:pt x="487131" y="100651"/>
                  <a:pt x="488873" y="101038"/>
                </a:cubicBezTo>
                <a:cubicBezTo>
                  <a:pt x="490615" y="101425"/>
                  <a:pt x="492532" y="101619"/>
                  <a:pt x="494623" y="101619"/>
                </a:cubicBezTo>
                <a:cubicBezTo>
                  <a:pt x="499036" y="101619"/>
                  <a:pt x="502616" y="100380"/>
                  <a:pt x="505364" y="97903"/>
                </a:cubicBezTo>
                <a:cubicBezTo>
                  <a:pt x="508113" y="95425"/>
                  <a:pt x="509487" y="91748"/>
                  <a:pt x="509487" y="86870"/>
                </a:cubicBezTo>
                <a:lnTo>
                  <a:pt x="509487" y="76186"/>
                </a:lnTo>
                <a:cubicBezTo>
                  <a:pt x="508946" y="76650"/>
                  <a:pt x="508133" y="77347"/>
                  <a:pt x="507049" y="78277"/>
                </a:cubicBezTo>
                <a:cubicBezTo>
                  <a:pt x="505966" y="79206"/>
                  <a:pt x="504650" y="80135"/>
                  <a:pt x="503101" y="81064"/>
                </a:cubicBezTo>
                <a:cubicBezTo>
                  <a:pt x="501552" y="81993"/>
                  <a:pt x="499771" y="82825"/>
                  <a:pt x="497758" y="83561"/>
                </a:cubicBezTo>
                <a:cubicBezTo>
                  <a:pt x="495745" y="84296"/>
                  <a:pt x="493500" y="84664"/>
                  <a:pt x="491022" y="84664"/>
                </a:cubicBezTo>
                <a:cubicBezTo>
                  <a:pt x="485370" y="84664"/>
                  <a:pt x="480860" y="82999"/>
                  <a:pt x="477492" y="79670"/>
                </a:cubicBezTo>
                <a:cubicBezTo>
                  <a:pt x="474124" y="76341"/>
                  <a:pt x="472440" y="71811"/>
                  <a:pt x="472440" y="66081"/>
                </a:cubicBezTo>
                <a:lnTo>
                  <a:pt x="472440" y="26479"/>
                </a:lnTo>
                <a:cubicBezTo>
                  <a:pt x="472440" y="25860"/>
                  <a:pt x="472808" y="25357"/>
                  <a:pt x="473544" y="24971"/>
                </a:cubicBezTo>
                <a:cubicBezTo>
                  <a:pt x="474280" y="24583"/>
                  <a:pt x="475964" y="24389"/>
                  <a:pt x="478596" y="24389"/>
                </a:cubicBezTo>
                <a:cubicBezTo>
                  <a:pt x="481306" y="24389"/>
                  <a:pt x="483029" y="24583"/>
                  <a:pt x="483764" y="24971"/>
                </a:cubicBezTo>
                <a:cubicBezTo>
                  <a:pt x="484500" y="25357"/>
                  <a:pt x="484868" y="25860"/>
                  <a:pt x="484868" y="26479"/>
                </a:cubicBezTo>
                <a:lnTo>
                  <a:pt x="484868" y="62830"/>
                </a:lnTo>
                <a:cubicBezTo>
                  <a:pt x="484868" y="70340"/>
                  <a:pt x="488429" y="74095"/>
                  <a:pt x="495552" y="74095"/>
                </a:cubicBezTo>
                <a:cubicBezTo>
                  <a:pt x="497565" y="74095"/>
                  <a:pt x="499404" y="73708"/>
                  <a:pt x="501068" y="72934"/>
                </a:cubicBezTo>
                <a:cubicBezTo>
                  <a:pt x="502733" y="72159"/>
                  <a:pt x="504204" y="71210"/>
                  <a:pt x="505481" y="70088"/>
                </a:cubicBezTo>
                <a:cubicBezTo>
                  <a:pt x="506759" y="68966"/>
                  <a:pt x="507746" y="67804"/>
                  <a:pt x="508442" y="66604"/>
                </a:cubicBezTo>
                <a:cubicBezTo>
                  <a:pt x="509139" y="65404"/>
                  <a:pt x="509487" y="64339"/>
                  <a:pt x="509487" y="63411"/>
                </a:cubicBezTo>
                <a:lnTo>
                  <a:pt x="509487" y="26479"/>
                </a:lnTo>
                <a:cubicBezTo>
                  <a:pt x="509487" y="25860"/>
                  <a:pt x="509874" y="25357"/>
                  <a:pt x="510648" y="24971"/>
                </a:cubicBezTo>
                <a:cubicBezTo>
                  <a:pt x="511423" y="24583"/>
                  <a:pt x="513127" y="24389"/>
                  <a:pt x="515759" y="24389"/>
                </a:cubicBezTo>
                <a:cubicBezTo>
                  <a:pt x="518469" y="24389"/>
                  <a:pt x="520191" y="24583"/>
                  <a:pt x="520926" y="24971"/>
                </a:cubicBezTo>
                <a:cubicBezTo>
                  <a:pt x="521662" y="25357"/>
                  <a:pt x="522030" y="25860"/>
                  <a:pt x="522030" y="26479"/>
                </a:cubicBezTo>
                <a:lnTo>
                  <a:pt x="522030" y="87219"/>
                </a:lnTo>
                <a:cubicBezTo>
                  <a:pt x="522030" y="90548"/>
                  <a:pt x="521450" y="93684"/>
                  <a:pt x="520288" y="96625"/>
                </a:cubicBezTo>
                <a:cubicBezTo>
                  <a:pt x="519127" y="99567"/>
                  <a:pt x="517462" y="102160"/>
                  <a:pt x="515295" y="104405"/>
                </a:cubicBezTo>
                <a:cubicBezTo>
                  <a:pt x="513127" y="106651"/>
                  <a:pt x="510494" y="108431"/>
                  <a:pt x="507396" y="109748"/>
                </a:cubicBezTo>
                <a:cubicBezTo>
                  <a:pt x="504300" y="111065"/>
                  <a:pt x="500816" y="111723"/>
                  <a:pt x="496946" y="1117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DDA67-07B0-4D8C-9DE3-DADEC54E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9464" y="750954"/>
            <a:ext cx="406444" cy="576090"/>
          </a:xfrm>
          <a:custGeom xmlns:a="http://schemas.openxmlformats.org/drawingml/2006/main">
            <a:pathLst>
              <a:path w="406444" h="576090">
                <a:moveTo>
                  <a:pt x="193479" y="0"/>
                </a:moveTo>
                <a:cubicBezTo>
                  <a:pt x="334140" y="50000"/>
                  <a:pt x="406444" y="198149"/>
                  <a:pt x="354833" y="331081"/>
                </a:cubicBezTo>
                <a:cubicBezTo>
                  <a:pt x="319084" y="422949"/>
                  <a:pt x="231080" y="487201"/>
                  <a:pt x="127940" y="496541"/>
                </a:cubicBezTo>
                <a:lnTo>
                  <a:pt x="88245" y="576090"/>
                </a:lnTo>
                <a:lnTo>
                  <a:pt x="0" y="441065"/>
                </a:lnTo>
                <a:lnTo>
                  <a:pt x="205315" y="341467"/>
                </a:lnTo>
                <a:lnTo>
                  <a:pt x="167231" y="417796"/>
                </a:lnTo>
                <a:cubicBezTo>
                  <a:pt x="272143" y="384302"/>
                  <a:pt x="327136" y="277940"/>
                  <a:pt x="290018" y="180114"/>
                </a:cubicBezTo>
                <a:cubicBezTo>
                  <a:pt x="269808" y="126973"/>
                  <a:pt x="225122" y="84783"/>
                  <a:pt x="168117" y="65218"/>
                </a:cubicBezTo>
                <a:lnTo>
                  <a:pt x="193479" y="0"/>
                </a:lnTo>
                <a:close/>
              </a:path>
            </a:pathLst>
          </a:custGeom>
          <a:solidFill xmlns:a="http://schemas.openxmlformats.org/drawingml/2006/main">
            <a:srgbClr val="1EAD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B5D21-D3D7-4C2A-8AC9-87B45F90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9464" y="750954"/>
            <a:ext cx="406444" cy="576090"/>
          </a:xfrm>
          <a:custGeom xmlns:a="http://schemas.openxmlformats.org/drawingml/2006/main">
            <a:pathLst>
              <a:path w="406444" h="576090" fill="none">
                <a:moveTo>
                  <a:pt x="193479" y="0"/>
                </a:moveTo>
                <a:cubicBezTo>
                  <a:pt x="334140" y="50000"/>
                  <a:pt x="406444" y="198149"/>
                  <a:pt x="354833" y="331081"/>
                </a:cubicBezTo>
                <a:cubicBezTo>
                  <a:pt x="319084" y="422949"/>
                  <a:pt x="231080" y="487201"/>
                  <a:pt x="127940" y="496541"/>
                </a:cubicBezTo>
                <a:lnTo>
                  <a:pt x="88245" y="576090"/>
                </a:lnTo>
                <a:lnTo>
                  <a:pt x="0" y="441065"/>
                </a:lnTo>
                <a:lnTo>
                  <a:pt x="205315" y="341467"/>
                </a:lnTo>
                <a:lnTo>
                  <a:pt x="167231" y="417796"/>
                </a:lnTo>
                <a:cubicBezTo>
                  <a:pt x="272143" y="384302"/>
                  <a:pt x="327136" y="277940"/>
                  <a:pt x="290018" y="180114"/>
                </a:cubicBezTo>
                <a:cubicBezTo>
                  <a:pt x="269808" y="126973"/>
                  <a:pt x="225122" y="84783"/>
                  <a:pt x="168117" y="65218"/>
                </a:cubicBezTo>
                <a:lnTo>
                  <a:pt x="19347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155" cap="flat">
            <a:solidFill>
              <a:srgbClr val="1EADB8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5B6FCB-0F28-4FEE-807E-C990D0CA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0428" y="669069"/>
            <a:ext cx="441629" cy="589859"/>
          </a:xfrm>
          <a:custGeom xmlns:a="http://schemas.openxmlformats.org/drawingml/2006/main">
            <a:pathLst>
              <a:path w="441629" h="589859">
                <a:moveTo>
                  <a:pt x="288971" y="589859"/>
                </a:moveTo>
                <a:cubicBezTo>
                  <a:pt x="118197" y="568924"/>
                  <a:pt x="0" y="435912"/>
                  <a:pt x="24960" y="292836"/>
                </a:cubicBezTo>
                <a:cubicBezTo>
                  <a:pt x="44203" y="182610"/>
                  <a:pt x="144445" y="94687"/>
                  <a:pt x="274881" y="73591"/>
                </a:cubicBezTo>
                <a:lnTo>
                  <a:pt x="311596" y="0"/>
                </a:lnTo>
                <a:lnTo>
                  <a:pt x="441629" y="115460"/>
                </a:lnTo>
                <a:lnTo>
                  <a:pt x="205235" y="213045"/>
                </a:lnTo>
                <a:lnTo>
                  <a:pt x="240984" y="141547"/>
                </a:lnTo>
                <a:cubicBezTo>
                  <a:pt x="110468" y="182771"/>
                  <a:pt x="46458" y="300887"/>
                  <a:pt x="97907" y="405397"/>
                </a:cubicBezTo>
                <a:cubicBezTo>
                  <a:pt x="131563" y="473513"/>
                  <a:pt x="208375" y="521984"/>
                  <a:pt x="299036" y="532129"/>
                </a:cubicBezTo>
                <a:lnTo>
                  <a:pt x="288971" y="589859"/>
                </a:lnTo>
                <a:close/>
              </a:path>
            </a:pathLst>
          </a:custGeom>
          <a:solidFill xmlns:a="http://schemas.openxmlformats.org/drawingml/2006/main">
            <a:srgbClr val="FFB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B87873-2F87-4329-9980-BE1F01E5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0428" y="669069"/>
            <a:ext cx="441629" cy="589859"/>
          </a:xfrm>
          <a:custGeom xmlns:a="http://schemas.openxmlformats.org/drawingml/2006/main">
            <a:pathLst>
              <a:path w="441629" h="589859" fill="none">
                <a:moveTo>
                  <a:pt x="288971" y="589859"/>
                </a:moveTo>
                <a:cubicBezTo>
                  <a:pt x="118197" y="568924"/>
                  <a:pt x="0" y="435912"/>
                  <a:pt x="24960" y="292836"/>
                </a:cubicBezTo>
                <a:cubicBezTo>
                  <a:pt x="44203" y="182610"/>
                  <a:pt x="144445" y="94687"/>
                  <a:pt x="274881" y="73591"/>
                </a:cubicBezTo>
                <a:lnTo>
                  <a:pt x="311596" y="0"/>
                </a:lnTo>
                <a:lnTo>
                  <a:pt x="441629" y="115460"/>
                </a:lnTo>
                <a:lnTo>
                  <a:pt x="205235" y="213045"/>
                </a:lnTo>
                <a:lnTo>
                  <a:pt x="240984" y="141547"/>
                </a:lnTo>
                <a:cubicBezTo>
                  <a:pt x="110468" y="182771"/>
                  <a:pt x="46458" y="300887"/>
                  <a:pt x="97907" y="405397"/>
                </a:cubicBezTo>
                <a:cubicBezTo>
                  <a:pt x="131563" y="473513"/>
                  <a:pt x="208375" y="521984"/>
                  <a:pt x="299036" y="532129"/>
                </a:cubicBezTo>
                <a:lnTo>
                  <a:pt x="288971" y="5898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155" cap="flat">
            <a:solidFill>
              <a:srgbClr val="FFB597"/>
            </a:solidFill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88D599-2D15-4D60-B6D4-BBBD09A7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220" y="1891863"/>
            <a:ext cx="287924" cy="407973"/>
          </a:xfrm>
          <a:custGeom xmlns:a="http://schemas.openxmlformats.org/drawingml/2006/main">
            <a:pathLst>
              <a:path w="287924" h="407973">
                <a:moveTo>
                  <a:pt x="137118" y="0"/>
                </a:moveTo>
                <a:cubicBezTo>
                  <a:pt x="236797" y="35346"/>
                  <a:pt x="287924" y="140339"/>
                  <a:pt x="251370" y="234462"/>
                </a:cubicBezTo>
                <a:cubicBezTo>
                  <a:pt x="226088" y="299599"/>
                  <a:pt x="163769" y="345010"/>
                  <a:pt x="90661" y="351693"/>
                </a:cubicBezTo>
                <a:lnTo>
                  <a:pt x="62561" y="407973"/>
                </a:lnTo>
                <a:lnTo>
                  <a:pt x="0" y="312401"/>
                </a:lnTo>
                <a:lnTo>
                  <a:pt x="145492" y="241789"/>
                </a:lnTo>
                <a:lnTo>
                  <a:pt x="118519" y="295895"/>
                </a:lnTo>
                <a:cubicBezTo>
                  <a:pt x="192835" y="272224"/>
                  <a:pt x="231805" y="196781"/>
                  <a:pt x="205476" y="127537"/>
                </a:cubicBezTo>
                <a:cubicBezTo>
                  <a:pt x="191144" y="89856"/>
                  <a:pt x="159502" y="59984"/>
                  <a:pt x="119163" y="46136"/>
                </a:cubicBezTo>
                <a:lnTo>
                  <a:pt x="137118" y="0"/>
                </a:lnTo>
                <a:close/>
              </a:path>
            </a:pathLst>
          </a:custGeom>
          <a:solidFill xmlns:a="http://schemas.openxmlformats.org/drawingml/2006/main">
            <a:srgbClr val="1EAD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7ACBF-2A9F-406B-99F7-62D486E7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220" y="1891863"/>
            <a:ext cx="287924" cy="407973"/>
          </a:xfrm>
          <a:custGeom xmlns:a="http://schemas.openxmlformats.org/drawingml/2006/main">
            <a:pathLst>
              <a:path w="287924" h="407973" fill="none">
                <a:moveTo>
                  <a:pt x="137118" y="0"/>
                </a:moveTo>
                <a:cubicBezTo>
                  <a:pt x="236797" y="35346"/>
                  <a:pt x="287924" y="140339"/>
                  <a:pt x="251370" y="234462"/>
                </a:cubicBezTo>
                <a:cubicBezTo>
                  <a:pt x="226088" y="299599"/>
                  <a:pt x="163769" y="345010"/>
                  <a:pt x="90661" y="351693"/>
                </a:cubicBezTo>
                <a:lnTo>
                  <a:pt x="62561" y="407973"/>
                </a:lnTo>
                <a:lnTo>
                  <a:pt x="0" y="312401"/>
                </a:lnTo>
                <a:lnTo>
                  <a:pt x="145492" y="241789"/>
                </a:lnTo>
                <a:lnTo>
                  <a:pt x="118519" y="295895"/>
                </a:lnTo>
                <a:cubicBezTo>
                  <a:pt x="192835" y="272224"/>
                  <a:pt x="231805" y="196781"/>
                  <a:pt x="205476" y="127537"/>
                </a:cubicBezTo>
                <a:cubicBezTo>
                  <a:pt x="191144" y="89856"/>
                  <a:pt x="159502" y="59984"/>
                  <a:pt x="119163" y="46136"/>
                </a:cubicBezTo>
                <a:lnTo>
                  <a:pt x="13711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03" cap="flat">
            <a:solidFill>
              <a:srgbClr val="1EADB8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C6BC8-2A26-48C3-B183-5F4A1ED7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037" y="1833811"/>
            <a:ext cx="312804" cy="417796"/>
          </a:xfrm>
          <a:custGeom xmlns:a="http://schemas.openxmlformats.org/drawingml/2006/main">
            <a:pathLst>
              <a:path w="312804" h="417796">
                <a:moveTo>
                  <a:pt x="204671" y="417796"/>
                </a:moveTo>
                <a:cubicBezTo>
                  <a:pt x="83736" y="402981"/>
                  <a:pt x="0" y="308778"/>
                  <a:pt x="17713" y="207409"/>
                </a:cubicBezTo>
                <a:cubicBezTo>
                  <a:pt x="31321" y="129389"/>
                  <a:pt x="102336" y="67070"/>
                  <a:pt x="194768" y="52094"/>
                </a:cubicBezTo>
                <a:lnTo>
                  <a:pt x="220774" y="0"/>
                </a:lnTo>
                <a:lnTo>
                  <a:pt x="312804" y="81804"/>
                </a:lnTo>
                <a:lnTo>
                  <a:pt x="145411" y="150967"/>
                </a:lnTo>
                <a:lnTo>
                  <a:pt x="170693" y="100242"/>
                </a:lnTo>
                <a:cubicBezTo>
                  <a:pt x="78261" y="129469"/>
                  <a:pt x="32931" y="213125"/>
                  <a:pt x="69405" y="287119"/>
                </a:cubicBezTo>
                <a:cubicBezTo>
                  <a:pt x="93157" y="335429"/>
                  <a:pt x="147585" y="369728"/>
                  <a:pt x="211837" y="376894"/>
                </a:cubicBezTo>
                <a:lnTo>
                  <a:pt x="204671" y="417796"/>
                </a:lnTo>
                <a:close/>
              </a:path>
            </a:pathLst>
          </a:custGeom>
          <a:solidFill xmlns:a="http://schemas.openxmlformats.org/drawingml/2006/main">
            <a:srgbClr val="FFB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75028-CE14-4872-9FC1-FA0B428E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037" y="1833811"/>
            <a:ext cx="312804" cy="417796"/>
          </a:xfrm>
          <a:custGeom xmlns:a="http://schemas.openxmlformats.org/drawingml/2006/main">
            <a:pathLst>
              <a:path w="312804" h="417796" fill="none">
                <a:moveTo>
                  <a:pt x="204671" y="417796"/>
                </a:moveTo>
                <a:cubicBezTo>
                  <a:pt x="83736" y="402981"/>
                  <a:pt x="0" y="308778"/>
                  <a:pt x="17713" y="207409"/>
                </a:cubicBezTo>
                <a:cubicBezTo>
                  <a:pt x="31321" y="129389"/>
                  <a:pt x="102336" y="67070"/>
                  <a:pt x="194768" y="52094"/>
                </a:cubicBezTo>
                <a:lnTo>
                  <a:pt x="220774" y="0"/>
                </a:lnTo>
                <a:lnTo>
                  <a:pt x="312804" y="81804"/>
                </a:lnTo>
                <a:lnTo>
                  <a:pt x="145411" y="150967"/>
                </a:lnTo>
                <a:lnTo>
                  <a:pt x="170693" y="100242"/>
                </a:lnTo>
                <a:cubicBezTo>
                  <a:pt x="78261" y="129469"/>
                  <a:pt x="32931" y="213125"/>
                  <a:pt x="69405" y="287119"/>
                </a:cubicBezTo>
                <a:cubicBezTo>
                  <a:pt x="93157" y="335429"/>
                  <a:pt x="147585" y="369728"/>
                  <a:pt x="211837" y="376894"/>
                </a:cubicBezTo>
                <a:lnTo>
                  <a:pt x="204671" y="4177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03" cap="flat">
            <a:solidFill>
              <a:srgbClr val="FFB597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114180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2026-09-05T08:52:47.1330000Z</dcterms:created>
  <dcterms:modified xsi:type="dcterms:W3CDTF">2026-09-05T08:52:47.1330000Z</dcterms:modified>
</coreProperties>
</file>